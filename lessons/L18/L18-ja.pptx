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fals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8288000" cy="10287000"/>
  <p:notesSz cx="10287000" cy="18288000"/>
  <p:embeddedFontLst>
    <p:embeddedFont>
      <p:font typeface="Noto Sans JP"/>
      <p:regular r:id="rId68"/>
      <p:bold r:id="rId65"/>
    </p:embeddedFont>
    <p:embeddedFont>
      <p:font typeface="Noto Sans JP ExtraBold"/>
      <p:regular r:id="rId66"/>
    </p:embeddedFont>
    <p:embeddedFont>
      <p:font typeface="Noto Sans JP SemiBold"/>
      <p:regular r:id="rId67"/>
    </p:embeddedFont>
    <p:embeddedFont>
      <p:font typeface="Noto Sans JP Medium"/>
      <p:regular r:id="rId6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前半の4つは、冷たい側から熱い側へ温度軸に沿って並んでいます。1つ目、AdBlueは共晶（eutectic）混合物なので、約-11.5°Cにはっきりした結晶化点があり、氷は液体より体積が約7%大きくなります。2つ目、保管の限界は2つで、25°C超と-5°C未満です。3つ目、加熱すると先に水が蒸発し、続いて尿素が溶融・分解します。数字は熱分析や論文の値です。4つ目、約133°Cから尿素はNH3とHNCOに分かれ、同時にビウレットもできます。その後シアヌル酸とアンメリドになります。各項目には資料の出典ラベルが付いてい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残りの3つは、化学と装置設計をつなぎます。堆積物は排気ガスの流れの中ではなく、液滴が壁で液膜を作ったときにできます。光学的な研究では、ライデンフロスト温度付近まで堆積物ができ得ると示されています。グラフでは400°C超でほぼ堆積物が消えますが、FVVの報告書は700°Cまで残る耐熱性の残渣を見つけています。400°Cで堆積物が消えると考えてはいけません。DNOxでは、噴射停止の閾値は通常200〜250°Cで、設計の良い系は約180°Cから噴射できます。最後に限界です。確認できなかった箇所は、この資料に明記してい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れは資料全体の地図で、上が高温、下が低温です。色は一貫しています。水は青、氷は水色、尿素はピンク、ビウレットは緑、シアヌル酸は紫、アンメリドは赤、気体は灰色です。領域AからDは液体と水の話で、凍結、保管、軽い加熱、水の蒸発です。領域EからGは加熱時の尿素の化学で、NH3の放出、ビウレット、そしてシアヌル酸とアンメリドです。領域HとIは、堆積物が少しずつ分解していく部分です。領域の境界はこの資料の取り決めで、出典ごとに目安が少しずつ違い、違う箇所はその都度示し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表は9つの領域を6行にまとめ、覚えやすくしたものです。2つの列で、状態とDNOxにとっての意味を示します。領域Aは凍結と膨張が害になります。領域Bは穏やかな領域です。領域Cはゆっくりした加水分解で使用期限が短くなり、軽い害です。領域Dは、水が配管の壁で蒸発して尿素が結晶化すると問題になり始めます。領域EとFは化学反応が活発になる場所です。領域GからIは最も安定な堆積物がある場所で、やがて消えていきます。これは資料の区分であり、メーカーの規格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6つの温度が資料の骨格です。-11.5°CはCeficによる結晶化点です。25°Cは長期保管の上限です。132〜133°Cは尿素の融点で、L17のグラフの出発点でもあります。190〜193°Cは、ビウレットが溶けて固まるように見える温度で、実際は尿素との共晶混合物です。250°Cは、FVVの報告書でシアヌル酸が分解し始める温度、360°Cはアンメリドが分解し始める温度です。どの温度にも、出典と実験条件があり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AdBlueは尿素32.5%の水溶液で、ISO 22241に基づき、AdBlueの商標はドイツ自動車工業会VDAのものです。技術者がよく誤解するのは、尿素自身がNOxを還元するということです。実際、尿素はNH3の貯蔵庫にすぎません。排気の熱が尿素をNH3とHNCOに分け、HNCOが水と出会ってさらにNH3とCO2になります。純粋な気体では最初の段階は吸熱ですが、SCRでは物質が非常に希薄なので、平衡は生成物側に傾きます。間違えやすい点：尿素がすべてNH3になるわけではありません。水に出会えなかったHNCOは固体にまとまり、それがこの資料全体のテーマで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これはWikimedia CommonsにあるCC BY-SA 3.0の、日野のSCRユニットの実物写真です。すべてがどこで起こるかを思い描くのに役立ちます。AdBlueは触媒の手前の高温の排気に噴射され、蒸発し、NH3に分解し、そのNH3が触媒上でNOxと出会います。この資料の化学反応はすべて、噴射ノズルから触媒までの配管の中で起こります。噴霧が触れ得る金属表面がどれだけあるかに注目してください。そこが堆積物のできる場所です。写真は例示であり、特定メーカーの設計を推奨するもの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つの分子構造で、物質の顔を覚えます。尿素は私たちが欲しい物質で、NH3を出します。ビウレットは尿素2分子がつながってNH3を1つ放出したもので、まだパンにならない生地のようなものです。シアヌル酸は炭素3つと窒素3つの六員環で、安定した固体であり、配管の壁に付く乾いたモルタルのようなものです。アンメリドも環ですがアミノ基が付いていて、さらに安定です。アンメリンとメラミンも同じ系列ですが、実験では少ししか現れません。日常の例えは筆者のもので、数値の代わりにはなりません。</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4枚のカードの色は、資料とデッキ全体で固定です。ピンクの尿素は原料です。緑のビウレットは中間の駅で、尿素2分子がつながってできます。紫のシアヌル酸は主な堆積物で、条件によって約250〜300°Cから昇華または分解します。赤のアンメリドは最も安定で、約360°Cから分解し始めます。以降のスライドは、色を見ればどの物質の話かが分かります。温度は加熱実験の値で、別の実験ではずれる場合があり、出典比較の部分で示し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図は3つの出典の段階をつないだものです。尿素からは2方向に進みます。NH3とHNCOに分かれるか、尿素2分子がつながってビウレットになるかです。HNCOの運命は2つあり、水に出会えばNH3とCO2になる望ましい経路、出会えなければビウレット、シアヌル酸、アンメリドにまとまります。ビウレットに尿素が加わるとトリウレット、ビウレットにHNCOが加わるとシアヌル酸、シアヌル酸にHNCOが加わるとアンメリドとCO2です。シアヌル酸は最後に昇華または分解してHNCOに戻ります。水があるとHNCOが加水分解されて副生成物が減ることを覚えておいてください。</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領域Aは、AdBlueが凍り得る低温の領域です。-5°Cから約-11.5°Cまでは溶液のままで、それ以下で尿素が結晶化し始め、混合物が固まります。出典の数字は近く、-11.5°C（Cefic、Bosch）と-11°C（DieselNet、Daimler）です。ある供給元の仕様書は-11〜-15°Cと書いています。凍ると体積が約7%増えますが、同じCeficの文書は物性表で係数1.05も記載しており、資料はこの2つの数字を調和させられません。共晶は筆者が持つ一般的な熱力学の知識であり、相図から確認した内容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目盛りは、出典ごとの低温側の目印を示しています。Ceficは、結晶化を避けるため-5°C超に保つことを勧め、結晶化は-11.5°C付近で始まります。DieselNetは-11°Cです。ある供給元は説明なしに-11〜-15°Cと書いています。この幅は濃度の許容範囲と読めますが、これは筆者の推測です。凍った後の体積は液体より約7%大きいので、タンクと配管は氷に耐える設計が必要です。目盛りは縮尺どおり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低温の領域には2種類の情報があります。出典のあるもの：DieselNetは、タンク、配管、ポンプはすべて加熱が必要で、停止時は溶液を排出するか、凍結に耐える設計が必要だと述べています。Ceficは、直接接触するヒーターが局所的な過熱を起こし、NH3とCO2の発生を増やす恐れを警告しています。Boschは、圧縮できる補償素子でDenoxtronicのフィルターが凍結に耐えると書いています。数値のないもの：解凍時間、加熱出力、-20°Cや-30°Cでの挙動です。DaimlerはCFDで解凍をシミュレーションしていますが、要約ページには所要時間がありません。資料はそのとおりに書き、数値は入れません。</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これは通常の保管の領域です。溶液は透明で無色の液体で、水に無制限に溶け、においはないか、アンモニアが少しする程度です。粘度は約1.4 mPa·s、比熱は25°Cで約3.40 kJ/(kg·K)です。Ceficは25°C超と-5°C未満での長期保管を避けるよう勧めています。炭素鋼、銅、アルミニウム、亜鉛はNH3と反応するので直接接触に使えません。屋外のタンクは断熱し、直射日光を避けます。領域Bは「利」の領域で、可能なときはシステムをこの範囲に保ちま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ficの使用期限の表は、平均温度がいかに重要かを示します。10°C以下で36か月、25°C以下で18か月、30°C以下で12か月、35°C以下で6か月です。OCIの仕様書は最初の3列だけです。主な要因は、平均温度、初期のアルカリ度、通気口のあるタンクとないタンクでの蒸発です。期限が過ぎたら使い続ける前にロットを試験します。一時的に熱にさらされても品質は損なわれません。Ceficの列は、ISO 22241に基づく2011年の業界ガイダンスです。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これはISO 22241-2:2019に基づく、OCIの2024年の仕様書の主な限度値です。31.8〜33.2%という狭い尿素の範囲は、溶液を共晶組成の近くに保つ方法です。ビウレットが一覧にあるのは、加熱された尿素の副生成物だからで、最大0.3%です。NH3換算のアルカリ度は最大0.2%です。仕様書には分解温度100°Cも書かれていますが、この資料の他の測定よりずっと低く、方法も書かれていないので、未確認としています。この数字を化学的な目印として使わないでください。</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領域Cは軽い加熱の領域で、問題は排気管での反応ではなく、保管での寿命です。タンクが25°C超で長く置かれると、尿素がゆっくり加水分解してNH3とCO2になり、密閉タンクの圧力が上がって使用期限が短くなります。反応はとても遅く、平均30〜35°Cでも溶液は6〜12か月使えます。通気口付きのタンクはガスを逃がしますが、水も蒸発して濃度が上がります。間違えやすい点：ゆっくりでもゼロではありません。直接接触するヒーターは局所的に過熱し、NH3の発生を増やす恐れがあります。</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4段階は、タンクが長く熱せられたときに何が起こるかを示します。1段階目は平均温度が25°C超になること。2段階目は尿素がゆっくり加水分解すること。3段階目は2種類の気体、NH3とCO2が発生すること。4段階目は密閉タンクの圧力が上がり、使用期限が短くなることです。Ceficは、火災のときはAdBlueのタンクを水で冷やし、圧力上昇と破裂を避けるよう注意しています。高温では速くCO2とNH3に分解するためです。これは排気管での反応ではなく、保管管理の話です。</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3か所は、技術者が領域Cに出会い得る場所です。日向に駐車した車のタンクや、熱源の近くに置かれたタンクは、筆者の推測です。加熱配管とヒーターは、局所の温度がタンクより高くなり得る場所で、ヒーターの局所過熱についてはCeficがすでに警告しています。70°Cでビウレットができるという目安は、一部の供給元の資料にしか見られず、資料は確認できていないので使いません。やるべきこと：日陰、断熱、適切な材料、そして局所温度を管理した加熱です。</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領域Dは、水が溶液から離れる場所です。熱分析では、水は20〜100°Cで蒸発し、尿素は120〜230°Cで分解します。水が抜けると尿素濃度が上がり、過飽和になって結晶化し、結晶の尿素は132〜133°Cで溶融します。400°C未満では、水が速く蒸発するため尿素が液滴の核に集まり、固い結晶ができます。Bernhardは、一般的なNOx濃度で必要な尿素が完全に昇華するには約120°Cで十分だと計算していますが、反応速度が遅すぎるため、120°CでのSCRは成り立ちません。</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4つはほぼ同時に起こりますが、順序があります。まず水が蒸発し、熱分析では約20〜100°Cです。尿素が濃縮されて結晶化し、特に400°C未満では水が速く蒸発して尿素が液滴の核に集まります。結晶の尿素は、測定によって132°Cまたは133°Cで溶融します。Bernhardは、尿素が完全に分解してNOxを還元する場合、必要な量が約120°Cで昇華できると計算しましたが、反応速度の面でSCRはその温度では動けません。そのため、尿素の一部は蒸気のまま触媒に届き得ます。</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96.6%という数字は、FVV報告書の運転点OP 0で、堆積物をHPLCで分析した結果です。ガスは約150°Cしかありません。体積でも質量でも最も堆積物が多い点で、主に尿素の結晶で、ビウレットとトリウレットはごくわずかです。報告書は、AdBlueが通常180°C未満では噴射されないため、150°CはSCRの使用範囲に入らないと明記していますが、始動時と停止時に重い堆積物のリスクがあることを示しています。堆積物は、蒸発が最も強い液膜の下流側の縁に、弓形にできることが多いです。</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領域Eは、尿素が変わり始める場所です。Tischerは、分解の始まりが約132°Cの溶融と同時だと記し、140〜180°Cでは速度がほぼ直線的に増えます。尿素はNH3とHNCOに分かれ、同時に尿素2分子がつながってビウレットになります。Ceficは排気管内の加水分解の閾値を約180°Cとしています。間違えやすい点：NH3がすべてではなく、水に出会えなかったHNCOがビウレットにまとまります。また、分解は気液の界面で起こるので、実験条件が温度の目安に影響します。測定点ごとの詳細はL17を見てください。</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れはリポジトリの所有者のグラフを、目で読んだ値から描き直したもので、誤差は質量で約2%です。190°Cで尿素は約46%、ビウレットはピークの約28%、合計回収量は約77%です。足りない分は、放出されたNH3とHNCOの気体です。照合：FVVの報告書は、200°C未満でできる堆積物は主に尿素で、185°Cのあるシミュレーションでは尿素がビウレットを経てシアヌル酸になると記しています。2つの結果はグラフと同じ向きです。測定点ごとの詳細はL17を見てください。</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5つの目印は、領域Eにはくっきりした境界がないことを示します。溶融と分解の始まりは、どちらも約132°Cです。140〜180°Cでは速度がほぼ直線的に増え、分解は気液の界面で起こるので、るつぼの大きさが速度に影響します。Ceficは排気管内の加水分解の閾値を約180°Cとしています。FVVのシミュレーションでは、185°Cで尿素がビウレット、そしてシアヌル酸になります。そして200°C未満で採取した堆積物は、依然として主に尿素です。</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領域Fは、中間体のビウレットが本物の堆積物に変わる場所です。よくある誤解は、ビウレットが約193°Cで溶けるというものです。Tischerは、これはビウレットの液体と尿素の共晶混合物が熱力学的に有利になる点だと示しています。試料は193〜230°Cの間で溶けて固まります。225°CでSchaberの試料は粘着性の固体になり、トリウレットは約230°Cで完全に分解し、250°Cではシアヌル酸が主成分です。試験から採取した約200°Cの堆積物には、まだアンメリドが含まれていました。筆者の例え：ビウレットは、固まってモルタルになりかけの生地のようなものです。</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は領域Fで最も間違えやすいところです。多くの資料は、ビウレットが約193°Cで溶けると書いています。Tischerは、それが純物質の融点ではなく、ビウレットの液体と尿素に、少量のトリウレットとHNCO気体が加わった共晶混合物が熱力学的に有利になる点だと示しました。試料は193〜230°Cで溶けて固まります。平衡はHNCOの希薄さに依存するので、掃引ガスが強いと、ビウレットは約170°Cという早い時点から分解し始めることがあります。教訓：温度の目安には、いつも実験条件が付きます。</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図は、試験で採取した堆積物の結果を定性的に描いたものです。出典がこれらの範囲の百分率を示していないためです。FVVの報告書のまとめ：200°C未満でできる堆積物は主に尿素、200〜250°Cでは主にビウレットとシアヌル酸、それより高温ではシアヌル酸とアンメリドです。Weeksのエンジン研究では、200〜250°Cで未反応の尿素、ビウレット、シアヌル酸が割合を大きく変えながら出て、335〜425°Cでは主にシアヌル酸でした。ブロックの高さは順序の例示にすぎません。</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領域Gは、最も安定な固体がある場所です。シアヌル酸は約250°Cで分解し始め、堆積物試料の熱分析では、大きな質量減少が約260°C付近で始まります。300°C超で昇華し、Schaberは250〜360°Cをシアヌル酸の昇華と分解の領域としています。メラミンは約250°Cで分解し始め、300°C超でなくなります。アンメリドは360°Cまで分解しません。300°C超で観察される気体は、主にシアヌル酸から出るHNCOです。</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3つの測定点は、リポジトリの所有者のグラフから取りました。275°Cではシアヌル酸がピークの約24%、アンメリドが約5.5%、固体の合計が約30%です。325°Cではシアヌル酸が約15%に減ります。350°Cではほぼアンメリドだけが約5.5%残り、合計は約8%です。これは開放容器でゆっくり加熱した実験です。詳細はL17を見てください。エンジン内の堆積物と比べるときは、条件がまったく違うことを忘れないでください。</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文は、大事な警告をまとめています。Tischerは、円筒形のるつぼを平らなるつぼに替えると、昇華モデルを約40度低温側へずらす必要があること、薄い堆積層では昇華速度が層の大きさに比例することを示しました。開放容器のグラフでは、シアヌル酸は350°Cでほぼなくなりますが、エンジンから採取した335〜425°Cの堆積物は、依然として主にシアヌル酸です。原因は、液膜、ガス流、滞留時間の違いかもしれません。これは筆者の推測です。</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リポジトリの所有者のグラフは、400°C超でほぼ堆積物がなくなると示唆し、排気管を400°Cまで上げればきれいになると考える人が多くいます。新しい出典は、その言い方が一部しか正しくないことを示しています。Schaberは、アンメリド、アンメリン、メラミンが360°C超で少しずつ分解し、アンメリドは600°Cでなくなるとしています。FVVの報告書は700°Cまで耐熱性の残渣を見つけ、ある実験では140°C温度を上げても、アンメリド64%とアンメリン30%が残りました。この資料の結論：400°Cは堆積物を減らすが、消しません。これはFVVのデータに基づく筆者の推論です。</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400°C付近の残存質量について、4つの出典が4つの違う数字を示します。グラフでは約2.5%、Mazariの溶液の熱分析では1.67%、Zhuが引くDongでは9.2%、FVVでは耐熱成分が最大10%です。違いの理由は、試料が純粋な尿素か、溶液か、装置内でできた堆積物かということ、そして昇温速度、試料の質量、るつぼの形状です。これは矛盾ではなく、どの数字にも条件が必要だということの実例です。</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れはFVV報告書の1つの実験の結果です。AdBlueの噴射を止め、排気の流量を毎時1000キログラムまで大きく増やすと、堆積領域の板の温度は、熱伝達が良くなり蒸発する水もなくなるため、約140°C上がりました。堆積物は速く分解しましたが、かなりの量が残り、HPLC分析ではアンメリド64%とアンメリン30%でした。報告書は、高温は危険が少ないとする文献と違い、これらの成分は熱で再生しにくい蓄積リスクだと結論しています。</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450°C超ではグラフの合計回収量が約1%なので、尿素の堆積物はほぼなくなると言われがちです。主な質量についてはそのとおりです。しかしSchaberはアンメリドが600°C、アンメリンが700°Cでなくなると書き、Eichelbaumは625°C超での完全分解を記し、FVVは700°Cまで耐熱性の残渣を記しています。堆積物以外にも、高温ではNH3がNOxを還元せずNOに酸化される問題があります。DieselNetは反応を示しますが温度はなく、資料は数値を入れず未確認としています。触媒ごとの作動領域にも数値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3枚のカードは、尿素の堆積物以外にも、温度の両端で別の問題があることを思い出させます。高温側では、NH3がNOxを還元せずNOに酸化され得ます。DieselNetは反応を示していますが温度は書いておらず、資料は数値を入れません。低温側では、硝酸アンモニウムが約100〜200°C未満で生じ、硫酸アンモニウムが約250°C未満で触媒を失活させ得ます。ASCはSCRの後ろに置いて余ったNH3を止める触媒で、DieselNetは一部の移動体用途でNH3スリップの上限を10 ppmとしています。触媒の種類ごとの作動領域は、読んだ出典には数値がありません。</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スライドは、分かっていることと分からないことをはっきり分けます。分かっていること：グラフでは450°Cで合計回収量が約1%、Schaberではアンメリドは600°C、アンメリンは700°Cでなくなり、FVVでは耐熱性の残渣が700°Cまで残ります。分からないこと：NH3が強く酸化され始める温度、触媒ごとの作動領域、性能への実際の影響です。資料はこれらに数値を入れません。やるべきことは、使っている触媒とASCの資料から数値を取ることです。</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部分は、堆積物がガス流ではなく配管の壁にできる理由を説明します。先に水が蒸発し、400°C未満では水が速く蒸発して尿素が液滴の核に集まり、固い結晶ができます。光学的な研究では、堆積物はライデンフロスト温度までできるとされ、噴射量を増やしても堆積の場所がずれるだけです。DieselNetは、堆積物を減らすには10マイクロメートル未満の液滴が必要かもしれないが、現在のノズルは約100〜30マイクロメートルの液滴を作ると述べています。FVVの報告書は、堆積物が蒸発の最も強い液膜の縁で結晶化することを示しています。間違えやすい点：非常に熱い液滴が、いつもぬるい液滴より危険というわけ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筆者の例え：熱したフライパンに落とす塩水の滴です。フライパンがぬるいと滴は付いて広がり、水が蒸発して塩が残ります。フライパンが非常に熱いと、滴は蒸気の層の上で跳ねます。これがライデンフロスト効果です。光学的な研究では、堆積物はライデンフロスト温度までできるとされ、液滴のウェーバー数と噴霧の面積負荷が、液膜をつくる限界の壁温に強く影響します。尿素溶液のライデンフロスト温度は噴霧条件で決まり、資料には数字の読める出典がないので、未確認としています。図は概念図で、縮尺どおり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VV報告書の4つの数字が、仕組みをはっきりさせます。1：堆積物は液膜の下流側の縁、つまり蒸発が最も強い場所で結晶化し、噴霧中の噴流領域には固い堆積物がありません。2：初期の板が約360°Cのとき、板を限界壁温以下に冷やすには高い噴射速度が必要で、最初の液膜は120秒後、最初の堆積物は190秒後に現れました。3：エンジン試験の運転点は200〜350°Cにわたります。4：シミュレーションと実際は異なり、動力学モデルとシミュレーション時間が216秒しかなかったことが原因かもしれません。</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図は、複数の出典の目印を同じ軸に置いたものです。凍結の列には、OCIの-15〜-11°Cのバーと、Ceficの-11.5°Cの目印があります。水の蒸発の列は、Mazariの熱分析によるものです。尿素の溶融、分解、ビウレットの溶融と固化、シアヌル酸の分解と昇華、メラミン、アンメリド、アンメリンは、温度の階段のように並びます。DieselNetの噴射停止の閾値は180〜250°Cの間にあります。図を見ると目印が多く重なっていて、領域の境界が取り決めである理由が分かります。</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表は、主な目印を出典と条件とともにまとめたものです。凍結：CeficとBoschは-11.5°C、DieselNetは-11°C、OCIは約-11〜-15°Cです。尿素の溶融：Tischerの熱分析で132°C、Bernhardの論文のDSCで133°Cです。ビウレット：192.5°Cは共晶点です。シアヌル酸：FVVでは分解が250〜260°Cで始まり、Tischerでは300°C超で昇華します。アンメリド：360°Cで始まり、600°Cでなくなります。実験条件が違うので、直接は比べられません。</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4つの理由は、出典自身が挙げているものです。1つ目：昇温速度と試料の質量。2つ目：るつぼの形状と気体中のHNCOの希薄さ。ビウレットとシアヌル酸の平衡がそれに左右されるからで、例えばシアヌル酸の昇華は、平らなるつぼと円筒形のるつぼで約40度ずれます。3つ目：水の有無。水はHNCOを加水分解するので副生成物が減ります。4つ目：出発物質の違い。純粋な尿素、AdBlue溶液、できた堆積物、そして液膜、ガス流、滞留時間を持つエンジン試験です。ですから、目安は条件と一緒に読んでください。</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地図には、出典のある数値だけを書いています。タンクと加熱配管は領域AからCにあり、-5〜25°Cに保ち、局所的な過熱を避けます。配管とポンプは、停止時に加熱、排出、または凍結に耐える設計が必要です。噴射モジュールは排気管のすぐそばにあり、メーカーの閾値温度は公表されていないので、資料はBoschの内部仕様を推測しません。排気管とミキサーは堆積物ができる場所で、試験の運転点は200〜350°Cです。SCRとASCには、硝酸アンモニウム、硫酸アンモニウム、NH3スリップの限界があり、触媒の作動領域は未確認です。</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冷間始動のサイクルの4段階です。1段階目：タンクがまだ凍っているか、液体になりきっていないので、加熱が必要です。2段階目：排気がまだ低温のうちは閾値未満なので噴射せず、NOxはAdBlueでは処理されません。3段階目：閾値、通常は200〜250°Cを超えると、良い系は約180°Cから噴射を始めます。4段階目：エンジン停止時、DieselNetは、溶液を排出するか凍結に耐える設計が必要だと述べています。FVVは、始動と停止が重い堆積物のリスクのある時だと強調しています。排気温度を上げるなどの対策はメーカー固有の技術なので、資料は説明しません。</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4つの層は、見えるものから内側のものへと並べています。温度の層：噴射停止は通常200〜250°Cで、設計の良い系は約180°Cから噴射でき、FVVは、AdBlueは通常180°C未満では噴射されないと述べています。液滴の層：堆積物を減らすには、10マイクロメートル未満の液滴が必要かもしれません。液膜とミキサーの層：堆積物は液膜の縁で結晶化するので、ミキサーは液滴を早く蒸発させる必要があります。これは2つの出典からの筆者の推測です。熱による清掃の層：排気流量を増やすと堆積物は速く分解しますが、アンメリドとアンメリンが残るので、再生は堆積物を減らすだけです。</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部分は、リポジトリの所有者の依頼に従って、2種類の情報を分けます。業界の一般知識：噴射停止の閾値、加熱と、排出または凍結対策の必要性、液膜の縁とライデンフロスト未満での堆積の仕組みです。メーカー固有：正確な閾値温度、排気の昇温戦略、ノズルの校正、解凍時間です。これらは公表されていません。私が読んだBoschのパンフレットはアフターマーケット向けで、加熱と冷却の構成だけがあり、閾値はありません。そのため、資料はBoschやどのメーカーの内部仕様も推測しません。実際の数値が必要なら、そのシステム自身の技術資料を使ってください。</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よくある4つの不具合で、それぞれ温度領域と結び付いています。凍結は領域Aです。噴射できず、部品が壊れ得ます。堆積物と詰まりは領域DからHです。高温でできた堆積物は再生が困難です。NH3スリップは触媒の作動領域と関係します。DieselNetは、一部の移動体用途の上限を10 ppm、良いNH3対NOx比を0.9〜1とし、必要なら比が1以上でASCを使うとしています。タンクの過熱は領域Cで、圧力上昇と使用期限の短縮です。これらは一般的な一覧であり、特定の車の診断ではありません。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この6行は、資料の8つの不確かな点をまとめたものです。規格のISO 22241とDIN 70070は有料文書なので、資料はCeficの2011年のガイダンスを使っていますが、これはOCIの2019年のISO 22241-2仕様より古いものです。リポジトリの所有者のグラフは、著者が不明です。出典ごとに実験条件が違います。読める出典のない目安が多数あり、資料は数値を入れず未確認としています。Ceficは膨張に2つの数字を書いています。そして良し悪しの分類とリスクマップは推論です。出典の言語は主に英語で、ドイツ語と英語の報告書が1つ、日本語の論文が1つあり、要約だけを読みました。</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表は、資料がどの出典を一部しか読んでいないかを挙げ、読者が信頼度を判断できるようにします。Kuntz、Weeks、Mazari、Smith、Govindarajan、Obuchiは要約ページだけで、DieselNetは公開プレビュー部分だけです。これらの部分から取った数字は、ページに表示された内容と一致しますが、詳しい実験条件はありません。より詳しく読んだ出典は、Tischer 2019、FVVの報告書、Bernhardの論文、Ceficのガイダンス、OCIの仕様書、Zhu 2023、Boschのパンフレットです。検索に出たドイツ語の論文3本は、開いて読んでいないので使っていません。</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れは資料全体の働き方の原則です。ラベルは3つ：出典の数値、筆者の推測、未確認です。読める出典がない数値、例えば尿素溶液のライデンフロスト温度、450°C超でNH3が強く酸化される温度、解凍時間などには、資料は数値を入れません。理由は、確かそうに聞こえる誤った数字は、はっきり書かれた空欄より害が大きいからです。資料を使う人は、自分が設計または運用しているシステムの数値を、自分で調べる必要があります。</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覚えておく6つのことは、資料全体をまとめたものです。1つ目：AdBlueは共晶で、-11.5°Cから結晶化し、約7%膨張するので、-5〜25°Cに保ちます。2つ目：使用期限は温度によって36、18、12、6か月です。3つ目：水の蒸発、尿素の溶融と分解は、示した温度で起こります。4つ目：ビウレットは約190°Cがピーク、シアヌル酸は225〜325°Cで優勢、アンメリドは約360°Cまで安定です。5つ目：堆積物は壁の液膜の問題で、400°Cでは消えません。6つ目：噴射停止の閾値は200〜250°Cです。</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資料は公開された出典をまとめたもので、技術教育を目的としています。特定の自動車メーカーの修理、設計、安全の手引きではないので、必ずメーカーの資料に従ってください。数値はさまざまな実験によるもので、実際のシステムでの試験の代わりにはなりません。NH3と尿素の分解生成物は刺激性があり得るので、供給元の安全データシートに従って扱ってください。そして、推測または未確認と書かれた部分は、どの出典にも確認されていないので、設計用の数値として使わないでください。</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物質について、ベトナム語、英語、日本語を引ける用語表です。JSAEの論文の要約ページに出てくる日本語の用語は、シアヌル酸、ビウレット、高沸点副生物の3つだけです。ほかの語は筆者が作った対応表で、日本語を母語とする人の確認を受けていないため、未確認とします。読み方：ureはurea（尿素）のベトナム語名、axit cyanuricはcyanuric acid（シアヌル酸）のベトナム語名です。出典の多くは英語なので、資料を読むときは英語名を保ってください。資料は色を一貫させています：尿素はピンク、ビウレットは緑、アンメリドは赤、シアヌル酸は紫です。</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反応と現象についての4つの用語です。熱分解はthermolysisで、尿素が熱でNH3とHNCOに分かれることです。加水分解はhydrolysisで、HNCOが水に出会ってNH3とCO2になることです。共晶はeutecticで、AdBlueやビウレットと尿素の混合物のように、はっきりした温度で固まる混合物です。昇華はsublimationで、300°C超のシアヌル酸のように、固体が直接気体になることです。日本語の用語は筆者の対応表で、日本語を母語とする人の確認を受けていません。資料を調べるときは、英語名がいちばん安全です。</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最後の6つの用語は、システムと堆積物についてです。尿素溶液にはUWS、DEF、AdBlue、AUS 32など多くの名前があります。SCRは選択的触媒還元です。アンモニア、NH3は還元剤です。イソシアン酸、HNCOは非常に反応しやすい中間体で、ほとんどの堆積物の源です。英語の技術文書で堆積物はdepositです。ライデンフロスト効果は、壁が非常に熱いとき、液滴が蒸気の層の上で跳ねる現象です。日本語の用語は、日本語を母語とする人の確認を受けていません。JSAEの論文は、シアヌル酸やビウレットのような沸点の高い副生成物に、高沸点副生物という語を使っています。</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この資料の出典です。S1はリポジトリの所有者が提供したグラフです。S2のSchaber 2004は原文を読んでおらず、Tischerの要約から引いています。S3からS8が最も詳しく読んだ出典で、Tischer、FVVの報告書、Bernhardの論文、Ceficのガイダンス、OCIの仕様書、Zhuです。S9からS12、S15、S17は要約ページだけを読みました。S13とS14はDieselNetで、公開プレビュー部分だけです。S16はBoschのアフターマーケット向けパンフレットで、温度の閾値はありません。S18はWikimedia Commonsで、ライセンスは図に書いてあります。ISO 22241とDIN 70070は有料文書で、原文は読んでいません。</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C"/>
        </a:solidFill>
      </p:bgPr>
    </p:bg>
    <p:spTree>
      <p:nvGrpSpPr>
        <p:cNvPr id="1" name=""/>
        <p:cNvGrpSpPr/>
        <p:nvPr/>
      </p:nvGrpSpPr>
      <p:grpSpPr>
        <a:xfrm>
          <a:off x="0" y="0"/>
          <a:ext cx="0" cy="0"/>
          <a:chOff x="0" y="0"/>
          <a:chExt cx="0" cy="0"/>
        </a:xfrm>
      </p:grpSpPr>
      <p:sp>
        <p:nvSpPr>
          <p:cNvPr id="2" name="Shape 0"/>
          <p:cNvSpPr/>
          <p:nvPr/>
        </p:nvSpPr>
        <p:spPr>
          <a:xfrm>
            <a:off x="9334500" y="952500"/>
            <a:ext cx="381000" cy="381000"/>
          </a:xfrm>
          <a:prstGeom prst="ellipse">
            <a:avLst/>
          </a:prstGeom>
          <a:solidFill>
            <a:srgbClr val="FFB454">
              <a:alpha val="22000"/>
            </a:srgbClr>
          </a:solidFill>
          <a:ln/>
        </p:spPr>
      </p:sp>
      <p:sp>
        <p:nvSpPr>
          <p:cNvPr id="3" name="Shape 1"/>
          <p:cNvSpPr/>
          <p:nvPr/>
        </p:nvSpPr>
        <p:spPr>
          <a:xfrm>
            <a:off x="10477500" y="1047750"/>
            <a:ext cx="190500" cy="190500"/>
          </a:xfrm>
          <a:prstGeom prst="ellipse">
            <a:avLst/>
          </a:prstGeom>
          <a:solidFill>
            <a:srgbClr val="2C3040">
              <a:alpha val="22000"/>
            </a:srgbClr>
          </a:solidFill>
          <a:ln/>
        </p:spPr>
      </p:sp>
      <p:sp>
        <p:nvSpPr>
          <p:cNvPr id="4" name="Shape 2"/>
          <p:cNvSpPr/>
          <p:nvPr/>
        </p:nvSpPr>
        <p:spPr>
          <a:xfrm>
            <a:off x="11525250" y="1047750"/>
            <a:ext cx="190500" cy="190500"/>
          </a:xfrm>
          <a:prstGeom prst="ellipse">
            <a:avLst/>
          </a:prstGeom>
          <a:solidFill>
            <a:srgbClr val="2C3040">
              <a:alpha val="22000"/>
            </a:srgbClr>
          </a:solidFill>
          <a:ln/>
        </p:spPr>
      </p:sp>
      <p:sp>
        <p:nvSpPr>
          <p:cNvPr id="5" name="Shape 3"/>
          <p:cNvSpPr/>
          <p:nvPr/>
        </p:nvSpPr>
        <p:spPr>
          <a:xfrm>
            <a:off x="12477750" y="952500"/>
            <a:ext cx="381000" cy="381000"/>
          </a:xfrm>
          <a:prstGeom prst="ellipse">
            <a:avLst/>
          </a:prstGeom>
          <a:solidFill>
            <a:srgbClr val="FFB454">
              <a:alpha val="22000"/>
            </a:srgbClr>
          </a:solidFill>
          <a:ln/>
        </p:spPr>
      </p:sp>
      <p:sp>
        <p:nvSpPr>
          <p:cNvPr id="6" name="Shape 4"/>
          <p:cNvSpPr/>
          <p:nvPr/>
        </p:nvSpPr>
        <p:spPr>
          <a:xfrm>
            <a:off x="13620750" y="1047750"/>
            <a:ext cx="190500" cy="190500"/>
          </a:xfrm>
          <a:prstGeom prst="ellipse">
            <a:avLst/>
          </a:prstGeom>
          <a:solidFill>
            <a:srgbClr val="2C3040">
              <a:alpha val="22000"/>
            </a:srgbClr>
          </a:solidFill>
          <a:ln/>
        </p:spPr>
      </p:sp>
      <p:sp>
        <p:nvSpPr>
          <p:cNvPr id="7" name="Shape 5"/>
          <p:cNvSpPr/>
          <p:nvPr/>
        </p:nvSpPr>
        <p:spPr>
          <a:xfrm>
            <a:off x="14668500" y="1047750"/>
            <a:ext cx="190500" cy="190500"/>
          </a:xfrm>
          <a:prstGeom prst="ellipse">
            <a:avLst/>
          </a:prstGeom>
          <a:solidFill>
            <a:srgbClr val="2C3040">
              <a:alpha val="22000"/>
            </a:srgbClr>
          </a:solidFill>
          <a:ln/>
        </p:spPr>
      </p:sp>
      <p:sp>
        <p:nvSpPr>
          <p:cNvPr id="8" name="Shape 6"/>
          <p:cNvSpPr/>
          <p:nvPr/>
        </p:nvSpPr>
        <p:spPr>
          <a:xfrm>
            <a:off x="15621000" y="952500"/>
            <a:ext cx="381000" cy="381000"/>
          </a:xfrm>
          <a:prstGeom prst="ellipse">
            <a:avLst/>
          </a:prstGeom>
          <a:solidFill>
            <a:srgbClr val="FFB454">
              <a:alpha val="22000"/>
            </a:srgbClr>
          </a:solidFill>
          <a:ln/>
        </p:spPr>
      </p:sp>
      <p:sp>
        <p:nvSpPr>
          <p:cNvPr id="9" name="Shape 7"/>
          <p:cNvSpPr/>
          <p:nvPr/>
        </p:nvSpPr>
        <p:spPr>
          <a:xfrm>
            <a:off x="16764000" y="1047750"/>
            <a:ext cx="190500" cy="190500"/>
          </a:xfrm>
          <a:prstGeom prst="ellipse">
            <a:avLst/>
          </a:prstGeom>
          <a:solidFill>
            <a:srgbClr val="2C3040">
              <a:alpha val="22000"/>
            </a:srgbClr>
          </a:solidFill>
          <a:ln/>
        </p:spPr>
      </p:sp>
      <p:sp>
        <p:nvSpPr>
          <p:cNvPr id="10" name="Shape 8"/>
          <p:cNvSpPr/>
          <p:nvPr/>
        </p:nvSpPr>
        <p:spPr>
          <a:xfrm>
            <a:off x="9429750" y="2476500"/>
            <a:ext cx="190500" cy="190500"/>
          </a:xfrm>
          <a:prstGeom prst="ellipse">
            <a:avLst/>
          </a:prstGeom>
          <a:solidFill>
            <a:srgbClr val="2C3040">
              <a:alpha val="22000"/>
            </a:srgbClr>
          </a:solidFill>
          <a:ln/>
        </p:spPr>
      </p:sp>
      <p:sp>
        <p:nvSpPr>
          <p:cNvPr id="11" name="Shape 9"/>
          <p:cNvSpPr/>
          <p:nvPr/>
        </p:nvSpPr>
        <p:spPr>
          <a:xfrm>
            <a:off x="10382250" y="2381250"/>
            <a:ext cx="381000" cy="381000"/>
          </a:xfrm>
          <a:prstGeom prst="ellipse">
            <a:avLst/>
          </a:prstGeom>
          <a:solidFill>
            <a:srgbClr val="FFB454">
              <a:alpha val="22000"/>
            </a:srgbClr>
          </a:solidFill>
          <a:ln/>
        </p:spPr>
      </p:sp>
      <p:sp>
        <p:nvSpPr>
          <p:cNvPr id="12" name="Shape 10"/>
          <p:cNvSpPr/>
          <p:nvPr/>
        </p:nvSpPr>
        <p:spPr>
          <a:xfrm>
            <a:off x="11525250" y="2476500"/>
            <a:ext cx="190500" cy="190500"/>
          </a:xfrm>
          <a:prstGeom prst="ellipse">
            <a:avLst/>
          </a:prstGeom>
          <a:solidFill>
            <a:srgbClr val="2C3040">
              <a:alpha val="22000"/>
            </a:srgbClr>
          </a:solidFill>
          <a:ln/>
        </p:spPr>
      </p:sp>
      <p:sp>
        <p:nvSpPr>
          <p:cNvPr id="13" name="Shape 11"/>
          <p:cNvSpPr/>
          <p:nvPr/>
        </p:nvSpPr>
        <p:spPr>
          <a:xfrm>
            <a:off x="12573000" y="2476500"/>
            <a:ext cx="190500" cy="190500"/>
          </a:xfrm>
          <a:prstGeom prst="ellipse">
            <a:avLst/>
          </a:prstGeom>
          <a:solidFill>
            <a:srgbClr val="2C3040">
              <a:alpha val="22000"/>
            </a:srgbClr>
          </a:solidFill>
          <a:ln/>
        </p:spPr>
      </p:sp>
      <p:sp>
        <p:nvSpPr>
          <p:cNvPr id="14" name="Shape 12"/>
          <p:cNvSpPr/>
          <p:nvPr/>
        </p:nvSpPr>
        <p:spPr>
          <a:xfrm>
            <a:off x="13525500" y="2381250"/>
            <a:ext cx="381000" cy="381000"/>
          </a:xfrm>
          <a:prstGeom prst="ellipse">
            <a:avLst/>
          </a:prstGeom>
          <a:solidFill>
            <a:srgbClr val="FFB454">
              <a:alpha val="22000"/>
            </a:srgbClr>
          </a:solidFill>
          <a:ln/>
        </p:spPr>
      </p:sp>
      <p:sp>
        <p:nvSpPr>
          <p:cNvPr id="15" name="Shape 13"/>
          <p:cNvSpPr/>
          <p:nvPr/>
        </p:nvSpPr>
        <p:spPr>
          <a:xfrm>
            <a:off x="14668500" y="2476500"/>
            <a:ext cx="190500" cy="190500"/>
          </a:xfrm>
          <a:prstGeom prst="ellipse">
            <a:avLst/>
          </a:prstGeom>
          <a:solidFill>
            <a:srgbClr val="2C3040">
              <a:alpha val="22000"/>
            </a:srgbClr>
          </a:solidFill>
          <a:ln/>
        </p:spPr>
      </p:sp>
      <p:sp>
        <p:nvSpPr>
          <p:cNvPr id="16" name="Shape 14"/>
          <p:cNvSpPr/>
          <p:nvPr/>
        </p:nvSpPr>
        <p:spPr>
          <a:xfrm>
            <a:off x="15716250" y="2476500"/>
            <a:ext cx="190500" cy="190500"/>
          </a:xfrm>
          <a:prstGeom prst="ellipse">
            <a:avLst/>
          </a:prstGeom>
          <a:solidFill>
            <a:srgbClr val="2C3040">
              <a:alpha val="22000"/>
            </a:srgbClr>
          </a:solidFill>
          <a:ln/>
        </p:spPr>
      </p:sp>
      <p:sp>
        <p:nvSpPr>
          <p:cNvPr id="17" name="Shape 15"/>
          <p:cNvSpPr/>
          <p:nvPr/>
        </p:nvSpPr>
        <p:spPr>
          <a:xfrm>
            <a:off x="16668750" y="2381250"/>
            <a:ext cx="381000" cy="381000"/>
          </a:xfrm>
          <a:prstGeom prst="ellipse">
            <a:avLst/>
          </a:prstGeom>
          <a:solidFill>
            <a:srgbClr val="FFB454">
              <a:alpha val="22000"/>
            </a:srgbClr>
          </a:solidFill>
          <a:ln/>
        </p:spPr>
      </p:sp>
      <p:sp>
        <p:nvSpPr>
          <p:cNvPr id="18" name="Shape 16"/>
          <p:cNvSpPr/>
          <p:nvPr/>
        </p:nvSpPr>
        <p:spPr>
          <a:xfrm>
            <a:off x="9429750" y="3905250"/>
            <a:ext cx="190500" cy="190500"/>
          </a:xfrm>
          <a:prstGeom prst="ellipse">
            <a:avLst/>
          </a:prstGeom>
          <a:solidFill>
            <a:srgbClr val="2C3040">
              <a:alpha val="22000"/>
            </a:srgbClr>
          </a:solidFill>
          <a:ln/>
        </p:spPr>
      </p:sp>
      <p:sp>
        <p:nvSpPr>
          <p:cNvPr id="19" name="Shape 17"/>
          <p:cNvSpPr/>
          <p:nvPr/>
        </p:nvSpPr>
        <p:spPr>
          <a:xfrm>
            <a:off x="10477500" y="3905250"/>
            <a:ext cx="190500" cy="190500"/>
          </a:xfrm>
          <a:prstGeom prst="ellipse">
            <a:avLst/>
          </a:prstGeom>
          <a:solidFill>
            <a:srgbClr val="2C3040">
              <a:alpha val="22000"/>
            </a:srgbClr>
          </a:solidFill>
          <a:ln/>
        </p:spPr>
      </p:sp>
      <p:sp>
        <p:nvSpPr>
          <p:cNvPr id="20" name="Shape 18"/>
          <p:cNvSpPr/>
          <p:nvPr/>
        </p:nvSpPr>
        <p:spPr>
          <a:xfrm>
            <a:off x="11430000" y="3810000"/>
            <a:ext cx="381000" cy="381000"/>
          </a:xfrm>
          <a:prstGeom prst="ellipse">
            <a:avLst/>
          </a:prstGeom>
          <a:solidFill>
            <a:srgbClr val="FFB454">
              <a:alpha val="22000"/>
            </a:srgbClr>
          </a:solidFill>
          <a:ln/>
        </p:spPr>
      </p:sp>
      <p:sp>
        <p:nvSpPr>
          <p:cNvPr id="21" name="Shape 19"/>
          <p:cNvSpPr/>
          <p:nvPr/>
        </p:nvSpPr>
        <p:spPr>
          <a:xfrm>
            <a:off x="12573000" y="3905250"/>
            <a:ext cx="190500" cy="190500"/>
          </a:xfrm>
          <a:prstGeom prst="ellipse">
            <a:avLst/>
          </a:prstGeom>
          <a:solidFill>
            <a:srgbClr val="2C3040">
              <a:alpha val="22000"/>
            </a:srgbClr>
          </a:solidFill>
          <a:ln/>
        </p:spPr>
      </p:sp>
      <p:sp>
        <p:nvSpPr>
          <p:cNvPr id="22" name="Shape 20"/>
          <p:cNvSpPr/>
          <p:nvPr/>
        </p:nvSpPr>
        <p:spPr>
          <a:xfrm>
            <a:off x="13620750" y="3905250"/>
            <a:ext cx="190500" cy="190500"/>
          </a:xfrm>
          <a:prstGeom prst="ellipse">
            <a:avLst/>
          </a:prstGeom>
          <a:solidFill>
            <a:srgbClr val="2C3040">
              <a:alpha val="22000"/>
            </a:srgbClr>
          </a:solidFill>
          <a:ln/>
        </p:spPr>
      </p:sp>
      <p:sp>
        <p:nvSpPr>
          <p:cNvPr id="23" name="Shape 21"/>
          <p:cNvSpPr/>
          <p:nvPr/>
        </p:nvSpPr>
        <p:spPr>
          <a:xfrm>
            <a:off x="14573250" y="3810000"/>
            <a:ext cx="381000" cy="381000"/>
          </a:xfrm>
          <a:prstGeom prst="ellipse">
            <a:avLst/>
          </a:prstGeom>
          <a:solidFill>
            <a:srgbClr val="FFB454">
              <a:alpha val="22000"/>
            </a:srgbClr>
          </a:solidFill>
          <a:ln/>
        </p:spPr>
      </p:sp>
      <p:sp>
        <p:nvSpPr>
          <p:cNvPr id="24" name="Shape 22"/>
          <p:cNvSpPr/>
          <p:nvPr/>
        </p:nvSpPr>
        <p:spPr>
          <a:xfrm>
            <a:off x="15716250" y="3905250"/>
            <a:ext cx="190500" cy="190500"/>
          </a:xfrm>
          <a:prstGeom prst="ellipse">
            <a:avLst/>
          </a:prstGeom>
          <a:solidFill>
            <a:srgbClr val="2C3040">
              <a:alpha val="22000"/>
            </a:srgbClr>
          </a:solidFill>
          <a:ln/>
        </p:spPr>
      </p:sp>
      <p:sp>
        <p:nvSpPr>
          <p:cNvPr id="25" name="Shape 23"/>
          <p:cNvSpPr/>
          <p:nvPr/>
        </p:nvSpPr>
        <p:spPr>
          <a:xfrm>
            <a:off x="16764000" y="3905250"/>
            <a:ext cx="190500" cy="190500"/>
          </a:xfrm>
          <a:prstGeom prst="ellipse">
            <a:avLst/>
          </a:prstGeom>
          <a:solidFill>
            <a:srgbClr val="2C3040">
              <a:alpha val="22000"/>
            </a:srgbClr>
          </a:solidFill>
          <a:ln/>
        </p:spPr>
      </p:sp>
      <p:sp>
        <p:nvSpPr>
          <p:cNvPr id="26" name="Shape 24"/>
          <p:cNvSpPr/>
          <p:nvPr/>
        </p:nvSpPr>
        <p:spPr>
          <a:xfrm>
            <a:off x="9334500" y="5238750"/>
            <a:ext cx="381000" cy="381000"/>
          </a:xfrm>
          <a:prstGeom prst="ellipse">
            <a:avLst/>
          </a:prstGeom>
          <a:solidFill>
            <a:srgbClr val="FFB454">
              <a:alpha val="22000"/>
            </a:srgbClr>
          </a:solidFill>
          <a:ln/>
        </p:spPr>
      </p:sp>
      <p:sp>
        <p:nvSpPr>
          <p:cNvPr id="27" name="Shape 25"/>
          <p:cNvSpPr/>
          <p:nvPr/>
        </p:nvSpPr>
        <p:spPr>
          <a:xfrm>
            <a:off x="10477500" y="5334000"/>
            <a:ext cx="190500" cy="190500"/>
          </a:xfrm>
          <a:prstGeom prst="ellipse">
            <a:avLst/>
          </a:prstGeom>
          <a:solidFill>
            <a:srgbClr val="2C3040">
              <a:alpha val="22000"/>
            </a:srgbClr>
          </a:solidFill>
          <a:ln/>
        </p:spPr>
      </p:sp>
      <p:sp>
        <p:nvSpPr>
          <p:cNvPr id="28" name="Shape 26"/>
          <p:cNvSpPr/>
          <p:nvPr/>
        </p:nvSpPr>
        <p:spPr>
          <a:xfrm>
            <a:off x="11525250" y="5334000"/>
            <a:ext cx="190500" cy="190500"/>
          </a:xfrm>
          <a:prstGeom prst="ellipse">
            <a:avLst/>
          </a:prstGeom>
          <a:solidFill>
            <a:srgbClr val="2C3040">
              <a:alpha val="22000"/>
            </a:srgbClr>
          </a:solidFill>
          <a:ln/>
        </p:spPr>
      </p:sp>
      <p:sp>
        <p:nvSpPr>
          <p:cNvPr id="29" name="Shape 27"/>
          <p:cNvSpPr/>
          <p:nvPr/>
        </p:nvSpPr>
        <p:spPr>
          <a:xfrm>
            <a:off x="12477750" y="5238750"/>
            <a:ext cx="381000" cy="381000"/>
          </a:xfrm>
          <a:prstGeom prst="ellipse">
            <a:avLst/>
          </a:prstGeom>
          <a:solidFill>
            <a:srgbClr val="FFB454">
              <a:alpha val="22000"/>
            </a:srgbClr>
          </a:solidFill>
          <a:ln/>
        </p:spPr>
      </p:sp>
      <p:sp>
        <p:nvSpPr>
          <p:cNvPr id="30" name="Shape 28"/>
          <p:cNvSpPr/>
          <p:nvPr/>
        </p:nvSpPr>
        <p:spPr>
          <a:xfrm>
            <a:off x="13620750" y="5334000"/>
            <a:ext cx="190500" cy="190500"/>
          </a:xfrm>
          <a:prstGeom prst="ellipse">
            <a:avLst/>
          </a:prstGeom>
          <a:solidFill>
            <a:srgbClr val="2C3040">
              <a:alpha val="22000"/>
            </a:srgbClr>
          </a:solidFill>
          <a:ln/>
        </p:spPr>
      </p:sp>
      <p:sp>
        <p:nvSpPr>
          <p:cNvPr id="31" name="Shape 29"/>
          <p:cNvSpPr/>
          <p:nvPr/>
        </p:nvSpPr>
        <p:spPr>
          <a:xfrm>
            <a:off x="14668500" y="5334000"/>
            <a:ext cx="190500" cy="190500"/>
          </a:xfrm>
          <a:prstGeom prst="ellipse">
            <a:avLst/>
          </a:prstGeom>
          <a:solidFill>
            <a:srgbClr val="2C3040">
              <a:alpha val="22000"/>
            </a:srgbClr>
          </a:solidFill>
          <a:ln/>
        </p:spPr>
      </p:sp>
      <p:sp>
        <p:nvSpPr>
          <p:cNvPr id="32" name="Shape 30"/>
          <p:cNvSpPr/>
          <p:nvPr/>
        </p:nvSpPr>
        <p:spPr>
          <a:xfrm>
            <a:off x="15621000" y="5238750"/>
            <a:ext cx="381000" cy="381000"/>
          </a:xfrm>
          <a:prstGeom prst="ellipse">
            <a:avLst/>
          </a:prstGeom>
          <a:solidFill>
            <a:srgbClr val="FFB454">
              <a:alpha val="22000"/>
            </a:srgbClr>
          </a:solidFill>
          <a:ln/>
        </p:spPr>
      </p:sp>
      <p:sp>
        <p:nvSpPr>
          <p:cNvPr id="33" name="Shape 31"/>
          <p:cNvSpPr/>
          <p:nvPr/>
        </p:nvSpPr>
        <p:spPr>
          <a:xfrm>
            <a:off x="16764000" y="5334000"/>
            <a:ext cx="190500" cy="190500"/>
          </a:xfrm>
          <a:prstGeom prst="ellipse">
            <a:avLst/>
          </a:prstGeom>
          <a:solidFill>
            <a:srgbClr val="2C3040">
              <a:alpha val="22000"/>
            </a:srgbClr>
          </a:solidFill>
          <a:ln/>
        </p:spPr>
      </p:sp>
      <p:sp>
        <p:nvSpPr>
          <p:cNvPr id="34" name="Shape 32"/>
          <p:cNvSpPr/>
          <p:nvPr/>
        </p:nvSpPr>
        <p:spPr>
          <a:xfrm>
            <a:off x="9429750" y="6762750"/>
            <a:ext cx="190500" cy="190500"/>
          </a:xfrm>
          <a:prstGeom prst="ellipse">
            <a:avLst/>
          </a:prstGeom>
          <a:solidFill>
            <a:srgbClr val="2C3040">
              <a:alpha val="22000"/>
            </a:srgbClr>
          </a:solidFill>
          <a:ln/>
        </p:spPr>
      </p:sp>
      <p:sp>
        <p:nvSpPr>
          <p:cNvPr id="35" name="Shape 33"/>
          <p:cNvSpPr/>
          <p:nvPr/>
        </p:nvSpPr>
        <p:spPr>
          <a:xfrm>
            <a:off x="10382250" y="6667500"/>
            <a:ext cx="381000" cy="381000"/>
          </a:xfrm>
          <a:prstGeom prst="ellipse">
            <a:avLst/>
          </a:prstGeom>
          <a:solidFill>
            <a:srgbClr val="FFB454">
              <a:alpha val="22000"/>
            </a:srgbClr>
          </a:solidFill>
          <a:ln/>
        </p:spPr>
      </p:sp>
      <p:sp>
        <p:nvSpPr>
          <p:cNvPr id="36" name="Shape 34"/>
          <p:cNvSpPr/>
          <p:nvPr/>
        </p:nvSpPr>
        <p:spPr>
          <a:xfrm>
            <a:off x="11525250" y="6762750"/>
            <a:ext cx="190500" cy="190500"/>
          </a:xfrm>
          <a:prstGeom prst="ellipse">
            <a:avLst/>
          </a:prstGeom>
          <a:solidFill>
            <a:srgbClr val="2C3040">
              <a:alpha val="22000"/>
            </a:srgbClr>
          </a:solidFill>
          <a:ln/>
        </p:spPr>
      </p:sp>
      <p:sp>
        <p:nvSpPr>
          <p:cNvPr id="37" name="Shape 35"/>
          <p:cNvSpPr/>
          <p:nvPr/>
        </p:nvSpPr>
        <p:spPr>
          <a:xfrm>
            <a:off x="12573000" y="6762750"/>
            <a:ext cx="190500" cy="190500"/>
          </a:xfrm>
          <a:prstGeom prst="ellipse">
            <a:avLst/>
          </a:prstGeom>
          <a:solidFill>
            <a:srgbClr val="2C3040">
              <a:alpha val="22000"/>
            </a:srgbClr>
          </a:solidFill>
          <a:ln/>
        </p:spPr>
      </p:sp>
      <p:sp>
        <p:nvSpPr>
          <p:cNvPr id="38" name="Shape 36"/>
          <p:cNvSpPr/>
          <p:nvPr/>
        </p:nvSpPr>
        <p:spPr>
          <a:xfrm>
            <a:off x="13525500" y="6667500"/>
            <a:ext cx="381000" cy="381000"/>
          </a:xfrm>
          <a:prstGeom prst="ellipse">
            <a:avLst/>
          </a:prstGeom>
          <a:solidFill>
            <a:srgbClr val="FFB454">
              <a:alpha val="22000"/>
            </a:srgbClr>
          </a:solidFill>
          <a:ln/>
        </p:spPr>
      </p:sp>
      <p:sp>
        <p:nvSpPr>
          <p:cNvPr id="39" name="Shape 37"/>
          <p:cNvSpPr/>
          <p:nvPr/>
        </p:nvSpPr>
        <p:spPr>
          <a:xfrm>
            <a:off x="14668500" y="6762750"/>
            <a:ext cx="190500" cy="190500"/>
          </a:xfrm>
          <a:prstGeom prst="ellipse">
            <a:avLst/>
          </a:prstGeom>
          <a:solidFill>
            <a:srgbClr val="2C3040">
              <a:alpha val="22000"/>
            </a:srgbClr>
          </a:solidFill>
          <a:ln/>
        </p:spPr>
      </p:sp>
      <p:sp>
        <p:nvSpPr>
          <p:cNvPr id="40" name="Shape 38"/>
          <p:cNvSpPr/>
          <p:nvPr/>
        </p:nvSpPr>
        <p:spPr>
          <a:xfrm>
            <a:off x="15716250" y="6762750"/>
            <a:ext cx="190500" cy="190500"/>
          </a:xfrm>
          <a:prstGeom prst="ellipse">
            <a:avLst/>
          </a:prstGeom>
          <a:solidFill>
            <a:srgbClr val="2C3040">
              <a:alpha val="22000"/>
            </a:srgbClr>
          </a:solidFill>
          <a:ln/>
        </p:spPr>
      </p:sp>
      <p:sp>
        <p:nvSpPr>
          <p:cNvPr id="41" name="Shape 39"/>
          <p:cNvSpPr/>
          <p:nvPr/>
        </p:nvSpPr>
        <p:spPr>
          <a:xfrm>
            <a:off x="16668750" y="6667500"/>
            <a:ext cx="381000" cy="381000"/>
          </a:xfrm>
          <a:prstGeom prst="ellipse">
            <a:avLst/>
          </a:prstGeom>
          <a:solidFill>
            <a:srgbClr val="FFB454">
              <a:alpha val="22000"/>
            </a:srgbClr>
          </a:solidFill>
          <a:ln/>
        </p:spPr>
      </p:sp>
      <p:sp>
        <p:nvSpPr>
          <p:cNvPr id="42" name="Shape 40"/>
          <p:cNvSpPr/>
          <p:nvPr/>
        </p:nvSpPr>
        <p:spPr>
          <a:xfrm>
            <a:off x="9429750" y="8191500"/>
            <a:ext cx="190500" cy="190500"/>
          </a:xfrm>
          <a:prstGeom prst="ellipse">
            <a:avLst/>
          </a:prstGeom>
          <a:solidFill>
            <a:srgbClr val="2C3040">
              <a:alpha val="22000"/>
            </a:srgbClr>
          </a:solidFill>
          <a:ln/>
        </p:spPr>
      </p:sp>
      <p:sp>
        <p:nvSpPr>
          <p:cNvPr id="43" name="Shape 41"/>
          <p:cNvSpPr/>
          <p:nvPr/>
        </p:nvSpPr>
        <p:spPr>
          <a:xfrm>
            <a:off x="10477500" y="8191500"/>
            <a:ext cx="190500" cy="190500"/>
          </a:xfrm>
          <a:prstGeom prst="ellipse">
            <a:avLst/>
          </a:prstGeom>
          <a:solidFill>
            <a:srgbClr val="2C3040">
              <a:alpha val="22000"/>
            </a:srgbClr>
          </a:solidFill>
          <a:ln/>
        </p:spPr>
      </p:sp>
      <p:sp>
        <p:nvSpPr>
          <p:cNvPr id="44" name="Shape 42"/>
          <p:cNvSpPr/>
          <p:nvPr/>
        </p:nvSpPr>
        <p:spPr>
          <a:xfrm>
            <a:off x="11430000" y="8096250"/>
            <a:ext cx="381000" cy="381000"/>
          </a:xfrm>
          <a:prstGeom prst="ellipse">
            <a:avLst/>
          </a:prstGeom>
          <a:solidFill>
            <a:srgbClr val="FFB454">
              <a:alpha val="22000"/>
            </a:srgbClr>
          </a:solidFill>
          <a:ln/>
        </p:spPr>
      </p:sp>
      <p:sp>
        <p:nvSpPr>
          <p:cNvPr id="45" name="Shape 43"/>
          <p:cNvSpPr/>
          <p:nvPr/>
        </p:nvSpPr>
        <p:spPr>
          <a:xfrm>
            <a:off x="12573000" y="8191500"/>
            <a:ext cx="190500" cy="190500"/>
          </a:xfrm>
          <a:prstGeom prst="ellipse">
            <a:avLst/>
          </a:prstGeom>
          <a:solidFill>
            <a:srgbClr val="2C3040">
              <a:alpha val="22000"/>
            </a:srgbClr>
          </a:solidFill>
          <a:ln/>
        </p:spPr>
      </p:sp>
      <p:sp>
        <p:nvSpPr>
          <p:cNvPr id="46" name="Shape 44"/>
          <p:cNvSpPr/>
          <p:nvPr/>
        </p:nvSpPr>
        <p:spPr>
          <a:xfrm>
            <a:off x="13620750" y="8191500"/>
            <a:ext cx="190500" cy="190500"/>
          </a:xfrm>
          <a:prstGeom prst="ellipse">
            <a:avLst/>
          </a:prstGeom>
          <a:solidFill>
            <a:srgbClr val="2C3040">
              <a:alpha val="22000"/>
            </a:srgbClr>
          </a:solidFill>
          <a:ln/>
        </p:spPr>
      </p:sp>
      <p:sp>
        <p:nvSpPr>
          <p:cNvPr id="47" name="Shape 45"/>
          <p:cNvSpPr/>
          <p:nvPr/>
        </p:nvSpPr>
        <p:spPr>
          <a:xfrm>
            <a:off x="14573250" y="8096250"/>
            <a:ext cx="381000" cy="381000"/>
          </a:xfrm>
          <a:prstGeom prst="ellipse">
            <a:avLst/>
          </a:prstGeom>
          <a:solidFill>
            <a:srgbClr val="FFB454">
              <a:alpha val="22000"/>
            </a:srgbClr>
          </a:solidFill>
          <a:ln/>
        </p:spPr>
      </p:sp>
      <p:sp>
        <p:nvSpPr>
          <p:cNvPr id="48" name="Shape 46"/>
          <p:cNvSpPr/>
          <p:nvPr/>
        </p:nvSpPr>
        <p:spPr>
          <a:xfrm>
            <a:off x="15716250" y="8191500"/>
            <a:ext cx="190500" cy="190500"/>
          </a:xfrm>
          <a:prstGeom prst="ellipse">
            <a:avLst/>
          </a:prstGeom>
          <a:solidFill>
            <a:srgbClr val="2C3040">
              <a:alpha val="22000"/>
            </a:srgbClr>
          </a:solidFill>
          <a:ln/>
        </p:spPr>
      </p:sp>
      <p:sp>
        <p:nvSpPr>
          <p:cNvPr id="49" name="Shape 47"/>
          <p:cNvSpPr/>
          <p:nvPr/>
        </p:nvSpPr>
        <p:spPr>
          <a:xfrm>
            <a:off x="16764000" y="8191500"/>
            <a:ext cx="190500" cy="190500"/>
          </a:xfrm>
          <a:prstGeom prst="ellipse">
            <a:avLst/>
          </a:prstGeom>
          <a:solidFill>
            <a:srgbClr val="2C3040">
              <a:alpha val="22000"/>
            </a:srgbClr>
          </a:solidFill>
          <a:ln/>
        </p:spPr>
      </p:sp>
      <p:sp>
        <p:nvSpPr>
          <p:cNvPr id="50" name="Text 48"/>
          <p:cNvSpPr/>
          <p:nvPr/>
        </p:nvSpPr>
        <p:spPr>
          <a:xfrm>
            <a:off x="914400" y="914400"/>
            <a:ext cx="11430000" cy="381000"/>
          </a:xfrm>
          <a:prstGeom prst="rect">
            <a:avLst/>
          </a:prstGeom>
          <a:noFill/>
          <a:ln/>
        </p:spPr>
        <p:txBody>
          <a:bodyPr wrap="square" lIns="0" tIns="0" rIns="0" bIns="0" rtlCol="0" anchor="ctr"/>
          <a:lstStyle/>
          <a:p>
            <a:pPr algn="l" indent="0" marL="0">
              <a:buNone/>
            </a:pPr>
            <a:r>
              <a:rPr lang="en-US" sz="2100" b="1" spc="450" kern="0" dirty="0">
                <a:solidFill>
                  <a:srgbClr val="9AA0B5"/>
                </a:solidFill>
                <a:latin typeface="Noto Sans JP" pitchFamily="34" charset="0"/>
                <a:ea typeface="Noto Sans JP" pitchFamily="34" charset="-122"/>
                <a:cs typeface="Noto Sans JP" pitchFamily="34" charset="-120"/>
              </a:rPr>
              <a:t>技術</a:t>
            </a:r>
            <a:r>
              <a:rPr lang="en-US" sz="2100" b="1" spc="454" kern="0" dirty="0">
                <a:solidFill>
                  <a:srgbClr val="9AA0B5"/>
                </a:solidFill>
                <a:latin typeface="Noto Sans JP" pitchFamily="34" charset="0"/>
                <a:ea typeface="Noto Sans JP" pitchFamily="34" charset="-122"/>
                <a:cs typeface="Noto Sans JP" pitchFamily="34" charset="-120"/>
              </a:rPr>
              <a:t> ·</a:t>
            </a:r>
            <a:r>
              <a:rPr lang="en-US" sz="2100" b="1" spc="451" kern="0" dirty="0">
                <a:solidFill>
                  <a:srgbClr val="9AA0B5"/>
                </a:solidFill>
                <a:latin typeface="Noto Sans JP" pitchFamily="34" charset="0"/>
                <a:ea typeface="Noto Sans JP" pitchFamily="34" charset="-122"/>
                <a:cs typeface="Noto Sans JP" pitchFamily="34" charset="-120"/>
              </a:rPr>
              <a:t> L18（日本語版）</a:t>
            </a:r>
            <a:endParaRPr lang="en-US" sz="2100" dirty="0"/>
          </a:p>
        </p:txBody>
      </p:sp>
      <p:sp>
        <p:nvSpPr>
          <p:cNvPr id="51" name="Text 49"/>
          <p:cNvSpPr/>
          <p:nvPr/>
        </p:nvSpPr>
        <p:spPr>
          <a:xfrm>
            <a:off x="914400" y="1619250"/>
            <a:ext cx="14287500" cy="3810000"/>
          </a:xfrm>
          <a:prstGeom prst="rect">
            <a:avLst/>
          </a:prstGeom>
          <a:noFill/>
          <a:ln/>
        </p:spPr>
        <p:txBody>
          <a:bodyPr wrap="square" lIns="0" tIns="159113" rIns="0" bIns="-159113" rtlCol="0" anchor="t"/>
          <a:lstStyle/>
          <a:p>
            <a:pPr algn="l" indent="0" marL="0">
              <a:lnSpc>
                <a:spcPts val="8424"/>
              </a:lnSpc>
              <a:buNone/>
            </a:pPr>
            <a:r>
              <a:rPr lang="en-US" sz="8100" dirty="0" spc="-1" kern="0">
                <a:solidFill>
                  <a:srgbClr val="F3EEE3"/>
                </a:solidFill>
                <a:latin typeface="Noto Sans JP ExtraBold" pitchFamily="34" charset="0"/>
                <a:ea typeface="Noto Sans JP ExtraBold" pitchFamily="34" charset="-122"/>
                <a:cs typeface="Noto Sans JP ExtraBold" pitchFamily="34" charset="-120"/>
              </a:rPr>
              <a:t>AdBlueの 低温から</a:t>
            </a:r>
            <a:r>
              <a:rPr lang="en-US" sz="8100" dirty="0" spc="0" kern="0">
                <a:solidFill>
                  <a:srgbClr val="F3EEE3"/>
                </a:solidFill>
                <a:latin typeface="Noto Sans JP ExtraBold" pitchFamily="34" charset="0"/>
                <a:ea typeface="Noto Sans JP ExtraBold" pitchFamily="34" charset="-122"/>
                <a:cs typeface="Noto Sans JP ExtraBold" pitchFamily="34" charset="-120"/>
              </a:rPr>
              <a:t> 高温まで：-5°Cから 450°C超の</a:t>
            </a:r>
            <a:r>
              <a:rPr lang="en-US" sz="8100" dirty="0" spc="-2" kern="0">
                <a:solidFill>
                  <a:srgbClr val="F3EEE3"/>
                </a:solidFill>
                <a:latin typeface="Noto Sans JP ExtraBold" pitchFamily="34" charset="0"/>
                <a:ea typeface="Noto Sans JP ExtraBold" pitchFamily="34" charset="-122"/>
                <a:cs typeface="Noto Sans JP ExtraBold" pitchFamily="34" charset="-120"/>
              </a:rPr>
              <a:t> 相と</a:t>
            </a:r>
            <a:r>
              <a:rPr lang="en-US" sz="8100" dirty="0" spc="-1" kern="0">
                <a:solidFill>
                  <a:srgbClr val="F3EEE3"/>
                </a:solidFill>
                <a:latin typeface="Noto Sans JP ExtraBold" pitchFamily="34" charset="0"/>
                <a:ea typeface="Noto Sans JP ExtraBold" pitchFamily="34" charset="-122"/>
                <a:cs typeface="Noto Sans JP ExtraBold" pitchFamily="34" charset="-120"/>
              </a:rPr>
              <a:t> 変化</a:t>
            </a:r>
            <a:endParaRPr lang="en-US" sz="8100" dirty="0"/>
          </a:p>
        </p:txBody>
      </p:sp>
      <p:sp>
        <p:nvSpPr>
          <p:cNvPr id="52" name="Text 50"/>
          <p:cNvSpPr/>
          <p:nvPr/>
        </p:nvSpPr>
        <p:spPr>
          <a:xfrm>
            <a:off x="914400" y="5619750"/>
            <a:ext cx="13335000" cy="1143000"/>
          </a:xfrm>
          <a:prstGeom prst="rect">
            <a:avLst/>
          </a:prstGeom>
          <a:noFill/>
          <a:ln/>
        </p:spPr>
        <p:txBody>
          <a:bodyPr wrap="square" lIns="0" tIns="0" rIns="0" bIns="0" rtlCol="0" anchor="t"/>
          <a:lstStyle/>
          <a:p>
            <a:pPr algn="l" indent="0" marL="0">
              <a:buNone/>
            </a:pPr>
            <a:r>
              <a:rPr lang="en-US" sz="3300" dirty="0" spc="0" kern="0">
                <a:solidFill>
                  <a:srgbClr val="3DD6A0"/>
                </a:solidFill>
                <a:latin typeface="Noto Sans JP SemiBold" pitchFamily="34" charset="0"/>
                <a:ea typeface="Noto Sans JP SemiBold" pitchFamily="34" charset="-122"/>
                <a:cs typeface="Noto Sans JP SemiBold" pitchFamily="34" charset="-120"/>
              </a:rPr>
              <a:t>-5°Cから</a:t>
            </a:r>
            <a:r>
              <a:rPr lang="en-US" sz="3300" dirty="0" spc="-13" kern="0">
                <a:solidFill>
                  <a:srgbClr val="3DD6A0"/>
                </a:solidFill>
                <a:latin typeface="Noto Sans JP SemiBold" pitchFamily="34" charset="0"/>
                <a:ea typeface="Noto Sans JP SemiBold" pitchFamily="34" charset="-122"/>
                <a:cs typeface="Noto Sans JP SemiBold" pitchFamily="34" charset="-120"/>
              </a:rPr>
              <a:t> 450°C超まで、</a:t>
            </a:r>
            <a:r>
              <a:rPr lang="en-US" sz="3300" dirty="0" spc="0" kern="0">
                <a:solidFill>
                  <a:srgbClr val="3DD6A0"/>
                </a:solidFill>
                <a:latin typeface="Noto Sans JP SemiBold" pitchFamily="34" charset="0"/>
                <a:ea typeface="Noto Sans JP SemiBold" pitchFamily="34" charset="-122"/>
                <a:cs typeface="Noto Sans JP SemiBold" pitchFamily="34" charset="-120"/>
              </a:rPr>
              <a:t> AdBlueはどんな</a:t>
            </a:r>
            <a:r>
              <a:rPr lang="en-US" sz="3300" dirty="0" spc="-2" kern="0">
                <a:solidFill>
                  <a:srgbClr val="3DD6A0"/>
                </a:solidFill>
                <a:latin typeface="Noto Sans JP SemiBold" pitchFamily="34" charset="0"/>
                <a:ea typeface="Noto Sans JP SemiBold" pitchFamily="34" charset="-122"/>
                <a:cs typeface="Noto Sans JP SemiBold" pitchFamily="34" charset="-120"/>
              </a:rPr>
              <a:t> 状態で 何に</a:t>
            </a:r>
            <a:r>
              <a:rPr lang="en-US" sz="3300" dirty="0" spc="-27" kern="0">
                <a:solidFill>
                  <a:srgbClr val="3DD6A0"/>
                </a:solidFill>
                <a:latin typeface="Noto Sans JP SemiBold" pitchFamily="34" charset="0"/>
                <a:ea typeface="Noto Sans JP SemiBold" pitchFamily="34" charset="-122"/>
                <a:cs typeface="Noto Sans JP SemiBold" pitchFamily="34" charset="-120"/>
              </a:rPr>
              <a:t> 変わり、</a:t>
            </a:r>
            <a:r>
              <a:rPr lang="en-US" sz="3300" dirty="0" spc="-39" kern="0">
                <a:solidFill>
                  <a:srgbClr val="3DD6A0"/>
                </a:solidFill>
                <a:latin typeface="Noto Sans JP SemiBold" pitchFamily="34" charset="0"/>
                <a:ea typeface="Noto Sans JP SemiBold" pitchFamily="34" charset="-122"/>
                <a:cs typeface="Noto Sans JP SemiBold" pitchFamily="34" charset="-120"/>
              </a:rPr>
              <a:t> DNOxにとって</a:t>
            </a:r>
            <a:r>
              <a:rPr lang="en-US" sz="3300" dirty="0" spc="-2" kern="0">
                <a:solidFill>
                  <a:srgbClr val="3DD6A0"/>
                </a:solidFill>
                <a:latin typeface="Noto Sans JP SemiBold" pitchFamily="34" charset="0"/>
                <a:ea typeface="Noto Sans JP SemiBold" pitchFamily="34" charset="-122"/>
                <a:cs typeface="Noto Sans JP SemiBold" pitchFamily="34" charset="-120"/>
              </a:rPr>
              <a:t> 有利か</a:t>
            </a:r>
            <a:r>
              <a:rPr lang="en-US" sz="3300" dirty="0" spc="-1" kern="0">
                <a:solidFill>
                  <a:srgbClr val="3DD6A0"/>
                </a:solidFill>
                <a:latin typeface="Noto Sans JP SemiBold" pitchFamily="34" charset="0"/>
                <a:ea typeface="Noto Sans JP SemiBold" pitchFamily="34" charset="-122"/>
                <a:cs typeface="Noto Sans JP SemiBold" pitchFamily="34" charset="-120"/>
              </a:rPr>
              <a:t> 不利か？</a:t>
            </a:r>
            <a:endParaRPr lang="en-US" sz="3300" dirty="0"/>
          </a:p>
        </p:txBody>
      </p:sp>
      <p:sp>
        <p:nvSpPr>
          <p:cNvPr id="53" name="Shape 51"/>
          <p:cNvSpPr/>
          <p:nvPr/>
        </p:nvSpPr>
        <p:spPr>
          <a:xfrm>
            <a:off x="914400" y="7429500"/>
            <a:ext cx="3914775" cy="1619250"/>
          </a:xfrm>
          <a:prstGeom prst="roundRect">
            <a:avLst>
              <a:gd name="adj" fmla="val 16471"/>
            </a:avLst>
          </a:prstGeom>
          <a:solidFill>
            <a:srgbClr val="1E212B"/>
          </a:solidFill>
          <a:ln w="38100">
            <a:solidFill>
              <a:srgbClr val="FF4FD8"/>
            </a:solidFill>
            <a:prstDash val="solid"/>
          </a:ln>
        </p:spPr>
      </p:sp>
      <p:sp>
        <p:nvSpPr>
          <p:cNvPr id="54" name="Text 52"/>
          <p:cNvSpPr/>
          <p:nvPr/>
        </p:nvSpPr>
        <p:spPr>
          <a:xfrm>
            <a:off x="1181100" y="7429500"/>
            <a:ext cx="3381375" cy="1619250"/>
          </a:xfrm>
          <a:prstGeom prst="rect">
            <a:avLst/>
          </a:prstGeom>
          <a:noFill/>
          <a:ln/>
        </p:spPr>
        <p:txBody>
          <a:bodyPr wrap="square" lIns="0" tIns="32248" rIns="0" bIns="-32248" rtlCol="0" anchor="ctr"/>
          <a:lstStyle/>
          <a:p>
            <a:pPr algn="l" indent="0" marL="0">
              <a:lnSpc>
                <a:spcPts val="2933"/>
              </a:lnSpc>
              <a:buNone/>
            </a:pPr>
            <a:r>
              <a:rPr lang="en-US" sz="2550" b="1" dirty="0" kern="0">
                <a:solidFill>
                  <a:srgbClr val="F3EEE3"/>
                </a:solidFill>
                <a:latin typeface="Noto Sans JP" pitchFamily="34" charset="0"/>
                <a:ea typeface="Noto Sans JP" pitchFamily="34" charset="-122"/>
                <a:cs typeface="Noto Sans JP" pitchFamily="34" charset="-120"/>
              </a:rPr>
              <a:t>尿素</a:t>
            </a:r>
            <a:endParaRPr lang="en-US" sz="2550" dirty="0"/>
          </a:p>
        </p:txBody>
      </p:sp>
      <p:sp>
        <p:nvSpPr>
          <p:cNvPr id="55" name="Shape 53"/>
          <p:cNvSpPr/>
          <p:nvPr/>
        </p:nvSpPr>
        <p:spPr>
          <a:xfrm>
            <a:off x="5095875" y="7429500"/>
            <a:ext cx="3914775" cy="1619250"/>
          </a:xfrm>
          <a:prstGeom prst="roundRect">
            <a:avLst>
              <a:gd name="adj" fmla="val 16471"/>
            </a:avLst>
          </a:prstGeom>
          <a:solidFill>
            <a:srgbClr val="1E212B"/>
          </a:solidFill>
          <a:ln w="38100">
            <a:solidFill>
              <a:srgbClr val="4CD964"/>
            </a:solidFill>
            <a:prstDash val="solid"/>
          </a:ln>
        </p:spPr>
      </p:sp>
      <p:sp>
        <p:nvSpPr>
          <p:cNvPr id="56" name="Text 54"/>
          <p:cNvSpPr/>
          <p:nvPr/>
        </p:nvSpPr>
        <p:spPr>
          <a:xfrm>
            <a:off x="5362575" y="7429500"/>
            <a:ext cx="3381375" cy="1619250"/>
          </a:xfrm>
          <a:prstGeom prst="rect">
            <a:avLst/>
          </a:prstGeom>
          <a:noFill/>
          <a:ln/>
        </p:spPr>
        <p:txBody>
          <a:bodyPr wrap="square" lIns="0" tIns="32248" rIns="0" bIns="-32248" rtlCol="0" anchor="ctr"/>
          <a:lstStyle/>
          <a:p>
            <a:pPr algn="l" indent="0" marL="0">
              <a:lnSpc>
                <a:spcPts val="2933"/>
              </a:lnSpc>
              <a:buNone/>
            </a:pPr>
            <a:r>
              <a:rPr lang="en-US" sz="2550" b="1" dirty="0" kern="0">
                <a:solidFill>
                  <a:srgbClr val="F3EEE3"/>
                </a:solidFill>
                <a:latin typeface="Noto Sans JP" pitchFamily="34" charset="0"/>
                <a:ea typeface="Noto Sans JP" pitchFamily="34" charset="-122"/>
                <a:cs typeface="Noto Sans JP" pitchFamily="34" charset="-120"/>
              </a:rPr>
              <a:t>ビウレット</a:t>
            </a:r>
            <a:endParaRPr lang="en-US" sz="2550" dirty="0"/>
          </a:p>
        </p:txBody>
      </p:sp>
      <p:sp>
        <p:nvSpPr>
          <p:cNvPr id="57" name="Shape 55"/>
          <p:cNvSpPr/>
          <p:nvPr/>
        </p:nvSpPr>
        <p:spPr>
          <a:xfrm>
            <a:off x="9277350" y="7429500"/>
            <a:ext cx="3914775" cy="1619250"/>
          </a:xfrm>
          <a:prstGeom prst="roundRect">
            <a:avLst>
              <a:gd name="adj" fmla="val 16471"/>
            </a:avLst>
          </a:prstGeom>
          <a:solidFill>
            <a:srgbClr val="1E212B"/>
          </a:solidFill>
          <a:ln w="38100">
            <a:solidFill>
              <a:srgbClr val="FF5C5C"/>
            </a:solidFill>
            <a:prstDash val="solid"/>
          </a:ln>
        </p:spPr>
      </p:sp>
      <p:sp>
        <p:nvSpPr>
          <p:cNvPr id="58" name="Text 56"/>
          <p:cNvSpPr/>
          <p:nvPr/>
        </p:nvSpPr>
        <p:spPr>
          <a:xfrm>
            <a:off x="9544050" y="7429500"/>
            <a:ext cx="3381375" cy="1619250"/>
          </a:xfrm>
          <a:prstGeom prst="rect">
            <a:avLst/>
          </a:prstGeom>
          <a:noFill/>
          <a:ln/>
        </p:spPr>
        <p:txBody>
          <a:bodyPr wrap="square" lIns="0" tIns="32248" rIns="0" bIns="-32248" rtlCol="0" anchor="ctr"/>
          <a:lstStyle/>
          <a:p>
            <a:pPr algn="l" indent="0" marL="0">
              <a:lnSpc>
                <a:spcPts val="2933"/>
              </a:lnSpc>
              <a:buNone/>
            </a:pPr>
            <a:r>
              <a:rPr lang="en-US" sz="2550" b="1" dirty="0" spc="-36" kern="0">
                <a:solidFill>
                  <a:srgbClr val="F3EEE3"/>
                </a:solidFill>
                <a:latin typeface="Noto Sans JP" pitchFamily="34" charset="0"/>
                <a:ea typeface="Noto Sans JP" pitchFamily="34" charset="-122"/>
                <a:cs typeface="Noto Sans JP" pitchFamily="34" charset="-120"/>
              </a:rPr>
              <a:t>アンメリド</a:t>
            </a:r>
            <a:endParaRPr lang="en-US" sz="2550" dirty="0"/>
          </a:p>
        </p:txBody>
      </p:sp>
      <p:sp>
        <p:nvSpPr>
          <p:cNvPr id="59" name="Shape 57"/>
          <p:cNvSpPr/>
          <p:nvPr/>
        </p:nvSpPr>
        <p:spPr>
          <a:xfrm>
            <a:off x="13458825" y="7429500"/>
            <a:ext cx="3914775" cy="1619250"/>
          </a:xfrm>
          <a:prstGeom prst="roundRect">
            <a:avLst>
              <a:gd name="adj" fmla="val 16471"/>
            </a:avLst>
          </a:prstGeom>
          <a:solidFill>
            <a:srgbClr val="1E212B"/>
          </a:solidFill>
          <a:ln w="38100">
            <a:solidFill>
              <a:srgbClr val="C084FF"/>
            </a:solidFill>
            <a:prstDash val="solid"/>
          </a:ln>
        </p:spPr>
      </p:sp>
      <p:sp>
        <p:nvSpPr>
          <p:cNvPr id="60" name="Text 58"/>
          <p:cNvSpPr/>
          <p:nvPr/>
        </p:nvSpPr>
        <p:spPr>
          <a:xfrm>
            <a:off x="13725525" y="7429500"/>
            <a:ext cx="3381375" cy="1619250"/>
          </a:xfrm>
          <a:prstGeom prst="rect">
            <a:avLst/>
          </a:prstGeom>
          <a:noFill/>
          <a:ln/>
        </p:spPr>
        <p:txBody>
          <a:bodyPr wrap="square" lIns="0" tIns="32248" rIns="0" bIns="-32248" rtlCol="0" anchor="ctr"/>
          <a:lstStyle/>
          <a:p>
            <a:pPr algn="l" indent="0" marL="0">
              <a:lnSpc>
                <a:spcPts val="2933"/>
              </a:lnSpc>
              <a:buNone/>
            </a:pPr>
            <a:r>
              <a:rPr lang="en-US" sz="2550" b="1" dirty="0" kern="0">
                <a:solidFill>
                  <a:srgbClr val="F3EEE3"/>
                </a:solidFill>
                <a:latin typeface="Noto Sans JP" pitchFamily="34" charset="0"/>
                <a:ea typeface="Noto Sans JP" pitchFamily="34" charset="-122"/>
                <a:cs typeface="Noto Sans JP" pitchFamily="34" charset="-120"/>
              </a:rPr>
              <a:t>シアヌル酸</a:t>
            </a:r>
            <a:endParaRPr lang="en-US" sz="2550" dirty="0"/>
          </a:p>
        </p:txBody>
      </p:sp>
      <p:sp>
        <p:nvSpPr>
          <p:cNvPr id="61" name="Shape 59"/>
          <p:cNvSpPr/>
          <p:nvPr/>
        </p:nvSpPr>
        <p:spPr>
          <a:xfrm>
            <a:off x="15983712" y="9076331"/>
            <a:ext cx="1645920" cy="552301"/>
          </a:xfrm>
          <a:prstGeom prst="roundRect">
            <a:avLst>
              <a:gd name="adj" fmla="val 28000"/>
            </a:avLst>
          </a:prstGeom>
          <a:solidFill>
            <a:srgbClr val="FFFFFF">
              <a:alpha val="82000"/>
            </a:srgbClr>
          </a:solidFill>
          <a:ln/>
        </p:spPr>
      </p:sp>
      <p:pic>
        <p:nvPicPr>
          <p:cNvPr id="62" name="Moda image moda-export-watermark-7e253707-f4c2-4d0a-8b9c-98259af26f6e"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14161C"/>
                </a:solidFill>
                <a:latin typeface="Noto Sans JP ExtraBold" pitchFamily="34" charset="0"/>
                <a:ea typeface="Noto Sans JP ExtraBold" pitchFamily="34" charset="-122"/>
                <a:cs typeface="Noto Sans JP ExtraBold" pitchFamily="34" charset="-120"/>
              </a:rPr>
              <a:t>7つの</a:t>
            </a:r>
            <a:r>
              <a:rPr lang="en-US" sz="5700" dirty="0" spc="0" kern="0">
                <a:solidFill>
                  <a:srgbClr val="14161C"/>
                </a:solidFill>
                <a:latin typeface="Noto Sans JP ExtraBold" pitchFamily="34" charset="0"/>
                <a:ea typeface="Noto Sans JP ExtraBold" pitchFamily="34" charset="-122"/>
                <a:cs typeface="Noto Sans JP ExtraBold" pitchFamily="34" charset="-120"/>
              </a:rPr>
              <a:t> 要点： 前半の 4つ</a:t>
            </a:r>
            <a:endParaRPr lang="en-US" sz="5700" dirty="0"/>
          </a:p>
        </p:txBody>
      </p:sp>
      <p:sp>
        <p:nvSpPr>
          <p:cNvPr id="3" name="Text 1"/>
          <p:cNvSpPr/>
          <p:nvPr/>
        </p:nvSpPr>
        <p:spPr>
          <a:xfrm>
            <a:off x="914400" y="2667000"/>
            <a:ext cx="1619250" cy="1428750"/>
          </a:xfrm>
          <a:prstGeom prst="rect">
            <a:avLst/>
          </a:prstGeom>
          <a:noFill/>
          <a:ln/>
        </p:spPr>
        <p:txBody>
          <a:bodyPr wrap="square" lIns="0" tIns="0" rIns="0" bIns="0" rtlCol="0" anchor="ctr"/>
          <a:lstStyle/>
          <a:p>
            <a:pPr algn="l" indent="0" marL="0">
              <a:buNone/>
            </a:pPr>
            <a:r>
              <a:rPr lang="en-US" sz="8700" dirty="0" spc="-1" kern="0">
                <a:solidFill>
                  <a:srgbClr val="0F766E"/>
                </a:solidFill>
                <a:latin typeface="Noto Sans JP ExtraBold" pitchFamily="34" charset="0"/>
                <a:ea typeface="Noto Sans JP ExtraBold" pitchFamily="34" charset="-122"/>
                <a:cs typeface="Noto Sans JP ExtraBold" pitchFamily="34" charset="-120"/>
              </a:rPr>
              <a:t>1</a:t>
            </a:r>
            <a:endParaRPr lang="en-US" sz="8700" dirty="0"/>
          </a:p>
        </p:txBody>
      </p:sp>
      <p:sp>
        <p:nvSpPr>
          <p:cNvPr id="4" name="Shape 2"/>
          <p:cNvSpPr/>
          <p:nvPr/>
        </p:nvSpPr>
        <p:spPr>
          <a:xfrm>
            <a:off x="2724150" y="2762250"/>
            <a:ext cx="14649450" cy="1238250"/>
          </a:xfrm>
          <a:prstGeom prst="roundRect">
            <a:avLst>
              <a:gd name="adj" fmla="val 15385"/>
            </a:avLst>
          </a:prstGeom>
          <a:solidFill>
            <a:srgbClr val="E8E0CF"/>
          </a:solidFill>
          <a:ln/>
        </p:spPr>
      </p:sp>
      <p:sp>
        <p:nvSpPr>
          <p:cNvPr id="5" name="Text 3"/>
          <p:cNvSpPr/>
          <p:nvPr/>
        </p:nvSpPr>
        <p:spPr>
          <a:xfrm>
            <a:off x="3105150" y="2762250"/>
            <a:ext cx="14001750" cy="1238250"/>
          </a:xfrm>
          <a:prstGeom prst="rect">
            <a:avLst/>
          </a:prstGeom>
          <a:noFill/>
          <a:ln/>
        </p:spPr>
        <p:txBody>
          <a:bodyPr wrap="square" lIns="0" tIns="0" rIns="0" bIns="0" rtlCol="0" anchor="ctr"/>
          <a:lstStyle/>
          <a:p>
            <a:pPr algn="l" indent="0" marL="0">
              <a:buNone/>
            </a:pPr>
            <a:r>
              <a:rPr lang="en-US" sz="3000" dirty="0" spc="-1" kern="0">
                <a:solidFill>
                  <a:srgbClr val="14161C"/>
                </a:solidFill>
                <a:latin typeface="Noto Sans JP SemiBold" pitchFamily="34" charset="0"/>
                <a:ea typeface="Noto Sans JP SemiBold" pitchFamily="34" charset="-122"/>
                <a:cs typeface="Noto Sans JP SemiBold" pitchFamily="34" charset="-120"/>
              </a:rPr>
              <a:t>AdBlueは</a:t>
            </a:r>
            <a:r>
              <a:rPr lang="en-US" sz="3000" dirty="0" spc="1" kern="0">
                <a:solidFill>
                  <a:srgbClr val="14161C"/>
                </a:solidFill>
                <a:latin typeface="Noto Sans JP SemiBold" pitchFamily="34" charset="0"/>
                <a:ea typeface="Noto Sans JP SemiBold" pitchFamily="34" charset="-122"/>
                <a:cs typeface="Noto Sans JP SemiBold" pitchFamily="34" charset="-120"/>
              </a:rPr>
              <a:t> 尿素32.5%の</a:t>
            </a:r>
            <a:r>
              <a:rPr lang="en-US" sz="3000" dirty="0" spc="0" kern="0">
                <a:solidFill>
                  <a:srgbClr val="14161C"/>
                </a:solidFill>
                <a:latin typeface="Noto Sans JP SemiBold" pitchFamily="34" charset="0"/>
                <a:ea typeface="Noto Sans JP SemiBold" pitchFamily="34" charset="-122"/>
                <a:cs typeface="Noto Sans JP SemiBold" pitchFamily="34" charset="-120"/>
              </a:rPr>
              <a:t> 水溶液。</a:t>
            </a:r>
            <a:r>
              <a:rPr lang="en-US" sz="3000" dirty="0" spc="1" kern="0">
                <a:solidFill>
                  <a:srgbClr val="14161C"/>
                </a:solidFill>
                <a:latin typeface="Noto Sans JP SemiBold" pitchFamily="34" charset="0"/>
                <a:ea typeface="Noto Sans JP SemiBold" pitchFamily="34" charset="-122"/>
                <a:cs typeface="Noto Sans JP SemiBold" pitchFamily="34" charset="-120"/>
              </a:rPr>
              <a:t> 約-11.5°Cから</a:t>
            </a:r>
            <a:r>
              <a:rPr lang="en-US" sz="3000" dirty="0" spc="0" kern="0">
                <a:solidFill>
                  <a:srgbClr val="14161C"/>
                </a:solidFill>
                <a:latin typeface="Noto Sans JP SemiBold" pitchFamily="34" charset="0"/>
                <a:ea typeface="Noto Sans JP SemiBold" pitchFamily="34" charset="-122"/>
                <a:cs typeface="Noto Sans JP SemiBold" pitchFamily="34" charset="-120"/>
              </a:rPr>
              <a:t> 結晶化し、</a:t>
            </a:r>
            <a:r>
              <a:rPr lang="en-US" sz="3000" dirty="0" spc="1" kern="0">
                <a:solidFill>
                  <a:srgbClr val="14161C"/>
                </a:solidFill>
                <a:latin typeface="Noto Sans JP SemiBold" pitchFamily="34" charset="0"/>
                <a:ea typeface="Noto Sans JP SemiBold" pitchFamily="34" charset="-122"/>
                <a:cs typeface="Noto Sans JP SemiBold" pitchFamily="34" charset="-120"/>
              </a:rPr>
              <a:t> 凍ると 約7%膨張する[S6][S7]</a:t>
            </a:r>
            <a:endParaRPr lang="en-US" sz="3000" dirty="0"/>
          </a:p>
        </p:txBody>
      </p:sp>
      <p:sp>
        <p:nvSpPr>
          <p:cNvPr id="6" name="Text 4"/>
          <p:cNvSpPr/>
          <p:nvPr/>
        </p:nvSpPr>
        <p:spPr>
          <a:xfrm>
            <a:off x="914400" y="4210050"/>
            <a:ext cx="1619250" cy="1428750"/>
          </a:xfrm>
          <a:prstGeom prst="rect">
            <a:avLst/>
          </a:prstGeom>
          <a:noFill/>
          <a:ln/>
        </p:spPr>
        <p:txBody>
          <a:bodyPr wrap="square" lIns="0" tIns="0" rIns="0" bIns="0" rtlCol="0" anchor="ctr"/>
          <a:lstStyle/>
          <a:p>
            <a:pPr algn="l" indent="0" marL="0">
              <a:buNone/>
            </a:pPr>
            <a:r>
              <a:rPr lang="en-US" sz="8700" dirty="0" spc="-1" kern="0">
                <a:solidFill>
                  <a:srgbClr val="E8472B"/>
                </a:solidFill>
                <a:latin typeface="Noto Sans JP ExtraBold" pitchFamily="34" charset="0"/>
                <a:ea typeface="Noto Sans JP ExtraBold" pitchFamily="34" charset="-122"/>
                <a:cs typeface="Noto Sans JP ExtraBold" pitchFamily="34" charset="-120"/>
              </a:rPr>
              <a:t>2</a:t>
            </a:r>
            <a:endParaRPr lang="en-US" sz="8700" dirty="0"/>
          </a:p>
        </p:txBody>
      </p:sp>
      <p:sp>
        <p:nvSpPr>
          <p:cNvPr id="7" name="Shape 5"/>
          <p:cNvSpPr/>
          <p:nvPr/>
        </p:nvSpPr>
        <p:spPr>
          <a:xfrm>
            <a:off x="2724150" y="4305300"/>
            <a:ext cx="14649450" cy="1238250"/>
          </a:xfrm>
          <a:prstGeom prst="roundRect">
            <a:avLst>
              <a:gd name="adj" fmla="val 15385"/>
            </a:avLst>
          </a:prstGeom>
          <a:solidFill>
            <a:srgbClr val="E8E0CF"/>
          </a:solidFill>
          <a:ln/>
        </p:spPr>
      </p:sp>
      <p:sp>
        <p:nvSpPr>
          <p:cNvPr id="8" name="Text 6"/>
          <p:cNvSpPr/>
          <p:nvPr/>
        </p:nvSpPr>
        <p:spPr>
          <a:xfrm>
            <a:off x="3105150" y="4305300"/>
            <a:ext cx="14001750" cy="1238250"/>
          </a:xfrm>
          <a:prstGeom prst="rect">
            <a:avLst/>
          </a:prstGeom>
          <a:noFill/>
          <a:ln/>
        </p:spPr>
        <p:txBody>
          <a:bodyPr wrap="square" lIns="0" tIns="0" rIns="0" bIns="0" rtlCol="0" anchor="ctr"/>
          <a:lstStyle/>
          <a:p>
            <a:pPr algn="l" indent="0" marL="0">
              <a:buNone/>
            </a:pPr>
            <a:r>
              <a:rPr lang="en-US" sz="3000" dirty="0" spc="0" kern="0">
                <a:solidFill>
                  <a:srgbClr val="14161C"/>
                </a:solidFill>
                <a:latin typeface="Noto Sans JP SemiBold" pitchFamily="34" charset="0"/>
                <a:ea typeface="Noto Sans JP SemiBold" pitchFamily="34" charset="-122"/>
                <a:cs typeface="Noto Sans JP SemiBold" pitchFamily="34" charset="-120"/>
              </a:rPr>
              <a:t>保管：</a:t>
            </a:r>
            <a:r>
              <a:rPr lang="en-US" sz="3000" dirty="0" spc="1" kern="0">
                <a:solidFill>
                  <a:srgbClr val="14161C"/>
                </a:solidFill>
                <a:latin typeface="Noto Sans JP SemiBold" pitchFamily="34" charset="0"/>
                <a:ea typeface="Noto Sans JP SemiBold" pitchFamily="34" charset="-122"/>
                <a:cs typeface="Noto Sans JP SemiBold" pitchFamily="34" charset="-120"/>
              </a:rPr>
              <a:t> 長期は 25°C以下、-5°C未満は</a:t>
            </a:r>
            <a:r>
              <a:rPr lang="en-US" sz="3000" dirty="0" spc="-1" kern="0">
                <a:solidFill>
                  <a:srgbClr val="14161C"/>
                </a:solidFill>
                <a:latin typeface="Noto Sans JP SemiBold" pitchFamily="34" charset="0"/>
                <a:ea typeface="Noto Sans JP SemiBold" pitchFamily="34" charset="-122"/>
                <a:cs typeface="Noto Sans JP SemiBold" pitchFamily="34" charset="-120"/>
              </a:rPr>
              <a:t> 避ける。</a:t>
            </a:r>
            <a:r>
              <a:rPr lang="en-US" sz="3000" dirty="0" spc="1" kern="0">
                <a:solidFill>
                  <a:srgbClr val="14161C"/>
                </a:solidFill>
                <a:latin typeface="Noto Sans JP SemiBold" pitchFamily="34" charset="0"/>
                <a:ea typeface="Noto Sans JP SemiBold" pitchFamily="34" charset="-122"/>
                <a:cs typeface="Noto Sans JP SemiBold" pitchFamily="34" charset="-120"/>
              </a:rPr>
              <a:t> 使用期限は</a:t>
            </a:r>
            <a:r>
              <a:rPr lang="en-US" sz="3000" dirty="0" spc="3" kern="0">
                <a:solidFill>
                  <a:srgbClr val="14161C"/>
                </a:solidFill>
                <a:latin typeface="Noto Sans JP SemiBold" pitchFamily="34" charset="0"/>
                <a:ea typeface="Noto Sans JP SemiBold" pitchFamily="34" charset="-122"/>
                <a:cs typeface="Noto Sans JP SemiBold" pitchFamily="34" charset="-120"/>
              </a:rPr>
              <a:t> 36/18/12/6か</a:t>
            </a:r>
            <a:r>
              <a:rPr lang="en-US" sz="3000" dirty="0" spc="0" kern="0">
                <a:solidFill>
                  <a:srgbClr val="14161C"/>
                </a:solidFill>
                <a:latin typeface="Noto Sans JP SemiBold" pitchFamily="34" charset="0"/>
                <a:ea typeface="Noto Sans JP SemiBold" pitchFamily="34" charset="-122"/>
                <a:cs typeface="Noto Sans JP SemiBold" pitchFamily="34" charset="-120"/>
              </a:rPr>
              <a:t> 月[S6]</a:t>
            </a:r>
            <a:endParaRPr lang="en-US" sz="3000" dirty="0"/>
          </a:p>
        </p:txBody>
      </p:sp>
      <p:sp>
        <p:nvSpPr>
          <p:cNvPr id="9" name="Text 7"/>
          <p:cNvSpPr/>
          <p:nvPr/>
        </p:nvSpPr>
        <p:spPr>
          <a:xfrm>
            <a:off x="914400" y="5753100"/>
            <a:ext cx="1619250" cy="1428750"/>
          </a:xfrm>
          <a:prstGeom prst="rect">
            <a:avLst/>
          </a:prstGeom>
          <a:noFill/>
          <a:ln/>
        </p:spPr>
        <p:txBody>
          <a:bodyPr wrap="square" lIns="0" tIns="0" rIns="0" bIns="0" rtlCol="0" anchor="ctr"/>
          <a:lstStyle/>
          <a:p>
            <a:pPr algn="l" indent="0" marL="0">
              <a:buNone/>
            </a:pPr>
            <a:r>
              <a:rPr lang="en-US" sz="8700" dirty="0" spc="-1" kern="0">
                <a:solidFill>
                  <a:srgbClr val="1F3FD1"/>
                </a:solidFill>
                <a:latin typeface="Noto Sans JP ExtraBold" pitchFamily="34" charset="0"/>
                <a:ea typeface="Noto Sans JP ExtraBold" pitchFamily="34" charset="-122"/>
                <a:cs typeface="Noto Sans JP ExtraBold" pitchFamily="34" charset="-120"/>
              </a:rPr>
              <a:t>3</a:t>
            </a:r>
            <a:endParaRPr lang="en-US" sz="8700" dirty="0"/>
          </a:p>
        </p:txBody>
      </p:sp>
      <p:sp>
        <p:nvSpPr>
          <p:cNvPr id="10" name="Shape 8"/>
          <p:cNvSpPr/>
          <p:nvPr/>
        </p:nvSpPr>
        <p:spPr>
          <a:xfrm>
            <a:off x="2724150" y="5848350"/>
            <a:ext cx="14649450" cy="1238250"/>
          </a:xfrm>
          <a:prstGeom prst="roundRect">
            <a:avLst>
              <a:gd name="adj" fmla="val 15385"/>
            </a:avLst>
          </a:prstGeom>
          <a:solidFill>
            <a:srgbClr val="E8E0CF"/>
          </a:solidFill>
          <a:ln/>
        </p:spPr>
      </p:sp>
      <p:sp>
        <p:nvSpPr>
          <p:cNvPr id="11" name="Text 9"/>
          <p:cNvSpPr/>
          <p:nvPr/>
        </p:nvSpPr>
        <p:spPr>
          <a:xfrm>
            <a:off x="3105150" y="5848350"/>
            <a:ext cx="14001750" cy="1238250"/>
          </a:xfrm>
          <a:prstGeom prst="rect">
            <a:avLst/>
          </a:prstGeom>
          <a:noFill/>
          <a:ln/>
        </p:spPr>
        <p:txBody>
          <a:bodyPr wrap="square" lIns="0" tIns="0" rIns="0" bIns="0" rtlCol="0" anchor="ctr"/>
          <a:lstStyle/>
          <a:p>
            <a:pPr algn="l" indent="0" marL="0">
              <a:buNone/>
            </a:pPr>
            <a:r>
              <a:rPr lang="en-US" sz="3000" dirty="0" spc="0" kern="0">
                <a:solidFill>
                  <a:srgbClr val="14161C"/>
                </a:solidFill>
                <a:latin typeface="Noto Sans JP SemiBold" pitchFamily="34" charset="0"/>
                <a:ea typeface="Noto Sans JP SemiBold" pitchFamily="34" charset="-122"/>
                <a:cs typeface="Noto Sans JP SemiBold" pitchFamily="34" charset="-120"/>
              </a:rPr>
              <a:t>加熱：</a:t>
            </a:r>
            <a:r>
              <a:rPr lang="en-US" sz="3000" dirty="0" spc="1" kern="0">
                <a:solidFill>
                  <a:srgbClr val="14161C"/>
                </a:solidFill>
                <a:latin typeface="Noto Sans JP SemiBold" pitchFamily="34" charset="0"/>
                <a:ea typeface="Noto Sans JP SemiBold" pitchFamily="34" charset="-122"/>
                <a:cs typeface="Noto Sans JP SemiBold" pitchFamily="34" charset="-120"/>
              </a:rPr>
              <a:t> 水は 20〜100°Cで 蒸発、 尿素は 132〜133°Cで 溶融、120〜230°Cで 分解[S3][S11]</a:t>
            </a:r>
            <a:endParaRPr lang="en-US" sz="3000" dirty="0"/>
          </a:p>
        </p:txBody>
      </p:sp>
      <p:sp>
        <p:nvSpPr>
          <p:cNvPr id="12" name="Text 10"/>
          <p:cNvSpPr/>
          <p:nvPr/>
        </p:nvSpPr>
        <p:spPr>
          <a:xfrm>
            <a:off x="914400" y="7296150"/>
            <a:ext cx="1619250" cy="1428750"/>
          </a:xfrm>
          <a:prstGeom prst="rect">
            <a:avLst/>
          </a:prstGeom>
          <a:noFill/>
          <a:ln/>
        </p:spPr>
        <p:txBody>
          <a:bodyPr wrap="square" lIns="0" tIns="0" rIns="0" bIns="0" rtlCol="0" anchor="ctr"/>
          <a:lstStyle/>
          <a:p>
            <a:pPr algn="l" indent="0" marL="0">
              <a:buNone/>
            </a:pPr>
            <a:r>
              <a:rPr lang="en-US" sz="8700" dirty="0" spc="-1" kern="0">
                <a:solidFill>
                  <a:srgbClr val="B45309"/>
                </a:solidFill>
                <a:latin typeface="Noto Sans JP ExtraBold" pitchFamily="34" charset="0"/>
                <a:ea typeface="Noto Sans JP ExtraBold" pitchFamily="34" charset="-122"/>
                <a:cs typeface="Noto Sans JP ExtraBold" pitchFamily="34" charset="-120"/>
              </a:rPr>
              <a:t>4</a:t>
            </a:r>
            <a:endParaRPr lang="en-US" sz="8700" dirty="0"/>
          </a:p>
        </p:txBody>
      </p:sp>
      <p:sp>
        <p:nvSpPr>
          <p:cNvPr id="13" name="Shape 11"/>
          <p:cNvSpPr/>
          <p:nvPr/>
        </p:nvSpPr>
        <p:spPr>
          <a:xfrm>
            <a:off x="2724150" y="7391400"/>
            <a:ext cx="14649450" cy="1238250"/>
          </a:xfrm>
          <a:prstGeom prst="roundRect">
            <a:avLst>
              <a:gd name="adj" fmla="val 15385"/>
            </a:avLst>
          </a:prstGeom>
          <a:solidFill>
            <a:srgbClr val="E8E0CF"/>
          </a:solidFill>
          <a:ln/>
        </p:spPr>
      </p:sp>
      <p:sp>
        <p:nvSpPr>
          <p:cNvPr id="14" name="Text 12"/>
          <p:cNvSpPr/>
          <p:nvPr/>
        </p:nvSpPr>
        <p:spPr>
          <a:xfrm>
            <a:off x="3105150" y="7391400"/>
            <a:ext cx="14001750" cy="1238250"/>
          </a:xfrm>
          <a:prstGeom prst="rect">
            <a:avLst/>
          </a:prstGeom>
          <a:noFill/>
          <a:ln/>
        </p:spPr>
        <p:txBody>
          <a:bodyPr wrap="square" lIns="0" tIns="0" rIns="0" bIns="0" rtlCol="0" anchor="ctr"/>
          <a:lstStyle/>
          <a:p>
            <a:pPr algn="l" indent="0" marL="0">
              <a:buNone/>
            </a:pPr>
            <a:r>
              <a:rPr lang="en-US" sz="3000" dirty="0" spc="1" kern="0">
                <a:solidFill>
                  <a:srgbClr val="14161C"/>
                </a:solidFill>
                <a:latin typeface="Noto Sans JP SemiBold" pitchFamily="34" charset="0"/>
                <a:ea typeface="Noto Sans JP SemiBold" pitchFamily="34" charset="-122"/>
                <a:cs typeface="Noto Sans JP SemiBold" pitchFamily="34" charset="-120"/>
              </a:rPr>
              <a:t>約133°C超：</a:t>
            </a:r>
            <a:r>
              <a:rPr lang="en-US" sz="3000" dirty="0" spc="0" kern="0">
                <a:solidFill>
                  <a:srgbClr val="14161C"/>
                </a:solidFill>
                <a:latin typeface="Noto Sans JP SemiBold" pitchFamily="34" charset="0"/>
                <a:ea typeface="Noto Sans JP SemiBold" pitchFamily="34" charset="-122"/>
                <a:cs typeface="Noto Sans JP SemiBold" pitchFamily="34" charset="-120"/>
              </a:rPr>
              <a:t> 尿素は</a:t>
            </a:r>
            <a:r>
              <a:rPr lang="en-US" sz="3000" dirty="0" spc="-12" kern="0">
                <a:solidFill>
                  <a:srgbClr val="14161C"/>
                </a:solidFill>
                <a:latin typeface="Noto Sans JP SemiBold" pitchFamily="34" charset="0"/>
                <a:ea typeface="Noto Sans JP SemiBold" pitchFamily="34" charset="-122"/>
                <a:cs typeface="Noto Sans JP SemiBold" pitchFamily="34" charset="-120"/>
              </a:rPr>
              <a:t> NH3＋HNCOと</a:t>
            </a:r>
            <a:r>
              <a:rPr lang="en-US" sz="3000" dirty="0" spc="0" kern="0">
                <a:solidFill>
                  <a:srgbClr val="14161C"/>
                </a:solidFill>
                <a:latin typeface="Noto Sans JP SemiBold" pitchFamily="34" charset="0"/>
                <a:ea typeface="Noto Sans JP SemiBold" pitchFamily="34" charset="-122"/>
                <a:cs typeface="Noto Sans JP SemiBold" pitchFamily="34" charset="-120"/>
              </a:rPr>
              <a:t> ビウレットに。</a:t>
            </a:r>
            <a:r>
              <a:rPr lang="en-US" sz="3000" dirty="0" spc="2" kern="0">
                <a:solidFill>
                  <a:srgbClr val="14161C"/>
                </a:solidFill>
                <a:latin typeface="Noto Sans JP SemiBold" pitchFamily="34" charset="0"/>
                <a:ea typeface="Noto Sans JP SemiBold" pitchFamily="34" charset="-122"/>
                <a:cs typeface="Noto Sans JP SemiBold" pitchFamily="34" charset="-120"/>
              </a:rPr>
              <a:t> 190〜360°Cで</a:t>
            </a:r>
            <a:r>
              <a:rPr lang="en-US" sz="3000" dirty="0" spc="0" kern="0">
                <a:solidFill>
                  <a:srgbClr val="14161C"/>
                </a:solidFill>
                <a:latin typeface="Noto Sans JP SemiBold" pitchFamily="34" charset="0"/>
                <a:ea typeface="Noto Sans JP SemiBold" pitchFamily="34" charset="-122"/>
                <a:cs typeface="Noto Sans JP SemiBold" pitchFamily="34" charset="-120"/>
              </a:rPr>
              <a:t> シアヌル酸、</a:t>
            </a:r>
            <a:r>
              <a:rPr lang="en-US" sz="3000" dirty="0" spc="-14" kern="0">
                <a:solidFill>
                  <a:srgbClr val="14161C"/>
                </a:solidFill>
                <a:latin typeface="Noto Sans JP SemiBold" pitchFamily="34" charset="0"/>
                <a:ea typeface="Noto Sans JP SemiBold" pitchFamily="34" charset="-122"/>
                <a:cs typeface="Noto Sans JP SemiBold" pitchFamily="34" charset="-120"/>
              </a:rPr>
              <a:t> アンメリドへ[S3][S4]</a:t>
            </a:r>
            <a:endParaRPr lang="en-US" sz="3000" dirty="0"/>
          </a:p>
        </p:txBody>
      </p:sp>
      <p:sp>
        <p:nvSpPr>
          <p:cNvPr id="15" name="Text 13"/>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[S3]</a:t>
            </a:r>
            <a:r>
              <a:rPr lang="en-US" sz="1800" dirty="0" spc="-1" kern="0">
                <a:solidFill>
                  <a:srgbClr val="6B6A66"/>
                </a:solidFill>
                <a:latin typeface="Noto Sans JP" pitchFamily="34" charset="0"/>
                <a:ea typeface="Noto Sans JP" pitchFamily="34" charset="-122"/>
                <a:cs typeface="Noto Sans JP" pitchFamily="34" charset="-120"/>
              </a:rPr>
              <a:t> [S4]</a:t>
            </a:r>
            <a:r>
              <a:rPr lang="en-US" sz="1800" dirty="0" spc="-2" kern="0">
                <a:solidFill>
                  <a:srgbClr val="6B6A66"/>
                </a:solidFill>
                <a:latin typeface="Noto Sans JP" pitchFamily="34" charset="0"/>
                <a:ea typeface="Noto Sans JP" pitchFamily="34" charset="-122"/>
                <a:cs typeface="Noto Sans JP" pitchFamily="34" charset="-120"/>
              </a:rPr>
              <a:t> [S6]</a:t>
            </a:r>
            <a:r>
              <a:rPr lang="en-US" sz="1800" dirty="0" spc="-1" kern="0">
                <a:solidFill>
                  <a:srgbClr val="6B6A66"/>
                </a:solidFill>
                <a:latin typeface="Noto Sans JP" pitchFamily="34" charset="0"/>
                <a:ea typeface="Noto Sans JP" pitchFamily="34" charset="-122"/>
                <a:cs typeface="Noto Sans JP" pitchFamily="34" charset="-120"/>
              </a:rPr>
              <a:t> [S7]</a:t>
            </a:r>
            <a:r>
              <a:rPr lang="en-US" sz="1800" dirty="0" spc="-2" kern="0">
                <a:solidFill>
                  <a:srgbClr val="6B6A66"/>
                </a:solidFill>
                <a:latin typeface="Noto Sans JP" pitchFamily="34" charset="0"/>
                <a:ea typeface="Noto Sans JP" pitchFamily="34" charset="-122"/>
                <a:cs typeface="Noto Sans JP" pitchFamily="34" charset="-120"/>
              </a:rPr>
              <a:t> [S11]</a:t>
            </a:r>
            <a:endParaRPr lang="en-US" sz="1800" dirty="0"/>
          </a:p>
        </p:txBody>
      </p:sp>
      <p:sp>
        <p:nvSpPr>
          <p:cNvPr id="16" name="Shape 14"/>
          <p:cNvSpPr/>
          <p:nvPr/>
        </p:nvSpPr>
        <p:spPr>
          <a:xfrm>
            <a:off x="960711" y="9580836"/>
            <a:ext cx="78828" cy="78828"/>
          </a:xfrm>
          <a:prstGeom prst="ellipse">
            <a:avLst/>
          </a:prstGeom>
          <a:solidFill>
            <a:srgbClr val="14161C">
              <a:alpha val="28000"/>
            </a:srgbClr>
          </a:solidFill>
          <a:ln/>
        </p:spPr>
      </p:sp>
      <p:sp>
        <p:nvSpPr>
          <p:cNvPr id="17" name="Shape 15"/>
          <p:cNvSpPr/>
          <p:nvPr/>
        </p:nvSpPr>
        <p:spPr>
          <a:xfrm>
            <a:off x="1105228" y="9567698"/>
            <a:ext cx="105103" cy="105103"/>
          </a:xfrm>
          <a:prstGeom prst="ellipse">
            <a:avLst/>
          </a:prstGeom>
          <a:solidFill>
            <a:srgbClr val="E8472B"/>
          </a:solidFill>
          <a:ln/>
        </p:spPr>
      </p:sp>
      <p:sp>
        <p:nvSpPr>
          <p:cNvPr id="18" name="Shape 16"/>
          <p:cNvSpPr/>
          <p:nvPr/>
        </p:nvSpPr>
        <p:spPr>
          <a:xfrm>
            <a:off x="1276021" y="9580836"/>
            <a:ext cx="78828" cy="78828"/>
          </a:xfrm>
          <a:prstGeom prst="ellipse">
            <a:avLst/>
          </a:prstGeom>
          <a:solidFill>
            <a:srgbClr val="14161C">
              <a:alpha val="28000"/>
            </a:srgbClr>
          </a:solidFill>
          <a:ln/>
        </p:spPr>
      </p:sp>
      <p:sp>
        <p:nvSpPr>
          <p:cNvPr id="19" name="Shape 17"/>
          <p:cNvSpPr/>
          <p:nvPr/>
        </p:nvSpPr>
        <p:spPr>
          <a:xfrm>
            <a:off x="1433676" y="9580836"/>
            <a:ext cx="78828" cy="78828"/>
          </a:xfrm>
          <a:prstGeom prst="ellipse">
            <a:avLst/>
          </a:prstGeom>
          <a:solidFill>
            <a:srgbClr val="14161C">
              <a:alpha val="28000"/>
            </a:srgbClr>
          </a:solidFill>
          <a:ln/>
        </p:spPr>
      </p:sp>
      <p:sp>
        <p:nvSpPr>
          <p:cNvPr id="20" name="Shape 18"/>
          <p:cNvSpPr/>
          <p:nvPr/>
        </p:nvSpPr>
        <p:spPr>
          <a:xfrm>
            <a:off x="1591331" y="9580836"/>
            <a:ext cx="78828" cy="78828"/>
          </a:xfrm>
          <a:prstGeom prst="ellipse">
            <a:avLst/>
          </a:prstGeom>
          <a:solidFill>
            <a:srgbClr val="14161C">
              <a:alpha val="28000"/>
            </a:srgbClr>
          </a:solidFill>
          <a:ln/>
        </p:spPr>
      </p:sp>
      <p:sp>
        <p:nvSpPr>
          <p:cNvPr id="21" name="Shape 19"/>
          <p:cNvSpPr/>
          <p:nvPr/>
        </p:nvSpPr>
        <p:spPr>
          <a:xfrm>
            <a:off x="1748986" y="9580836"/>
            <a:ext cx="78828" cy="78828"/>
          </a:xfrm>
          <a:prstGeom prst="ellipse">
            <a:avLst/>
          </a:prstGeom>
          <a:solidFill>
            <a:srgbClr val="14161C">
              <a:alpha val="28000"/>
            </a:srgbClr>
          </a:solidFill>
          <a:ln/>
        </p:spPr>
      </p:sp>
      <p:sp>
        <p:nvSpPr>
          <p:cNvPr id="22" name="Shape 20"/>
          <p:cNvSpPr/>
          <p:nvPr/>
        </p:nvSpPr>
        <p:spPr>
          <a:xfrm>
            <a:off x="1906641" y="9580836"/>
            <a:ext cx="78828" cy="78828"/>
          </a:xfrm>
          <a:prstGeom prst="ellipse">
            <a:avLst/>
          </a:prstGeom>
          <a:solidFill>
            <a:srgbClr val="14161C">
              <a:alpha val="28000"/>
            </a:srgbClr>
          </a:solidFill>
          <a:ln/>
        </p:spPr>
      </p:sp>
      <p:sp>
        <p:nvSpPr>
          <p:cNvPr id="23" name="Shape 21"/>
          <p:cNvSpPr/>
          <p:nvPr/>
        </p:nvSpPr>
        <p:spPr>
          <a:xfrm>
            <a:off x="2064296" y="9580836"/>
            <a:ext cx="78828" cy="78828"/>
          </a:xfrm>
          <a:prstGeom prst="ellipse">
            <a:avLst/>
          </a:prstGeom>
          <a:solidFill>
            <a:srgbClr val="14161C">
              <a:alpha val="28000"/>
            </a:srgbClr>
          </a:solidFill>
          <a:ln/>
        </p:spPr>
      </p:sp>
      <p:sp>
        <p:nvSpPr>
          <p:cNvPr id="24" name="Shape 22"/>
          <p:cNvSpPr/>
          <p:nvPr/>
        </p:nvSpPr>
        <p:spPr>
          <a:xfrm>
            <a:off x="2221951" y="9580836"/>
            <a:ext cx="78828" cy="78828"/>
          </a:xfrm>
          <a:prstGeom prst="ellipse">
            <a:avLst/>
          </a:prstGeom>
          <a:solidFill>
            <a:srgbClr val="14161C">
              <a:alpha val="28000"/>
            </a:srgbClr>
          </a:solidFill>
          <a:ln/>
        </p:spPr>
      </p:sp>
      <p:sp>
        <p:nvSpPr>
          <p:cNvPr id="25" name="Shape 23"/>
          <p:cNvSpPr/>
          <p:nvPr/>
        </p:nvSpPr>
        <p:spPr>
          <a:xfrm>
            <a:off x="2379606" y="9580836"/>
            <a:ext cx="78828" cy="78828"/>
          </a:xfrm>
          <a:prstGeom prst="ellipse">
            <a:avLst/>
          </a:prstGeom>
          <a:solidFill>
            <a:srgbClr val="14161C">
              <a:alpha val="28000"/>
            </a:srgbClr>
          </a:solidFill>
          <a:ln/>
        </p:spPr>
      </p:sp>
      <p:sp>
        <p:nvSpPr>
          <p:cNvPr id="26" name="Shape 24"/>
          <p:cNvSpPr/>
          <p:nvPr/>
        </p:nvSpPr>
        <p:spPr>
          <a:xfrm>
            <a:off x="2537261" y="9580836"/>
            <a:ext cx="78828" cy="78828"/>
          </a:xfrm>
          <a:prstGeom prst="ellipse">
            <a:avLst/>
          </a:prstGeom>
          <a:solidFill>
            <a:srgbClr val="14161C">
              <a:alpha val="28000"/>
            </a:srgbClr>
          </a:solidFill>
          <a:ln/>
        </p:spPr>
      </p:sp>
      <p:sp>
        <p:nvSpPr>
          <p:cNvPr id="27" name="Shape 25"/>
          <p:cNvSpPr/>
          <p:nvPr/>
        </p:nvSpPr>
        <p:spPr>
          <a:xfrm>
            <a:off x="2694916" y="9580836"/>
            <a:ext cx="78828" cy="78828"/>
          </a:xfrm>
          <a:prstGeom prst="ellipse">
            <a:avLst/>
          </a:prstGeom>
          <a:solidFill>
            <a:srgbClr val="14161C">
              <a:alpha val="28000"/>
            </a:srgbClr>
          </a:solidFill>
          <a:ln/>
        </p:spPr>
      </p:sp>
      <p:sp>
        <p:nvSpPr>
          <p:cNvPr id="28" name="Shape 26"/>
          <p:cNvSpPr/>
          <p:nvPr/>
        </p:nvSpPr>
        <p:spPr>
          <a:xfrm>
            <a:off x="2852571" y="9580836"/>
            <a:ext cx="78828" cy="78828"/>
          </a:xfrm>
          <a:prstGeom prst="ellipse">
            <a:avLst/>
          </a:prstGeom>
          <a:solidFill>
            <a:srgbClr val="14161C">
              <a:alpha val="28000"/>
            </a:srgbClr>
          </a:solidFill>
          <a:ln/>
        </p:spPr>
      </p:sp>
      <p:sp>
        <p:nvSpPr>
          <p:cNvPr id="29" name="Shape 27"/>
          <p:cNvSpPr/>
          <p:nvPr/>
        </p:nvSpPr>
        <p:spPr>
          <a:xfrm>
            <a:off x="3010225" y="9580836"/>
            <a:ext cx="78828" cy="78828"/>
          </a:xfrm>
          <a:prstGeom prst="ellipse">
            <a:avLst/>
          </a:prstGeom>
          <a:solidFill>
            <a:srgbClr val="14161C">
              <a:alpha val="28000"/>
            </a:srgbClr>
          </a:solidFill>
          <a:ln/>
        </p:spPr>
      </p:sp>
      <p:sp>
        <p:nvSpPr>
          <p:cNvPr id="30" name="Shape 28"/>
          <p:cNvSpPr/>
          <p:nvPr/>
        </p:nvSpPr>
        <p:spPr>
          <a:xfrm>
            <a:off x="3167880" y="9580836"/>
            <a:ext cx="78828" cy="78828"/>
          </a:xfrm>
          <a:prstGeom prst="ellipse">
            <a:avLst/>
          </a:prstGeom>
          <a:solidFill>
            <a:srgbClr val="14161C">
              <a:alpha val="28000"/>
            </a:srgbClr>
          </a:solidFill>
          <a:ln/>
        </p:spPr>
      </p:sp>
      <p:sp>
        <p:nvSpPr>
          <p:cNvPr id="31" name="Shape 29"/>
          <p:cNvSpPr/>
          <p:nvPr/>
        </p:nvSpPr>
        <p:spPr>
          <a:xfrm>
            <a:off x="3325535" y="9580836"/>
            <a:ext cx="78828" cy="78828"/>
          </a:xfrm>
          <a:prstGeom prst="ellipse">
            <a:avLst/>
          </a:prstGeom>
          <a:solidFill>
            <a:srgbClr val="14161C">
              <a:alpha val="28000"/>
            </a:srgbClr>
          </a:solidFill>
          <a:ln/>
        </p:spPr>
      </p:sp>
      <p:sp>
        <p:nvSpPr>
          <p:cNvPr id="32" name="Shape 30"/>
          <p:cNvSpPr/>
          <p:nvPr/>
        </p:nvSpPr>
        <p:spPr>
          <a:xfrm>
            <a:off x="3483190" y="9580836"/>
            <a:ext cx="78828" cy="78828"/>
          </a:xfrm>
          <a:prstGeom prst="ellipse">
            <a:avLst/>
          </a:prstGeom>
          <a:solidFill>
            <a:srgbClr val="14161C">
              <a:alpha val="28000"/>
            </a:srgbClr>
          </a:solidFill>
          <a:ln/>
        </p:spPr>
      </p:sp>
      <p:sp>
        <p:nvSpPr>
          <p:cNvPr id="33" name="Shape 31"/>
          <p:cNvSpPr/>
          <p:nvPr/>
        </p:nvSpPr>
        <p:spPr>
          <a:xfrm>
            <a:off x="3640845" y="9580836"/>
            <a:ext cx="78828" cy="78828"/>
          </a:xfrm>
          <a:prstGeom prst="ellipse">
            <a:avLst/>
          </a:prstGeom>
          <a:solidFill>
            <a:srgbClr val="14161C">
              <a:alpha val="28000"/>
            </a:srgbClr>
          </a:solidFill>
          <a:ln/>
        </p:spPr>
      </p:sp>
      <p:sp>
        <p:nvSpPr>
          <p:cNvPr id="34" name="Shape 32"/>
          <p:cNvSpPr/>
          <p:nvPr/>
        </p:nvSpPr>
        <p:spPr>
          <a:xfrm>
            <a:off x="3798500" y="9580836"/>
            <a:ext cx="78828" cy="78828"/>
          </a:xfrm>
          <a:prstGeom prst="ellipse">
            <a:avLst/>
          </a:prstGeom>
          <a:solidFill>
            <a:srgbClr val="14161C">
              <a:alpha val="28000"/>
            </a:srgbClr>
          </a:solidFill>
          <a:ln/>
        </p:spPr>
      </p:sp>
      <p:sp>
        <p:nvSpPr>
          <p:cNvPr id="35" name="Shape 33"/>
          <p:cNvSpPr/>
          <p:nvPr/>
        </p:nvSpPr>
        <p:spPr>
          <a:xfrm>
            <a:off x="3956155" y="9580836"/>
            <a:ext cx="78828" cy="78828"/>
          </a:xfrm>
          <a:prstGeom prst="ellipse">
            <a:avLst/>
          </a:prstGeom>
          <a:solidFill>
            <a:srgbClr val="14161C">
              <a:alpha val="28000"/>
            </a:srgbClr>
          </a:solidFill>
          <a:ln/>
        </p:spPr>
      </p:sp>
      <p:sp>
        <p:nvSpPr>
          <p:cNvPr id="36" name="Shape 34"/>
          <p:cNvSpPr/>
          <p:nvPr/>
        </p:nvSpPr>
        <p:spPr>
          <a:xfrm>
            <a:off x="4113810" y="9580836"/>
            <a:ext cx="78828" cy="78828"/>
          </a:xfrm>
          <a:prstGeom prst="ellipse">
            <a:avLst/>
          </a:prstGeom>
          <a:solidFill>
            <a:srgbClr val="14161C">
              <a:alpha val="28000"/>
            </a:srgbClr>
          </a:solidFill>
          <a:ln/>
        </p:spPr>
      </p:sp>
      <p:sp>
        <p:nvSpPr>
          <p:cNvPr id="37" name="Shape 35"/>
          <p:cNvSpPr/>
          <p:nvPr/>
        </p:nvSpPr>
        <p:spPr>
          <a:xfrm>
            <a:off x="4271465" y="9580836"/>
            <a:ext cx="78828" cy="78828"/>
          </a:xfrm>
          <a:prstGeom prst="ellipse">
            <a:avLst/>
          </a:prstGeom>
          <a:solidFill>
            <a:srgbClr val="14161C">
              <a:alpha val="28000"/>
            </a:srgbClr>
          </a:solidFill>
          <a:ln/>
        </p:spPr>
      </p:sp>
      <p:sp>
        <p:nvSpPr>
          <p:cNvPr id="38" name="Shape 36"/>
          <p:cNvSpPr/>
          <p:nvPr/>
        </p:nvSpPr>
        <p:spPr>
          <a:xfrm>
            <a:off x="4429120" y="9580836"/>
            <a:ext cx="78828" cy="78828"/>
          </a:xfrm>
          <a:prstGeom prst="ellipse">
            <a:avLst/>
          </a:prstGeom>
          <a:solidFill>
            <a:srgbClr val="14161C">
              <a:alpha val="28000"/>
            </a:srgbClr>
          </a:solidFill>
          <a:ln/>
        </p:spPr>
      </p:sp>
      <p:sp>
        <p:nvSpPr>
          <p:cNvPr id="39" name="Shape 37"/>
          <p:cNvSpPr/>
          <p:nvPr/>
        </p:nvSpPr>
        <p:spPr>
          <a:xfrm>
            <a:off x="4586775" y="9580836"/>
            <a:ext cx="78828" cy="78828"/>
          </a:xfrm>
          <a:prstGeom prst="ellipse">
            <a:avLst/>
          </a:prstGeom>
          <a:solidFill>
            <a:srgbClr val="14161C">
              <a:alpha val="28000"/>
            </a:srgbClr>
          </a:solidFill>
          <a:ln/>
        </p:spPr>
      </p:sp>
      <p:sp>
        <p:nvSpPr>
          <p:cNvPr id="40" name="Shape 38"/>
          <p:cNvSpPr/>
          <p:nvPr/>
        </p:nvSpPr>
        <p:spPr>
          <a:xfrm>
            <a:off x="4744430" y="9580836"/>
            <a:ext cx="78828" cy="78828"/>
          </a:xfrm>
          <a:prstGeom prst="ellipse">
            <a:avLst/>
          </a:prstGeom>
          <a:solidFill>
            <a:srgbClr val="14161C">
              <a:alpha val="28000"/>
            </a:srgbClr>
          </a:solidFill>
          <a:ln/>
        </p:spPr>
      </p:sp>
      <p:sp>
        <p:nvSpPr>
          <p:cNvPr id="41" name="Shape 39"/>
          <p:cNvSpPr/>
          <p:nvPr/>
        </p:nvSpPr>
        <p:spPr>
          <a:xfrm>
            <a:off x="4902085" y="9580836"/>
            <a:ext cx="78828" cy="78828"/>
          </a:xfrm>
          <a:prstGeom prst="ellipse">
            <a:avLst/>
          </a:prstGeom>
          <a:solidFill>
            <a:srgbClr val="14161C">
              <a:alpha val="28000"/>
            </a:srgbClr>
          </a:solidFill>
          <a:ln/>
        </p:spPr>
      </p:sp>
      <p:sp>
        <p:nvSpPr>
          <p:cNvPr id="42" name="Shape 40"/>
          <p:cNvSpPr/>
          <p:nvPr/>
        </p:nvSpPr>
        <p:spPr>
          <a:xfrm>
            <a:off x="5059740" y="9580836"/>
            <a:ext cx="78828" cy="78828"/>
          </a:xfrm>
          <a:prstGeom prst="ellipse">
            <a:avLst/>
          </a:prstGeom>
          <a:solidFill>
            <a:srgbClr val="14161C">
              <a:alpha val="28000"/>
            </a:srgbClr>
          </a:solidFill>
          <a:ln/>
        </p:spPr>
      </p:sp>
      <p:sp>
        <p:nvSpPr>
          <p:cNvPr id="43" name="Shape 41"/>
          <p:cNvSpPr/>
          <p:nvPr/>
        </p:nvSpPr>
        <p:spPr>
          <a:xfrm>
            <a:off x="5217395" y="9580836"/>
            <a:ext cx="78828" cy="78828"/>
          </a:xfrm>
          <a:prstGeom prst="ellipse">
            <a:avLst/>
          </a:prstGeom>
          <a:solidFill>
            <a:srgbClr val="14161C">
              <a:alpha val="28000"/>
            </a:srgbClr>
          </a:solidFill>
          <a:ln/>
        </p:spPr>
      </p:sp>
      <p:sp>
        <p:nvSpPr>
          <p:cNvPr id="44" name="Shape 42"/>
          <p:cNvSpPr/>
          <p:nvPr/>
        </p:nvSpPr>
        <p:spPr>
          <a:xfrm>
            <a:off x="5375050" y="9580836"/>
            <a:ext cx="78828" cy="78828"/>
          </a:xfrm>
          <a:prstGeom prst="ellipse">
            <a:avLst/>
          </a:prstGeom>
          <a:solidFill>
            <a:srgbClr val="14161C">
              <a:alpha val="28000"/>
            </a:srgbClr>
          </a:solidFill>
          <a:ln/>
        </p:spPr>
      </p:sp>
      <p:sp>
        <p:nvSpPr>
          <p:cNvPr id="45" name="Shape 43"/>
          <p:cNvSpPr/>
          <p:nvPr/>
        </p:nvSpPr>
        <p:spPr>
          <a:xfrm>
            <a:off x="5532705" y="9580836"/>
            <a:ext cx="78828" cy="78828"/>
          </a:xfrm>
          <a:prstGeom prst="ellipse">
            <a:avLst/>
          </a:prstGeom>
          <a:solidFill>
            <a:srgbClr val="14161C">
              <a:alpha val="28000"/>
            </a:srgbClr>
          </a:solidFill>
          <a:ln/>
        </p:spPr>
      </p:sp>
      <p:sp>
        <p:nvSpPr>
          <p:cNvPr id="46" name="Shape 44"/>
          <p:cNvSpPr/>
          <p:nvPr/>
        </p:nvSpPr>
        <p:spPr>
          <a:xfrm>
            <a:off x="5690359" y="9580836"/>
            <a:ext cx="78828" cy="78828"/>
          </a:xfrm>
          <a:prstGeom prst="ellipse">
            <a:avLst/>
          </a:prstGeom>
          <a:solidFill>
            <a:srgbClr val="14161C">
              <a:alpha val="28000"/>
            </a:srgbClr>
          </a:solidFill>
          <a:ln/>
        </p:spPr>
      </p:sp>
      <p:sp>
        <p:nvSpPr>
          <p:cNvPr id="47" name="Shape 45"/>
          <p:cNvSpPr/>
          <p:nvPr/>
        </p:nvSpPr>
        <p:spPr>
          <a:xfrm>
            <a:off x="5848014" y="9580836"/>
            <a:ext cx="78828" cy="78828"/>
          </a:xfrm>
          <a:prstGeom prst="ellipse">
            <a:avLst/>
          </a:prstGeom>
          <a:solidFill>
            <a:srgbClr val="14161C">
              <a:alpha val="28000"/>
            </a:srgbClr>
          </a:solidFill>
          <a:ln/>
        </p:spPr>
      </p:sp>
      <p:sp>
        <p:nvSpPr>
          <p:cNvPr id="48" name="Shape 46"/>
          <p:cNvSpPr/>
          <p:nvPr/>
        </p:nvSpPr>
        <p:spPr>
          <a:xfrm>
            <a:off x="6005669" y="9580836"/>
            <a:ext cx="78828" cy="78828"/>
          </a:xfrm>
          <a:prstGeom prst="ellipse">
            <a:avLst/>
          </a:prstGeom>
          <a:solidFill>
            <a:srgbClr val="14161C">
              <a:alpha val="28000"/>
            </a:srgbClr>
          </a:solidFill>
          <a:ln/>
        </p:spPr>
      </p:sp>
      <p:sp>
        <p:nvSpPr>
          <p:cNvPr id="49" name="Shape 47"/>
          <p:cNvSpPr/>
          <p:nvPr/>
        </p:nvSpPr>
        <p:spPr>
          <a:xfrm>
            <a:off x="6163324" y="9580836"/>
            <a:ext cx="78828" cy="78828"/>
          </a:xfrm>
          <a:prstGeom prst="ellipse">
            <a:avLst/>
          </a:prstGeom>
          <a:solidFill>
            <a:srgbClr val="14161C">
              <a:alpha val="28000"/>
            </a:srgbClr>
          </a:solidFill>
          <a:ln/>
        </p:spPr>
      </p:sp>
      <p:sp>
        <p:nvSpPr>
          <p:cNvPr id="50" name="Shape 48"/>
          <p:cNvSpPr/>
          <p:nvPr/>
        </p:nvSpPr>
        <p:spPr>
          <a:xfrm>
            <a:off x="6320979" y="9580836"/>
            <a:ext cx="78828" cy="78828"/>
          </a:xfrm>
          <a:prstGeom prst="ellipse">
            <a:avLst/>
          </a:prstGeom>
          <a:solidFill>
            <a:srgbClr val="14161C">
              <a:alpha val="28000"/>
            </a:srgbClr>
          </a:solidFill>
          <a:ln/>
        </p:spPr>
      </p:sp>
      <p:sp>
        <p:nvSpPr>
          <p:cNvPr id="51" name="Shape 49"/>
          <p:cNvSpPr/>
          <p:nvPr/>
        </p:nvSpPr>
        <p:spPr>
          <a:xfrm>
            <a:off x="6478634" y="9580836"/>
            <a:ext cx="78828" cy="78828"/>
          </a:xfrm>
          <a:prstGeom prst="ellipse">
            <a:avLst/>
          </a:prstGeom>
          <a:solidFill>
            <a:srgbClr val="14161C">
              <a:alpha val="28000"/>
            </a:srgbClr>
          </a:solidFill>
          <a:ln/>
        </p:spPr>
      </p:sp>
      <p:sp>
        <p:nvSpPr>
          <p:cNvPr id="52" name="Shape 50"/>
          <p:cNvSpPr/>
          <p:nvPr/>
        </p:nvSpPr>
        <p:spPr>
          <a:xfrm>
            <a:off x="6636289" y="9580836"/>
            <a:ext cx="78828" cy="78828"/>
          </a:xfrm>
          <a:prstGeom prst="ellipse">
            <a:avLst/>
          </a:prstGeom>
          <a:solidFill>
            <a:srgbClr val="14161C">
              <a:alpha val="28000"/>
            </a:srgbClr>
          </a:solidFill>
          <a:ln/>
        </p:spPr>
      </p:sp>
      <p:sp>
        <p:nvSpPr>
          <p:cNvPr id="53" name="Shape 51"/>
          <p:cNvSpPr/>
          <p:nvPr/>
        </p:nvSpPr>
        <p:spPr>
          <a:xfrm>
            <a:off x="6793944" y="9580836"/>
            <a:ext cx="78828" cy="78828"/>
          </a:xfrm>
          <a:prstGeom prst="ellipse">
            <a:avLst/>
          </a:prstGeom>
          <a:solidFill>
            <a:srgbClr val="14161C">
              <a:alpha val="28000"/>
            </a:srgbClr>
          </a:solidFill>
          <a:ln/>
        </p:spPr>
      </p:sp>
      <p:sp>
        <p:nvSpPr>
          <p:cNvPr id="54" name="Shape 52"/>
          <p:cNvSpPr/>
          <p:nvPr/>
        </p:nvSpPr>
        <p:spPr>
          <a:xfrm>
            <a:off x="6951599" y="9580836"/>
            <a:ext cx="78828" cy="78828"/>
          </a:xfrm>
          <a:prstGeom prst="ellipse">
            <a:avLst/>
          </a:prstGeom>
          <a:solidFill>
            <a:srgbClr val="14161C">
              <a:alpha val="28000"/>
            </a:srgbClr>
          </a:solidFill>
          <a:ln/>
        </p:spPr>
      </p:sp>
      <p:sp>
        <p:nvSpPr>
          <p:cNvPr id="55" name="Shape 53"/>
          <p:cNvSpPr/>
          <p:nvPr/>
        </p:nvSpPr>
        <p:spPr>
          <a:xfrm>
            <a:off x="7109254" y="9580836"/>
            <a:ext cx="78828" cy="78828"/>
          </a:xfrm>
          <a:prstGeom prst="ellipse">
            <a:avLst/>
          </a:prstGeom>
          <a:solidFill>
            <a:srgbClr val="14161C">
              <a:alpha val="28000"/>
            </a:srgbClr>
          </a:solidFill>
          <a:ln/>
        </p:spPr>
      </p:sp>
      <p:sp>
        <p:nvSpPr>
          <p:cNvPr id="56" name="Shape 54"/>
          <p:cNvSpPr/>
          <p:nvPr/>
        </p:nvSpPr>
        <p:spPr>
          <a:xfrm>
            <a:off x="7266909" y="9580836"/>
            <a:ext cx="78828" cy="78828"/>
          </a:xfrm>
          <a:prstGeom prst="ellipse">
            <a:avLst/>
          </a:prstGeom>
          <a:solidFill>
            <a:srgbClr val="14161C">
              <a:alpha val="28000"/>
            </a:srgbClr>
          </a:solidFill>
          <a:ln/>
        </p:spPr>
      </p:sp>
      <p:sp>
        <p:nvSpPr>
          <p:cNvPr id="57" name="Shape 55"/>
          <p:cNvSpPr/>
          <p:nvPr/>
        </p:nvSpPr>
        <p:spPr>
          <a:xfrm>
            <a:off x="7424564" y="9580836"/>
            <a:ext cx="78828" cy="78828"/>
          </a:xfrm>
          <a:prstGeom prst="ellipse">
            <a:avLst/>
          </a:prstGeom>
          <a:solidFill>
            <a:srgbClr val="14161C">
              <a:alpha val="28000"/>
            </a:srgbClr>
          </a:solidFill>
          <a:ln/>
        </p:spPr>
      </p:sp>
      <p:sp>
        <p:nvSpPr>
          <p:cNvPr id="58" name="Shape 56"/>
          <p:cNvSpPr/>
          <p:nvPr/>
        </p:nvSpPr>
        <p:spPr>
          <a:xfrm>
            <a:off x="7582219" y="9580836"/>
            <a:ext cx="78828" cy="78828"/>
          </a:xfrm>
          <a:prstGeom prst="ellipse">
            <a:avLst/>
          </a:prstGeom>
          <a:solidFill>
            <a:srgbClr val="14161C">
              <a:alpha val="28000"/>
            </a:srgbClr>
          </a:solidFill>
          <a:ln/>
        </p:spPr>
      </p:sp>
      <p:sp>
        <p:nvSpPr>
          <p:cNvPr id="59" name="Shape 57"/>
          <p:cNvSpPr/>
          <p:nvPr/>
        </p:nvSpPr>
        <p:spPr>
          <a:xfrm>
            <a:off x="7739874" y="9580836"/>
            <a:ext cx="78828" cy="78828"/>
          </a:xfrm>
          <a:prstGeom prst="ellipse">
            <a:avLst/>
          </a:prstGeom>
          <a:solidFill>
            <a:srgbClr val="14161C">
              <a:alpha val="28000"/>
            </a:srgbClr>
          </a:solidFill>
          <a:ln/>
        </p:spPr>
      </p:sp>
      <p:sp>
        <p:nvSpPr>
          <p:cNvPr id="60" name="Shape 58"/>
          <p:cNvSpPr/>
          <p:nvPr/>
        </p:nvSpPr>
        <p:spPr>
          <a:xfrm>
            <a:off x="7897529" y="9580836"/>
            <a:ext cx="78828" cy="78828"/>
          </a:xfrm>
          <a:prstGeom prst="ellipse">
            <a:avLst/>
          </a:prstGeom>
          <a:solidFill>
            <a:srgbClr val="14161C">
              <a:alpha val="28000"/>
            </a:srgbClr>
          </a:solidFill>
          <a:ln/>
        </p:spPr>
      </p:sp>
      <p:sp>
        <p:nvSpPr>
          <p:cNvPr id="61" name="Shape 59"/>
          <p:cNvSpPr/>
          <p:nvPr/>
        </p:nvSpPr>
        <p:spPr>
          <a:xfrm>
            <a:off x="8055184" y="9580836"/>
            <a:ext cx="78828" cy="78828"/>
          </a:xfrm>
          <a:prstGeom prst="ellipse">
            <a:avLst/>
          </a:prstGeom>
          <a:solidFill>
            <a:srgbClr val="14161C">
              <a:alpha val="28000"/>
            </a:srgbClr>
          </a:solidFill>
          <a:ln/>
        </p:spPr>
      </p:sp>
      <p:sp>
        <p:nvSpPr>
          <p:cNvPr id="62" name="Shape 60"/>
          <p:cNvSpPr/>
          <p:nvPr/>
        </p:nvSpPr>
        <p:spPr>
          <a:xfrm>
            <a:off x="8212839" y="9580836"/>
            <a:ext cx="78828" cy="78828"/>
          </a:xfrm>
          <a:prstGeom prst="ellipse">
            <a:avLst/>
          </a:prstGeom>
          <a:solidFill>
            <a:srgbClr val="14161C">
              <a:alpha val="28000"/>
            </a:srgbClr>
          </a:solidFill>
          <a:ln/>
        </p:spPr>
      </p:sp>
      <p:sp>
        <p:nvSpPr>
          <p:cNvPr id="63" name="Shape 61"/>
          <p:cNvSpPr/>
          <p:nvPr/>
        </p:nvSpPr>
        <p:spPr>
          <a:xfrm>
            <a:off x="8370494" y="9580836"/>
            <a:ext cx="78828" cy="78828"/>
          </a:xfrm>
          <a:prstGeom prst="ellipse">
            <a:avLst/>
          </a:prstGeom>
          <a:solidFill>
            <a:srgbClr val="14161C">
              <a:alpha val="28000"/>
            </a:srgbClr>
          </a:solidFill>
          <a:ln/>
        </p:spPr>
      </p:sp>
      <p:sp>
        <p:nvSpPr>
          <p:cNvPr id="64" name="Shape 62"/>
          <p:cNvSpPr/>
          <p:nvPr/>
        </p:nvSpPr>
        <p:spPr>
          <a:xfrm>
            <a:off x="8528148" y="9580836"/>
            <a:ext cx="78828" cy="78828"/>
          </a:xfrm>
          <a:prstGeom prst="ellipse">
            <a:avLst/>
          </a:prstGeom>
          <a:solidFill>
            <a:srgbClr val="14161C">
              <a:alpha val="28000"/>
            </a:srgbClr>
          </a:solidFill>
          <a:ln/>
        </p:spPr>
      </p:sp>
      <p:sp>
        <p:nvSpPr>
          <p:cNvPr id="65" name="Shape 63"/>
          <p:cNvSpPr/>
          <p:nvPr/>
        </p:nvSpPr>
        <p:spPr>
          <a:xfrm>
            <a:off x="8685803" y="9580836"/>
            <a:ext cx="78828" cy="78828"/>
          </a:xfrm>
          <a:prstGeom prst="ellipse">
            <a:avLst/>
          </a:prstGeom>
          <a:solidFill>
            <a:srgbClr val="14161C">
              <a:alpha val="28000"/>
            </a:srgbClr>
          </a:solidFill>
          <a:ln/>
        </p:spPr>
      </p:sp>
      <p:sp>
        <p:nvSpPr>
          <p:cNvPr id="66" name="Shape 64"/>
          <p:cNvSpPr/>
          <p:nvPr/>
        </p:nvSpPr>
        <p:spPr>
          <a:xfrm>
            <a:off x="8843458" y="9580836"/>
            <a:ext cx="78828" cy="78828"/>
          </a:xfrm>
          <a:prstGeom prst="ellipse">
            <a:avLst/>
          </a:prstGeom>
          <a:solidFill>
            <a:srgbClr val="14161C">
              <a:alpha val="28000"/>
            </a:srgbClr>
          </a:solidFill>
          <a:ln/>
        </p:spPr>
      </p:sp>
      <p:sp>
        <p:nvSpPr>
          <p:cNvPr id="67" name="Shape 65"/>
          <p:cNvSpPr/>
          <p:nvPr/>
        </p:nvSpPr>
        <p:spPr>
          <a:xfrm>
            <a:off x="9001113" y="9580836"/>
            <a:ext cx="78828" cy="78828"/>
          </a:xfrm>
          <a:prstGeom prst="ellipse">
            <a:avLst/>
          </a:prstGeom>
          <a:solidFill>
            <a:srgbClr val="14161C">
              <a:alpha val="28000"/>
            </a:srgbClr>
          </a:solidFill>
          <a:ln/>
        </p:spPr>
      </p:sp>
      <p:sp>
        <p:nvSpPr>
          <p:cNvPr id="68" name="Shape 66"/>
          <p:cNvSpPr/>
          <p:nvPr/>
        </p:nvSpPr>
        <p:spPr>
          <a:xfrm>
            <a:off x="9158768" y="9580836"/>
            <a:ext cx="78828" cy="78828"/>
          </a:xfrm>
          <a:prstGeom prst="ellipse">
            <a:avLst/>
          </a:prstGeom>
          <a:solidFill>
            <a:srgbClr val="14161C">
              <a:alpha val="28000"/>
            </a:srgbClr>
          </a:solidFill>
          <a:ln/>
        </p:spPr>
      </p:sp>
      <p:sp>
        <p:nvSpPr>
          <p:cNvPr id="69" name="Shape 67"/>
          <p:cNvSpPr/>
          <p:nvPr/>
        </p:nvSpPr>
        <p:spPr>
          <a:xfrm>
            <a:off x="9316423" y="9580836"/>
            <a:ext cx="78828" cy="78828"/>
          </a:xfrm>
          <a:prstGeom prst="ellipse">
            <a:avLst/>
          </a:prstGeom>
          <a:solidFill>
            <a:srgbClr val="14161C">
              <a:alpha val="28000"/>
            </a:srgbClr>
          </a:solidFill>
          <a:ln/>
        </p:spPr>
      </p:sp>
      <p:sp>
        <p:nvSpPr>
          <p:cNvPr id="70" name="Shape 68"/>
          <p:cNvSpPr/>
          <p:nvPr/>
        </p:nvSpPr>
        <p:spPr>
          <a:xfrm>
            <a:off x="9474078" y="9580836"/>
            <a:ext cx="78828" cy="78828"/>
          </a:xfrm>
          <a:prstGeom prst="ellipse">
            <a:avLst/>
          </a:prstGeom>
          <a:solidFill>
            <a:srgbClr val="14161C">
              <a:alpha val="28000"/>
            </a:srgbClr>
          </a:solidFill>
          <a:ln/>
        </p:spPr>
      </p:sp>
      <p:sp>
        <p:nvSpPr>
          <p:cNvPr id="71" name="Shape 69"/>
          <p:cNvSpPr/>
          <p:nvPr/>
        </p:nvSpPr>
        <p:spPr>
          <a:xfrm>
            <a:off x="9631733" y="9580836"/>
            <a:ext cx="78828" cy="78828"/>
          </a:xfrm>
          <a:prstGeom prst="ellipse">
            <a:avLst/>
          </a:prstGeom>
          <a:solidFill>
            <a:srgbClr val="14161C">
              <a:alpha val="28000"/>
            </a:srgbClr>
          </a:solidFill>
          <a:ln/>
        </p:spPr>
      </p:sp>
      <p:sp>
        <p:nvSpPr>
          <p:cNvPr id="72" name="Shape 70"/>
          <p:cNvSpPr/>
          <p:nvPr/>
        </p:nvSpPr>
        <p:spPr>
          <a:xfrm>
            <a:off x="9789388" y="9580836"/>
            <a:ext cx="78828" cy="78828"/>
          </a:xfrm>
          <a:prstGeom prst="ellipse">
            <a:avLst/>
          </a:prstGeom>
          <a:solidFill>
            <a:srgbClr val="14161C">
              <a:alpha val="28000"/>
            </a:srgbClr>
          </a:solidFill>
          <a:ln/>
        </p:spPr>
      </p:sp>
      <p:sp>
        <p:nvSpPr>
          <p:cNvPr id="73" name="Shape 71"/>
          <p:cNvSpPr/>
          <p:nvPr/>
        </p:nvSpPr>
        <p:spPr>
          <a:xfrm>
            <a:off x="9947043" y="9580836"/>
            <a:ext cx="78828" cy="78828"/>
          </a:xfrm>
          <a:prstGeom prst="ellipse">
            <a:avLst/>
          </a:prstGeom>
          <a:solidFill>
            <a:srgbClr val="14161C">
              <a:alpha val="28000"/>
            </a:srgbClr>
          </a:solidFill>
          <a:ln/>
        </p:spPr>
      </p:sp>
      <p:sp>
        <p:nvSpPr>
          <p:cNvPr id="74" name="Text 72"/>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02/58</a:t>
            </a:r>
            <a:endParaRPr lang="en-US" sz="1800" dirty="0"/>
          </a:p>
        </p:txBody>
      </p:sp>
      <p:sp>
        <p:nvSpPr>
          <p:cNvPr id="75" name="Shape 73"/>
          <p:cNvSpPr/>
          <p:nvPr/>
        </p:nvSpPr>
        <p:spPr>
          <a:xfrm>
            <a:off x="15983712" y="9076331"/>
            <a:ext cx="1645920" cy="552301"/>
          </a:xfrm>
          <a:prstGeom prst="roundRect">
            <a:avLst>
              <a:gd name="adj" fmla="val 28000"/>
            </a:avLst>
          </a:prstGeom>
          <a:solidFill>
            <a:srgbClr val="FFFFFF">
              <a:alpha val="82000"/>
            </a:srgbClr>
          </a:solidFill>
          <a:ln/>
        </p:spPr>
      </p:sp>
      <p:pic>
        <p:nvPicPr>
          <p:cNvPr id="76" name="Moda image moda-export-watermark-85ba6093-1e8f-4c6a-89aa-f3191f8266dd"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0" kern="0">
                <a:solidFill>
                  <a:srgbClr val="F3EEE3"/>
                </a:solidFill>
                <a:latin typeface="Noto Sans JP ExtraBold" pitchFamily="34" charset="0"/>
                <a:ea typeface="Noto Sans JP ExtraBold" pitchFamily="34" charset="-122"/>
                <a:cs typeface="Noto Sans JP ExtraBold" pitchFamily="34" charset="-120"/>
              </a:rPr>
              <a:t>残りの 3つ： 堆積物、</a:t>
            </a:r>
            <a:r>
              <a:rPr lang="en-US" sz="5700" dirty="0" spc="-24" kern="0">
                <a:solidFill>
                  <a:srgbClr val="F3EEE3"/>
                </a:solidFill>
                <a:latin typeface="Noto Sans JP ExtraBold" pitchFamily="34" charset="0"/>
                <a:ea typeface="Noto Sans JP ExtraBold" pitchFamily="34" charset="-122"/>
                <a:cs typeface="Noto Sans JP ExtraBold" pitchFamily="34" charset="-120"/>
              </a:rPr>
              <a:t> DNOx、</a:t>
            </a:r>
            <a:r>
              <a:rPr lang="en-US" sz="5700" dirty="0" spc="0" kern="0">
                <a:solidFill>
                  <a:srgbClr val="F3EEE3"/>
                </a:solidFill>
                <a:latin typeface="Noto Sans JP ExtraBold" pitchFamily="34" charset="0"/>
                <a:ea typeface="Noto Sans JP ExtraBold" pitchFamily="34" charset="-122"/>
                <a:cs typeface="Noto Sans JP ExtraBold" pitchFamily="34" charset="-120"/>
              </a:rPr>
              <a:t> 限界</a:t>
            </a:r>
            <a:endParaRPr lang="en-US" sz="5700" dirty="0"/>
          </a:p>
        </p:txBody>
      </p:sp>
      <p:sp>
        <p:nvSpPr>
          <p:cNvPr id="3" name="Shape 1"/>
          <p:cNvSpPr/>
          <p:nvPr/>
        </p:nvSpPr>
        <p:spPr>
          <a:xfrm>
            <a:off x="914400" y="3048000"/>
            <a:ext cx="3857625" cy="4953000"/>
          </a:xfrm>
          <a:prstGeom prst="roundRect">
            <a:avLst>
              <a:gd name="adj" fmla="val 6914"/>
            </a:avLst>
          </a:prstGeom>
          <a:solidFill>
            <a:srgbClr val="1E212B"/>
          </a:solidFill>
          <a:ln/>
        </p:spPr>
      </p:sp>
      <p:sp>
        <p:nvSpPr>
          <p:cNvPr id="4" name="Shape 2"/>
          <p:cNvSpPr/>
          <p:nvPr/>
        </p:nvSpPr>
        <p:spPr>
          <a:xfrm>
            <a:off x="914400" y="3048000"/>
            <a:ext cx="3857625" cy="152400"/>
          </a:xfrm>
          <a:prstGeom prst="roundRect">
            <a:avLst>
              <a:gd name="adj" fmla="val 50000"/>
            </a:avLst>
          </a:prstGeom>
          <a:solidFill>
            <a:srgbClr val="3DD6A0"/>
          </a:solidFill>
          <a:ln/>
        </p:spPr>
      </p:sp>
      <p:sp>
        <p:nvSpPr>
          <p:cNvPr id="5" name="Text 3"/>
          <p:cNvSpPr/>
          <p:nvPr/>
        </p:nvSpPr>
        <p:spPr>
          <a:xfrm>
            <a:off x="1295400" y="3543300"/>
            <a:ext cx="3095625" cy="1238250"/>
          </a:xfrm>
          <a:prstGeom prst="rect">
            <a:avLst/>
          </a:prstGeom>
          <a:noFill/>
          <a:ln/>
        </p:spPr>
        <p:txBody>
          <a:bodyPr wrap="square" lIns="0" tIns="0" rIns="0" bIns="0" rtlCol="0" anchor="ctr"/>
          <a:lstStyle/>
          <a:p>
            <a:pPr algn="l" indent="0" marL="0">
              <a:buNone/>
            </a:pPr>
            <a:r>
              <a:rPr lang="en-US" sz="7200" dirty="0" kern="0">
                <a:solidFill>
                  <a:srgbClr val="3DD6A0"/>
                </a:solidFill>
                <a:latin typeface="Noto Sans JP ExtraBold" pitchFamily="34" charset="0"/>
                <a:ea typeface="Noto Sans JP ExtraBold" pitchFamily="34" charset="-122"/>
                <a:cs typeface="Noto Sans JP ExtraBold" pitchFamily="34" charset="-120"/>
              </a:rPr>
              <a:t>01</a:t>
            </a:r>
            <a:endParaRPr lang="en-US" sz="7200" dirty="0"/>
          </a:p>
        </p:txBody>
      </p:sp>
      <p:sp>
        <p:nvSpPr>
          <p:cNvPr id="6" name="Text 4"/>
          <p:cNvSpPr/>
          <p:nvPr/>
        </p:nvSpPr>
        <p:spPr>
          <a:xfrm>
            <a:off x="1295400" y="4857750"/>
            <a:ext cx="3095625" cy="1047750"/>
          </a:xfrm>
          <a:prstGeom prst="rect">
            <a:avLst/>
          </a:prstGeom>
          <a:noFill/>
          <a:ln/>
        </p:spPr>
        <p:txBody>
          <a:bodyPr wrap="square" lIns="0" tIns="0" rIns="0" bIns="0" rtlCol="0" anchor="t"/>
          <a:lstStyle/>
          <a:p>
            <a:pPr algn="l" indent="0" marL="0">
              <a:buNone/>
            </a:pPr>
            <a:r>
              <a:rPr lang="en-US" sz="2700" b="1" dirty="0" kern="0">
                <a:solidFill>
                  <a:srgbClr val="F3EEE3"/>
                </a:solidFill>
                <a:latin typeface="Noto Sans JP" pitchFamily="34" charset="0"/>
                <a:ea typeface="Noto Sans JP" pitchFamily="34" charset="-122"/>
                <a:cs typeface="Noto Sans JP" pitchFamily="34" charset="-120"/>
              </a:rPr>
              <a:t>堆積物</a:t>
            </a:r>
            <a:endParaRPr lang="en-US" sz="2700" dirty="0"/>
          </a:p>
        </p:txBody>
      </p:sp>
      <p:sp>
        <p:nvSpPr>
          <p:cNvPr id="7" name="Text 5"/>
          <p:cNvSpPr/>
          <p:nvPr/>
        </p:nvSpPr>
        <p:spPr>
          <a:xfrm>
            <a:off x="1295400" y="6000750"/>
            <a:ext cx="3095625" cy="1905000"/>
          </a:xfrm>
          <a:prstGeom prst="rect">
            <a:avLst/>
          </a:prstGeom>
          <a:noFill/>
          <a:ln/>
        </p:spPr>
        <p:txBody>
          <a:bodyPr wrap="square" lIns="0" tIns="24529" rIns="0" bIns="-24529" rtlCol="0" anchor="t"/>
          <a:lstStyle/>
          <a:p>
            <a:pPr algn="l" indent="0" marL="0">
              <a:lnSpc>
                <a:spcPts val="2262"/>
              </a:lnSpc>
              <a:buNone/>
            </a:pPr>
            <a:r>
              <a:rPr lang="en-US" sz="1740" dirty="0" spc="2" kern="0">
                <a:solidFill>
                  <a:srgbClr val="9AA0B5"/>
                </a:solidFill>
                <a:latin typeface="Noto Sans JP" pitchFamily="34" charset="0"/>
                <a:ea typeface="Noto Sans JP" pitchFamily="34" charset="-122"/>
                <a:cs typeface="Noto Sans JP" pitchFamily="34" charset="-120"/>
              </a:rPr>
              <a:t>噴霧が</a:t>
            </a:r>
            <a:r>
              <a:rPr lang="en-US" sz="1740" dirty="0" spc="3" kern="0">
                <a:solidFill>
                  <a:srgbClr val="9AA0B5"/>
                </a:solidFill>
                <a:latin typeface="Noto Sans JP" pitchFamily="34" charset="0"/>
                <a:ea typeface="Noto Sans JP" pitchFamily="34" charset="-122"/>
                <a:cs typeface="Noto Sans JP" pitchFamily="34" charset="-120"/>
              </a:rPr>
              <a:t> 壁に</a:t>
            </a:r>
            <a:r>
              <a:rPr lang="en-US" sz="1740" dirty="0" spc="2" kern="0">
                <a:solidFill>
                  <a:srgbClr val="9AA0B5"/>
                </a:solidFill>
                <a:latin typeface="Noto Sans JP" pitchFamily="34" charset="0"/>
                <a:ea typeface="Noto Sans JP" pitchFamily="34" charset="-122"/>
                <a:cs typeface="Noto Sans JP" pitchFamily="34" charset="-120"/>
              </a:rPr>
              <a:t> 液膜を</a:t>
            </a:r>
            <a:r>
              <a:rPr lang="en-US" sz="1740" dirty="0" spc="3" kern="0">
                <a:solidFill>
                  <a:srgbClr val="9AA0B5"/>
                </a:solidFill>
                <a:latin typeface="Noto Sans JP" pitchFamily="34" charset="0"/>
                <a:ea typeface="Noto Sans JP" pitchFamily="34" charset="-122"/>
                <a:cs typeface="Noto Sans JP" pitchFamily="34" charset="-120"/>
              </a:rPr>
              <a:t> 作るときに</a:t>
            </a:r>
            <a:r>
              <a:rPr lang="en-US" sz="1740" dirty="0" spc="2" kern="0">
                <a:solidFill>
                  <a:srgbClr val="9AA0B5"/>
                </a:solidFill>
                <a:latin typeface="Noto Sans JP" pitchFamily="34" charset="0"/>
                <a:ea typeface="Noto Sans JP" pitchFamily="34" charset="-122"/>
                <a:cs typeface="Noto Sans JP" pitchFamily="34" charset="-120"/>
              </a:rPr>
              <a:t> 形成。</a:t>
            </a:r>
            <a:r>
              <a:rPr lang="en-US" sz="1740" dirty="0" spc="-1" kern="0">
                <a:solidFill>
                  <a:srgbClr val="9AA0B5"/>
                </a:solidFill>
                <a:latin typeface="Noto Sans JP" pitchFamily="34" charset="0"/>
                <a:ea typeface="Noto Sans JP" pitchFamily="34" charset="-122"/>
                <a:cs typeface="Noto Sans JP" pitchFamily="34" charset="-120"/>
              </a:rPr>
              <a:t> ライデンフロスト温度付近まで</a:t>
            </a:r>
            <a:r>
              <a:rPr lang="en-US" sz="1740" dirty="0" spc="2" kern="0">
                <a:solidFill>
                  <a:srgbClr val="9AA0B5"/>
                </a:solidFill>
                <a:latin typeface="Noto Sans JP" pitchFamily="34" charset="0"/>
                <a:ea typeface="Noto Sans JP" pitchFamily="34" charset="-122"/>
                <a:cs typeface="Noto Sans JP" pitchFamily="34" charset="-120"/>
              </a:rPr>
              <a:t> 起こり 得る[S12]</a:t>
            </a:r>
            <a:endParaRPr lang="en-US" sz="1740" dirty="0"/>
          </a:p>
        </p:txBody>
      </p:sp>
      <p:sp>
        <p:nvSpPr>
          <p:cNvPr id="8" name="Shape 6"/>
          <p:cNvSpPr/>
          <p:nvPr/>
        </p:nvSpPr>
        <p:spPr>
          <a:xfrm>
            <a:off x="5114925" y="3048000"/>
            <a:ext cx="3857625" cy="4953000"/>
          </a:xfrm>
          <a:prstGeom prst="roundRect">
            <a:avLst>
              <a:gd name="adj" fmla="val 6914"/>
            </a:avLst>
          </a:prstGeom>
          <a:solidFill>
            <a:srgbClr val="1E212B"/>
          </a:solidFill>
          <a:ln/>
        </p:spPr>
      </p:sp>
      <p:sp>
        <p:nvSpPr>
          <p:cNvPr id="9" name="Shape 7"/>
          <p:cNvSpPr/>
          <p:nvPr/>
        </p:nvSpPr>
        <p:spPr>
          <a:xfrm>
            <a:off x="5114925" y="3048000"/>
            <a:ext cx="3857625" cy="152400"/>
          </a:xfrm>
          <a:prstGeom prst="roundRect">
            <a:avLst>
              <a:gd name="adj" fmla="val 50000"/>
            </a:avLst>
          </a:prstGeom>
          <a:solidFill>
            <a:srgbClr val="FF6A4D"/>
          </a:solidFill>
          <a:ln/>
        </p:spPr>
      </p:sp>
      <p:sp>
        <p:nvSpPr>
          <p:cNvPr id="10" name="Text 8"/>
          <p:cNvSpPr/>
          <p:nvPr/>
        </p:nvSpPr>
        <p:spPr>
          <a:xfrm>
            <a:off x="5495925" y="3543300"/>
            <a:ext cx="3095625" cy="1238250"/>
          </a:xfrm>
          <a:prstGeom prst="rect">
            <a:avLst/>
          </a:prstGeom>
          <a:noFill/>
          <a:ln/>
        </p:spPr>
        <p:txBody>
          <a:bodyPr wrap="square" lIns="0" tIns="0" rIns="0" bIns="0" rtlCol="0" anchor="ctr"/>
          <a:lstStyle/>
          <a:p>
            <a:pPr algn="l" indent="0" marL="0">
              <a:buNone/>
            </a:pPr>
            <a:r>
              <a:rPr lang="en-US" sz="7200" dirty="0" kern="0">
                <a:solidFill>
                  <a:srgbClr val="FF6A4D"/>
                </a:solidFill>
                <a:latin typeface="Noto Sans JP ExtraBold" pitchFamily="34" charset="0"/>
                <a:ea typeface="Noto Sans JP ExtraBold" pitchFamily="34" charset="-122"/>
                <a:cs typeface="Noto Sans JP ExtraBold" pitchFamily="34" charset="-120"/>
              </a:rPr>
              <a:t>02</a:t>
            </a:r>
            <a:endParaRPr lang="en-US" sz="7200" dirty="0"/>
          </a:p>
        </p:txBody>
      </p:sp>
      <p:sp>
        <p:nvSpPr>
          <p:cNvPr id="11" name="Text 9"/>
          <p:cNvSpPr/>
          <p:nvPr/>
        </p:nvSpPr>
        <p:spPr>
          <a:xfrm>
            <a:off x="5495925" y="4857750"/>
            <a:ext cx="3095625" cy="3048000"/>
          </a:xfrm>
          <a:prstGeom prst="rect">
            <a:avLst/>
          </a:prstGeom>
          <a:noFill/>
          <a:ln/>
        </p:spPr>
        <p:txBody>
          <a:bodyPr wrap="square" lIns="0" tIns="43556" rIns="0" bIns="-43556" rtlCol="0" anchor="t"/>
          <a:lstStyle/>
          <a:p>
            <a:pPr algn="l" indent="0" marL="0">
              <a:lnSpc>
                <a:spcPts val="3473"/>
              </a:lnSpc>
              <a:buNone/>
            </a:pPr>
            <a:r>
              <a:rPr lang="en-US" sz="2778" dirty="0" spc="-1" kern="0">
                <a:solidFill>
                  <a:srgbClr val="F3EEE3"/>
                </a:solidFill>
                <a:latin typeface="Noto Sans JP SemiBold" pitchFamily="34" charset="0"/>
                <a:ea typeface="Noto Sans JP SemiBold" pitchFamily="34" charset="-122"/>
                <a:cs typeface="Noto Sans JP SemiBold" pitchFamily="34" charset="-120"/>
              </a:rPr>
              <a:t>400°C超で</a:t>
            </a:r>
            <a:r>
              <a:rPr lang="en-US" sz="2778" dirty="0" spc="3" kern="0">
                <a:solidFill>
                  <a:srgbClr val="F3EEE3"/>
                </a:solidFill>
                <a:latin typeface="Noto Sans JP SemiBold" pitchFamily="34" charset="0"/>
                <a:ea typeface="Noto Sans JP SemiBold" pitchFamily="34" charset="-122"/>
                <a:cs typeface="Noto Sans JP SemiBold" pitchFamily="34" charset="-120"/>
              </a:rPr>
              <a:t> 堆積物は 大きく</a:t>
            </a:r>
            <a:r>
              <a:rPr lang="en-US" sz="2778" dirty="0" spc="-4" kern="0">
                <a:solidFill>
                  <a:srgbClr val="F3EEE3"/>
                </a:solidFill>
                <a:latin typeface="Noto Sans JP SemiBold" pitchFamily="34" charset="0"/>
                <a:ea typeface="Noto Sans JP SemiBold" pitchFamily="34" charset="-122"/>
                <a:cs typeface="Noto Sans JP SemiBold" pitchFamily="34" charset="-120"/>
              </a:rPr>
              <a:t> 減るが、700°Cまで</a:t>
            </a:r>
            <a:r>
              <a:rPr lang="en-US" sz="2778" dirty="0" spc="3" kern="0">
                <a:solidFill>
                  <a:srgbClr val="F3EEE3"/>
                </a:solidFill>
                <a:latin typeface="Noto Sans JP SemiBold" pitchFamily="34" charset="0"/>
                <a:ea typeface="Noto Sans JP SemiBold" pitchFamily="34" charset="-122"/>
                <a:cs typeface="Noto Sans JP SemiBold" pitchFamily="34" charset="-120"/>
              </a:rPr>
              <a:t> 耐熱性の 残渣が</a:t>
            </a:r>
            <a:r>
              <a:rPr lang="en-US" sz="2778" dirty="0" spc="-1" kern="0">
                <a:solidFill>
                  <a:srgbClr val="F3EEE3"/>
                </a:solidFill>
                <a:latin typeface="Noto Sans JP SemiBold" pitchFamily="34" charset="0"/>
                <a:ea typeface="Noto Sans JP SemiBold" pitchFamily="34" charset="-122"/>
                <a:cs typeface="Noto Sans JP SemiBold" pitchFamily="34" charset="-120"/>
              </a:rPr>
              <a:t> 残る[S4]</a:t>
            </a:r>
            <a:endParaRPr lang="en-US" sz="2778" dirty="0"/>
          </a:p>
        </p:txBody>
      </p:sp>
      <p:sp>
        <p:nvSpPr>
          <p:cNvPr id="12" name="Shape 10"/>
          <p:cNvSpPr/>
          <p:nvPr/>
        </p:nvSpPr>
        <p:spPr>
          <a:xfrm>
            <a:off x="9315450" y="3048000"/>
            <a:ext cx="3857625" cy="4953000"/>
          </a:xfrm>
          <a:prstGeom prst="roundRect">
            <a:avLst>
              <a:gd name="adj" fmla="val 6914"/>
            </a:avLst>
          </a:prstGeom>
          <a:solidFill>
            <a:srgbClr val="1E212B"/>
          </a:solidFill>
          <a:ln/>
        </p:spPr>
      </p:sp>
      <p:sp>
        <p:nvSpPr>
          <p:cNvPr id="13" name="Shape 11"/>
          <p:cNvSpPr/>
          <p:nvPr/>
        </p:nvSpPr>
        <p:spPr>
          <a:xfrm>
            <a:off x="9315450" y="3048000"/>
            <a:ext cx="3857625" cy="152400"/>
          </a:xfrm>
          <a:prstGeom prst="roundRect">
            <a:avLst>
              <a:gd name="adj" fmla="val 50000"/>
            </a:avLst>
          </a:prstGeom>
          <a:solidFill>
            <a:srgbClr val="7C93FF"/>
          </a:solidFill>
          <a:ln/>
        </p:spPr>
      </p:sp>
      <p:sp>
        <p:nvSpPr>
          <p:cNvPr id="14" name="Text 12"/>
          <p:cNvSpPr/>
          <p:nvPr/>
        </p:nvSpPr>
        <p:spPr>
          <a:xfrm>
            <a:off x="9696450" y="3543300"/>
            <a:ext cx="3095625" cy="1238250"/>
          </a:xfrm>
          <a:prstGeom prst="rect">
            <a:avLst/>
          </a:prstGeom>
          <a:noFill/>
          <a:ln/>
        </p:spPr>
        <p:txBody>
          <a:bodyPr wrap="square" lIns="0" tIns="0" rIns="0" bIns="0" rtlCol="0" anchor="ctr"/>
          <a:lstStyle/>
          <a:p>
            <a:pPr algn="l" indent="0" marL="0">
              <a:buNone/>
            </a:pPr>
            <a:r>
              <a:rPr lang="en-US" sz="7200" dirty="0" kern="0">
                <a:solidFill>
                  <a:srgbClr val="7C93FF"/>
                </a:solidFill>
                <a:latin typeface="Noto Sans JP ExtraBold" pitchFamily="34" charset="0"/>
                <a:ea typeface="Noto Sans JP ExtraBold" pitchFamily="34" charset="-122"/>
                <a:cs typeface="Noto Sans JP ExtraBold" pitchFamily="34" charset="-120"/>
              </a:rPr>
              <a:t>03</a:t>
            </a:r>
            <a:endParaRPr lang="en-US" sz="7200" dirty="0"/>
          </a:p>
        </p:txBody>
      </p:sp>
      <p:sp>
        <p:nvSpPr>
          <p:cNvPr id="15" name="Text 13"/>
          <p:cNvSpPr/>
          <p:nvPr/>
        </p:nvSpPr>
        <p:spPr>
          <a:xfrm>
            <a:off x="9696450" y="4857750"/>
            <a:ext cx="3095625" cy="1047750"/>
          </a:xfrm>
          <a:prstGeom prst="rect">
            <a:avLst/>
          </a:prstGeom>
          <a:noFill/>
          <a:ln/>
        </p:spPr>
        <p:txBody>
          <a:bodyPr wrap="square" lIns="0" tIns="0" rIns="0" bIns="0" rtlCol="0" anchor="t"/>
          <a:lstStyle/>
          <a:p>
            <a:pPr algn="l" indent="0" marL="0">
              <a:buNone/>
            </a:pPr>
            <a:r>
              <a:rPr lang="en-US" sz="2700" b="1" dirty="0" spc="-15" kern="0">
                <a:solidFill>
                  <a:srgbClr val="F3EEE3"/>
                </a:solidFill>
                <a:latin typeface="Noto Sans JP" pitchFamily="34" charset="0"/>
                <a:ea typeface="Noto Sans JP" pitchFamily="34" charset="-122"/>
                <a:cs typeface="Noto Sans JP" pitchFamily="34" charset="-120"/>
              </a:rPr>
              <a:t>DNOx</a:t>
            </a:r>
            <a:endParaRPr lang="en-US" sz="2700" dirty="0"/>
          </a:p>
        </p:txBody>
      </p:sp>
      <p:sp>
        <p:nvSpPr>
          <p:cNvPr id="16" name="Text 14"/>
          <p:cNvSpPr/>
          <p:nvPr/>
        </p:nvSpPr>
        <p:spPr>
          <a:xfrm>
            <a:off x="9696450" y="6000750"/>
            <a:ext cx="3095625" cy="1905000"/>
          </a:xfrm>
          <a:prstGeom prst="rect">
            <a:avLst/>
          </a:prstGeom>
          <a:noFill/>
          <a:ln/>
        </p:spPr>
        <p:txBody>
          <a:bodyPr wrap="square" lIns="0" tIns="29604" rIns="0" bIns="-29604" rtlCol="0" anchor="t"/>
          <a:lstStyle/>
          <a:p>
            <a:pPr algn="l" indent="0" marL="0">
              <a:lnSpc>
                <a:spcPts val="2730"/>
              </a:lnSpc>
              <a:buNone/>
            </a:pPr>
            <a:r>
              <a:rPr lang="en-US" sz="2100" dirty="0" spc="0" kern="0">
                <a:solidFill>
                  <a:srgbClr val="9AA0B5"/>
                </a:solidFill>
                <a:latin typeface="Noto Sans JP" pitchFamily="34" charset="0"/>
                <a:ea typeface="Noto Sans JP" pitchFamily="34" charset="-122"/>
                <a:cs typeface="Noto Sans JP" pitchFamily="34" charset="-120"/>
              </a:rPr>
              <a:t>噴射停止の</a:t>
            </a:r>
            <a:r>
              <a:rPr lang="en-US" sz="2100" dirty="0" spc="-1" kern="0">
                <a:solidFill>
                  <a:srgbClr val="9AA0B5"/>
                </a:solidFill>
                <a:latin typeface="Noto Sans JP" pitchFamily="34" charset="0"/>
                <a:ea typeface="Noto Sans JP" pitchFamily="34" charset="-122"/>
                <a:cs typeface="Noto Sans JP" pitchFamily="34" charset="-120"/>
              </a:rPr>
              <a:t> 閾値は</a:t>
            </a:r>
            <a:r>
              <a:rPr lang="en-US" sz="2100" dirty="0" spc="2" kern="0">
                <a:solidFill>
                  <a:srgbClr val="9AA0B5"/>
                </a:solidFill>
                <a:latin typeface="Noto Sans JP" pitchFamily="34" charset="0"/>
                <a:ea typeface="Noto Sans JP" pitchFamily="34" charset="-122"/>
                <a:cs typeface="Noto Sans JP" pitchFamily="34" charset="-120"/>
              </a:rPr>
              <a:t> 200〜250°C、</a:t>
            </a:r>
            <a:r>
              <a:rPr lang="en-US" sz="2100" dirty="0" spc="-3" kern="0">
                <a:solidFill>
                  <a:srgbClr val="9AA0B5"/>
                </a:solidFill>
                <a:latin typeface="Noto Sans JP" pitchFamily="34" charset="0"/>
                <a:ea typeface="Noto Sans JP" pitchFamily="34" charset="-122"/>
                <a:cs typeface="Noto Sans JP" pitchFamily="34" charset="-120"/>
              </a:rPr>
              <a:t> 良い</a:t>
            </a:r>
            <a:r>
              <a:rPr lang="en-US" sz="2100" dirty="0" spc="-2" kern="0">
                <a:solidFill>
                  <a:srgbClr val="9AA0B5"/>
                </a:solidFill>
                <a:latin typeface="Noto Sans JP" pitchFamily="34" charset="0"/>
                <a:ea typeface="Noto Sans JP" pitchFamily="34" charset="-122"/>
                <a:cs typeface="Noto Sans JP" pitchFamily="34" charset="-120"/>
              </a:rPr>
              <a:t> 系は</a:t>
            </a:r>
            <a:r>
              <a:rPr lang="en-US" sz="2100" dirty="0" spc="1" kern="0">
                <a:solidFill>
                  <a:srgbClr val="9AA0B5"/>
                </a:solidFill>
                <a:latin typeface="Noto Sans JP" pitchFamily="34" charset="0"/>
                <a:ea typeface="Noto Sans JP" pitchFamily="34" charset="-122"/>
                <a:cs typeface="Noto Sans JP" pitchFamily="34" charset="-120"/>
              </a:rPr>
              <a:t> 約180°Cから。</a:t>
            </a:r>
            <a:r>
              <a:rPr lang="en-US" sz="2100" dirty="0" spc="-1" kern="0">
                <a:solidFill>
                  <a:srgbClr val="9AA0B5"/>
                </a:solidFill>
                <a:latin typeface="Noto Sans JP" pitchFamily="34" charset="0"/>
                <a:ea typeface="Noto Sans JP" pitchFamily="34" charset="-122"/>
                <a:cs typeface="Noto Sans JP" pitchFamily="34" charset="-120"/>
              </a:rPr>
              <a:t> 小さな 液滴、</a:t>
            </a:r>
            <a:r>
              <a:rPr lang="en-US" sz="2100" dirty="0" spc="-5" kern="0">
                <a:solidFill>
                  <a:srgbClr val="9AA0B5"/>
                </a:solidFill>
                <a:latin typeface="Noto Sans JP" pitchFamily="34" charset="0"/>
                <a:ea typeface="Noto Sans JP" pitchFamily="34" charset="-122"/>
                <a:cs typeface="Noto Sans JP" pitchFamily="34" charset="-120"/>
              </a:rPr>
              <a:t> ミキサー、</a:t>
            </a:r>
            <a:r>
              <a:rPr lang="en-US" sz="2100" dirty="0" spc="0" kern="0">
                <a:solidFill>
                  <a:srgbClr val="9AA0B5"/>
                </a:solidFill>
                <a:latin typeface="Noto Sans JP" pitchFamily="34" charset="0"/>
                <a:ea typeface="Noto Sans JP" pitchFamily="34" charset="-122"/>
                <a:cs typeface="Noto Sans JP" pitchFamily="34" charset="-120"/>
              </a:rPr>
              <a:t> 加熱、</a:t>
            </a:r>
            <a:r>
              <a:rPr lang="en-US" sz="2100" dirty="0" spc="-1" kern="0">
                <a:solidFill>
                  <a:srgbClr val="9AA0B5"/>
                </a:solidFill>
                <a:latin typeface="Noto Sans JP" pitchFamily="34" charset="0"/>
                <a:ea typeface="Noto Sans JP" pitchFamily="34" charset="-122"/>
                <a:cs typeface="Noto Sans JP" pitchFamily="34" charset="-120"/>
              </a:rPr>
              <a:t> 排気[S13]</a:t>
            </a:r>
            <a:endParaRPr lang="en-US" sz="2100" dirty="0"/>
          </a:p>
        </p:txBody>
      </p:sp>
      <p:sp>
        <p:nvSpPr>
          <p:cNvPr id="17" name="Shape 15"/>
          <p:cNvSpPr/>
          <p:nvPr/>
        </p:nvSpPr>
        <p:spPr>
          <a:xfrm>
            <a:off x="13515975" y="3048000"/>
            <a:ext cx="3857625" cy="4953000"/>
          </a:xfrm>
          <a:prstGeom prst="roundRect">
            <a:avLst>
              <a:gd name="adj" fmla="val 6914"/>
            </a:avLst>
          </a:prstGeom>
          <a:solidFill>
            <a:srgbClr val="1E212B"/>
          </a:solidFill>
          <a:ln/>
        </p:spPr>
      </p:sp>
      <p:sp>
        <p:nvSpPr>
          <p:cNvPr id="18" name="Shape 16"/>
          <p:cNvSpPr/>
          <p:nvPr/>
        </p:nvSpPr>
        <p:spPr>
          <a:xfrm>
            <a:off x="13515975" y="3048000"/>
            <a:ext cx="3857625" cy="152400"/>
          </a:xfrm>
          <a:prstGeom prst="roundRect">
            <a:avLst>
              <a:gd name="adj" fmla="val 50000"/>
            </a:avLst>
          </a:prstGeom>
          <a:solidFill>
            <a:srgbClr val="FFB454"/>
          </a:solidFill>
          <a:ln/>
        </p:spPr>
      </p:sp>
      <p:sp>
        <p:nvSpPr>
          <p:cNvPr id="19" name="Text 17"/>
          <p:cNvSpPr/>
          <p:nvPr/>
        </p:nvSpPr>
        <p:spPr>
          <a:xfrm>
            <a:off x="13896975" y="3543300"/>
            <a:ext cx="3095625" cy="1238250"/>
          </a:xfrm>
          <a:prstGeom prst="rect">
            <a:avLst/>
          </a:prstGeom>
          <a:noFill/>
          <a:ln/>
        </p:spPr>
        <p:txBody>
          <a:bodyPr wrap="square" lIns="0" tIns="0" rIns="0" bIns="0" rtlCol="0" anchor="ctr"/>
          <a:lstStyle/>
          <a:p>
            <a:pPr algn="l" indent="0" marL="0">
              <a:buNone/>
            </a:pPr>
            <a:r>
              <a:rPr lang="en-US" sz="7200" dirty="0" kern="0">
                <a:solidFill>
                  <a:srgbClr val="FFB454"/>
                </a:solidFill>
                <a:latin typeface="Noto Sans JP ExtraBold" pitchFamily="34" charset="0"/>
                <a:ea typeface="Noto Sans JP ExtraBold" pitchFamily="34" charset="-122"/>
                <a:cs typeface="Noto Sans JP ExtraBold" pitchFamily="34" charset="-120"/>
              </a:rPr>
              <a:t>04</a:t>
            </a:r>
            <a:endParaRPr lang="en-US" sz="7200" dirty="0"/>
          </a:p>
        </p:txBody>
      </p:sp>
      <p:sp>
        <p:nvSpPr>
          <p:cNvPr id="20" name="Text 18"/>
          <p:cNvSpPr/>
          <p:nvPr/>
        </p:nvSpPr>
        <p:spPr>
          <a:xfrm>
            <a:off x="13896975" y="4857750"/>
            <a:ext cx="3095625" cy="1047750"/>
          </a:xfrm>
          <a:prstGeom prst="rect">
            <a:avLst/>
          </a:prstGeom>
          <a:noFill/>
          <a:ln/>
        </p:spPr>
        <p:txBody>
          <a:bodyPr wrap="square" lIns="0" tIns="0" rIns="0" bIns="0" rtlCol="0" anchor="t"/>
          <a:lstStyle/>
          <a:p>
            <a:pPr algn="l" indent="0" marL="0">
              <a:buNone/>
            </a:pPr>
            <a:r>
              <a:rPr lang="en-US" sz="2700" b="1" dirty="0" kern="0">
                <a:solidFill>
                  <a:srgbClr val="F3EEE3"/>
                </a:solidFill>
                <a:latin typeface="Noto Sans JP" pitchFamily="34" charset="0"/>
                <a:ea typeface="Noto Sans JP" pitchFamily="34" charset="-122"/>
                <a:cs typeface="Noto Sans JP" pitchFamily="34" charset="-120"/>
              </a:rPr>
              <a:t>限界</a:t>
            </a:r>
            <a:endParaRPr lang="en-US" sz="2700" dirty="0"/>
          </a:p>
        </p:txBody>
      </p:sp>
      <p:sp>
        <p:nvSpPr>
          <p:cNvPr id="21" name="Text 19"/>
          <p:cNvSpPr/>
          <p:nvPr/>
        </p:nvSpPr>
        <p:spPr>
          <a:xfrm>
            <a:off x="13896975" y="6000750"/>
            <a:ext cx="3095625" cy="1905000"/>
          </a:xfrm>
          <a:prstGeom prst="rect">
            <a:avLst/>
          </a:prstGeom>
          <a:noFill/>
          <a:ln/>
        </p:spPr>
        <p:txBody>
          <a:bodyPr wrap="square" lIns="0" tIns="23511" rIns="0" bIns="-23511" rtlCol="0" anchor="t"/>
          <a:lstStyle/>
          <a:p>
            <a:pPr algn="l" indent="0" marL="0">
              <a:lnSpc>
                <a:spcPts val="2165"/>
              </a:lnSpc>
              <a:buNone/>
            </a:pPr>
            <a:r>
              <a:rPr lang="en-US" sz="1666" dirty="0" spc="4" kern="0">
                <a:solidFill>
                  <a:srgbClr val="9AA0B5"/>
                </a:solidFill>
                <a:latin typeface="Noto Sans JP" pitchFamily="34" charset="0"/>
                <a:ea typeface="Noto Sans JP" pitchFamily="34" charset="-122"/>
                <a:cs typeface="Noto Sans JP" pitchFamily="34" charset="-120"/>
              </a:rPr>
              <a:t>読める</a:t>
            </a:r>
            <a:r>
              <a:rPr lang="en-US" sz="1666" dirty="0" spc="2" kern="0">
                <a:solidFill>
                  <a:srgbClr val="9AA0B5"/>
                </a:solidFill>
                <a:latin typeface="Noto Sans JP" pitchFamily="34" charset="0"/>
                <a:ea typeface="Noto Sans JP" pitchFamily="34" charset="-122"/>
                <a:cs typeface="Noto Sans JP" pitchFamily="34" charset="-120"/>
              </a:rPr>
              <a:t> 出典がない</a:t>
            </a:r>
            <a:r>
              <a:rPr lang="en-US" sz="1666" dirty="0" spc="3" kern="0">
                <a:solidFill>
                  <a:srgbClr val="9AA0B5"/>
                </a:solidFill>
                <a:latin typeface="Noto Sans JP" pitchFamily="34" charset="0"/>
                <a:ea typeface="Noto Sans JP" pitchFamily="34" charset="-122"/>
                <a:cs typeface="Noto Sans JP" pitchFamily="34" charset="-120"/>
              </a:rPr>
              <a:t> 値がある</a:t>
            </a:r>
            <a:r>
              <a:rPr lang="en-US" sz="1666" dirty="0" spc="-2" kern="0">
                <a:solidFill>
                  <a:srgbClr val="9AA0B5"/>
                </a:solidFill>
                <a:latin typeface="Noto Sans JP" pitchFamily="34" charset="0"/>
                <a:ea typeface="Noto Sans JP" pitchFamily="34" charset="-122"/>
                <a:cs typeface="Noto Sans JP" pitchFamily="34" charset="-120"/>
              </a:rPr>
              <a:t> （ライデンフロスト、450°C超の</a:t>
            </a:r>
            <a:r>
              <a:rPr lang="en-US" sz="1666" dirty="0" spc="0" kern="0">
                <a:solidFill>
                  <a:srgbClr val="9AA0B5"/>
                </a:solidFill>
                <a:latin typeface="Noto Sans JP" pitchFamily="34" charset="0"/>
                <a:ea typeface="Noto Sans JP" pitchFamily="34" charset="-122"/>
                <a:cs typeface="Noto Sans JP" pitchFamily="34" charset="-120"/>
              </a:rPr>
              <a:t> NH3、</a:t>
            </a:r>
            <a:r>
              <a:rPr lang="en-US" sz="1666" dirty="0" spc="3" kern="0">
                <a:solidFill>
                  <a:srgbClr val="9AA0B5"/>
                </a:solidFill>
                <a:latin typeface="Noto Sans JP" pitchFamily="34" charset="0"/>
                <a:ea typeface="Noto Sans JP" pitchFamily="34" charset="-122"/>
                <a:cs typeface="Noto Sans JP" pitchFamily="34" charset="-120"/>
              </a:rPr>
              <a:t> 解凍）</a:t>
            </a:r>
            <a:endParaRPr lang="en-US" sz="1666" dirty="0"/>
          </a:p>
        </p:txBody>
      </p:sp>
      <p:sp>
        <p:nvSpPr>
          <p:cNvPr id="22" name="Text 20"/>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[S4]</a:t>
            </a:r>
            <a:r>
              <a:rPr lang="en-US" sz="1800" dirty="0" spc="-1" kern="0">
                <a:solidFill>
                  <a:srgbClr val="9AA0B5"/>
                </a:solidFill>
                <a:latin typeface="Noto Sans JP" pitchFamily="34" charset="0"/>
                <a:ea typeface="Noto Sans JP" pitchFamily="34" charset="-122"/>
                <a:cs typeface="Noto Sans JP" pitchFamily="34" charset="-120"/>
              </a:rPr>
              <a:t> [S12]</a:t>
            </a:r>
            <a:r>
              <a:rPr lang="en-US" sz="1800" dirty="0" spc="-2" kern="0">
                <a:solidFill>
                  <a:srgbClr val="9AA0B5"/>
                </a:solidFill>
                <a:latin typeface="Noto Sans JP" pitchFamily="34" charset="0"/>
                <a:ea typeface="Noto Sans JP" pitchFamily="34" charset="-122"/>
                <a:cs typeface="Noto Sans JP" pitchFamily="34" charset="-120"/>
              </a:rPr>
              <a:t> [S13]</a:t>
            </a:r>
            <a:endParaRPr lang="en-US" sz="1800" dirty="0"/>
          </a:p>
        </p:txBody>
      </p:sp>
      <p:sp>
        <p:nvSpPr>
          <p:cNvPr id="23" name="Shape 21"/>
          <p:cNvSpPr/>
          <p:nvPr/>
        </p:nvSpPr>
        <p:spPr>
          <a:xfrm>
            <a:off x="960711" y="9580836"/>
            <a:ext cx="78828" cy="78828"/>
          </a:xfrm>
          <a:prstGeom prst="ellipse">
            <a:avLst/>
          </a:prstGeom>
          <a:solidFill>
            <a:srgbClr val="F3EEE3">
              <a:alpha val="28000"/>
            </a:srgbClr>
          </a:solidFill>
          <a:ln/>
        </p:spPr>
      </p:sp>
      <p:sp>
        <p:nvSpPr>
          <p:cNvPr id="24" name="Shape 22"/>
          <p:cNvSpPr/>
          <p:nvPr/>
        </p:nvSpPr>
        <p:spPr>
          <a:xfrm>
            <a:off x="1118366" y="9580836"/>
            <a:ext cx="78828" cy="78828"/>
          </a:xfrm>
          <a:prstGeom prst="ellipse">
            <a:avLst/>
          </a:prstGeom>
          <a:solidFill>
            <a:srgbClr val="F3EEE3">
              <a:alpha val="28000"/>
            </a:srgbClr>
          </a:solidFill>
          <a:ln/>
        </p:spPr>
      </p:sp>
      <p:sp>
        <p:nvSpPr>
          <p:cNvPr id="25" name="Shape 23"/>
          <p:cNvSpPr/>
          <p:nvPr/>
        </p:nvSpPr>
        <p:spPr>
          <a:xfrm>
            <a:off x="1262883" y="9567698"/>
            <a:ext cx="105103" cy="105103"/>
          </a:xfrm>
          <a:prstGeom prst="ellipse">
            <a:avLst/>
          </a:prstGeom>
          <a:solidFill>
            <a:srgbClr val="FF6A4D"/>
          </a:solidFill>
          <a:ln/>
        </p:spPr>
      </p:sp>
      <p:sp>
        <p:nvSpPr>
          <p:cNvPr id="26" name="Shape 24"/>
          <p:cNvSpPr/>
          <p:nvPr/>
        </p:nvSpPr>
        <p:spPr>
          <a:xfrm>
            <a:off x="1433676" y="9580836"/>
            <a:ext cx="78828" cy="78828"/>
          </a:xfrm>
          <a:prstGeom prst="ellipse">
            <a:avLst/>
          </a:prstGeom>
          <a:solidFill>
            <a:srgbClr val="F3EEE3">
              <a:alpha val="28000"/>
            </a:srgbClr>
          </a:solidFill>
          <a:ln/>
        </p:spPr>
      </p:sp>
      <p:sp>
        <p:nvSpPr>
          <p:cNvPr id="27" name="Shape 25"/>
          <p:cNvSpPr/>
          <p:nvPr/>
        </p:nvSpPr>
        <p:spPr>
          <a:xfrm>
            <a:off x="1591331" y="9580836"/>
            <a:ext cx="78828" cy="78828"/>
          </a:xfrm>
          <a:prstGeom prst="ellipse">
            <a:avLst/>
          </a:prstGeom>
          <a:solidFill>
            <a:srgbClr val="F3EEE3">
              <a:alpha val="28000"/>
            </a:srgbClr>
          </a:solidFill>
          <a:ln/>
        </p:spPr>
      </p:sp>
      <p:sp>
        <p:nvSpPr>
          <p:cNvPr id="28" name="Shape 26"/>
          <p:cNvSpPr/>
          <p:nvPr/>
        </p:nvSpPr>
        <p:spPr>
          <a:xfrm>
            <a:off x="1748986" y="9580836"/>
            <a:ext cx="78828" cy="78828"/>
          </a:xfrm>
          <a:prstGeom prst="ellipse">
            <a:avLst/>
          </a:prstGeom>
          <a:solidFill>
            <a:srgbClr val="F3EEE3">
              <a:alpha val="28000"/>
            </a:srgbClr>
          </a:solidFill>
          <a:ln/>
        </p:spPr>
      </p:sp>
      <p:sp>
        <p:nvSpPr>
          <p:cNvPr id="29" name="Shape 27"/>
          <p:cNvSpPr/>
          <p:nvPr/>
        </p:nvSpPr>
        <p:spPr>
          <a:xfrm>
            <a:off x="1906641" y="9580836"/>
            <a:ext cx="78828" cy="78828"/>
          </a:xfrm>
          <a:prstGeom prst="ellipse">
            <a:avLst/>
          </a:prstGeom>
          <a:solidFill>
            <a:srgbClr val="F3EEE3">
              <a:alpha val="28000"/>
            </a:srgbClr>
          </a:solidFill>
          <a:ln/>
        </p:spPr>
      </p:sp>
      <p:sp>
        <p:nvSpPr>
          <p:cNvPr id="30" name="Shape 28"/>
          <p:cNvSpPr/>
          <p:nvPr/>
        </p:nvSpPr>
        <p:spPr>
          <a:xfrm>
            <a:off x="2064296" y="9580836"/>
            <a:ext cx="78828" cy="78828"/>
          </a:xfrm>
          <a:prstGeom prst="ellipse">
            <a:avLst/>
          </a:prstGeom>
          <a:solidFill>
            <a:srgbClr val="F3EEE3">
              <a:alpha val="28000"/>
            </a:srgbClr>
          </a:solidFill>
          <a:ln/>
        </p:spPr>
      </p:sp>
      <p:sp>
        <p:nvSpPr>
          <p:cNvPr id="31" name="Shape 29"/>
          <p:cNvSpPr/>
          <p:nvPr/>
        </p:nvSpPr>
        <p:spPr>
          <a:xfrm>
            <a:off x="2221951" y="9580836"/>
            <a:ext cx="78828" cy="78828"/>
          </a:xfrm>
          <a:prstGeom prst="ellipse">
            <a:avLst/>
          </a:prstGeom>
          <a:solidFill>
            <a:srgbClr val="F3EEE3">
              <a:alpha val="28000"/>
            </a:srgbClr>
          </a:solidFill>
          <a:ln/>
        </p:spPr>
      </p:sp>
      <p:sp>
        <p:nvSpPr>
          <p:cNvPr id="32" name="Shape 30"/>
          <p:cNvSpPr/>
          <p:nvPr/>
        </p:nvSpPr>
        <p:spPr>
          <a:xfrm>
            <a:off x="2379606" y="9580836"/>
            <a:ext cx="78828" cy="78828"/>
          </a:xfrm>
          <a:prstGeom prst="ellipse">
            <a:avLst/>
          </a:prstGeom>
          <a:solidFill>
            <a:srgbClr val="F3EEE3">
              <a:alpha val="28000"/>
            </a:srgbClr>
          </a:solidFill>
          <a:ln/>
        </p:spPr>
      </p:sp>
      <p:sp>
        <p:nvSpPr>
          <p:cNvPr id="33" name="Shape 31"/>
          <p:cNvSpPr/>
          <p:nvPr/>
        </p:nvSpPr>
        <p:spPr>
          <a:xfrm>
            <a:off x="2537261" y="9580836"/>
            <a:ext cx="78828" cy="78828"/>
          </a:xfrm>
          <a:prstGeom prst="ellipse">
            <a:avLst/>
          </a:prstGeom>
          <a:solidFill>
            <a:srgbClr val="F3EEE3">
              <a:alpha val="28000"/>
            </a:srgbClr>
          </a:solidFill>
          <a:ln/>
        </p:spPr>
      </p:sp>
      <p:sp>
        <p:nvSpPr>
          <p:cNvPr id="34" name="Shape 32"/>
          <p:cNvSpPr/>
          <p:nvPr/>
        </p:nvSpPr>
        <p:spPr>
          <a:xfrm>
            <a:off x="2694916" y="9580836"/>
            <a:ext cx="78828" cy="78828"/>
          </a:xfrm>
          <a:prstGeom prst="ellipse">
            <a:avLst/>
          </a:prstGeom>
          <a:solidFill>
            <a:srgbClr val="F3EEE3">
              <a:alpha val="28000"/>
            </a:srgbClr>
          </a:solidFill>
          <a:ln/>
        </p:spPr>
      </p:sp>
      <p:sp>
        <p:nvSpPr>
          <p:cNvPr id="35" name="Shape 33"/>
          <p:cNvSpPr/>
          <p:nvPr/>
        </p:nvSpPr>
        <p:spPr>
          <a:xfrm>
            <a:off x="2852571" y="9580836"/>
            <a:ext cx="78828" cy="78828"/>
          </a:xfrm>
          <a:prstGeom prst="ellipse">
            <a:avLst/>
          </a:prstGeom>
          <a:solidFill>
            <a:srgbClr val="F3EEE3">
              <a:alpha val="28000"/>
            </a:srgbClr>
          </a:solidFill>
          <a:ln/>
        </p:spPr>
      </p:sp>
      <p:sp>
        <p:nvSpPr>
          <p:cNvPr id="36" name="Shape 34"/>
          <p:cNvSpPr/>
          <p:nvPr/>
        </p:nvSpPr>
        <p:spPr>
          <a:xfrm>
            <a:off x="3010225" y="9580836"/>
            <a:ext cx="78828" cy="78828"/>
          </a:xfrm>
          <a:prstGeom prst="ellipse">
            <a:avLst/>
          </a:prstGeom>
          <a:solidFill>
            <a:srgbClr val="F3EEE3">
              <a:alpha val="28000"/>
            </a:srgbClr>
          </a:solidFill>
          <a:ln/>
        </p:spPr>
      </p:sp>
      <p:sp>
        <p:nvSpPr>
          <p:cNvPr id="37" name="Shape 35"/>
          <p:cNvSpPr/>
          <p:nvPr/>
        </p:nvSpPr>
        <p:spPr>
          <a:xfrm>
            <a:off x="3167880" y="9580836"/>
            <a:ext cx="78828" cy="78828"/>
          </a:xfrm>
          <a:prstGeom prst="ellipse">
            <a:avLst/>
          </a:prstGeom>
          <a:solidFill>
            <a:srgbClr val="F3EEE3">
              <a:alpha val="28000"/>
            </a:srgbClr>
          </a:solidFill>
          <a:ln/>
        </p:spPr>
      </p:sp>
      <p:sp>
        <p:nvSpPr>
          <p:cNvPr id="38" name="Shape 36"/>
          <p:cNvSpPr/>
          <p:nvPr/>
        </p:nvSpPr>
        <p:spPr>
          <a:xfrm>
            <a:off x="3325535" y="9580836"/>
            <a:ext cx="78828" cy="78828"/>
          </a:xfrm>
          <a:prstGeom prst="ellipse">
            <a:avLst/>
          </a:prstGeom>
          <a:solidFill>
            <a:srgbClr val="F3EEE3">
              <a:alpha val="28000"/>
            </a:srgbClr>
          </a:solidFill>
          <a:ln/>
        </p:spPr>
      </p:sp>
      <p:sp>
        <p:nvSpPr>
          <p:cNvPr id="39" name="Shape 37"/>
          <p:cNvSpPr/>
          <p:nvPr/>
        </p:nvSpPr>
        <p:spPr>
          <a:xfrm>
            <a:off x="3483190" y="9580836"/>
            <a:ext cx="78828" cy="78828"/>
          </a:xfrm>
          <a:prstGeom prst="ellipse">
            <a:avLst/>
          </a:prstGeom>
          <a:solidFill>
            <a:srgbClr val="F3EEE3">
              <a:alpha val="28000"/>
            </a:srgbClr>
          </a:solidFill>
          <a:ln/>
        </p:spPr>
      </p:sp>
      <p:sp>
        <p:nvSpPr>
          <p:cNvPr id="40" name="Shape 38"/>
          <p:cNvSpPr/>
          <p:nvPr/>
        </p:nvSpPr>
        <p:spPr>
          <a:xfrm>
            <a:off x="3640845" y="9580836"/>
            <a:ext cx="78828" cy="78828"/>
          </a:xfrm>
          <a:prstGeom prst="ellipse">
            <a:avLst/>
          </a:prstGeom>
          <a:solidFill>
            <a:srgbClr val="F3EEE3">
              <a:alpha val="28000"/>
            </a:srgbClr>
          </a:solidFill>
          <a:ln/>
        </p:spPr>
      </p:sp>
      <p:sp>
        <p:nvSpPr>
          <p:cNvPr id="41" name="Shape 39"/>
          <p:cNvSpPr/>
          <p:nvPr/>
        </p:nvSpPr>
        <p:spPr>
          <a:xfrm>
            <a:off x="3798500" y="9580836"/>
            <a:ext cx="78828" cy="78828"/>
          </a:xfrm>
          <a:prstGeom prst="ellipse">
            <a:avLst/>
          </a:prstGeom>
          <a:solidFill>
            <a:srgbClr val="F3EEE3">
              <a:alpha val="28000"/>
            </a:srgbClr>
          </a:solidFill>
          <a:ln/>
        </p:spPr>
      </p:sp>
      <p:sp>
        <p:nvSpPr>
          <p:cNvPr id="42" name="Shape 40"/>
          <p:cNvSpPr/>
          <p:nvPr/>
        </p:nvSpPr>
        <p:spPr>
          <a:xfrm>
            <a:off x="3956155" y="9580836"/>
            <a:ext cx="78828" cy="78828"/>
          </a:xfrm>
          <a:prstGeom prst="ellipse">
            <a:avLst/>
          </a:prstGeom>
          <a:solidFill>
            <a:srgbClr val="F3EEE3">
              <a:alpha val="28000"/>
            </a:srgbClr>
          </a:solidFill>
          <a:ln/>
        </p:spPr>
      </p:sp>
      <p:sp>
        <p:nvSpPr>
          <p:cNvPr id="43" name="Shape 41"/>
          <p:cNvSpPr/>
          <p:nvPr/>
        </p:nvSpPr>
        <p:spPr>
          <a:xfrm>
            <a:off x="4113810" y="9580836"/>
            <a:ext cx="78828" cy="78828"/>
          </a:xfrm>
          <a:prstGeom prst="ellipse">
            <a:avLst/>
          </a:prstGeom>
          <a:solidFill>
            <a:srgbClr val="F3EEE3">
              <a:alpha val="28000"/>
            </a:srgbClr>
          </a:solidFill>
          <a:ln/>
        </p:spPr>
      </p:sp>
      <p:sp>
        <p:nvSpPr>
          <p:cNvPr id="44" name="Shape 42"/>
          <p:cNvSpPr/>
          <p:nvPr/>
        </p:nvSpPr>
        <p:spPr>
          <a:xfrm>
            <a:off x="4271465" y="9580836"/>
            <a:ext cx="78828" cy="78828"/>
          </a:xfrm>
          <a:prstGeom prst="ellipse">
            <a:avLst/>
          </a:prstGeom>
          <a:solidFill>
            <a:srgbClr val="F3EEE3">
              <a:alpha val="28000"/>
            </a:srgbClr>
          </a:solidFill>
          <a:ln/>
        </p:spPr>
      </p:sp>
      <p:sp>
        <p:nvSpPr>
          <p:cNvPr id="45" name="Shape 43"/>
          <p:cNvSpPr/>
          <p:nvPr/>
        </p:nvSpPr>
        <p:spPr>
          <a:xfrm>
            <a:off x="4429120" y="9580836"/>
            <a:ext cx="78828" cy="78828"/>
          </a:xfrm>
          <a:prstGeom prst="ellipse">
            <a:avLst/>
          </a:prstGeom>
          <a:solidFill>
            <a:srgbClr val="F3EEE3">
              <a:alpha val="28000"/>
            </a:srgbClr>
          </a:solidFill>
          <a:ln/>
        </p:spPr>
      </p:sp>
      <p:sp>
        <p:nvSpPr>
          <p:cNvPr id="46" name="Shape 44"/>
          <p:cNvSpPr/>
          <p:nvPr/>
        </p:nvSpPr>
        <p:spPr>
          <a:xfrm>
            <a:off x="4586775" y="9580836"/>
            <a:ext cx="78828" cy="78828"/>
          </a:xfrm>
          <a:prstGeom prst="ellipse">
            <a:avLst/>
          </a:prstGeom>
          <a:solidFill>
            <a:srgbClr val="F3EEE3">
              <a:alpha val="28000"/>
            </a:srgbClr>
          </a:solidFill>
          <a:ln/>
        </p:spPr>
      </p:sp>
      <p:sp>
        <p:nvSpPr>
          <p:cNvPr id="47" name="Shape 45"/>
          <p:cNvSpPr/>
          <p:nvPr/>
        </p:nvSpPr>
        <p:spPr>
          <a:xfrm>
            <a:off x="4744430" y="9580836"/>
            <a:ext cx="78828" cy="78828"/>
          </a:xfrm>
          <a:prstGeom prst="ellipse">
            <a:avLst/>
          </a:prstGeom>
          <a:solidFill>
            <a:srgbClr val="F3EEE3">
              <a:alpha val="28000"/>
            </a:srgbClr>
          </a:solidFill>
          <a:ln/>
        </p:spPr>
      </p:sp>
      <p:sp>
        <p:nvSpPr>
          <p:cNvPr id="48" name="Shape 46"/>
          <p:cNvSpPr/>
          <p:nvPr/>
        </p:nvSpPr>
        <p:spPr>
          <a:xfrm>
            <a:off x="4902085" y="9580836"/>
            <a:ext cx="78828" cy="78828"/>
          </a:xfrm>
          <a:prstGeom prst="ellipse">
            <a:avLst/>
          </a:prstGeom>
          <a:solidFill>
            <a:srgbClr val="F3EEE3">
              <a:alpha val="28000"/>
            </a:srgbClr>
          </a:solidFill>
          <a:ln/>
        </p:spPr>
      </p:sp>
      <p:sp>
        <p:nvSpPr>
          <p:cNvPr id="49" name="Shape 47"/>
          <p:cNvSpPr/>
          <p:nvPr/>
        </p:nvSpPr>
        <p:spPr>
          <a:xfrm>
            <a:off x="5059740" y="9580836"/>
            <a:ext cx="78828" cy="78828"/>
          </a:xfrm>
          <a:prstGeom prst="ellipse">
            <a:avLst/>
          </a:prstGeom>
          <a:solidFill>
            <a:srgbClr val="F3EEE3">
              <a:alpha val="28000"/>
            </a:srgbClr>
          </a:solidFill>
          <a:ln/>
        </p:spPr>
      </p:sp>
      <p:sp>
        <p:nvSpPr>
          <p:cNvPr id="50" name="Shape 48"/>
          <p:cNvSpPr/>
          <p:nvPr/>
        </p:nvSpPr>
        <p:spPr>
          <a:xfrm>
            <a:off x="5217395" y="9580836"/>
            <a:ext cx="78828" cy="78828"/>
          </a:xfrm>
          <a:prstGeom prst="ellipse">
            <a:avLst/>
          </a:prstGeom>
          <a:solidFill>
            <a:srgbClr val="F3EEE3">
              <a:alpha val="28000"/>
            </a:srgbClr>
          </a:solidFill>
          <a:ln/>
        </p:spPr>
      </p:sp>
      <p:sp>
        <p:nvSpPr>
          <p:cNvPr id="51" name="Shape 49"/>
          <p:cNvSpPr/>
          <p:nvPr/>
        </p:nvSpPr>
        <p:spPr>
          <a:xfrm>
            <a:off x="5375050" y="9580836"/>
            <a:ext cx="78828" cy="78828"/>
          </a:xfrm>
          <a:prstGeom prst="ellipse">
            <a:avLst/>
          </a:prstGeom>
          <a:solidFill>
            <a:srgbClr val="F3EEE3">
              <a:alpha val="28000"/>
            </a:srgbClr>
          </a:solidFill>
          <a:ln/>
        </p:spPr>
      </p:sp>
      <p:sp>
        <p:nvSpPr>
          <p:cNvPr id="52" name="Shape 50"/>
          <p:cNvSpPr/>
          <p:nvPr/>
        </p:nvSpPr>
        <p:spPr>
          <a:xfrm>
            <a:off x="5532705" y="9580836"/>
            <a:ext cx="78828" cy="78828"/>
          </a:xfrm>
          <a:prstGeom prst="ellipse">
            <a:avLst/>
          </a:prstGeom>
          <a:solidFill>
            <a:srgbClr val="F3EEE3">
              <a:alpha val="28000"/>
            </a:srgbClr>
          </a:solidFill>
          <a:ln/>
        </p:spPr>
      </p:sp>
      <p:sp>
        <p:nvSpPr>
          <p:cNvPr id="53" name="Shape 51"/>
          <p:cNvSpPr/>
          <p:nvPr/>
        </p:nvSpPr>
        <p:spPr>
          <a:xfrm>
            <a:off x="5690359" y="9580836"/>
            <a:ext cx="78828" cy="78828"/>
          </a:xfrm>
          <a:prstGeom prst="ellipse">
            <a:avLst/>
          </a:prstGeom>
          <a:solidFill>
            <a:srgbClr val="F3EEE3">
              <a:alpha val="28000"/>
            </a:srgbClr>
          </a:solidFill>
          <a:ln/>
        </p:spPr>
      </p:sp>
      <p:sp>
        <p:nvSpPr>
          <p:cNvPr id="54" name="Shape 52"/>
          <p:cNvSpPr/>
          <p:nvPr/>
        </p:nvSpPr>
        <p:spPr>
          <a:xfrm>
            <a:off x="5848014" y="9580836"/>
            <a:ext cx="78828" cy="78828"/>
          </a:xfrm>
          <a:prstGeom prst="ellipse">
            <a:avLst/>
          </a:prstGeom>
          <a:solidFill>
            <a:srgbClr val="F3EEE3">
              <a:alpha val="28000"/>
            </a:srgbClr>
          </a:solidFill>
          <a:ln/>
        </p:spPr>
      </p:sp>
      <p:sp>
        <p:nvSpPr>
          <p:cNvPr id="55" name="Shape 53"/>
          <p:cNvSpPr/>
          <p:nvPr/>
        </p:nvSpPr>
        <p:spPr>
          <a:xfrm>
            <a:off x="6005669" y="9580836"/>
            <a:ext cx="78828" cy="78828"/>
          </a:xfrm>
          <a:prstGeom prst="ellipse">
            <a:avLst/>
          </a:prstGeom>
          <a:solidFill>
            <a:srgbClr val="F3EEE3">
              <a:alpha val="28000"/>
            </a:srgbClr>
          </a:solidFill>
          <a:ln/>
        </p:spPr>
      </p:sp>
      <p:sp>
        <p:nvSpPr>
          <p:cNvPr id="56" name="Shape 54"/>
          <p:cNvSpPr/>
          <p:nvPr/>
        </p:nvSpPr>
        <p:spPr>
          <a:xfrm>
            <a:off x="6163324" y="9580836"/>
            <a:ext cx="78828" cy="78828"/>
          </a:xfrm>
          <a:prstGeom prst="ellipse">
            <a:avLst/>
          </a:prstGeom>
          <a:solidFill>
            <a:srgbClr val="F3EEE3">
              <a:alpha val="28000"/>
            </a:srgbClr>
          </a:solidFill>
          <a:ln/>
        </p:spPr>
      </p:sp>
      <p:sp>
        <p:nvSpPr>
          <p:cNvPr id="57" name="Shape 55"/>
          <p:cNvSpPr/>
          <p:nvPr/>
        </p:nvSpPr>
        <p:spPr>
          <a:xfrm>
            <a:off x="6320979" y="9580836"/>
            <a:ext cx="78828" cy="78828"/>
          </a:xfrm>
          <a:prstGeom prst="ellipse">
            <a:avLst/>
          </a:prstGeom>
          <a:solidFill>
            <a:srgbClr val="F3EEE3">
              <a:alpha val="28000"/>
            </a:srgbClr>
          </a:solidFill>
          <a:ln/>
        </p:spPr>
      </p:sp>
      <p:sp>
        <p:nvSpPr>
          <p:cNvPr id="58" name="Shape 56"/>
          <p:cNvSpPr/>
          <p:nvPr/>
        </p:nvSpPr>
        <p:spPr>
          <a:xfrm>
            <a:off x="6478634" y="9580836"/>
            <a:ext cx="78828" cy="78828"/>
          </a:xfrm>
          <a:prstGeom prst="ellipse">
            <a:avLst/>
          </a:prstGeom>
          <a:solidFill>
            <a:srgbClr val="F3EEE3">
              <a:alpha val="28000"/>
            </a:srgbClr>
          </a:solidFill>
          <a:ln/>
        </p:spPr>
      </p:sp>
      <p:sp>
        <p:nvSpPr>
          <p:cNvPr id="59" name="Shape 57"/>
          <p:cNvSpPr/>
          <p:nvPr/>
        </p:nvSpPr>
        <p:spPr>
          <a:xfrm>
            <a:off x="6636289" y="9580836"/>
            <a:ext cx="78828" cy="78828"/>
          </a:xfrm>
          <a:prstGeom prst="ellipse">
            <a:avLst/>
          </a:prstGeom>
          <a:solidFill>
            <a:srgbClr val="F3EEE3">
              <a:alpha val="28000"/>
            </a:srgbClr>
          </a:solidFill>
          <a:ln/>
        </p:spPr>
      </p:sp>
      <p:sp>
        <p:nvSpPr>
          <p:cNvPr id="60" name="Shape 58"/>
          <p:cNvSpPr/>
          <p:nvPr/>
        </p:nvSpPr>
        <p:spPr>
          <a:xfrm>
            <a:off x="6793944" y="9580836"/>
            <a:ext cx="78828" cy="78828"/>
          </a:xfrm>
          <a:prstGeom prst="ellipse">
            <a:avLst/>
          </a:prstGeom>
          <a:solidFill>
            <a:srgbClr val="F3EEE3">
              <a:alpha val="28000"/>
            </a:srgbClr>
          </a:solidFill>
          <a:ln/>
        </p:spPr>
      </p:sp>
      <p:sp>
        <p:nvSpPr>
          <p:cNvPr id="61" name="Shape 59"/>
          <p:cNvSpPr/>
          <p:nvPr/>
        </p:nvSpPr>
        <p:spPr>
          <a:xfrm>
            <a:off x="6951599" y="9580836"/>
            <a:ext cx="78828" cy="78828"/>
          </a:xfrm>
          <a:prstGeom prst="ellipse">
            <a:avLst/>
          </a:prstGeom>
          <a:solidFill>
            <a:srgbClr val="F3EEE3">
              <a:alpha val="28000"/>
            </a:srgbClr>
          </a:solidFill>
          <a:ln/>
        </p:spPr>
      </p:sp>
      <p:sp>
        <p:nvSpPr>
          <p:cNvPr id="62" name="Shape 60"/>
          <p:cNvSpPr/>
          <p:nvPr/>
        </p:nvSpPr>
        <p:spPr>
          <a:xfrm>
            <a:off x="7109254" y="9580836"/>
            <a:ext cx="78828" cy="78828"/>
          </a:xfrm>
          <a:prstGeom prst="ellipse">
            <a:avLst/>
          </a:prstGeom>
          <a:solidFill>
            <a:srgbClr val="F3EEE3">
              <a:alpha val="28000"/>
            </a:srgbClr>
          </a:solidFill>
          <a:ln/>
        </p:spPr>
      </p:sp>
      <p:sp>
        <p:nvSpPr>
          <p:cNvPr id="63" name="Shape 61"/>
          <p:cNvSpPr/>
          <p:nvPr/>
        </p:nvSpPr>
        <p:spPr>
          <a:xfrm>
            <a:off x="7266909" y="9580836"/>
            <a:ext cx="78828" cy="78828"/>
          </a:xfrm>
          <a:prstGeom prst="ellipse">
            <a:avLst/>
          </a:prstGeom>
          <a:solidFill>
            <a:srgbClr val="F3EEE3">
              <a:alpha val="28000"/>
            </a:srgbClr>
          </a:solidFill>
          <a:ln/>
        </p:spPr>
      </p:sp>
      <p:sp>
        <p:nvSpPr>
          <p:cNvPr id="64" name="Shape 62"/>
          <p:cNvSpPr/>
          <p:nvPr/>
        </p:nvSpPr>
        <p:spPr>
          <a:xfrm>
            <a:off x="7424564" y="9580836"/>
            <a:ext cx="78828" cy="78828"/>
          </a:xfrm>
          <a:prstGeom prst="ellipse">
            <a:avLst/>
          </a:prstGeom>
          <a:solidFill>
            <a:srgbClr val="F3EEE3">
              <a:alpha val="28000"/>
            </a:srgbClr>
          </a:solidFill>
          <a:ln/>
        </p:spPr>
      </p:sp>
      <p:sp>
        <p:nvSpPr>
          <p:cNvPr id="65" name="Shape 63"/>
          <p:cNvSpPr/>
          <p:nvPr/>
        </p:nvSpPr>
        <p:spPr>
          <a:xfrm>
            <a:off x="7582219" y="9580836"/>
            <a:ext cx="78828" cy="78828"/>
          </a:xfrm>
          <a:prstGeom prst="ellipse">
            <a:avLst/>
          </a:prstGeom>
          <a:solidFill>
            <a:srgbClr val="F3EEE3">
              <a:alpha val="28000"/>
            </a:srgbClr>
          </a:solidFill>
          <a:ln/>
        </p:spPr>
      </p:sp>
      <p:sp>
        <p:nvSpPr>
          <p:cNvPr id="66" name="Shape 64"/>
          <p:cNvSpPr/>
          <p:nvPr/>
        </p:nvSpPr>
        <p:spPr>
          <a:xfrm>
            <a:off x="7739874" y="9580836"/>
            <a:ext cx="78828" cy="78828"/>
          </a:xfrm>
          <a:prstGeom prst="ellipse">
            <a:avLst/>
          </a:prstGeom>
          <a:solidFill>
            <a:srgbClr val="F3EEE3">
              <a:alpha val="28000"/>
            </a:srgbClr>
          </a:solidFill>
          <a:ln/>
        </p:spPr>
      </p:sp>
      <p:sp>
        <p:nvSpPr>
          <p:cNvPr id="67" name="Shape 65"/>
          <p:cNvSpPr/>
          <p:nvPr/>
        </p:nvSpPr>
        <p:spPr>
          <a:xfrm>
            <a:off x="7897529" y="9580836"/>
            <a:ext cx="78828" cy="78828"/>
          </a:xfrm>
          <a:prstGeom prst="ellipse">
            <a:avLst/>
          </a:prstGeom>
          <a:solidFill>
            <a:srgbClr val="F3EEE3">
              <a:alpha val="28000"/>
            </a:srgbClr>
          </a:solidFill>
          <a:ln/>
        </p:spPr>
      </p:sp>
      <p:sp>
        <p:nvSpPr>
          <p:cNvPr id="68" name="Shape 66"/>
          <p:cNvSpPr/>
          <p:nvPr/>
        </p:nvSpPr>
        <p:spPr>
          <a:xfrm>
            <a:off x="8055184" y="9580836"/>
            <a:ext cx="78828" cy="78828"/>
          </a:xfrm>
          <a:prstGeom prst="ellipse">
            <a:avLst/>
          </a:prstGeom>
          <a:solidFill>
            <a:srgbClr val="F3EEE3">
              <a:alpha val="28000"/>
            </a:srgbClr>
          </a:solidFill>
          <a:ln/>
        </p:spPr>
      </p:sp>
      <p:sp>
        <p:nvSpPr>
          <p:cNvPr id="69" name="Shape 67"/>
          <p:cNvSpPr/>
          <p:nvPr/>
        </p:nvSpPr>
        <p:spPr>
          <a:xfrm>
            <a:off x="8212839" y="9580836"/>
            <a:ext cx="78828" cy="78828"/>
          </a:xfrm>
          <a:prstGeom prst="ellipse">
            <a:avLst/>
          </a:prstGeom>
          <a:solidFill>
            <a:srgbClr val="F3EEE3">
              <a:alpha val="28000"/>
            </a:srgbClr>
          </a:solidFill>
          <a:ln/>
        </p:spPr>
      </p:sp>
      <p:sp>
        <p:nvSpPr>
          <p:cNvPr id="70" name="Shape 68"/>
          <p:cNvSpPr/>
          <p:nvPr/>
        </p:nvSpPr>
        <p:spPr>
          <a:xfrm>
            <a:off x="8370494" y="9580836"/>
            <a:ext cx="78828" cy="78828"/>
          </a:xfrm>
          <a:prstGeom prst="ellipse">
            <a:avLst/>
          </a:prstGeom>
          <a:solidFill>
            <a:srgbClr val="F3EEE3">
              <a:alpha val="28000"/>
            </a:srgbClr>
          </a:solidFill>
          <a:ln/>
        </p:spPr>
      </p:sp>
      <p:sp>
        <p:nvSpPr>
          <p:cNvPr id="71" name="Shape 69"/>
          <p:cNvSpPr/>
          <p:nvPr/>
        </p:nvSpPr>
        <p:spPr>
          <a:xfrm>
            <a:off x="8528148" y="9580836"/>
            <a:ext cx="78828" cy="78828"/>
          </a:xfrm>
          <a:prstGeom prst="ellipse">
            <a:avLst/>
          </a:prstGeom>
          <a:solidFill>
            <a:srgbClr val="F3EEE3">
              <a:alpha val="28000"/>
            </a:srgbClr>
          </a:solidFill>
          <a:ln/>
        </p:spPr>
      </p:sp>
      <p:sp>
        <p:nvSpPr>
          <p:cNvPr id="72" name="Shape 70"/>
          <p:cNvSpPr/>
          <p:nvPr/>
        </p:nvSpPr>
        <p:spPr>
          <a:xfrm>
            <a:off x="8685803" y="9580836"/>
            <a:ext cx="78828" cy="78828"/>
          </a:xfrm>
          <a:prstGeom prst="ellipse">
            <a:avLst/>
          </a:prstGeom>
          <a:solidFill>
            <a:srgbClr val="F3EEE3">
              <a:alpha val="28000"/>
            </a:srgbClr>
          </a:solidFill>
          <a:ln/>
        </p:spPr>
      </p:sp>
      <p:sp>
        <p:nvSpPr>
          <p:cNvPr id="73" name="Shape 71"/>
          <p:cNvSpPr/>
          <p:nvPr/>
        </p:nvSpPr>
        <p:spPr>
          <a:xfrm>
            <a:off x="8843458" y="9580836"/>
            <a:ext cx="78828" cy="78828"/>
          </a:xfrm>
          <a:prstGeom prst="ellipse">
            <a:avLst/>
          </a:prstGeom>
          <a:solidFill>
            <a:srgbClr val="F3EEE3">
              <a:alpha val="28000"/>
            </a:srgbClr>
          </a:solidFill>
          <a:ln/>
        </p:spPr>
      </p:sp>
      <p:sp>
        <p:nvSpPr>
          <p:cNvPr id="74" name="Shape 72"/>
          <p:cNvSpPr/>
          <p:nvPr/>
        </p:nvSpPr>
        <p:spPr>
          <a:xfrm>
            <a:off x="9001113" y="9580836"/>
            <a:ext cx="78828" cy="78828"/>
          </a:xfrm>
          <a:prstGeom prst="ellipse">
            <a:avLst/>
          </a:prstGeom>
          <a:solidFill>
            <a:srgbClr val="F3EEE3">
              <a:alpha val="28000"/>
            </a:srgbClr>
          </a:solidFill>
          <a:ln/>
        </p:spPr>
      </p:sp>
      <p:sp>
        <p:nvSpPr>
          <p:cNvPr id="75" name="Shape 73"/>
          <p:cNvSpPr/>
          <p:nvPr/>
        </p:nvSpPr>
        <p:spPr>
          <a:xfrm>
            <a:off x="9158768" y="9580836"/>
            <a:ext cx="78828" cy="78828"/>
          </a:xfrm>
          <a:prstGeom prst="ellipse">
            <a:avLst/>
          </a:prstGeom>
          <a:solidFill>
            <a:srgbClr val="F3EEE3">
              <a:alpha val="28000"/>
            </a:srgbClr>
          </a:solidFill>
          <a:ln/>
        </p:spPr>
      </p:sp>
      <p:sp>
        <p:nvSpPr>
          <p:cNvPr id="76" name="Shape 74"/>
          <p:cNvSpPr/>
          <p:nvPr/>
        </p:nvSpPr>
        <p:spPr>
          <a:xfrm>
            <a:off x="9316423" y="9580836"/>
            <a:ext cx="78828" cy="78828"/>
          </a:xfrm>
          <a:prstGeom prst="ellipse">
            <a:avLst/>
          </a:prstGeom>
          <a:solidFill>
            <a:srgbClr val="F3EEE3">
              <a:alpha val="28000"/>
            </a:srgbClr>
          </a:solidFill>
          <a:ln/>
        </p:spPr>
      </p:sp>
      <p:sp>
        <p:nvSpPr>
          <p:cNvPr id="77" name="Shape 75"/>
          <p:cNvSpPr/>
          <p:nvPr/>
        </p:nvSpPr>
        <p:spPr>
          <a:xfrm>
            <a:off x="9474078" y="9580836"/>
            <a:ext cx="78828" cy="78828"/>
          </a:xfrm>
          <a:prstGeom prst="ellipse">
            <a:avLst/>
          </a:prstGeom>
          <a:solidFill>
            <a:srgbClr val="F3EEE3">
              <a:alpha val="28000"/>
            </a:srgbClr>
          </a:solidFill>
          <a:ln/>
        </p:spPr>
      </p:sp>
      <p:sp>
        <p:nvSpPr>
          <p:cNvPr id="78" name="Shape 76"/>
          <p:cNvSpPr/>
          <p:nvPr/>
        </p:nvSpPr>
        <p:spPr>
          <a:xfrm>
            <a:off x="9631733" y="9580836"/>
            <a:ext cx="78828" cy="78828"/>
          </a:xfrm>
          <a:prstGeom prst="ellipse">
            <a:avLst/>
          </a:prstGeom>
          <a:solidFill>
            <a:srgbClr val="F3EEE3">
              <a:alpha val="28000"/>
            </a:srgbClr>
          </a:solidFill>
          <a:ln/>
        </p:spPr>
      </p:sp>
      <p:sp>
        <p:nvSpPr>
          <p:cNvPr id="79" name="Shape 77"/>
          <p:cNvSpPr/>
          <p:nvPr/>
        </p:nvSpPr>
        <p:spPr>
          <a:xfrm>
            <a:off x="9789388" y="9580836"/>
            <a:ext cx="78828" cy="78828"/>
          </a:xfrm>
          <a:prstGeom prst="ellipse">
            <a:avLst/>
          </a:prstGeom>
          <a:solidFill>
            <a:srgbClr val="F3EEE3">
              <a:alpha val="28000"/>
            </a:srgbClr>
          </a:solidFill>
          <a:ln/>
        </p:spPr>
      </p:sp>
      <p:sp>
        <p:nvSpPr>
          <p:cNvPr id="80" name="Shape 78"/>
          <p:cNvSpPr/>
          <p:nvPr/>
        </p:nvSpPr>
        <p:spPr>
          <a:xfrm>
            <a:off x="9947043" y="9580836"/>
            <a:ext cx="78828" cy="78828"/>
          </a:xfrm>
          <a:prstGeom prst="ellipse">
            <a:avLst/>
          </a:prstGeom>
          <a:solidFill>
            <a:srgbClr val="F3EEE3">
              <a:alpha val="28000"/>
            </a:srgbClr>
          </a:solidFill>
          <a:ln/>
        </p:spPr>
      </p:sp>
      <p:sp>
        <p:nvSpPr>
          <p:cNvPr id="81" name="Text 79"/>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03/58</a:t>
            </a:r>
            <a:endParaRPr lang="en-US" sz="1800" dirty="0"/>
          </a:p>
        </p:txBody>
      </p:sp>
      <p:sp>
        <p:nvSpPr>
          <p:cNvPr id="82" name="Shape 80"/>
          <p:cNvSpPr/>
          <p:nvPr/>
        </p:nvSpPr>
        <p:spPr>
          <a:xfrm>
            <a:off x="15983712" y="9076331"/>
            <a:ext cx="1645920" cy="552301"/>
          </a:xfrm>
          <a:prstGeom prst="roundRect">
            <a:avLst>
              <a:gd name="adj" fmla="val 28000"/>
            </a:avLst>
          </a:prstGeom>
          <a:solidFill>
            <a:srgbClr val="FFFFFF">
              <a:alpha val="82000"/>
            </a:srgbClr>
          </a:solidFill>
          <a:ln/>
        </p:spPr>
      </p:sp>
      <p:pic>
        <p:nvPicPr>
          <p:cNvPr id="83" name="Moda image moda-export-watermark-10015520-a722-410f-b40c-03f03bd98ac2"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14161C"/>
                </a:solidFill>
                <a:latin typeface="Noto Sans JP ExtraBold" pitchFamily="34" charset="0"/>
                <a:ea typeface="Noto Sans JP ExtraBold" pitchFamily="34" charset="-122"/>
                <a:cs typeface="Noto Sans JP ExtraBold" pitchFamily="34" charset="-120"/>
              </a:rPr>
              <a:t>-5°Cから</a:t>
            </a:r>
            <a:r>
              <a:rPr lang="en-US" sz="5700" dirty="0" spc="0" kern="0">
                <a:solidFill>
                  <a:srgbClr val="14161C"/>
                </a:solidFill>
                <a:latin typeface="Noto Sans JP ExtraBold" pitchFamily="34" charset="0"/>
                <a:ea typeface="Noto Sans JP ExtraBold" pitchFamily="34" charset="-122"/>
                <a:cs typeface="Noto Sans JP ExtraBold" pitchFamily="34" charset="-120"/>
              </a:rPr>
              <a:t> 450°C超までの</a:t>
            </a:r>
            <a:r>
              <a:rPr lang="en-US" sz="5700" dirty="0" spc="2" kern="0">
                <a:solidFill>
                  <a:srgbClr val="14161C"/>
                </a:solidFill>
                <a:latin typeface="Noto Sans JP ExtraBold" pitchFamily="34" charset="0"/>
                <a:ea typeface="Noto Sans JP ExtraBold" pitchFamily="34" charset="-122"/>
                <a:cs typeface="Noto Sans JP ExtraBold" pitchFamily="34" charset="-120"/>
              </a:rPr>
              <a:t> 9つの</a:t>
            </a:r>
            <a:r>
              <a:rPr lang="en-US" sz="5700" dirty="0" spc="-1" kern="0">
                <a:solidFill>
                  <a:srgbClr val="14161C"/>
                </a:solidFill>
                <a:latin typeface="Noto Sans JP ExtraBold" pitchFamily="34" charset="0"/>
                <a:ea typeface="Noto Sans JP ExtraBold" pitchFamily="34" charset="-122"/>
                <a:cs typeface="Noto Sans JP ExtraBold" pitchFamily="34" charset="-120"/>
              </a:rPr>
              <a:t> 領域</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DDD5C1"/>
            </a:solidFill>
            <a:prstDash val="solid"/>
          </a:ln>
        </p:spPr>
      </p:sp>
      <p:pic>
        <p:nvPicPr>
          <p:cNvPr id="4" name="Moda image rect-1793234073986-867583269" descr="">    </p:cNvPr>
          <p:cNvPicPr>
            <a:picLocks noChangeAspect="1"/>
          </p:cNvPicPr>
          <p:nvPr/>
        </p:nvPicPr>
        <p:blipFill>
          <a:blip r:embed="rId1"/>
          <a:srcRect l="0" r="0" t="0" b="0"/>
          <a:stretch/>
        </p:blipFill>
        <p:spPr>
          <a:xfrm>
            <a:off x="1104900" y="2440781"/>
            <a:ext cx="9715500" cy="5710238"/>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6B6A66"/>
                </a:solidFill>
                <a:latin typeface="Noto Sans JP" pitchFamily="34" charset="0"/>
                <a:ea typeface="Noto Sans JP" pitchFamily="34" charset="-122"/>
                <a:cs typeface="Noto Sans JP" pitchFamily="34" charset="-120"/>
              </a:rPr>
              <a:t>図:</a:t>
            </a:r>
            <a:r>
              <a:rPr lang="en-US" sz="1650" dirty="0" spc="-1" kern="0">
                <a:solidFill>
                  <a:srgbClr val="6B6A66"/>
                </a:solidFill>
                <a:latin typeface="Noto Sans JP" pitchFamily="34" charset="0"/>
                <a:ea typeface="Noto Sans JP" pitchFamily="34" charset="-122"/>
                <a:cs typeface="Noto Sans JP" pitchFamily="34" charset="-120"/>
              </a:rPr>
              <a:t> 自作、</a:t>
            </a:r>
            <a:r>
              <a:rPr lang="en-US" sz="1650" dirty="0" spc="-2" kern="0">
                <a:solidFill>
                  <a:srgbClr val="6B6A66"/>
                </a:solidFill>
                <a:latin typeface="Noto Sans JP" pitchFamily="34" charset="0"/>
                <a:ea typeface="Noto Sans JP" pitchFamily="34" charset="-122"/>
                <a:cs typeface="Noto Sans JP" pitchFamily="34" charset="-120"/>
              </a:rPr>
              <a:t> 出典[S3][S4][S5][S6][S11]から</a:t>
            </a:r>
            <a:r>
              <a:rPr lang="en-US" sz="1650" dirty="0" spc="-3" kern="0">
                <a:solidFill>
                  <a:srgbClr val="6B6A66"/>
                </a:solidFill>
                <a:latin typeface="Noto Sans JP" pitchFamily="34" charset="0"/>
                <a:ea typeface="Noto Sans JP" pitchFamily="34" charset="-122"/>
                <a:cs typeface="Noto Sans JP" pitchFamily="34" charset="-120"/>
              </a:rPr>
              <a:t> 作成</a:t>
            </a:r>
            <a:endParaRPr lang="en-US" sz="1650" dirty="0"/>
          </a:p>
        </p:txBody>
      </p:sp>
      <p:sp>
        <p:nvSpPr>
          <p:cNvPr id="6" name="Shape 3"/>
          <p:cNvSpPr/>
          <p:nvPr/>
        </p:nvSpPr>
        <p:spPr>
          <a:xfrm>
            <a:off x="11391900" y="2247900"/>
            <a:ext cx="5981700" cy="1428750"/>
          </a:xfrm>
          <a:prstGeom prst="roundRect">
            <a:avLst>
              <a:gd name="adj" fmla="val 13333"/>
            </a:avLst>
          </a:prstGeom>
          <a:solidFill>
            <a:srgbClr val="E8E0CF"/>
          </a:solidFill>
          <a:ln/>
        </p:spPr>
      </p:sp>
      <p:sp>
        <p:nvSpPr>
          <p:cNvPr id="7" name="Shape 4"/>
          <p:cNvSpPr/>
          <p:nvPr/>
        </p:nvSpPr>
        <p:spPr>
          <a:xfrm>
            <a:off x="11391900" y="2247900"/>
            <a:ext cx="114300" cy="1428750"/>
          </a:xfrm>
          <a:prstGeom prst="roundRect">
            <a:avLst>
              <a:gd name="adj" fmla="val 50000"/>
            </a:avLst>
          </a:prstGeom>
          <a:solidFill>
            <a:srgbClr val="B45309"/>
          </a:solidFill>
          <a:ln/>
        </p:spPr>
      </p:sp>
      <p:sp>
        <p:nvSpPr>
          <p:cNvPr id="8" name="Text 5"/>
          <p:cNvSpPr/>
          <p:nvPr/>
        </p:nvSpPr>
        <p:spPr>
          <a:xfrm>
            <a:off x="11734800" y="2343150"/>
            <a:ext cx="5448300" cy="571500"/>
          </a:xfrm>
          <a:prstGeom prst="rect">
            <a:avLst/>
          </a:prstGeom>
          <a:noFill/>
          <a:ln/>
        </p:spPr>
        <p:txBody>
          <a:bodyPr wrap="square" lIns="0" tIns="0" rIns="0" bIns="0" rtlCol="0" anchor="ctr"/>
          <a:lstStyle/>
          <a:p>
            <a:pPr algn="l" indent="0" marL="0">
              <a:buNone/>
            </a:pPr>
            <a:r>
              <a:rPr lang="en-US" sz="2250" dirty="0" kern="0">
                <a:solidFill>
                  <a:srgbClr val="B45309"/>
                </a:solidFill>
                <a:latin typeface="Noto Sans JP ExtraBold" pitchFamily="34" charset="0"/>
                <a:ea typeface="Noto Sans JP ExtraBold" pitchFamily="34" charset="-122"/>
                <a:cs typeface="Noto Sans JP ExtraBold" pitchFamily="34" charset="-120"/>
              </a:rPr>
              <a:t>領域A〜D</a:t>
            </a:r>
            <a:endParaRPr lang="en-US" sz="2250" dirty="0"/>
          </a:p>
        </p:txBody>
      </p:sp>
      <p:sp>
        <p:nvSpPr>
          <p:cNvPr id="9" name="Text 6"/>
          <p:cNvSpPr/>
          <p:nvPr/>
        </p:nvSpPr>
        <p:spPr>
          <a:xfrm>
            <a:off x="11734800" y="2819400"/>
            <a:ext cx="5448300" cy="8001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低温、 保管、</a:t>
            </a:r>
            <a:r>
              <a:rPr lang="en-US" sz="2550" dirty="0" spc="1" kern="0">
                <a:solidFill>
                  <a:srgbClr val="14161C"/>
                </a:solidFill>
                <a:latin typeface="Noto Sans JP SemiBold" pitchFamily="34" charset="0"/>
                <a:ea typeface="Noto Sans JP SemiBold" pitchFamily="34" charset="-122"/>
                <a:cs typeface="Noto Sans JP SemiBold" pitchFamily="34" charset="-120"/>
              </a:rPr>
              <a:t> 軽い</a:t>
            </a:r>
            <a:r>
              <a:rPr lang="en-US" sz="2550" dirty="0" spc="0" kern="0">
                <a:solidFill>
                  <a:srgbClr val="14161C"/>
                </a:solidFill>
                <a:latin typeface="Noto Sans JP SemiBold" pitchFamily="34" charset="0"/>
                <a:ea typeface="Noto Sans JP SemiBold" pitchFamily="34" charset="-122"/>
                <a:cs typeface="Noto Sans JP SemiBold" pitchFamily="34" charset="-120"/>
              </a:rPr>
              <a:t> 加熱、</a:t>
            </a:r>
            <a:r>
              <a:rPr lang="en-US" sz="2550" dirty="0" spc="1" kern="0">
                <a:solidFill>
                  <a:srgbClr val="14161C"/>
                </a:solidFill>
                <a:latin typeface="Noto Sans JP SemiBold" pitchFamily="34" charset="0"/>
                <a:ea typeface="Noto Sans JP SemiBold" pitchFamily="34" charset="-122"/>
                <a:cs typeface="Noto Sans JP SemiBold" pitchFamily="34" charset="-120"/>
              </a:rPr>
              <a:t> 水の</a:t>
            </a:r>
            <a:r>
              <a:rPr lang="en-US" sz="2550" dirty="0" spc="0" kern="0">
                <a:solidFill>
                  <a:srgbClr val="14161C"/>
                </a:solidFill>
                <a:latin typeface="Noto Sans JP SemiBold" pitchFamily="34" charset="0"/>
                <a:ea typeface="Noto Sans JP SemiBold" pitchFamily="34" charset="-122"/>
                <a:cs typeface="Noto Sans JP SemiBold" pitchFamily="34" charset="-120"/>
              </a:rPr>
              <a:t> 蒸発</a:t>
            </a:r>
            <a:endParaRPr lang="en-US" sz="2550" dirty="0"/>
          </a:p>
        </p:txBody>
      </p:sp>
      <p:sp>
        <p:nvSpPr>
          <p:cNvPr id="10" name="Shape 7"/>
          <p:cNvSpPr/>
          <p:nvPr/>
        </p:nvSpPr>
        <p:spPr>
          <a:xfrm>
            <a:off x="11391900" y="3905250"/>
            <a:ext cx="5981700" cy="1428750"/>
          </a:xfrm>
          <a:prstGeom prst="roundRect">
            <a:avLst>
              <a:gd name="adj" fmla="val 13333"/>
            </a:avLst>
          </a:prstGeom>
          <a:solidFill>
            <a:srgbClr val="E8E0CF"/>
          </a:solidFill>
          <a:ln/>
        </p:spPr>
      </p:sp>
      <p:sp>
        <p:nvSpPr>
          <p:cNvPr id="11" name="Shape 8"/>
          <p:cNvSpPr/>
          <p:nvPr/>
        </p:nvSpPr>
        <p:spPr>
          <a:xfrm>
            <a:off x="11391900" y="3905250"/>
            <a:ext cx="114300" cy="1428750"/>
          </a:xfrm>
          <a:prstGeom prst="roundRect">
            <a:avLst>
              <a:gd name="adj" fmla="val 50000"/>
            </a:avLst>
          </a:prstGeom>
          <a:solidFill>
            <a:srgbClr val="0F766E"/>
          </a:solidFill>
          <a:ln/>
        </p:spPr>
      </p:sp>
      <p:sp>
        <p:nvSpPr>
          <p:cNvPr id="12" name="Text 9"/>
          <p:cNvSpPr/>
          <p:nvPr/>
        </p:nvSpPr>
        <p:spPr>
          <a:xfrm>
            <a:off x="11734800" y="4000500"/>
            <a:ext cx="5448300" cy="571500"/>
          </a:xfrm>
          <a:prstGeom prst="rect">
            <a:avLst/>
          </a:prstGeom>
          <a:noFill/>
          <a:ln/>
        </p:spPr>
        <p:txBody>
          <a:bodyPr wrap="square" lIns="0" tIns="0" rIns="0" bIns="0" rtlCol="0" anchor="ctr"/>
          <a:lstStyle/>
          <a:p>
            <a:pPr algn="l" indent="0" marL="0">
              <a:buNone/>
            </a:pPr>
            <a:r>
              <a:rPr lang="en-US" sz="2250" dirty="0" spc="-1" kern="0">
                <a:solidFill>
                  <a:srgbClr val="0F766E"/>
                </a:solidFill>
                <a:latin typeface="Noto Sans JP ExtraBold" pitchFamily="34" charset="0"/>
                <a:ea typeface="Noto Sans JP ExtraBold" pitchFamily="34" charset="-122"/>
                <a:cs typeface="Noto Sans JP ExtraBold" pitchFamily="34" charset="-120"/>
              </a:rPr>
              <a:t>領域E〜G</a:t>
            </a:r>
            <a:endParaRPr lang="en-US" sz="2250" dirty="0"/>
          </a:p>
        </p:txBody>
      </p:sp>
      <p:sp>
        <p:nvSpPr>
          <p:cNvPr id="13" name="Text 10"/>
          <p:cNvSpPr/>
          <p:nvPr/>
        </p:nvSpPr>
        <p:spPr>
          <a:xfrm>
            <a:off x="11734800" y="4476750"/>
            <a:ext cx="5448300" cy="8001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尿素の 分解、</a:t>
            </a:r>
            <a:r>
              <a:rPr lang="en-US" sz="2550" dirty="0" spc="-7" kern="0">
                <a:solidFill>
                  <a:srgbClr val="14161C"/>
                </a:solidFill>
                <a:latin typeface="Noto Sans JP SemiBold" pitchFamily="34" charset="0"/>
                <a:ea typeface="Noto Sans JP SemiBold" pitchFamily="34" charset="-122"/>
                <a:cs typeface="Noto Sans JP SemiBold" pitchFamily="34" charset="-120"/>
              </a:rPr>
              <a:t> ビウレット、</a:t>
            </a:r>
            <a:r>
              <a:rPr lang="en-US" sz="2550" dirty="0" spc="0" kern="0">
                <a:solidFill>
                  <a:srgbClr val="14161C"/>
                </a:solidFill>
                <a:latin typeface="Noto Sans JP SemiBold" pitchFamily="34" charset="0"/>
                <a:ea typeface="Noto Sans JP SemiBold" pitchFamily="34" charset="-122"/>
                <a:cs typeface="Noto Sans JP SemiBold" pitchFamily="34" charset="-120"/>
              </a:rPr>
              <a:t> シアヌル酸、</a:t>
            </a:r>
            <a:r>
              <a:rPr lang="en-US" sz="2550" dirty="0" spc="-29" kern="0">
                <a:solidFill>
                  <a:srgbClr val="14161C"/>
                </a:solidFill>
                <a:latin typeface="Noto Sans JP SemiBold" pitchFamily="34" charset="0"/>
                <a:ea typeface="Noto Sans JP SemiBold" pitchFamily="34" charset="-122"/>
                <a:cs typeface="Noto Sans JP SemiBold" pitchFamily="34" charset="-120"/>
              </a:rPr>
              <a:t> アンメリド</a:t>
            </a:r>
            <a:endParaRPr lang="en-US" sz="2550" dirty="0"/>
          </a:p>
        </p:txBody>
      </p:sp>
      <p:sp>
        <p:nvSpPr>
          <p:cNvPr id="14" name="Shape 11"/>
          <p:cNvSpPr/>
          <p:nvPr/>
        </p:nvSpPr>
        <p:spPr>
          <a:xfrm>
            <a:off x="11391900" y="5562600"/>
            <a:ext cx="5981700" cy="1428750"/>
          </a:xfrm>
          <a:prstGeom prst="roundRect">
            <a:avLst>
              <a:gd name="adj" fmla="val 13333"/>
            </a:avLst>
          </a:prstGeom>
          <a:solidFill>
            <a:srgbClr val="E8E0CF"/>
          </a:solidFill>
          <a:ln/>
        </p:spPr>
      </p:sp>
      <p:sp>
        <p:nvSpPr>
          <p:cNvPr id="15" name="Shape 12"/>
          <p:cNvSpPr/>
          <p:nvPr/>
        </p:nvSpPr>
        <p:spPr>
          <a:xfrm>
            <a:off x="11391900" y="5562600"/>
            <a:ext cx="114300" cy="1428750"/>
          </a:xfrm>
          <a:prstGeom prst="roundRect">
            <a:avLst>
              <a:gd name="adj" fmla="val 50000"/>
            </a:avLst>
          </a:prstGeom>
          <a:solidFill>
            <a:srgbClr val="E8472B"/>
          </a:solidFill>
          <a:ln/>
        </p:spPr>
      </p:sp>
      <p:sp>
        <p:nvSpPr>
          <p:cNvPr id="16" name="Text 13"/>
          <p:cNvSpPr/>
          <p:nvPr/>
        </p:nvSpPr>
        <p:spPr>
          <a:xfrm>
            <a:off x="11734800" y="5657850"/>
            <a:ext cx="5448300" cy="571500"/>
          </a:xfrm>
          <a:prstGeom prst="rect">
            <a:avLst/>
          </a:prstGeom>
          <a:noFill/>
          <a:ln/>
        </p:spPr>
        <p:txBody>
          <a:bodyPr wrap="square" lIns="0" tIns="0" rIns="0" bIns="0" rtlCol="0" anchor="ctr"/>
          <a:lstStyle/>
          <a:p>
            <a:pPr algn="l" indent="0" marL="0">
              <a:buNone/>
            </a:pPr>
            <a:r>
              <a:rPr lang="en-US" sz="2250" dirty="0" kern="0">
                <a:solidFill>
                  <a:srgbClr val="E8472B"/>
                </a:solidFill>
                <a:latin typeface="Noto Sans JP ExtraBold" pitchFamily="34" charset="0"/>
                <a:ea typeface="Noto Sans JP ExtraBold" pitchFamily="34" charset="-122"/>
                <a:cs typeface="Noto Sans JP ExtraBold" pitchFamily="34" charset="-120"/>
              </a:rPr>
              <a:t>領域H〜I</a:t>
            </a:r>
            <a:endParaRPr lang="en-US" sz="2250" dirty="0"/>
          </a:p>
        </p:txBody>
      </p:sp>
      <p:sp>
        <p:nvSpPr>
          <p:cNvPr id="17" name="Text 14"/>
          <p:cNvSpPr/>
          <p:nvPr/>
        </p:nvSpPr>
        <p:spPr>
          <a:xfrm>
            <a:off x="11734800" y="6134100"/>
            <a:ext cx="5448300" cy="8001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ゆっくり 分解する</a:t>
            </a:r>
            <a:r>
              <a:rPr lang="en-US" sz="2550" dirty="0" spc="-7" kern="0">
                <a:solidFill>
                  <a:srgbClr val="14161C"/>
                </a:solidFill>
                <a:latin typeface="Noto Sans JP SemiBold" pitchFamily="34" charset="0"/>
                <a:ea typeface="Noto Sans JP SemiBold" pitchFamily="34" charset="-122"/>
                <a:cs typeface="Noto Sans JP SemiBold" pitchFamily="34" charset="-120"/>
              </a:rPr>
              <a:t> 堆積物、そしてほぼ</a:t>
            </a:r>
            <a:r>
              <a:rPr lang="en-US" sz="2550" dirty="0" spc="-20" kern="0">
                <a:solidFill>
                  <a:srgbClr val="14161C"/>
                </a:solidFill>
                <a:latin typeface="Noto Sans JP SemiBold" pitchFamily="34" charset="0"/>
                <a:ea typeface="Noto Sans JP SemiBold" pitchFamily="34" charset="-122"/>
                <a:cs typeface="Noto Sans JP SemiBold" pitchFamily="34" charset="-120"/>
              </a:rPr>
              <a:t> 消える</a:t>
            </a:r>
            <a:r>
              <a:rPr lang="en-US" sz="2550" dirty="0" spc="1" kern="0">
                <a:solidFill>
                  <a:srgbClr val="14161C"/>
                </a:solidFill>
                <a:latin typeface="Noto Sans JP SemiBold" pitchFamily="34" charset="0"/>
                <a:ea typeface="Noto Sans JP SemiBold" pitchFamily="34" charset="-122"/>
                <a:cs typeface="Noto Sans JP SemiBold" pitchFamily="34" charset="-120"/>
              </a:rPr>
              <a:t> 段階</a:t>
            </a:r>
            <a:endParaRPr lang="en-US" sz="2550" dirty="0"/>
          </a:p>
        </p:txBody>
      </p:sp>
      <p:sp>
        <p:nvSpPr>
          <p:cNvPr id="18"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[S3]</a:t>
            </a:r>
            <a:r>
              <a:rPr lang="en-US" sz="1800" dirty="0" spc="-1" kern="0">
                <a:solidFill>
                  <a:srgbClr val="6B6A66"/>
                </a:solidFill>
                <a:latin typeface="Noto Sans JP" pitchFamily="34" charset="0"/>
                <a:ea typeface="Noto Sans JP" pitchFamily="34" charset="-122"/>
                <a:cs typeface="Noto Sans JP" pitchFamily="34" charset="-120"/>
              </a:rPr>
              <a:t> [S4]</a:t>
            </a:r>
            <a:r>
              <a:rPr lang="en-US" sz="1800" dirty="0" spc="-2" kern="0">
                <a:solidFill>
                  <a:srgbClr val="6B6A66"/>
                </a:solidFill>
                <a:latin typeface="Noto Sans JP" pitchFamily="34" charset="0"/>
                <a:ea typeface="Noto Sans JP" pitchFamily="34" charset="-122"/>
                <a:cs typeface="Noto Sans JP" pitchFamily="34" charset="-120"/>
              </a:rPr>
              <a:t> [S5]</a:t>
            </a:r>
            <a:r>
              <a:rPr lang="en-US" sz="1800" dirty="0" spc="-1" kern="0">
                <a:solidFill>
                  <a:srgbClr val="6B6A66"/>
                </a:solidFill>
                <a:latin typeface="Noto Sans JP" pitchFamily="34" charset="0"/>
                <a:ea typeface="Noto Sans JP" pitchFamily="34" charset="-122"/>
                <a:cs typeface="Noto Sans JP" pitchFamily="34" charset="-120"/>
              </a:rPr>
              <a:t> [S6]</a:t>
            </a:r>
            <a:r>
              <a:rPr lang="en-US" sz="1800" dirty="0" spc="-2" kern="0">
                <a:solidFill>
                  <a:srgbClr val="6B6A66"/>
                </a:solidFill>
                <a:latin typeface="Noto Sans JP" pitchFamily="34" charset="0"/>
                <a:ea typeface="Noto Sans JP" pitchFamily="34" charset="-122"/>
                <a:cs typeface="Noto Sans JP" pitchFamily="34" charset="-120"/>
              </a:rPr>
              <a:t> [S11]</a:t>
            </a:r>
            <a:endParaRPr lang="en-US" sz="1800" dirty="0"/>
          </a:p>
        </p:txBody>
      </p:sp>
      <p:sp>
        <p:nvSpPr>
          <p:cNvPr id="19" name="Shape 16"/>
          <p:cNvSpPr/>
          <p:nvPr/>
        </p:nvSpPr>
        <p:spPr>
          <a:xfrm>
            <a:off x="960711" y="9580836"/>
            <a:ext cx="78828" cy="78828"/>
          </a:xfrm>
          <a:prstGeom prst="ellipse">
            <a:avLst/>
          </a:prstGeom>
          <a:solidFill>
            <a:srgbClr val="14161C">
              <a:alpha val="28000"/>
            </a:srgbClr>
          </a:solidFill>
          <a:ln/>
        </p:spPr>
      </p:sp>
      <p:sp>
        <p:nvSpPr>
          <p:cNvPr id="20" name="Shape 17"/>
          <p:cNvSpPr/>
          <p:nvPr/>
        </p:nvSpPr>
        <p:spPr>
          <a:xfrm>
            <a:off x="1118366" y="9580836"/>
            <a:ext cx="78828" cy="78828"/>
          </a:xfrm>
          <a:prstGeom prst="ellipse">
            <a:avLst/>
          </a:prstGeom>
          <a:solidFill>
            <a:srgbClr val="14161C">
              <a:alpha val="28000"/>
            </a:srgbClr>
          </a:solidFill>
          <a:ln/>
        </p:spPr>
      </p:sp>
      <p:sp>
        <p:nvSpPr>
          <p:cNvPr id="21" name="Shape 18"/>
          <p:cNvSpPr/>
          <p:nvPr/>
        </p:nvSpPr>
        <p:spPr>
          <a:xfrm>
            <a:off x="1276021" y="9580836"/>
            <a:ext cx="78828" cy="78828"/>
          </a:xfrm>
          <a:prstGeom prst="ellipse">
            <a:avLst/>
          </a:prstGeom>
          <a:solidFill>
            <a:srgbClr val="14161C">
              <a:alpha val="28000"/>
            </a:srgbClr>
          </a:solidFill>
          <a:ln/>
        </p:spPr>
      </p:sp>
      <p:sp>
        <p:nvSpPr>
          <p:cNvPr id="22" name="Shape 19"/>
          <p:cNvSpPr/>
          <p:nvPr/>
        </p:nvSpPr>
        <p:spPr>
          <a:xfrm>
            <a:off x="1420538" y="9567698"/>
            <a:ext cx="105103" cy="105103"/>
          </a:xfrm>
          <a:prstGeom prst="ellipse">
            <a:avLst/>
          </a:prstGeom>
          <a:solidFill>
            <a:srgbClr val="E8472B"/>
          </a:solidFill>
          <a:ln/>
        </p:spPr>
      </p:sp>
      <p:sp>
        <p:nvSpPr>
          <p:cNvPr id="23" name="Shape 20"/>
          <p:cNvSpPr/>
          <p:nvPr/>
        </p:nvSpPr>
        <p:spPr>
          <a:xfrm>
            <a:off x="1591331" y="9580836"/>
            <a:ext cx="78828" cy="78828"/>
          </a:xfrm>
          <a:prstGeom prst="ellipse">
            <a:avLst/>
          </a:prstGeom>
          <a:solidFill>
            <a:srgbClr val="14161C">
              <a:alpha val="28000"/>
            </a:srgbClr>
          </a:solidFill>
          <a:ln/>
        </p:spPr>
      </p:sp>
      <p:sp>
        <p:nvSpPr>
          <p:cNvPr id="24" name="Shape 21"/>
          <p:cNvSpPr/>
          <p:nvPr/>
        </p:nvSpPr>
        <p:spPr>
          <a:xfrm>
            <a:off x="1748986" y="9580836"/>
            <a:ext cx="78828" cy="78828"/>
          </a:xfrm>
          <a:prstGeom prst="ellipse">
            <a:avLst/>
          </a:prstGeom>
          <a:solidFill>
            <a:srgbClr val="14161C">
              <a:alpha val="28000"/>
            </a:srgbClr>
          </a:solidFill>
          <a:ln/>
        </p:spPr>
      </p:sp>
      <p:sp>
        <p:nvSpPr>
          <p:cNvPr id="25" name="Shape 22"/>
          <p:cNvSpPr/>
          <p:nvPr/>
        </p:nvSpPr>
        <p:spPr>
          <a:xfrm>
            <a:off x="1906641" y="9580836"/>
            <a:ext cx="78828" cy="78828"/>
          </a:xfrm>
          <a:prstGeom prst="ellipse">
            <a:avLst/>
          </a:prstGeom>
          <a:solidFill>
            <a:srgbClr val="14161C">
              <a:alpha val="28000"/>
            </a:srgbClr>
          </a:solidFill>
          <a:ln/>
        </p:spPr>
      </p:sp>
      <p:sp>
        <p:nvSpPr>
          <p:cNvPr id="26" name="Shape 23"/>
          <p:cNvSpPr/>
          <p:nvPr/>
        </p:nvSpPr>
        <p:spPr>
          <a:xfrm>
            <a:off x="2064296" y="9580836"/>
            <a:ext cx="78828" cy="78828"/>
          </a:xfrm>
          <a:prstGeom prst="ellipse">
            <a:avLst/>
          </a:prstGeom>
          <a:solidFill>
            <a:srgbClr val="14161C">
              <a:alpha val="28000"/>
            </a:srgbClr>
          </a:solidFill>
          <a:ln/>
        </p:spPr>
      </p:sp>
      <p:sp>
        <p:nvSpPr>
          <p:cNvPr id="27" name="Shape 24"/>
          <p:cNvSpPr/>
          <p:nvPr/>
        </p:nvSpPr>
        <p:spPr>
          <a:xfrm>
            <a:off x="2221951" y="9580836"/>
            <a:ext cx="78828" cy="78828"/>
          </a:xfrm>
          <a:prstGeom prst="ellipse">
            <a:avLst/>
          </a:prstGeom>
          <a:solidFill>
            <a:srgbClr val="14161C">
              <a:alpha val="28000"/>
            </a:srgbClr>
          </a:solidFill>
          <a:ln/>
        </p:spPr>
      </p:sp>
      <p:sp>
        <p:nvSpPr>
          <p:cNvPr id="28" name="Shape 25"/>
          <p:cNvSpPr/>
          <p:nvPr/>
        </p:nvSpPr>
        <p:spPr>
          <a:xfrm>
            <a:off x="2379606" y="9580836"/>
            <a:ext cx="78828" cy="78828"/>
          </a:xfrm>
          <a:prstGeom prst="ellipse">
            <a:avLst/>
          </a:prstGeom>
          <a:solidFill>
            <a:srgbClr val="14161C">
              <a:alpha val="28000"/>
            </a:srgbClr>
          </a:solidFill>
          <a:ln/>
        </p:spPr>
      </p:sp>
      <p:sp>
        <p:nvSpPr>
          <p:cNvPr id="29" name="Shape 26"/>
          <p:cNvSpPr/>
          <p:nvPr/>
        </p:nvSpPr>
        <p:spPr>
          <a:xfrm>
            <a:off x="2537261" y="9580836"/>
            <a:ext cx="78828" cy="78828"/>
          </a:xfrm>
          <a:prstGeom prst="ellipse">
            <a:avLst/>
          </a:prstGeom>
          <a:solidFill>
            <a:srgbClr val="14161C">
              <a:alpha val="28000"/>
            </a:srgbClr>
          </a:solidFill>
          <a:ln/>
        </p:spPr>
      </p:sp>
      <p:sp>
        <p:nvSpPr>
          <p:cNvPr id="30" name="Shape 27"/>
          <p:cNvSpPr/>
          <p:nvPr/>
        </p:nvSpPr>
        <p:spPr>
          <a:xfrm>
            <a:off x="2694916" y="9580836"/>
            <a:ext cx="78828" cy="78828"/>
          </a:xfrm>
          <a:prstGeom prst="ellipse">
            <a:avLst/>
          </a:prstGeom>
          <a:solidFill>
            <a:srgbClr val="14161C">
              <a:alpha val="28000"/>
            </a:srgbClr>
          </a:solidFill>
          <a:ln/>
        </p:spPr>
      </p:sp>
      <p:sp>
        <p:nvSpPr>
          <p:cNvPr id="31" name="Shape 28"/>
          <p:cNvSpPr/>
          <p:nvPr/>
        </p:nvSpPr>
        <p:spPr>
          <a:xfrm>
            <a:off x="2852571" y="9580836"/>
            <a:ext cx="78828" cy="78828"/>
          </a:xfrm>
          <a:prstGeom prst="ellipse">
            <a:avLst/>
          </a:prstGeom>
          <a:solidFill>
            <a:srgbClr val="14161C">
              <a:alpha val="28000"/>
            </a:srgbClr>
          </a:solidFill>
          <a:ln/>
        </p:spPr>
      </p:sp>
      <p:sp>
        <p:nvSpPr>
          <p:cNvPr id="32" name="Shape 29"/>
          <p:cNvSpPr/>
          <p:nvPr/>
        </p:nvSpPr>
        <p:spPr>
          <a:xfrm>
            <a:off x="3010225" y="9580836"/>
            <a:ext cx="78828" cy="78828"/>
          </a:xfrm>
          <a:prstGeom prst="ellipse">
            <a:avLst/>
          </a:prstGeom>
          <a:solidFill>
            <a:srgbClr val="14161C">
              <a:alpha val="28000"/>
            </a:srgbClr>
          </a:solidFill>
          <a:ln/>
        </p:spPr>
      </p:sp>
      <p:sp>
        <p:nvSpPr>
          <p:cNvPr id="33" name="Shape 30"/>
          <p:cNvSpPr/>
          <p:nvPr/>
        </p:nvSpPr>
        <p:spPr>
          <a:xfrm>
            <a:off x="3167880" y="9580836"/>
            <a:ext cx="78828" cy="78828"/>
          </a:xfrm>
          <a:prstGeom prst="ellipse">
            <a:avLst/>
          </a:prstGeom>
          <a:solidFill>
            <a:srgbClr val="14161C">
              <a:alpha val="28000"/>
            </a:srgbClr>
          </a:solidFill>
          <a:ln/>
        </p:spPr>
      </p:sp>
      <p:sp>
        <p:nvSpPr>
          <p:cNvPr id="34" name="Shape 31"/>
          <p:cNvSpPr/>
          <p:nvPr/>
        </p:nvSpPr>
        <p:spPr>
          <a:xfrm>
            <a:off x="3325535" y="9580836"/>
            <a:ext cx="78828" cy="78828"/>
          </a:xfrm>
          <a:prstGeom prst="ellipse">
            <a:avLst/>
          </a:prstGeom>
          <a:solidFill>
            <a:srgbClr val="14161C">
              <a:alpha val="28000"/>
            </a:srgbClr>
          </a:solidFill>
          <a:ln/>
        </p:spPr>
      </p:sp>
      <p:sp>
        <p:nvSpPr>
          <p:cNvPr id="35" name="Shape 32"/>
          <p:cNvSpPr/>
          <p:nvPr/>
        </p:nvSpPr>
        <p:spPr>
          <a:xfrm>
            <a:off x="3483190" y="9580836"/>
            <a:ext cx="78828" cy="78828"/>
          </a:xfrm>
          <a:prstGeom prst="ellipse">
            <a:avLst/>
          </a:prstGeom>
          <a:solidFill>
            <a:srgbClr val="14161C">
              <a:alpha val="28000"/>
            </a:srgbClr>
          </a:solidFill>
          <a:ln/>
        </p:spPr>
      </p:sp>
      <p:sp>
        <p:nvSpPr>
          <p:cNvPr id="36" name="Shape 33"/>
          <p:cNvSpPr/>
          <p:nvPr/>
        </p:nvSpPr>
        <p:spPr>
          <a:xfrm>
            <a:off x="3640845" y="9580836"/>
            <a:ext cx="78828" cy="78828"/>
          </a:xfrm>
          <a:prstGeom prst="ellipse">
            <a:avLst/>
          </a:prstGeom>
          <a:solidFill>
            <a:srgbClr val="14161C">
              <a:alpha val="28000"/>
            </a:srgbClr>
          </a:solidFill>
          <a:ln/>
        </p:spPr>
      </p:sp>
      <p:sp>
        <p:nvSpPr>
          <p:cNvPr id="37" name="Shape 34"/>
          <p:cNvSpPr/>
          <p:nvPr/>
        </p:nvSpPr>
        <p:spPr>
          <a:xfrm>
            <a:off x="3798500" y="9580836"/>
            <a:ext cx="78828" cy="78828"/>
          </a:xfrm>
          <a:prstGeom prst="ellipse">
            <a:avLst/>
          </a:prstGeom>
          <a:solidFill>
            <a:srgbClr val="14161C">
              <a:alpha val="28000"/>
            </a:srgbClr>
          </a:solidFill>
          <a:ln/>
        </p:spPr>
      </p:sp>
      <p:sp>
        <p:nvSpPr>
          <p:cNvPr id="38" name="Shape 35"/>
          <p:cNvSpPr/>
          <p:nvPr/>
        </p:nvSpPr>
        <p:spPr>
          <a:xfrm>
            <a:off x="3956155" y="9580836"/>
            <a:ext cx="78828" cy="78828"/>
          </a:xfrm>
          <a:prstGeom prst="ellipse">
            <a:avLst/>
          </a:prstGeom>
          <a:solidFill>
            <a:srgbClr val="14161C">
              <a:alpha val="28000"/>
            </a:srgbClr>
          </a:solidFill>
          <a:ln/>
        </p:spPr>
      </p:sp>
      <p:sp>
        <p:nvSpPr>
          <p:cNvPr id="39" name="Shape 36"/>
          <p:cNvSpPr/>
          <p:nvPr/>
        </p:nvSpPr>
        <p:spPr>
          <a:xfrm>
            <a:off x="4113810" y="9580836"/>
            <a:ext cx="78828" cy="78828"/>
          </a:xfrm>
          <a:prstGeom prst="ellipse">
            <a:avLst/>
          </a:prstGeom>
          <a:solidFill>
            <a:srgbClr val="14161C">
              <a:alpha val="28000"/>
            </a:srgbClr>
          </a:solidFill>
          <a:ln/>
        </p:spPr>
      </p:sp>
      <p:sp>
        <p:nvSpPr>
          <p:cNvPr id="40" name="Shape 37"/>
          <p:cNvSpPr/>
          <p:nvPr/>
        </p:nvSpPr>
        <p:spPr>
          <a:xfrm>
            <a:off x="4271465" y="9580836"/>
            <a:ext cx="78828" cy="78828"/>
          </a:xfrm>
          <a:prstGeom prst="ellipse">
            <a:avLst/>
          </a:prstGeom>
          <a:solidFill>
            <a:srgbClr val="14161C">
              <a:alpha val="28000"/>
            </a:srgbClr>
          </a:solidFill>
          <a:ln/>
        </p:spPr>
      </p:sp>
      <p:sp>
        <p:nvSpPr>
          <p:cNvPr id="41" name="Shape 38"/>
          <p:cNvSpPr/>
          <p:nvPr/>
        </p:nvSpPr>
        <p:spPr>
          <a:xfrm>
            <a:off x="4429120" y="9580836"/>
            <a:ext cx="78828" cy="78828"/>
          </a:xfrm>
          <a:prstGeom prst="ellipse">
            <a:avLst/>
          </a:prstGeom>
          <a:solidFill>
            <a:srgbClr val="14161C">
              <a:alpha val="28000"/>
            </a:srgbClr>
          </a:solidFill>
          <a:ln/>
        </p:spPr>
      </p:sp>
      <p:sp>
        <p:nvSpPr>
          <p:cNvPr id="42" name="Shape 39"/>
          <p:cNvSpPr/>
          <p:nvPr/>
        </p:nvSpPr>
        <p:spPr>
          <a:xfrm>
            <a:off x="4586775" y="9580836"/>
            <a:ext cx="78828" cy="78828"/>
          </a:xfrm>
          <a:prstGeom prst="ellipse">
            <a:avLst/>
          </a:prstGeom>
          <a:solidFill>
            <a:srgbClr val="14161C">
              <a:alpha val="28000"/>
            </a:srgbClr>
          </a:solidFill>
          <a:ln/>
        </p:spPr>
      </p:sp>
      <p:sp>
        <p:nvSpPr>
          <p:cNvPr id="43" name="Shape 40"/>
          <p:cNvSpPr/>
          <p:nvPr/>
        </p:nvSpPr>
        <p:spPr>
          <a:xfrm>
            <a:off x="4744430" y="9580836"/>
            <a:ext cx="78828" cy="78828"/>
          </a:xfrm>
          <a:prstGeom prst="ellipse">
            <a:avLst/>
          </a:prstGeom>
          <a:solidFill>
            <a:srgbClr val="14161C">
              <a:alpha val="28000"/>
            </a:srgbClr>
          </a:solidFill>
          <a:ln/>
        </p:spPr>
      </p:sp>
      <p:sp>
        <p:nvSpPr>
          <p:cNvPr id="44" name="Shape 41"/>
          <p:cNvSpPr/>
          <p:nvPr/>
        </p:nvSpPr>
        <p:spPr>
          <a:xfrm>
            <a:off x="4902085" y="9580836"/>
            <a:ext cx="78828" cy="78828"/>
          </a:xfrm>
          <a:prstGeom prst="ellipse">
            <a:avLst/>
          </a:prstGeom>
          <a:solidFill>
            <a:srgbClr val="14161C">
              <a:alpha val="28000"/>
            </a:srgbClr>
          </a:solidFill>
          <a:ln/>
        </p:spPr>
      </p:sp>
      <p:sp>
        <p:nvSpPr>
          <p:cNvPr id="45" name="Shape 42"/>
          <p:cNvSpPr/>
          <p:nvPr/>
        </p:nvSpPr>
        <p:spPr>
          <a:xfrm>
            <a:off x="5059740" y="9580836"/>
            <a:ext cx="78828" cy="78828"/>
          </a:xfrm>
          <a:prstGeom prst="ellipse">
            <a:avLst/>
          </a:prstGeom>
          <a:solidFill>
            <a:srgbClr val="14161C">
              <a:alpha val="28000"/>
            </a:srgbClr>
          </a:solidFill>
          <a:ln/>
        </p:spPr>
      </p:sp>
      <p:sp>
        <p:nvSpPr>
          <p:cNvPr id="46" name="Shape 43"/>
          <p:cNvSpPr/>
          <p:nvPr/>
        </p:nvSpPr>
        <p:spPr>
          <a:xfrm>
            <a:off x="5217395" y="9580836"/>
            <a:ext cx="78828" cy="78828"/>
          </a:xfrm>
          <a:prstGeom prst="ellipse">
            <a:avLst/>
          </a:prstGeom>
          <a:solidFill>
            <a:srgbClr val="14161C">
              <a:alpha val="28000"/>
            </a:srgbClr>
          </a:solidFill>
          <a:ln/>
        </p:spPr>
      </p:sp>
      <p:sp>
        <p:nvSpPr>
          <p:cNvPr id="47" name="Shape 44"/>
          <p:cNvSpPr/>
          <p:nvPr/>
        </p:nvSpPr>
        <p:spPr>
          <a:xfrm>
            <a:off x="5375050" y="9580836"/>
            <a:ext cx="78828" cy="78828"/>
          </a:xfrm>
          <a:prstGeom prst="ellipse">
            <a:avLst/>
          </a:prstGeom>
          <a:solidFill>
            <a:srgbClr val="14161C">
              <a:alpha val="28000"/>
            </a:srgbClr>
          </a:solidFill>
          <a:ln/>
        </p:spPr>
      </p:sp>
      <p:sp>
        <p:nvSpPr>
          <p:cNvPr id="48" name="Shape 45"/>
          <p:cNvSpPr/>
          <p:nvPr/>
        </p:nvSpPr>
        <p:spPr>
          <a:xfrm>
            <a:off x="5532705" y="9580836"/>
            <a:ext cx="78828" cy="78828"/>
          </a:xfrm>
          <a:prstGeom prst="ellipse">
            <a:avLst/>
          </a:prstGeom>
          <a:solidFill>
            <a:srgbClr val="14161C">
              <a:alpha val="28000"/>
            </a:srgbClr>
          </a:solidFill>
          <a:ln/>
        </p:spPr>
      </p:sp>
      <p:sp>
        <p:nvSpPr>
          <p:cNvPr id="49" name="Shape 46"/>
          <p:cNvSpPr/>
          <p:nvPr/>
        </p:nvSpPr>
        <p:spPr>
          <a:xfrm>
            <a:off x="5690359" y="9580836"/>
            <a:ext cx="78828" cy="78828"/>
          </a:xfrm>
          <a:prstGeom prst="ellipse">
            <a:avLst/>
          </a:prstGeom>
          <a:solidFill>
            <a:srgbClr val="14161C">
              <a:alpha val="28000"/>
            </a:srgbClr>
          </a:solidFill>
          <a:ln/>
        </p:spPr>
      </p:sp>
      <p:sp>
        <p:nvSpPr>
          <p:cNvPr id="50" name="Shape 47"/>
          <p:cNvSpPr/>
          <p:nvPr/>
        </p:nvSpPr>
        <p:spPr>
          <a:xfrm>
            <a:off x="5848014" y="9580836"/>
            <a:ext cx="78828" cy="78828"/>
          </a:xfrm>
          <a:prstGeom prst="ellipse">
            <a:avLst/>
          </a:prstGeom>
          <a:solidFill>
            <a:srgbClr val="14161C">
              <a:alpha val="28000"/>
            </a:srgbClr>
          </a:solidFill>
          <a:ln/>
        </p:spPr>
      </p:sp>
      <p:sp>
        <p:nvSpPr>
          <p:cNvPr id="51" name="Shape 48"/>
          <p:cNvSpPr/>
          <p:nvPr/>
        </p:nvSpPr>
        <p:spPr>
          <a:xfrm>
            <a:off x="6005669" y="9580836"/>
            <a:ext cx="78828" cy="78828"/>
          </a:xfrm>
          <a:prstGeom prst="ellipse">
            <a:avLst/>
          </a:prstGeom>
          <a:solidFill>
            <a:srgbClr val="14161C">
              <a:alpha val="28000"/>
            </a:srgbClr>
          </a:solidFill>
          <a:ln/>
        </p:spPr>
      </p:sp>
      <p:sp>
        <p:nvSpPr>
          <p:cNvPr id="52" name="Shape 49"/>
          <p:cNvSpPr/>
          <p:nvPr/>
        </p:nvSpPr>
        <p:spPr>
          <a:xfrm>
            <a:off x="6163324" y="9580836"/>
            <a:ext cx="78828" cy="78828"/>
          </a:xfrm>
          <a:prstGeom prst="ellipse">
            <a:avLst/>
          </a:prstGeom>
          <a:solidFill>
            <a:srgbClr val="14161C">
              <a:alpha val="28000"/>
            </a:srgbClr>
          </a:solidFill>
          <a:ln/>
        </p:spPr>
      </p:sp>
      <p:sp>
        <p:nvSpPr>
          <p:cNvPr id="53" name="Shape 50"/>
          <p:cNvSpPr/>
          <p:nvPr/>
        </p:nvSpPr>
        <p:spPr>
          <a:xfrm>
            <a:off x="6320979" y="9580836"/>
            <a:ext cx="78828" cy="78828"/>
          </a:xfrm>
          <a:prstGeom prst="ellipse">
            <a:avLst/>
          </a:prstGeom>
          <a:solidFill>
            <a:srgbClr val="14161C">
              <a:alpha val="28000"/>
            </a:srgbClr>
          </a:solidFill>
          <a:ln/>
        </p:spPr>
      </p:sp>
      <p:sp>
        <p:nvSpPr>
          <p:cNvPr id="54" name="Shape 51"/>
          <p:cNvSpPr/>
          <p:nvPr/>
        </p:nvSpPr>
        <p:spPr>
          <a:xfrm>
            <a:off x="6478634" y="9580836"/>
            <a:ext cx="78828" cy="78828"/>
          </a:xfrm>
          <a:prstGeom prst="ellipse">
            <a:avLst/>
          </a:prstGeom>
          <a:solidFill>
            <a:srgbClr val="14161C">
              <a:alpha val="28000"/>
            </a:srgbClr>
          </a:solidFill>
          <a:ln/>
        </p:spPr>
      </p:sp>
      <p:sp>
        <p:nvSpPr>
          <p:cNvPr id="55" name="Shape 52"/>
          <p:cNvSpPr/>
          <p:nvPr/>
        </p:nvSpPr>
        <p:spPr>
          <a:xfrm>
            <a:off x="6636289" y="9580836"/>
            <a:ext cx="78828" cy="78828"/>
          </a:xfrm>
          <a:prstGeom prst="ellipse">
            <a:avLst/>
          </a:prstGeom>
          <a:solidFill>
            <a:srgbClr val="14161C">
              <a:alpha val="28000"/>
            </a:srgbClr>
          </a:solidFill>
          <a:ln/>
        </p:spPr>
      </p:sp>
      <p:sp>
        <p:nvSpPr>
          <p:cNvPr id="56" name="Shape 53"/>
          <p:cNvSpPr/>
          <p:nvPr/>
        </p:nvSpPr>
        <p:spPr>
          <a:xfrm>
            <a:off x="6793944" y="9580836"/>
            <a:ext cx="78828" cy="78828"/>
          </a:xfrm>
          <a:prstGeom prst="ellipse">
            <a:avLst/>
          </a:prstGeom>
          <a:solidFill>
            <a:srgbClr val="14161C">
              <a:alpha val="28000"/>
            </a:srgbClr>
          </a:solidFill>
          <a:ln/>
        </p:spPr>
      </p:sp>
      <p:sp>
        <p:nvSpPr>
          <p:cNvPr id="57" name="Shape 54"/>
          <p:cNvSpPr/>
          <p:nvPr/>
        </p:nvSpPr>
        <p:spPr>
          <a:xfrm>
            <a:off x="6951599" y="9580836"/>
            <a:ext cx="78828" cy="78828"/>
          </a:xfrm>
          <a:prstGeom prst="ellipse">
            <a:avLst/>
          </a:prstGeom>
          <a:solidFill>
            <a:srgbClr val="14161C">
              <a:alpha val="28000"/>
            </a:srgbClr>
          </a:solidFill>
          <a:ln/>
        </p:spPr>
      </p:sp>
      <p:sp>
        <p:nvSpPr>
          <p:cNvPr id="58" name="Shape 55"/>
          <p:cNvSpPr/>
          <p:nvPr/>
        </p:nvSpPr>
        <p:spPr>
          <a:xfrm>
            <a:off x="7109254" y="9580836"/>
            <a:ext cx="78828" cy="78828"/>
          </a:xfrm>
          <a:prstGeom prst="ellipse">
            <a:avLst/>
          </a:prstGeom>
          <a:solidFill>
            <a:srgbClr val="14161C">
              <a:alpha val="28000"/>
            </a:srgbClr>
          </a:solidFill>
          <a:ln/>
        </p:spPr>
      </p:sp>
      <p:sp>
        <p:nvSpPr>
          <p:cNvPr id="59" name="Shape 56"/>
          <p:cNvSpPr/>
          <p:nvPr/>
        </p:nvSpPr>
        <p:spPr>
          <a:xfrm>
            <a:off x="7266909" y="9580836"/>
            <a:ext cx="78828" cy="78828"/>
          </a:xfrm>
          <a:prstGeom prst="ellipse">
            <a:avLst/>
          </a:prstGeom>
          <a:solidFill>
            <a:srgbClr val="14161C">
              <a:alpha val="28000"/>
            </a:srgbClr>
          </a:solidFill>
          <a:ln/>
        </p:spPr>
      </p:sp>
      <p:sp>
        <p:nvSpPr>
          <p:cNvPr id="60" name="Shape 57"/>
          <p:cNvSpPr/>
          <p:nvPr/>
        </p:nvSpPr>
        <p:spPr>
          <a:xfrm>
            <a:off x="7424564" y="9580836"/>
            <a:ext cx="78828" cy="78828"/>
          </a:xfrm>
          <a:prstGeom prst="ellipse">
            <a:avLst/>
          </a:prstGeom>
          <a:solidFill>
            <a:srgbClr val="14161C">
              <a:alpha val="28000"/>
            </a:srgbClr>
          </a:solidFill>
          <a:ln/>
        </p:spPr>
      </p:sp>
      <p:sp>
        <p:nvSpPr>
          <p:cNvPr id="61" name="Shape 58"/>
          <p:cNvSpPr/>
          <p:nvPr/>
        </p:nvSpPr>
        <p:spPr>
          <a:xfrm>
            <a:off x="7582219" y="9580836"/>
            <a:ext cx="78828" cy="78828"/>
          </a:xfrm>
          <a:prstGeom prst="ellipse">
            <a:avLst/>
          </a:prstGeom>
          <a:solidFill>
            <a:srgbClr val="14161C">
              <a:alpha val="28000"/>
            </a:srgbClr>
          </a:solidFill>
          <a:ln/>
        </p:spPr>
      </p:sp>
      <p:sp>
        <p:nvSpPr>
          <p:cNvPr id="62" name="Shape 59"/>
          <p:cNvSpPr/>
          <p:nvPr/>
        </p:nvSpPr>
        <p:spPr>
          <a:xfrm>
            <a:off x="7739874" y="9580836"/>
            <a:ext cx="78828" cy="78828"/>
          </a:xfrm>
          <a:prstGeom prst="ellipse">
            <a:avLst/>
          </a:prstGeom>
          <a:solidFill>
            <a:srgbClr val="14161C">
              <a:alpha val="28000"/>
            </a:srgbClr>
          </a:solidFill>
          <a:ln/>
        </p:spPr>
      </p:sp>
      <p:sp>
        <p:nvSpPr>
          <p:cNvPr id="63" name="Shape 60"/>
          <p:cNvSpPr/>
          <p:nvPr/>
        </p:nvSpPr>
        <p:spPr>
          <a:xfrm>
            <a:off x="7897529" y="9580836"/>
            <a:ext cx="78828" cy="78828"/>
          </a:xfrm>
          <a:prstGeom prst="ellipse">
            <a:avLst/>
          </a:prstGeom>
          <a:solidFill>
            <a:srgbClr val="14161C">
              <a:alpha val="28000"/>
            </a:srgbClr>
          </a:solidFill>
          <a:ln/>
        </p:spPr>
      </p:sp>
      <p:sp>
        <p:nvSpPr>
          <p:cNvPr id="64" name="Shape 61"/>
          <p:cNvSpPr/>
          <p:nvPr/>
        </p:nvSpPr>
        <p:spPr>
          <a:xfrm>
            <a:off x="8055184" y="9580836"/>
            <a:ext cx="78828" cy="78828"/>
          </a:xfrm>
          <a:prstGeom prst="ellipse">
            <a:avLst/>
          </a:prstGeom>
          <a:solidFill>
            <a:srgbClr val="14161C">
              <a:alpha val="28000"/>
            </a:srgbClr>
          </a:solidFill>
          <a:ln/>
        </p:spPr>
      </p:sp>
      <p:sp>
        <p:nvSpPr>
          <p:cNvPr id="65" name="Shape 62"/>
          <p:cNvSpPr/>
          <p:nvPr/>
        </p:nvSpPr>
        <p:spPr>
          <a:xfrm>
            <a:off x="8212839" y="9580836"/>
            <a:ext cx="78828" cy="78828"/>
          </a:xfrm>
          <a:prstGeom prst="ellipse">
            <a:avLst/>
          </a:prstGeom>
          <a:solidFill>
            <a:srgbClr val="14161C">
              <a:alpha val="28000"/>
            </a:srgbClr>
          </a:solidFill>
          <a:ln/>
        </p:spPr>
      </p:sp>
      <p:sp>
        <p:nvSpPr>
          <p:cNvPr id="66" name="Shape 63"/>
          <p:cNvSpPr/>
          <p:nvPr/>
        </p:nvSpPr>
        <p:spPr>
          <a:xfrm>
            <a:off x="8370494" y="9580836"/>
            <a:ext cx="78828" cy="78828"/>
          </a:xfrm>
          <a:prstGeom prst="ellipse">
            <a:avLst/>
          </a:prstGeom>
          <a:solidFill>
            <a:srgbClr val="14161C">
              <a:alpha val="28000"/>
            </a:srgbClr>
          </a:solidFill>
          <a:ln/>
        </p:spPr>
      </p:sp>
      <p:sp>
        <p:nvSpPr>
          <p:cNvPr id="67" name="Shape 64"/>
          <p:cNvSpPr/>
          <p:nvPr/>
        </p:nvSpPr>
        <p:spPr>
          <a:xfrm>
            <a:off x="8528148" y="9580836"/>
            <a:ext cx="78828" cy="78828"/>
          </a:xfrm>
          <a:prstGeom prst="ellipse">
            <a:avLst/>
          </a:prstGeom>
          <a:solidFill>
            <a:srgbClr val="14161C">
              <a:alpha val="28000"/>
            </a:srgbClr>
          </a:solidFill>
          <a:ln/>
        </p:spPr>
      </p:sp>
      <p:sp>
        <p:nvSpPr>
          <p:cNvPr id="68" name="Shape 65"/>
          <p:cNvSpPr/>
          <p:nvPr/>
        </p:nvSpPr>
        <p:spPr>
          <a:xfrm>
            <a:off x="8685803" y="9580836"/>
            <a:ext cx="78828" cy="78828"/>
          </a:xfrm>
          <a:prstGeom prst="ellipse">
            <a:avLst/>
          </a:prstGeom>
          <a:solidFill>
            <a:srgbClr val="14161C">
              <a:alpha val="28000"/>
            </a:srgbClr>
          </a:solidFill>
          <a:ln/>
        </p:spPr>
      </p:sp>
      <p:sp>
        <p:nvSpPr>
          <p:cNvPr id="69" name="Shape 66"/>
          <p:cNvSpPr/>
          <p:nvPr/>
        </p:nvSpPr>
        <p:spPr>
          <a:xfrm>
            <a:off x="8843458" y="9580836"/>
            <a:ext cx="78828" cy="78828"/>
          </a:xfrm>
          <a:prstGeom prst="ellipse">
            <a:avLst/>
          </a:prstGeom>
          <a:solidFill>
            <a:srgbClr val="14161C">
              <a:alpha val="28000"/>
            </a:srgbClr>
          </a:solidFill>
          <a:ln/>
        </p:spPr>
      </p:sp>
      <p:sp>
        <p:nvSpPr>
          <p:cNvPr id="70" name="Shape 67"/>
          <p:cNvSpPr/>
          <p:nvPr/>
        </p:nvSpPr>
        <p:spPr>
          <a:xfrm>
            <a:off x="9001113" y="9580836"/>
            <a:ext cx="78828" cy="78828"/>
          </a:xfrm>
          <a:prstGeom prst="ellipse">
            <a:avLst/>
          </a:prstGeom>
          <a:solidFill>
            <a:srgbClr val="14161C">
              <a:alpha val="28000"/>
            </a:srgbClr>
          </a:solidFill>
          <a:ln/>
        </p:spPr>
      </p:sp>
      <p:sp>
        <p:nvSpPr>
          <p:cNvPr id="71" name="Shape 68"/>
          <p:cNvSpPr/>
          <p:nvPr/>
        </p:nvSpPr>
        <p:spPr>
          <a:xfrm>
            <a:off x="9158768" y="9580836"/>
            <a:ext cx="78828" cy="78828"/>
          </a:xfrm>
          <a:prstGeom prst="ellipse">
            <a:avLst/>
          </a:prstGeom>
          <a:solidFill>
            <a:srgbClr val="14161C">
              <a:alpha val="28000"/>
            </a:srgbClr>
          </a:solidFill>
          <a:ln/>
        </p:spPr>
      </p:sp>
      <p:sp>
        <p:nvSpPr>
          <p:cNvPr id="72" name="Shape 69"/>
          <p:cNvSpPr/>
          <p:nvPr/>
        </p:nvSpPr>
        <p:spPr>
          <a:xfrm>
            <a:off x="9316423" y="9580836"/>
            <a:ext cx="78828" cy="78828"/>
          </a:xfrm>
          <a:prstGeom prst="ellipse">
            <a:avLst/>
          </a:prstGeom>
          <a:solidFill>
            <a:srgbClr val="14161C">
              <a:alpha val="28000"/>
            </a:srgbClr>
          </a:solidFill>
          <a:ln/>
        </p:spPr>
      </p:sp>
      <p:sp>
        <p:nvSpPr>
          <p:cNvPr id="73" name="Shape 70"/>
          <p:cNvSpPr/>
          <p:nvPr/>
        </p:nvSpPr>
        <p:spPr>
          <a:xfrm>
            <a:off x="9474078" y="9580836"/>
            <a:ext cx="78828" cy="78828"/>
          </a:xfrm>
          <a:prstGeom prst="ellipse">
            <a:avLst/>
          </a:prstGeom>
          <a:solidFill>
            <a:srgbClr val="14161C">
              <a:alpha val="28000"/>
            </a:srgbClr>
          </a:solidFill>
          <a:ln/>
        </p:spPr>
      </p:sp>
      <p:sp>
        <p:nvSpPr>
          <p:cNvPr id="74" name="Shape 71"/>
          <p:cNvSpPr/>
          <p:nvPr/>
        </p:nvSpPr>
        <p:spPr>
          <a:xfrm>
            <a:off x="9631733" y="9580836"/>
            <a:ext cx="78828" cy="78828"/>
          </a:xfrm>
          <a:prstGeom prst="ellipse">
            <a:avLst/>
          </a:prstGeom>
          <a:solidFill>
            <a:srgbClr val="14161C">
              <a:alpha val="28000"/>
            </a:srgbClr>
          </a:solidFill>
          <a:ln/>
        </p:spPr>
      </p:sp>
      <p:sp>
        <p:nvSpPr>
          <p:cNvPr id="75" name="Shape 72"/>
          <p:cNvSpPr/>
          <p:nvPr/>
        </p:nvSpPr>
        <p:spPr>
          <a:xfrm>
            <a:off x="9789388" y="9580836"/>
            <a:ext cx="78828" cy="78828"/>
          </a:xfrm>
          <a:prstGeom prst="ellipse">
            <a:avLst/>
          </a:prstGeom>
          <a:solidFill>
            <a:srgbClr val="14161C">
              <a:alpha val="28000"/>
            </a:srgbClr>
          </a:solidFill>
          <a:ln/>
        </p:spPr>
      </p:sp>
      <p:sp>
        <p:nvSpPr>
          <p:cNvPr id="76" name="Shape 73"/>
          <p:cNvSpPr/>
          <p:nvPr/>
        </p:nvSpPr>
        <p:spPr>
          <a:xfrm>
            <a:off x="9947043" y="9580836"/>
            <a:ext cx="78828" cy="78828"/>
          </a:xfrm>
          <a:prstGeom prst="ellipse">
            <a:avLst/>
          </a:prstGeom>
          <a:solidFill>
            <a:srgbClr val="14161C">
              <a:alpha val="28000"/>
            </a:srgbClr>
          </a:solidFill>
          <a:ln/>
        </p:spPr>
      </p:sp>
      <p:sp>
        <p:nvSpPr>
          <p:cNvPr id="77" name="Text 7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04/58</a:t>
            </a:r>
            <a:endParaRPr lang="en-US" sz="1800" dirty="0"/>
          </a:p>
        </p:txBody>
      </p:sp>
      <p:sp>
        <p:nvSpPr>
          <p:cNvPr id="78" name="Shape 75"/>
          <p:cNvSpPr/>
          <p:nvPr/>
        </p:nvSpPr>
        <p:spPr>
          <a:xfrm>
            <a:off x="15983712" y="9076331"/>
            <a:ext cx="1645920" cy="552301"/>
          </a:xfrm>
          <a:prstGeom prst="roundRect">
            <a:avLst>
              <a:gd name="adj" fmla="val 28000"/>
            </a:avLst>
          </a:prstGeom>
          <a:solidFill>
            <a:srgbClr val="FFFFFF">
              <a:alpha val="82000"/>
            </a:srgbClr>
          </a:solidFill>
          <a:ln/>
        </p:spPr>
      </p:sp>
      <p:pic>
        <p:nvPicPr>
          <p:cNvPr id="79" name="Moda image moda-export-watermark-10c2219d-2a21-4b07-a969-3861f1283583"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9つの</a:t>
            </a:r>
            <a:r>
              <a:rPr lang="en-US" sz="5700" dirty="0" spc="0" kern="0">
                <a:solidFill>
                  <a:srgbClr val="F3EEE3"/>
                </a:solidFill>
                <a:latin typeface="Noto Sans JP ExtraBold" pitchFamily="34" charset="0"/>
                <a:ea typeface="Noto Sans JP ExtraBold" pitchFamily="34" charset="-122"/>
                <a:cs typeface="Noto Sans JP ExtraBold" pitchFamily="34" charset="-120"/>
              </a:rPr>
              <a:t> 領域を 1枚の 表で</a:t>
            </a:r>
            <a:endParaRPr lang="en-US" sz="5700" dirty="0"/>
          </a:p>
        </p:txBody>
      </p:sp>
      <p:sp>
        <p:nvSpPr>
          <p:cNvPr id="3" name="Shape 1"/>
          <p:cNvSpPr/>
          <p:nvPr/>
        </p:nvSpPr>
        <p:spPr>
          <a:xfrm>
            <a:off x="914400" y="2762250"/>
            <a:ext cx="16459200" cy="904875"/>
          </a:xfrm>
          <a:prstGeom prst="roundRect">
            <a:avLst>
              <a:gd name="adj" fmla="val 21053"/>
            </a:avLst>
          </a:prstGeom>
          <a:solidFill>
            <a:srgbClr val="1E212B"/>
          </a:solidFill>
          <a:ln w="19050">
            <a:solidFill>
              <a:srgbClr val="2C3040"/>
            </a:solidFill>
            <a:prstDash val="solid"/>
          </a:ln>
        </p:spPr>
      </p:sp>
      <p:sp>
        <p:nvSpPr>
          <p:cNvPr id="4" name="Shape 2"/>
          <p:cNvSpPr/>
          <p:nvPr/>
        </p:nvSpPr>
        <p:spPr>
          <a:xfrm>
            <a:off x="914400" y="2762250"/>
            <a:ext cx="133350" cy="904875"/>
          </a:xfrm>
          <a:prstGeom prst="roundRect">
            <a:avLst>
              <a:gd name="adj" fmla="val 50000"/>
            </a:avLst>
          </a:prstGeom>
          <a:solidFill>
            <a:srgbClr val="3DD6A0"/>
          </a:solidFill>
          <a:ln/>
        </p:spPr>
      </p:sp>
      <p:sp>
        <p:nvSpPr>
          <p:cNvPr id="5" name="Text 3"/>
          <p:cNvSpPr/>
          <p:nvPr/>
        </p:nvSpPr>
        <p:spPr>
          <a:xfrm>
            <a:off x="1295400" y="2762250"/>
            <a:ext cx="5905500" cy="904875"/>
          </a:xfrm>
          <a:prstGeom prst="rect">
            <a:avLst/>
          </a:prstGeom>
          <a:noFill/>
          <a:ln/>
        </p:spPr>
        <p:txBody>
          <a:bodyPr wrap="square" lIns="0" tIns="37976" rIns="0" bIns="-37976" rtlCol="0" anchor="ctr"/>
          <a:lstStyle/>
          <a:p>
            <a:pPr algn="l" indent="0" marL="0">
              <a:lnSpc>
                <a:spcPts val="3450"/>
              </a:lnSpc>
              <a:buNone/>
            </a:pPr>
            <a:r>
              <a:rPr lang="en-US" sz="3000" dirty="0" spc="1" kern="0">
                <a:solidFill>
                  <a:srgbClr val="3DD6A0"/>
                </a:solidFill>
                <a:latin typeface="Noto Sans JP ExtraBold" pitchFamily="34" charset="0"/>
                <a:ea typeface="Noto Sans JP ExtraBold" pitchFamily="34" charset="-122"/>
                <a:cs typeface="Noto Sans JP ExtraBold" pitchFamily="34" charset="-120"/>
              </a:rPr>
              <a:t>A（-5°C未満）</a:t>
            </a:r>
            <a:endParaRPr lang="en-US" sz="3000" dirty="0"/>
          </a:p>
        </p:txBody>
      </p:sp>
      <p:sp>
        <p:nvSpPr>
          <p:cNvPr id="6" name="Text 4"/>
          <p:cNvSpPr/>
          <p:nvPr/>
        </p:nvSpPr>
        <p:spPr>
          <a:xfrm>
            <a:off x="7581900" y="2762250"/>
            <a:ext cx="9525000" cy="9048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pitchFamily="34" charset="0"/>
                <a:ea typeface="Noto Sans JP" pitchFamily="34" charset="-122"/>
                <a:cs typeface="Noto Sans JP" pitchFamily="34" charset="-120"/>
              </a:rPr>
              <a:t>冷たい 液体、-11.5°Cから 結晶化。</a:t>
            </a:r>
            <a:r>
              <a:rPr lang="en-US" sz="2700" dirty="0" spc="2" kern="0">
                <a:solidFill>
                  <a:srgbClr val="F3EEE3"/>
                </a:solidFill>
                <a:latin typeface="Noto Sans JP" pitchFamily="34" charset="0"/>
                <a:ea typeface="Noto Sans JP" pitchFamily="34" charset="-122"/>
                <a:cs typeface="Noto Sans JP" pitchFamily="34" charset="-120"/>
              </a:rPr>
              <a:t> 害：</a:t>
            </a:r>
            <a:r>
              <a:rPr lang="en-US" sz="2700" dirty="0" spc="1" kern="0">
                <a:solidFill>
                  <a:srgbClr val="F3EEE3"/>
                </a:solidFill>
                <a:latin typeface="Noto Sans JP" pitchFamily="34" charset="0"/>
                <a:ea typeface="Noto Sans JP" pitchFamily="34" charset="-122"/>
                <a:cs typeface="Noto Sans JP" pitchFamily="34" charset="-120"/>
              </a:rPr>
              <a:t> 凍結と</a:t>
            </a:r>
            <a:r>
              <a:rPr lang="en-US" sz="2700" dirty="0" spc="0" kern="0">
                <a:solidFill>
                  <a:srgbClr val="F3EEE3"/>
                </a:solidFill>
                <a:latin typeface="Noto Sans JP" pitchFamily="34" charset="0"/>
                <a:ea typeface="Noto Sans JP" pitchFamily="34" charset="-122"/>
                <a:cs typeface="Noto Sans JP" pitchFamily="34" charset="-120"/>
              </a:rPr>
              <a:t> 膨張[S6]</a:t>
            </a:r>
            <a:endParaRPr lang="en-US" sz="2700" dirty="0"/>
          </a:p>
        </p:txBody>
      </p:sp>
      <p:sp>
        <p:nvSpPr>
          <p:cNvPr id="7" name="Shape 5"/>
          <p:cNvSpPr/>
          <p:nvPr/>
        </p:nvSpPr>
        <p:spPr>
          <a:xfrm>
            <a:off x="914400" y="3800475"/>
            <a:ext cx="16459200" cy="904875"/>
          </a:xfrm>
          <a:prstGeom prst="roundRect">
            <a:avLst>
              <a:gd name="adj" fmla="val 21053"/>
            </a:avLst>
          </a:prstGeom>
          <a:solidFill>
            <a:srgbClr val="1E212B"/>
          </a:solidFill>
          <a:ln w="19050">
            <a:solidFill>
              <a:srgbClr val="2C3040"/>
            </a:solidFill>
            <a:prstDash val="solid"/>
          </a:ln>
        </p:spPr>
      </p:sp>
      <p:sp>
        <p:nvSpPr>
          <p:cNvPr id="8" name="Shape 6"/>
          <p:cNvSpPr/>
          <p:nvPr/>
        </p:nvSpPr>
        <p:spPr>
          <a:xfrm>
            <a:off x="914400" y="3800475"/>
            <a:ext cx="133350" cy="904875"/>
          </a:xfrm>
          <a:prstGeom prst="roundRect">
            <a:avLst>
              <a:gd name="adj" fmla="val 50000"/>
            </a:avLst>
          </a:prstGeom>
          <a:solidFill>
            <a:srgbClr val="FF6A4D"/>
          </a:solidFill>
          <a:ln/>
        </p:spPr>
      </p:sp>
      <p:sp>
        <p:nvSpPr>
          <p:cNvPr id="9" name="Text 7"/>
          <p:cNvSpPr/>
          <p:nvPr/>
        </p:nvSpPr>
        <p:spPr>
          <a:xfrm>
            <a:off x="1295400" y="3800475"/>
            <a:ext cx="5905500" cy="904875"/>
          </a:xfrm>
          <a:prstGeom prst="rect">
            <a:avLst/>
          </a:prstGeom>
          <a:noFill/>
          <a:ln/>
        </p:spPr>
        <p:txBody>
          <a:bodyPr wrap="square" lIns="0" tIns="37976" rIns="0" bIns="-37976" rtlCol="0" anchor="ctr"/>
          <a:lstStyle/>
          <a:p>
            <a:pPr algn="l" indent="0" marL="0">
              <a:lnSpc>
                <a:spcPts val="3450"/>
              </a:lnSpc>
              <a:buNone/>
            </a:pPr>
            <a:r>
              <a:rPr lang="en-US" sz="3000" dirty="0" kern="0">
                <a:solidFill>
                  <a:srgbClr val="FF6A4D"/>
                </a:solidFill>
                <a:latin typeface="Noto Sans JP ExtraBold" pitchFamily="34" charset="0"/>
                <a:ea typeface="Noto Sans JP ExtraBold" pitchFamily="34" charset="-122"/>
                <a:cs typeface="Noto Sans JP ExtraBold" pitchFamily="34" charset="-120"/>
              </a:rPr>
              <a:t>B（-5〜30°C）</a:t>
            </a:r>
            <a:endParaRPr lang="en-US" sz="3000" dirty="0"/>
          </a:p>
        </p:txBody>
      </p:sp>
      <p:sp>
        <p:nvSpPr>
          <p:cNvPr id="10" name="Text 8"/>
          <p:cNvSpPr/>
          <p:nvPr/>
        </p:nvSpPr>
        <p:spPr>
          <a:xfrm>
            <a:off x="7581900" y="3800475"/>
            <a:ext cx="9525000" cy="9048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pitchFamily="34" charset="0"/>
                <a:ea typeface="Noto Sans JP" pitchFamily="34" charset="-122"/>
                <a:cs typeface="Noto Sans JP" pitchFamily="34" charset="-120"/>
              </a:rPr>
              <a:t>安定した</a:t>
            </a:r>
            <a:r>
              <a:rPr lang="en-US" sz="2700" dirty="0" spc="1" kern="0">
                <a:solidFill>
                  <a:srgbClr val="F3EEE3"/>
                </a:solidFill>
                <a:latin typeface="Noto Sans JP" pitchFamily="34" charset="0"/>
                <a:ea typeface="Noto Sans JP" pitchFamily="34" charset="-122"/>
                <a:cs typeface="Noto Sans JP" pitchFamily="34" charset="-120"/>
              </a:rPr>
              <a:t> 溶液。</a:t>
            </a:r>
            <a:r>
              <a:rPr lang="en-US" sz="2700" dirty="0" spc="2" kern="0">
                <a:solidFill>
                  <a:srgbClr val="F3EEE3"/>
                </a:solidFill>
                <a:latin typeface="Noto Sans JP" pitchFamily="34" charset="0"/>
                <a:ea typeface="Noto Sans JP" pitchFamily="34" charset="-122"/>
                <a:cs typeface="Noto Sans JP" pitchFamily="34" charset="-120"/>
              </a:rPr>
              <a:t> 利：</a:t>
            </a:r>
            <a:r>
              <a:rPr lang="en-US" sz="2700" dirty="0" spc="1" kern="0">
                <a:solidFill>
                  <a:srgbClr val="F3EEE3"/>
                </a:solidFill>
                <a:latin typeface="Noto Sans JP" pitchFamily="34" charset="0"/>
                <a:ea typeface="Noto Sans JP" pitchFamily="34" charset="-122"/>
                <a:cs typeface="Noto Sans JP" pitchFamily="34" charset="-120"/>
              </a:rPr>
              <a:t> 保管に</a:t>
            </a:r>
            <a:r>
              <a:rPr lang="en-US" sz="2700" dirty="0" spc="0" kern="0">
                <a:solidFill>
                  <a:srgbClr val="F3EEE3"/>
                </a:solidFill>
                <a:latin typeface="Noto Sans JP" pitchFamily="34" charset="0"/>
                <a:ea typeface="Noto Sans JP" pitchFamily="34" charset="-122"/>
                <a:cs typeface="Noto Sans JP" pitchFamily="34" charset="-120"/>
              </a:rPr>
              <a:t> 適する[S6]</a:t>
            </a:r>
            <a:endParaRPr lang="en-US" sz="2700" dirty="0"/>
          </a:p>
        </p:txBody>
      </p:sp>
      <p:sp>
        <p:nvSpPr>
          <p:cNvPr id="11" name="Shape 9"/>
          <p:cNvSpPr/>
          <p:nvPr/>
        </p:nvSpPr>
        <p:spPr>
          <a:xfrm>
            <a:off x="914400" y="4838700"/>
            <a:ext cx="16459200" cy="904875"/>
          </a:xfrm>
          <a:prstGeom prst="roundRect">
            <a:avLst>
              <a:gd name="adj" fmla="val 21053"/>
            </a:avLst>
          </a:prstGeom>
          <a:solidFill>
            <a:srgbClr val="1E212B"/>
          </a:solidFill>
          <a:ln w="19050">
            <a:solidFill>
              <a:srgbClr val="2C3040"/>
            </a:solidFill>
            <a:prstDash val="solid"/>
          </a:ln>
        </p:spPr>
      </p:sp>
      <p:sp>
        <p:nvSpPr>
          <p:cNvPr id="12" name="Shape 10"/>
          <p:cNvSpPr/>
          <p:nvPr/>
        </p:nvSpPr>
        <p:spPr>
          <a:xfrm>
            <a:off x="914400" y="4838700"/>
            <a:ext cx="133350" cy="904875"/>
          </a:xfrm>
          <a:prstGeom prst="roundRect">
            <a:avLst>
              <a:gd name="adj" fmla="val 50000"/>
            </a:avLst>
          </a:prstGeom>
          <a:solidFill>
            <a:srgbClr val="7C93FF"/>
          </a:solidFill>
          <a:ln/>
        </p:spPr>
      </p:sp>
      <p:sp>
        <p:nvSpPr>
          <p:cNvPr id="13" name="Text 11"/>
          <p:cNvSpPr/>
          <p:nvPr/>
        </p:nvSpPr>
        <p:spPr>
          <a:xfrm>
            <a:off x="1295400" y="4838700"/>
            <a:ext cx="5905500" cy="904875"/>
          </a:xfrm>
          <a:prstGeom prst="rect">
            <a:avLst/>
          </a:prstGeom>
          <a:noFill/>
          <a:ln/>
        </p:spPr>
        <p:txBody>
          <a:bodyPr wrap="square" lIns="0" tIns="37976" rIns="0" bIns="-37976" rtlCol="0" anchor="ctr"/>
          <a:lstStyle/>
          <a:p>
            <a:pPr algn="l" indent="0" marL="0">
              <a:lnSpc>
                <a:spcPts val="3450"/>
              </a:lnSpc>
              <a:buNone/>
            </a:pPr>
            <a:r>
              <a:rPr lang="en-US" sz="3000" dirty="0" spc="-1" kern="0">
                <a:solidFill>
                  <a:srgbClr val="7C93FF"/>
                </a:solidFill>
                <a:latin typeface="Noto Sans JP ExtraBold" pitchFamily="34" charset="0"/>
                <a:ea typeface="Noto Sans JP ExtraBold" pitchFamily="34" charset="-122"/>
                <a:cs typeface="Noto Sans JP ExtraBold" pitchFamily="34" charset="-120"/>
              </a:rPr>
              <a:t>C（30〜70°C）</a:t>
            </a:r>
            <a:endParaRPr lang="en-US" sz="3000" dirty="0"/>
          </a:p>
        </p:txBody>
      </p:sp>
      <p:sp>
        <p:nvSpPr>
          <p:cNvPr id="14" name="Text 12"/>
          <p:cNvSpPr/>
          <p:nvPr/>
        </p:nvSpPr>
        <p:spPr>
          <a:xfrm>
            <a:off x="7581900" y="4838700"/>
            <a:ext cx="9525000" cy="9048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pitchFamily="34" charset="0"/>
                <a:ea typeface="Noto Sans JP" pitchFamily="34" charset="-122"/>
                <a:cs typeface="Noto Sans JP" pitchFamily="34" charset="-120"/>
              </a:rPr>
              <a:t>ゆっくり</a:t>
            </a:r>
            <a:r>
              <a:rPr lang="en-US" sz="2700" dirty="0" spc="-11" kern="0">
                <a:solidFill>
                  <a:srgbClr val="F3EEE3"/>
                </a:solidFill>
                <a:latin typeface="Noto Sans JP" pitchFamily="34" charset="0"/>
                <a:ea typeface="Noto Sans JP" pitchFamily="34" charset="-122"/>
                <a:cs typeface="Noto Sans JP" pitchFamily="34" charset="-120"/>
              </a:rPr>
              <a:t> 加水分解して</a:t>
            </a:r>
            <a:r>
              <a:rPr lang="en-US" sz="2700" dirty="0" spc="1" kern="0">
                <a:solidFill>
                  <a:srgbClr val="F3EEE3"/>
                </a:solidFill>
                <a:latin typeface="Noto Sans JP" pitchFamily="34" charset="0"/>
                <a:ea typeface="Noto Sans JP" pitchFamily="34" charset="-122"/>
                <a:cs typeface="Noto Sans JP" pitchFamily="34" charset="-120"/>
              </a:rPr>
              <a:t> NH3発生。</a:t>
            </a:r>
            <a:r>
              <a:rPr lang="en-US" sz="2700" dirty="0" spc="2" kern="0">
                <a:solidFill>
                  <a:srgbClr val="F3EEE3"/>
                </a:solidFill>
                <a:latin typeface="Noto Sans JP" pitchFamily="34" charset="0"/>
                <a:ea typeface="Noto Sans JP" pitchFamily="34" charset="-122"/>
                <a:cs typeface="Noto Sans JP" pitchFamily="34" charset="-120"/>
              </a:rPr>
              <a:t> 軽い</a:t>
            </a:r>
            <a:r>
              <a:rPr lang="en-US" sz="2700" dirty="0" spc="0" kern="0">
                <a:solidFill>
                  <a:srgbClr val="F3EEE3"/>
                </a:solidFill>
                <a:latin typeface="Noto Sans JP" pitchFamily="34" charset="0"/>
                <a:ea typeface="Noto Sans JP" pitchFamily="34" charset="-122"/>
                <a:cs typeface="Noto Sans JP" pitchFamily="34" charset="-120"/>
              </a:rPr>
              <a:t> 害[S6]</a:t>
            </a:r>
            <a:endParaRPr lang="en-US" sz="2700" dirty="0"/>
          </a:p>
        </p:txBody>
      </p:sp>
      <p:sp>
        <p:nvSpPr>
          <p:cNvPr id="15" name="Shape 13"/>
          <p:cNvSpPr/>
          <p:nvPr/>
        </p:nvSpPr>
        <p:spPr>
          <a:xfrm>
            <a:off x="914400" y="5876925"/>
            <a:ext cx="16459200" cy="904875"/>
          </a:xfrm>
          <a:prstGeom prst="roundRect">
            <a:avLst>
              <a:gd name="adj" fmla="val 21053"/>
            </a:avLst>
          </a:prstGeom>
          <a:solidFill>
            <a:srgbClr val="1E212B"/>
          </a:solidFill>
          <a:ln w="19050">
            <a:solidFill>
              <a:srgbClr val="2C3040"/>
            </a:solidFill>
            <a:prstDash val="solid"/>
          </a:ln>
        </p:spPr>
      </p:sp>
      <p:sp>
        <p:nvSpPr>
          <p:cNvPr id="16" name="Shape 14"/>
          <p:cNvSpPr/>
          <p:nvPr/>
        </p:nvSpPr>
        <p:spPr>
          <a:xfrm>
            <a:off x="914400" y="5876925"/>
            <a:ext cx="133350" cy="904875"/>
          </a:xfrm>
          <a:prstGeom prst="roundRect">
            <a:avLst>
              <a:gd name="adj" fmla="val 50000"/>
            </a:avLst>
          </a:prstGeom>
          <a:solidFill>
            <a:srgbClr val="FFB454"/>
          </a:solidFill>
          <a:ln/>
        </p:spPr>
      </p:sp>
      <p:sp>
        <p:nvSpPr>
          <p:cNvPr id="17" name="Text 15"/>
          <p:cNvSpPr/>
          <p:nvPr/>
        </p:nvSpPr>
        <p:spPr>
          <a:xfrm>
            <a:off x="1295400" y="5876925"/>
            <a:ext cx="5905500" cy="904875"/>
          </a:xfrm>
          <a:prstGeom prst="rect">
            <a:avLst/>
          </a:prstGeom>
          <a:noFill/>
          <a:ln/>
        </p:spPr>
        <p:txBody>
          <a:bodyPr wrap="square" lIns="0" tIns="37976" rIns="0" bIns="-37976" rtlCol="0" anchor="ctr"/>
          <a:lstStyle/>
          <a:p>
            <a:pPr algn="l" indent="0" marL="0">
              <a:lnSpc>
                <a:spcPts val="3450"/>
              </a:lnSpc>
              <a:buNone/>
            </a:pPr>
            <a:r>
              <a:rPr lang="en-US" sz="3000" dirty="0" spc="-1" kern="0">
                <a:solidFill>
                  <a:srgbClr val="FFB454"/>
                </a:solidFill>
                <a:latin typeface="Noto Sans JP ExtraBold" pitchFamily="34" charset="0"/>
                <a:ea typeface="Noto Sans JP ExtraBold" pitchFamily="34" charset="-122"/>
                <a:cs typeface="Noto Sans JP ExtraBold" pitchFamily="34" charset="-120"/>
              </a:rPr>
              <a:t>D（70〜130°C）</a:t>
            </a:r>
            <a:endParaRPr lang="en-US" sz="3000" dirty="0"/>
          </a:p>
        </p:txBody>
      </p:sp>
      <p:sp>
        <p:nvSpPr>
          <p:cNvPr id="18" name="Text 16"/>
          <p:cNvSpPr/>
          <p:nvPr/>
        </p:nvSpPr>
        <p:spPr>
          <a:xfrm>
            <a:off x="7581900" y="5876925"/>
            <a:ext cx="9525000" cy="9048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pitchFamily="34" charset="0"/>
                <a:ea typeface="Noto Sans JP" pitchFamily="34" charset="-122"/>
                <a:cs typeface="Noto Sans JP" pitchFamily="34" charset="-120"/>
              </a:rPr>
              <a:t>水が</a:t>
            </a:r>
            <a:r>
              <a:rPr lang="en-US" sz="2700" dirty="0" spc="1" kern="0">
                <a:solidFill>
                  <a:srgbClr val="F3EEE3"/>
                </a:solidFill>
                <a:latin typeface="Noto Sans JP" pitchFamily="34" charset="0"/>
                <a:ea typeface="Noto Sans JP" pitchFamily="34" charset="-122"/>
                <a:cs typeface="Noto Sans JP" pitchFamily="34" charset="-120"/>
              </a:rPr>
              <a:t> 蒸発、 尿素が</a:t>
            </a:r>
            <a:r>
              <a:rPr lang="en-US" sz="2700" dirty="0" spc="0" kern="0">
                <a:solidFill>
                  <a:srgbClr val="F3EEE3"/>
                </a:solidFill>
                <a:latin typeface="Noto Sans JP" pitchFamily="34" charset="0"/>
                <a:ea typeface="Noto Sans JP" pitchFamily="34" charset="-122"/>
                <a:cs typeface="Noto Sans JP" pitchFamily="34" charset="-120"/>
              </a:rPr>
              <a:t> 結晶化[S11]</a:t>
            </a:r>
            <a:endParaRPr lang="en-US" sz="2700" dirty="0"/>
          </a:p>
        </p:txBody>
      </p:sp>
      <p:sp>
        <p:nvSpPr>
          <p:cNvPr id="19" name="Shape 17"/>
          <p:cNvSpPr/>
          <p:nvPr/>
        </p:nvSpPr>
        <p:spPr>
          <a:xfrm>
            <a:off x="914400" y="6915150"/>
            <a:ext cx="16459200" cy="904875"/>
          </a:xfrm>
          <a:prstGeom prst="roundRect">
            <a:avLst>
              <a:gd name="adj" fmla="val 21053"/>
            </a:avLst>
          </a:prstGeom>
          <a:solidFill>
            <a:srgbClr val="1E212B"/>
          </a:solidFill>
          <a:ln w="19050">
            <a:solidFill>
              <a:srgbClr val="2C3040"/>
            </a:solidFill>
            <a:prstDash val="solid"/>
          </a:ln>
        </p:spPr>
      </p:sp>
      <p:sp>
        <p:nvSpPr>
          <p:cNvPr id="20" name="Shape 18"/>
          <p:cNvSpPr/>
          <p:nvPr/>
        </p:nvSpPr>
        <p:spPr>
          <a:xfrm>
            <a:off x="914400" y="6915150"/>
            <a:ext cx="133350" cy="904875"/>
          </a:xfrm>
          <a:prstGeom prst="roundRect">
            <a:avLst>
              <a:gd name="adj" fmla="val 50000"/>
            </a:avLst>
          </a:prstGeom>
          <a:solidFill>
            <a:srgbClr val="3DD6A0"/>
          </a:solidFill>
          <a:ln/>
        </p:spPr>
      </p:sp>
      <p:sp>
        <p:nvSpPr>
          <p:cNvPr id="21" name="Text 19"/>
          <p:cNvSpPr/>
          <p:nvPr/>
        </p:nvSpPr>
        <p:spPr>
          <a:xfrm>
            <a:off x="1295400" y="6915150"/>
            <a:ext cx="5905500" cy="904875"/>
          </a:xfrm>
          <a:prstGeom prst="rect">
            <a:avLst/>
          </a:prstGeom>
          <a:noFill/>
          <a:ln/>
        </p:spPr>
        <p:txBody>
          <a:bodyPr wrap="square" lIns="0" tIns="37976" rIns="0" bIns="-37976" rtlCol="0" anchor="ctr"/>
          <a:lstStyle/>
          <a:p>
            <a:pPr algn="l" indent="0" marL="0">
              <a:lnSpc>
                <a:spcPts val="3450"/>
              </a:lnSpc>
              <a:buNone/>
            </a:pPr>
            <a:r>
              <a:rPr lang="en-US" sz="3000" dirty="0" spc="-2" kern="0">
                <a:solidFill>
                  <a:srgbClr val="3DD6A0"/>
                </a:solidFill>
                <a:latin typeface="Noto Sans JP ExtraBold" pitchFamily="34" charset="0"/>
                <a:ea typeface="Noto Sans JP ExtraBold" pitchFamily="34" charset="-122"/>
                <a:cs typeface="Noto Sans JP ExtraBold" pitchFamily="34" charset="-120"/>
              </a:rPr>
              <a:t>E〜F（130〜250°C）</a:t>
            </a:r>
            <a:endParaRPr lang="en-US" sz="3000" dirty="0"/>
          </a:p>
        </p:txBody>
      </p:sp>
      <p:sp>
        <p:nvSpPr>
          <p:cNvPr id="22" name="Text 20"/>
          <p:cNvSpPr/>
          <p:nvPr/>
        </p:nvSpPr>
        <p:spPr>
          <a:xfrm>
            <a:off x="7581900" y="6915150"/>
            <a:ext cx="9525000" cy="9048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pitchFamily="34" charset="0"/>
                <a:ea typeface="Noto Sans JP" pitchFamily="34" charset="-122"/>
                <a:cs typeface="Noto Sans JP" pitchFamily="34" charset="-120"/>
              </a:rPr>
              <a:t>尿素の</a:t>
            </a:r>
            <a:r>
              <a:rPr lang="en-US" sz="2700" dirty="0" spc="1" kern="0">
                <a:solidFill>
                  <a:srgbClr val="F3EEE3"/>
                </a:solidFill>
                <a:latin typeface="Noto Sans JP" pitchFamily="34" charset="0"/>
                <a:ea typeface="Noto Sans JP" pitchFamily="34" charset="-122"/>
                <a:cs typeface="Noto Sans JP" pitchFamily="34" charset="-120"/>
              </a:rPr>
              <a:t> 分解、</a:t>
            </a:r>
            <a:r>
              <a:rPr lang="en-US" sz="2700" dirty="0" spc="-13" kern="0">
                <a:solidFill>
                  <a:srgbClr val="F3EEE3"/>
                </a:solidFill>
                <a:latin typeface="Noto Sans JP" pitchFamily="34" charset="0"/>
                <a:ea typeface="Noto Sans JP" pitchFamily="34" charset="-122"/>
                <a:cs typeface="Noto Sans JP" pitchFamily="34" charset="-120"/>
              </a:rPr>
              <a:t> ビウレット、そして</a:t>
            </a:r>
            <a:r>
              <a:rPr lang="en-US" sz="2700" dirty="0" spc="0" kern="0">
                <a:solidFill>
                  <a:srgbClr val="F3EEE3"/>
                </a:solidFill>
                <a:latin typeface="Noto Sans JP" pitchFamily="34" charset="0"/>
                <a:ea typeface="Noto Sans JP" pitchFamily="34" charset="-122"/>
                <a:cs typeface="Noto Sans JP" pitchFamily="34" charset="-120"/>
              </a:rPr>
              <a:t> 堆積物[S3]</a:t>
            </a:r>
            <a:endParaRPr lang="en-US" sz="2700" dirty="0"/>
          </a:p>
        </p:txBody>
      </p:sp>
      <p:sp>
        <p:nvSpPr>
          <p:cNvPr id="23" name="Shape 21"/>
          <p:cNvSpPr/>
          <p:nvPr/>
        </p:nvSpPr>
        <p:spPr>
          <a:xfrm>
            <a:off x="914400" y="7953375"/>
            <a:ext cx="16459200" cy="904875"/>
          </a:xfrm>
          <a:prstGeom prst="roundRect">
            <a:avLst>
              <a:gd name="adj" fmla="val 21053"/>
            </a:avLst>
          </a:prstGeom>
          <a:solidFill>
            <a:srgbClr val="1E212B"/>
          </a:solidFill>
          <a:ln w="19050">
            <a:solidFill>
              <a:srgbClr val="2C3040"/>
            </a:solidFill>
            <a:prstDash val="solid"/>
          </a:ln>
        </p:spPr>
      </p:sp>
      <p:sp>
        <p:nvSpPr>
          <p:cNvPr id="24" name="Shape 22"/>
          <p:cNvSpPr/>
          <p:nvPr/>
        </p:nvSpPr>
        <p:spPr>
          <a:xfrm>
            <a:off x="914400" y="7953375"/>
            <a:ext cx="133350" cy="904875"/>
          </a:xfrm>
          <a:prstGeom prst="roundRect">
            <a:avLst>
              <a:gd name="adj" fmla="val 50000"/>
            </a:avLst>
          </a:prstGeom>
          <a:solidFill>
            <a:srgbClr val="FF6A4D"/>
          </a:solidFill>
          <a:ln/>
        </p:spPr>
      </p:sp>
      <p:sp>
        <p:nvSpPr>
          <p:cNvPr id="25" name="Text 23"/>
          <p:cNvSpPr/>
          <p:nvPr/>
        </p:nvSpPr>
        <p:spPr>
          <a:xfrm>
            <a:off x="1295400" y="7953375"/>
            <a:ext cx="5905500" cy="904875"/>
          </a:xfrm>
          <a:prstGeom prst="rect">
            <a:avLst/>
          </a:prstGeom>
          <a:noFill/>
          <a:ln/>
        </p:spPr>
        <p:txBody>
          <a:bodyPr wrap="square" lIns="0" tIns="37976" rIns="0" bIns="-37976" rtlCol="0" anchor="ctr"/>
          <a:lstStyle/>
          <a:p>
            <a:pPr algn="l" indent="0" marL="0">
              <a:lnSpc>
                <a:spcPts val="3450"/>
              </a:lnSpc>
              <a:buNone/>
            </a:pPr>
            <a:r>
              <a:rPr lang="en-US" sz="3000" dirty="0" spc="-1" kern="0">
                <a:solidFill>
                  <a:srgbClr val="FF6A4D"/>
                </a:solidFill>
                <a:latin typeface="Noto Sans JP ExtraBold" pitchFamily="34" charset="0"/>
                <a:ea typeface="Noto Sans JP ExtraBold" pitchFamily="34" charset="-122"/>
                <a:cs typeface="Noto Sans JP ExtraBold" pitchFamily="34" charset="-120"/>
              </a:rPr>
              <a:t>G〜I（250°C超）</a:t>
            </a:r>
            <a:endParaRPr lang="en-US" sz="3000" dirty="0"/>
          </a:p>
        </p:txBody>
      </p:sp>
      <p:sp>
        <p:nvSpPr>
          <p:cNvPr id="26" name="Text 24"/>
          <p:cNvSpPr/>
          <p:nvPr/>
        </p:nvSpPr>
        <p:spPr>
          <a:xfrm>
            <a:off x="7581900" y="7953375"/>
            <a:ext cx="9525000" cy="9048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pitchFamily="34" charset="0"/>
                <a:ea typeface="Noto Sans JP" pitchFamily="34" charset="-122"/>
                <a:cs typeface="Noto Sans JP" pitchFamily="34" charset="-120"/>
              </a:rPr>
              <a:t>安定な</a:t>
            </a:r>
            <a:r>
              <a:rPr lang="en-US" sz="2700" dirty="0" spc="-6" kern="0">
                <a:solidFill>
                  <a:srgbClr val="F3EEE3"/>
                </a:solidFill>
                <a:latin typeface="Noto Sans JP" pitchFamily="34" charset="0"/>
                <a:ea typeface="Noto Sans JP" pitchFamily="34" charset="-122"/>
                <a:cs typeface="Noto Sans JP" pitchFamily="34" charset="-120"/>
              </a:rPr>
              <a:t> 堆積物、そしてゆっくり</a:t>
            </a:r>
            <a:r>
              <a:rPr lang="en-US" sz="2700" dirty="0" spc="-1" kern="0">
                <a:solidFill>
                  <a:srgbClr val="F3EEE3"/>
                </a:solidFill>
                <a:latin typeface="Noto Sans JP" pitchFamily="34" charset="0"/>
                <a:ea typeface="Noto Sans JP" pitchFamily="34" charset="-122"/>
                <a:cs typeface="Noto Sans JP" pitchFamily="34" charset="-120"/>
              </a:rPr>
              <a:t> 分解[S4]</a:t>
            </a:r>
            <a:endParaRPr lang="en-US" sz="2700" dirty="0"/>
          </a:p>
        </p:txBody>
      </p:sp>
      <p:sp>
        <p:nvSpPr>
          <p:cNvPr id="27" name="Text 2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[S3]</a:t>
            </a:r>
            <a:r>
              <a:rPr lang="en-US" sz="1800" dirty="0" spc="-1" kern="0">
                <a:solidFill>
                  <a:srgbClr val="9AA0B5"/>
                </a:solidFill>
                <a:latin typeface="Noto Sans JP" pitchFamily="34" charset="0"/>
                <a:ea typeface="Noto Sans JP" pitchFamily="34" charset="-122"/>
                <a:cs typeface="Noto Sans JP" pitchFamily="34" charset="-120"/>
              </a:rPr>
              <a:t> [S4]</a:t>
            </a:r>
            <a:r>
              <a:rPr lang="en-US" sz="1800" dirty="0" spc="-2" kern="0">
                <a:solidFill>
                  <a:srgbClr val="9AA0B5"/>
                </a:solidFill>
                <a:latin typeface="Noto Sans JP" pitchFamily="34" charset="0"/>
                <a:ea typeface="Noto Sans JP" pitchFamily="34" charset="-122"/>
                <a:cs typeface="Noto Sans JP" pitchFamily="34" charset="-120"/>
              </a:rPr>
              <a:t> [S6]</a:t>
            </a:r>
            <a:r>
              <a:rPr lang="en-US" sz="1800" dirty="0" spc="-1" kern="0">
                <a:solidFill>
                  <a:srgbClr val="9AA0B5"/>
                </a:solidFill>
                <a:latin typeface="Noto Sans JP" pitchFamily="34" charset="0"/>
                <a:ea typeface="Noto Sans JP" pitchFamily="34" charset="-122"/>
                <a:cs typeface="Noto Sans JP" pitchFamily="34" charset="-120"/>
              </a:rPr>
              <a:t> [S11]</a:t>
            </a:r>
            <a:endParaRPr lang="en-US" sz="1800" dirty="0"/>
          </a:p>
        </p:txBody>
      </p:sp>
      <p:sp>
        <p:nvSpPr>
          <p:cNvPr id="28" name="Shape 26"/>
          <p:cNvSpPr/>
          <p:nvPr/>
        </p:nvSpPr>
        <p:spPr>
          <a:xfrm>
            <a:off x="960711" y="9580836"/>
            <a:ext cx="78828" cy="78828"/>
          </a:xfrm>
          <a:prstGeom prst="ellipse">
            <a:avLst/>
          </a:prstGeom>
          <a:solidFill>
            <a:srgbClr val="F3EEE3">
              <a:alpha val="28000"/>
            </a:srgbClr>
          </a:solidFill>
          <a:ln/>
        </p:spPr>
      </p:sp>
      <p:sp>
        <p:nvSpPr>
          <p:cNvPr id="29" name="Shape 27"/>
          <p:cNvSpPr/>
          <p:nvPr/>
        </p:nvSpPr>
        <p:spPr>
          <a:xfrm>
            <a:off x="1118366" y="9580836"/>
            <a:ext cx="78828" cy="78828"/>
          </a:xfrm>
          <a:prstGeom prst="ellipse">
            <a:avLst/>
          </a:prstGeom>
          <a:solidFill>
            <a:srgbClr val="F3EEE3">
              <a:alpha val="28000"/>
            </a:srgbClr>
          </a:solidFill>
          <a:ln/>
        </p:spPr>
      </p:sp>
      <p:sp>
        <p:nvSpPr>
          <p:cNvPr id="30" name="Shape 28"/>
          <p:cNvSpPr/>
          <p:nvPr/>
        </p:nvSpPr>
        <p:spPr>
          <a:xfrm>
            <a:off x="1276021" y="9580836"/>
            <a:ext cx="78828" cy="78828"/>
          </a:xfrm>
          <a:prstGeom prst="ellipse">
            <a:avLst/>
          </a:prstGeom>
          <a:solidFill>
            <a:srgbClr val="F3EEE3">
              <a:alpha val="28000"/>
            </a:srgbClr>
          </a:solidFill>
          <a:ln/>
        </p:spPr>
      </p:sp>
      <p:sp>
        <p:nvSpPr>
          <p:cNvPr id="31" name="Shape 29"/>
          <p:cNvSpPr/>
          <p:nvPr/>
        </p:nvSpPr>
        <p:spPr>
          <a:xfrm>
            <a:off x="1433676" y="9580836"/>
            <a:ext cx="78828" cy="78828"/>
          </a:xfrm>
          <a:prstGeom prst="ellipse">
            <a:avLst/>
          </a:prstGeom>
          <a:solidFill>
            <a:srgbClr val="F3EEE3">
              <a:alpha val="28000"/>
            </a:srgbClr>
          </a:solidFill>
          <a:ln/>
        </p:spPr>
      </p:sp>
      <p:sp>
        <p:nvSpPr>
          <p:cNvPr id="32" name="Shape 30"/>
          <p:cNvSpPr/>
          <p:nvPr/>
        </p:nvSpPr>
        <p:spPr>
          <a:xfrm>
            <a:off x="1578193" y="9567698"/>
            <a:ext cx="105103" cy="105103"/>
          </a:xfrm>
          <a:prstGeom prst="ellipse">
            <a:avLst/>
          </a:prstGeom>
          <a:solidFill>
            <a:srgbClr val="FF6A4D"/>
          </a:solidFill>
          <a:ln/>
        </p:spPr>
      </p:sp>
      <p:sp>
        <p:nvSpPr>
          <p:cNvPr id="33" name="Shape 31"/>
          <p:cNvSpPr/>
          <p:nvPr/>
        </p:nvSpPr>
        <p:spPr>
          <a:xfrm>
            <a:off x="1748986" y="9580836"/>
            <a:ext cx="78828" cy="78828"/>
          </a:xfrm>
          <a:prstGeom prst="ellipse">
            <a:avLst/>
          </a:prstGeom>
          <a:solidFill>
            <a:srgbClr val="F3EEE3">
              <a:alpha val="28000"/>
            </a:srgbClr>
          </a:solidFill>
          <a:ln/>
        </p:spPr>
      </p:sp>
      <p:sp>
        <p:nvSpPr>
          <p:cNvPr id="34" name="Shape 32"/>
          <p:cNvSpPr/>
          <p:nvPr/>
        </p:nvSpPr>
        <p:spPr>
          <a:xfrm>
            <a:off x="1906641" y="9580836"/>
            <a:ext cx="78828" cy="78828"/>
          </a:xfrm>
          <a:prstGeom prst="ellipse">
            <a:avLst/>
          </a:prstGeom>
          <a:solidFill>
            <a:srgbClr val="F3EEE3">
              <a:alpha val="28000"/>
            </a:srgbClr>
          </a:solidFill>
          <a:ln/>
        </p:spPr>
      </p:sp>
      <p:sp>
        <p:nvSpPr>
          <p:cNvPr id="35" name="Shape 33"/>
          <p:cNvSpPr/>
          <p:nvPr/>
        </p:nvSpPr>
        <p:spPr>
          <a:xfrm>
            <a:off x="2064296" y="9580836"/>
            <a:ext cx="78828" cy="78828"/>
          </a:xfrm>
          <a:prstGeom prst="ellipse">
            <a:avLst/>
          </a:prstGeom>
          <a:solidFill>
            <a:srgbClr val="F3EEE3">
              <a:alpha val="28000"/>
            </a:srgbClr>
          </a:solidFill>
          <a:ln/>
        </p:spPr>
      </p:sp>
      <p:sp>
        <p:nvSpPr>
          <p:cNvPr id="36" name="Shape 34"/>
          <p:cNvSpPr/>
          <p:nvPr/>
        </p:nvSpPr>
        <p:spPr>
          <a:xfrm>
            <a:off x="2221951" y="9580836"/>
            <a:ext cx="78828" cy="78828"/>
          </a:xfrm>
          <a:prstGeom prst="ellipse">
            <a:avLst/>
          </a:prstGeom>
          <a:solidFill>
            <a:srgbClr val="F3EEE3">
              <a:alpha val="28000"/>
            </a:srgbClr>
          </a:solidFill>
          <a:ln/>
        </p:spPr>
      </p:sp>
      <p:sp>
        <p:nvSpPr>
          <p:cNvPr id="37" name="Shape 35"/>
          <p:cNvSpPr/>
          <p:nvPr/>
        </p:nvSpPr>
        <p:spPr>
          <a:xfrm>
            <a:off x="2379606" y="9580836"/>
            <a:ext cx="78828" cy="78828"/>
          </a:xfrm>
          <a:prstGeom prst="ellipse">
            <a:avLst/>
          </a:prstGeom>
          <a:solidFill>
            <a:srgbClr val="F3EEE3">
              <a:alpha val="28000"/>
            </a:srgbClr>
          </a:solidFill>
          <a:ln/>
        </p:spPr>
      </p:sp>
      <p:sp>
        <p:nvSpPr>
          <p:cNvPr id="38" name="Shape 36"/>
          <p:cNvSpPr/>
          <p:nvPr/>
        </p:nvSpPr>
        <p:spPr>
          <a:xfrm>
            <a:off x="2537261" y="9580836"/>
            <a:ext cx="78828" cy="78828"/>
          </a:xfrm>
          <a:prstGeom prst="ellipse">
            <a:avLst/>
          </a:prstGeom>
          <a:solidFill>
            <a:srgbClr val="F3EEE3">
              <a:alpha val="28000"/>
            </a:srgbClr>
          </a:solidFill>
          <a:ln/>
        </p:spPr>
      </p:sp>
      <p:sp>
        <p:nvSpPr>
          <p:cNvPr id="39" name="Shape 37"/>
          <p:cNvSpPr/>
          <p:nvPr/>
        </p:nvSpPr>
        <p:spPr>
          <a:xfrm>
            <a:off x="2694916" y="9580836"/>
            <a:ext cx="78828" cy="78828"/>
          </a:xfrm>
          <a:prstGeom prst="ellipse">
            <a:avLst/>
          </a:prstGeom>
          <a:solidFill>
            <a:srgbClr val="F3EEE3">
              <a:alpha val="28000"/>
            </a:srgbClr>
          </a:solidFill>
          <a:ln/>
        </p:spPr>
      </p:sp>
      <p:sp>
        <p:nvSpPr>
          <p:cNvPr id="40" name="Shape 38"/>
          <p:cNvSpPr/>
          <p:nvPr/>
        </p:nvSpPr>
        <p:spPr>
          <a:xfrm>
            <a:off x="2852571" y="9580836"/>
            <a:ext cx="78828" cy="78828"/>
          </a:xfrm>
          <a:prstGeom prst="ellipse">
            <a:avLst/>
          </a:prstGeom>
          <a:solidFill>
            <a:srgbClr val="F3EEE3">
              <a:alpha val="28000"/>
            </a:srgbClr>
          </a:solidFill>
          <a:ln/>
        </p:spPr>
      </p:sp>
      <p:sp>
        <p:nvSpPr>
          <p:cNvPr id="41" name="Shape 39"/>
          <p:cNvSpPr/>
          <p:nvPr/>
        </p:nvSpPr>
        <p:spPr>
          <a:xfrm>
            <a:off x="3010225" y="9580836"/>
            <a:ext cx="78828" cy="78828"/>
          </a:xfrm>
          <a:prstGeom prst="ellipse">
            <a:avLst/>
          </a:prstGeom>
          <a:solidFill>
            <a:srgbClr val="F3EEE3">
              <a:alpha val="28000"/>
            </a:srgbClr>
          </a:solidFill>
          <a:ln/>
        </p:spPr>
      </p:sp>
      <p:sp>
        <p:nvSpPr>
          <p:cNvPr id="42" name="Shape 40"/>
          <p:cNvSpPr/>
          <p:nvPr/>
        </p:nvSpPr>
        <p:spPr>
          <a:xfrm>
            <a:off x="3167880" y="9580836"/>
            <a:ext cx="78828" cy="78828"/>
          </a:xfrm>
          <a:prstGeom prst="ellipse">
            <a:avLst/>
          </a:prstGeom>
          <a:solidFill>
            <a:srgbClr val="F3EEE3">
              <a:alpha val="28000"/>
            </a:srgbClr>
          </a:solidFill>
          <a:ln/>
        </p:spPr>
      </p:sp>
      <p:sp>
        <p:nvSpPr>
          <p:cNvPr id="43" name="Shape 41"/>
          <p:cNvSpPr/>
          <p:nvPr/>
        </p:nvSpPr>
        <p:spPr>
          <a:xfrm>
            <a:off x="3325535" y="9580836"/>
            <a:ext cx="78828" cy="78828"/>
          </a:xfrm>
          <a:prstGeom prst="ellipse">
            <a:avLst/>
          </a:prstGeom>
          <a:solidFill>
            <a:srgbClr val="F3EEE3">
              <a:alpha val="28000"/>
            </a:srgbClr>
          </a:solidFill>
          <a:ln/>
        </p:spPr>
      </p:sp>
      <p:sp>
        <p:nvSpPr>
          <p:cNvPr id="44" name="Shape 42"/>
          <p:cNvSpPr/>
          <p:nvPr/>
        </p:nvSpPr>
        <p:spPr>
          <a:xfrm>
            <a:off x="3483190" y="9580836"/>
            <a:ext cx="78828" cy="78828"/>
          </a:xfrm>
          <a:prstGeom prst="ellipse">
            <a:avLst/>
          </a:prstGeom>
          <a:solidFill>
            <a:srgbClr val="F3EEE3">
              <a:alpha val="28000"/>
            </a:srgbClr>
          </a:solidFill>
          <a:ln/>
        </p:spPr>
      </p:sp>
      <p:sp>
        <p:nvSpPr>
          <p:cNvPr id="45" name="Shape 43"/>
          <p:cNvSpPr/>
          <p:nvPr/>
        </p:nvSpPr>
        <p:spPr>
          <a:xfrm>
            <a:off x="3640845" y="9580836"/>
            <a:ext cx="78828" cy="78828"/>
          </a:xfrm>
          <a:prstGeom prst="ellipse">
            <a:avLst/>
          </a:prstGeom>
          <a:solidFill>
            <a:srgbClr val="F3EEE3">
              <a:alpha val="28000"/>
            </a:srgbClr>
          </a:solidFill>
          <a:ln/>
        </p:spPr>
      </p:sp>
      <p:sp>
        <p:nvSpPr>
          <p:cNvPr id="46" name="Shape 44"/>
          <p:cNvSpPr/>
          <p:nvPr/>
        </p:nvSpPr>
        <p:spPr>
          <a:xfrm>
            <a:off x="3798500" y="9580836"/>
            <a:ext cx="78828" cy="78828"/>
          </a:xfrm>
          <a:prstGeom prst="ellipse">
            <a:avLst/>
          </a:prstGeom>
          <a:solidFill>
            <a:srgbClr val="F3EEE3">
              <a:alpha val="28000"/>
            </a:srgbClr>
          </a:solidFill>
          <a:ln/>
        </p:spPr>
      </p:sp>
      <p:sp>
        <p:nvSpPr>
          <p:cNvPr id="47" name="Shape 45"/>
          <p:cNvSpPr/>
          <p:nvPr/>
        </p:nvSpPr>
        <p:spPr>
          <a:xfrm>
            <a:off x="3956155" y="9580836"/>
            <a:ext cx="78828" cy="78828"/>
          </a:xfrm>
          <a:prstGeom prst="ellipse">
            <a:avLst/>
          </a:prstGeom>
          <a:solidFill>
            <a:srgbClr val="F3EEE3">
              <a:alpha val="28000"/>
            </a:srgbClr>
          </a:solidFill>
          <a:ln/>
        </p:spPr>
      </p:sp>
      <p:sp>
        <p:nvSpPr>
          <p:cNvPr id="48" name="Shape 46"/>
          <p:cNvSpPr/>
          <p:nvPr/>
        </p:nvSpPr>
        <p:spPr>
          <a:xfrm>
            <a:off x="4113810" y="9580836"/>
            <a:ext cx="78828" cy="78828"/>
          </a:xfrm>
          <a:prstGeom prst="ellipse">
            <a:avLst/>
          </a:prstGeom>
          <a:solidFill>
            <a:srgbClr val="F3EEE3">
              <a:alpha val="28000"/>
            </a:srgbClr>
          </a:solidFill>
          <a:ln/>
        </p:spPr>
      </p:sp>
      <p:sp>
        <p:nvSpPr>
          <p:cNvPr id="49" name="Shape 47"/>
          <p:cNvSpPr/>
          <p:nvPr/>
        </p:nvSpPr>
        <p:spPr>
          <a:xfrm>
            <a:off x="4271465" y="9580836"/>
            <a:ext cx="78828" cy="78828"/>
          </a:xfrm>
          <a:prstGeom prst="ellipse">
            <a:avLst/>
          </a:prstGeom>
          <a:solidFill>
            <a:srgbClr val="F3EEE3">
              <a:alpha val="28000"/>
            </a:srgbClr>
          </a:solidFill>
          <a:ln/>
        </p:spPr>
      </p:sp>
      <p:sp>
        <p:nvSpPr>
          <p:cNvPr id="50" name="Shape 48"/>
          <p:cNvSpPr/>
          <p:nvPr/>
        </p:nvSpPr>
        <p:spPr>
          <a:xfrm>
            <a:off x="4429120" y="9580836"/>
            <a:ext cx="78828" cy="78828"/>
          </a:xfrm>
          <a:prstGeom prst="ellipse">
            <a:avLst/>
          </a:prstGeom>
          <a:solidFill>
            <a:srgbClr val="F3EEE3">
              <a:alpha val="28000"/>
            </a:srgbClr>
          </a:solidFill>
          <a:ln/>
        </p:spPr>
      </p:sp>
      <p:sp>
        <p:nvSpPr>
          <p:cNvPr id="51" name="Shape 49"/>
          <p:cNvSpPr/>
          <p:nvPr/>
        </p:nvSpPr>
        <p:spPr>
          <a:xfrm>
            <a:off x="4586775" y="9580836"/>
            <a:ext cx="78828" cy="78828"/>
          </a:xfrm>
          <a:prstGeom prst="ellipse">
            <a:avLst/>
          </a:prstGeom>
          <a:solidFill>
            <a:srgbClr val="F3EEE3">
              <a:alpha val="28000"/>
            </a:srgbClr>
          </a:solidFill>
          <a:ln/>
        </p:spPr>
      </p:sp>
      <p:sp>
        <p:nvSpPr>
          <p:cNvPr id="52" name="Shape 50"/>
          <p:cNvSpPr/>
          <p:nvPr/>
        </p:nvSpPr>
        <p:spPr>
          <a:xfrm>
            <a:off x="4744430" y="9580836"/>
            <a:ext cx="78828" cy="78828"/>
          </a:xfrm>
          <a:prstGeom prst="ellipse">
            <a:avLst/>
          </a:prstGeom>
          <a:solidFill>
            <a:srgbClr val="F3EEE3">
              <a:alpha val="28000"/>
            </a:srgbClr>
          </a:solidFill>
          <a:ln/>
        </p:spPr>
      </p:sp>
      <p:sp>
        <p:nvSpPr>
          <p:cNvPr id="53" name="Shape 51"/>
          <p:cNvSpPr/>
          <p:nvPr/>
        </p:nvSpPr>
        <p:spPr>
          <a:xfrm>
            <a:off x="4902085" y="9580836"/>
            <a:ext cx="78828" cy="78828"/>
          </a:xfrm>
          <a:prstGeom prst="ellipse">
            <a:avLst/>
          </a:prstGeom>
          <a:solidFill>
            <a:srgbClr val="F3EEE3">
              <a:alpha val="28000"/>
            </a:srgbClr>
          </a:solidFill>
          <a:ln/>
        </p:spPr>
      </p:sp>
      <p:sp>
        <p:nvSpPr>
          <p:cNvPr id="54" name="Shape 52"/>
          <p:cNvSpPr/>
          <p:nvPr/>
        </p:nvSpPr>
        <p:spPr>
          <a:xfrm>
            <a:off x="5059740" y="9580836"/>
            <a:ext cx="78828" cy="78828"/>
          </a:xfrm>
          <a:prstGeom prst="ellipse">
            <a:avLst/>
          </a:prstGeom>
          <a:solidFill>
            <a:srgbClr val="F3EEE3">
              <a:alpha val="28000"/>
            </a:srgbClr>
          </a:solidFill>
          <a:ln/>
        </p:spPr>
      </p:sp>
      <p:sp>
        <p:nvSpPr>
          <p:cNvPr id="55" name="Shape 53"/>
          <p:cNvSpPr/>
          <p:nvPr/>
        </p:nvSpPr>
        <p:spPr>
          <a:xfrm>
            <a:off x="5217395" y="9580836"/>
            <a:ext cx="78828" cy="78828"/>
          </a:xfrm>
          <a:prstGeom prst="ellipse">
            <a:avLst/>
          </a:prstGeom>
          <a:solidFill>
            <a:srgbClr val="F3EEE3">
              <a:alpha val="28000"/>
            </a:srgbClr>
          </a:solidFill>
          <a:ln/>
        </p:spPr>
      </p:sp>
      <p:sp>
        <p:nvSpPr>
          <p:cNvPr id="56" name="Shape 54"/>
          <p:cNvSpPr/>
          <p:nvPr/>
        </p:nvSpPr>
        <p:spPr>
          <a:xfrm>
            <a:off x="5375050" y="9580836"/>
            <a:ext cx="78828" cy="78828"/>
          </a:xfrm>
          <a:prstGeom prst="ellipse">
            <a:avLst/>
          </a:prstGeom>
          <a:solidFill>
            <a:srgbClr val="F3EEE3">
              <a:alpha val="28000"/>
            </a:srgbClr>
          </a:solidFill>
          <a:ln/>
        </p:spPr>
      </p:sp>
      <p:sp>
        <p:nvSpPr>
          <p:cNvPr id="57" name="Shape 55"/>
          <p:cNvSpPr/>
          <p:nvPr/>
        </p:nvSpPr>
        <p:spPr>
          <a:xfrm>
            <a:off x="5532705" y="9580836"/>
            <a:ext cx="78828" cy="78828"/>
          </a:xfrm>
          <a:prstGeom prst="ellipse">
            <a:avLst/>
          </a:prstGeom>
          <a:solidFill>
            <a:srgbClr val="F3EEE3">
              <a:alpha val="28000"/>
            </a:srgbClr>
          </a:solidFill>
          <a:ln/>
        </p:spPr>
      </p:sp>
      <p:sp>
        <p:nvSpPr>
          <p:cNvPr id="58" name="Shape 56"/>
          <p:cNvSpPr/>
          <p:nvPr/>
        </p:nvSpPr>
        <p:spPr>
          <a:xfrm>
            <a:off x="5690359" y="9580836"/>
            <a:ext cx="78828" cy="78828"/>
          </a:xfrm>
          <a:prstGeom prst="ellipse">
            <a:avLst/>
          </a:prstGeom>
          <a:solidFill>
            <a:srgbClr val="F3EEE3">
              <a:alpha val="28000"/>
            </a:srgbClr>
          </a:solidFill>
          <a:ln/>
        </p:spPr>
      </p:sp>
      <p:sp>
        <p:nvSpPr>
          <p:cNvPr id="59" name="Shape 57"/>
          <p:cNvSpPr/>
          <p:nvPr/>
        </p:nvSpPr>
        <p:spPr>
          <a:xfrm>
            <a:off x="5848014" y="9580836"/>
            <a:ext cx="78828" cy="78828"/>
          </a:xfrm>
          <a:prstGeom prst="ellipse">
            <a:avLst/>
          </a:prstGeom>
          <a:solidFill>
            <a:srgbClr val="F3EEE3">
              <a:alpha val="28000"/>
            </a:srgbClr>
          </a:solidFill>
          <a:ln/>
        </p:spPr>
      </p:sp>
      <p:sp>
        <p:nvSpPr>
          <p:cNvPr id="60" name="Shape 58"/>
          <p:cNvSpPr/>
          <p:nvPr/>
        </p:nvSpPr>
        <p:spPr>
          <a:xfrm>
            <a:off x="6005669" y="9580836"/>
            <a:ext cx="78828" cy="78828"/>
          </a:xfrm>
          <a:prstGeom prst="ellipse">
            <a:avLst/>
          </a:prstGeom>
          <a:solidFill>
            <a:srgbClr val="F3EEE3">
              <a:alpha val="28000"/>
            </a:srgbClr>
          </a:solidFill>
          <a:ln/>
        </p:spPr>
      </p:sp>
      <p:sp>
        <p:nvSpPr>
          <p:cNvPr id="61" name="Shape 59"/>
          <p:cNvSpPr/>
          <p:nvPr/>
        </p:nvSpPr>
        <p:spPr>
          <a:xfrm>
            <a:off x="6163324" y="9580836"/>
            <a:ext cx="78828" cy="78828"/>
          </a:xfrm>
          <a:prstGeom prst="ellipse">
            <a:avLst/>
          </a:prstGeom>
          <a:solidFill>
            <a:srgbClr val="F3EEE3">
              <a:alpha val="28000"/>
            </a:srgbClr>
          </a:solidFill>
          <a:ln/>
        </p:spPr>
      </p:sp>
      <p:sp>
        <p:nvSpPr>
          <p:cNvPr id="62" name="Shape 60"/>
          <p:cNvSpPr/>
          <p:nvPr/>
        </p:nvSpPr>
        <p:spPr>
          <a:xfrm>
            <a:off x="6320979" y="9580836"/>
            <a:ext cx="78828" cy="78828"/>
          </a:xfrm>
          <a:prstGeom prst="ellipse">
            <a:avLst/>
          </a:prstGeom>
          <a:solidFill>
            <a:srgbClr val="F3EEE3">
              <a:alpha val="28000"/>
            </a:srgbClr>
          </a:solidFill>
          <a:ln/>
        </p:spPr>
      </p:sp>
      <p:sp>
        <p:nvSpPr>
          <p:cNvPr id="63" name="Shape 61"/>
          <p:cNvSpPr/>
          <p:nvPr/>
        </p:nvSpPr>
        <p:spPr>
          <a:xfrm>
            <a:off x="6478634" y="9580836"/>
            <a:ext cx="78828" cy="78828"/>
          </a:xfrm>
          <a:prstGeom prst="ellipse">
            <a:avLst/>
          </a:prstGeom>
          <a:solidFill>
            <a:srgbClr val="F3EEE3">
              <a:alpha val="28000"/>
            </a:srgbClr>
          </a:solidFill>
          <a:ln/>
        </p:spPr>
      </p:sp>
      <p:sp>
        <p:nvSpPr>
          <p:cNvPr id="64" name="Shape 62"/>
          <p:cNvSpPr/>
          <p:nvPr/>
        </p:nvSpPr>
        <p:spPr>
          <a:xfrm>
            <a:off x="6636289" y="9580836"/>
            <a:ext cx="78828" cy="78828"/>
          </a:xfrm>
          <a:prstGeom prst="ellipse">
            <a:avLst/>
          </a:prstGeom>
          <a:solidFill>
            <a:srgbClr val="F3EEE3">
              <a:alpha val="28000"/>
            </a:srgbClr>
          </a:solidFill>
          <a:ln/>
        </p:spPr>
      </p:sp>
      <p:sp>
        <p:nvSpPr>
          <p:cNvPr id="65" name="Shape 63"/>
          <p:cNvSpPr/>
          <p:nvPr/>
        </p:nvSpPr>
        <p:spPr>
          <a:xfrm>
            <a:off x="6793944" y="9580836"/>
            <a:ext cx="78828" cy="78828"/>
          </a:xfrm>
          <a:prstGeom prst="ellipse">
            <a:avLst/>
          </a:prstGeom>
          <a:solidFill>
            <a:srgbClr val="F3EEE3">
              <a:alpha val="28000"/>
            </a:srgbClr>
          </a:solidFill>
          <a:ln/>
        </p:spPr>
      </p:sp>
      <p:sp>
        <p:nvSpPr>
          <p:cNvPr id="66" name="Shape 64"/>
          <p:cNvSpPr/>
          <p:nvPr/>
        </p:nvSpPr>
        <p:spPr>
          <a:xfrm>
            <a:off x="6951599" y="9580836"/>
            <a:ext cx="78828" cy="78828"/>
          </a:xfrm>
          <a:prstGeom prst="ellipse">
            <a:avLst/>
          </a:prstGeom>
          <a:solidFill>
            <a:srgbClr val="F3EEE3">
              <a:alpha val="28000"/>
            </a:srgbClr>
          </a:solidFill>
          <a:ln/>
        </p:spPr>
      </p:sp>
      <p:sp>
        <p:nvSpPr>
          <p:cNvPr id="67" name="Shape 65"/>
          <p:cNvSpPr/>
          <p:nvPr/>
        </p:nvSpPr>
        <p:spPr>
          <a:xfrm>
            <a:off x="7109254" y="9580836"/>
            <a:ext cx="78828" cy="78828"/>
          </a:xfrm>
          <a:prstGeom prst="ellipse">
            <a:avLst/>
          </a:prstGeom>
          <a:solidFill>
            <a:srgbClr val="F3EEE3">
              <a:alpha val="28000"/>
            </a:srgbClr>
          </a:solidFill>
          <a:ln/>
        </p:spPr>
      </p:sp>
      <p:sp>
        <p:nvSpPr>
          <p:cNvPr id="68" name="Shape 66"/>
          <p:cNvSpPr/>
          <p:nvPr/>
        </p:nvSpPr>
        <p:spPr>
          <a:xfrm>
            <a:off x="7266909" y="9580836"/>
            <a:ext cx="78828" cy="78828"/>
          </a:xfrm>
          <a:prstGeom prst="ellipse">
            <a:avLst/>
          </a:prstGeom>
          <a:solidFill>
            <a:srgbClr val="F3EEE3">
              <a:alpha val="28000"/>
            </a:srgbClr>
          </a:solidFill>
          <a:ln/>
        </p:spPr>
      </p:sp>
      <p:sp>
        <p:nvSpPr>
          <p:cNvPr id="69" name="Shape 67"/>
          <p:cNvSpPr/>
          <p:nvPr/>
        </p:nvSpPr>
        <p:spPr>
          <a:xfrm>
            <a:off x="7424564" y="9580836"/>
            <a:ext cx="78828" cy="78828"/>
          </a:xfrm>
          <a:prstGeom prst="ellipse">
            <a:avLst/>
          </a:prstGeom>
          <a:solidFill>
            <a:srgbClr val="F3EEE3">
              <a:alpha val="28000"/>
            </a:srgbClr>
          </a:solidFill>
          <a:ln/>
        </p:spPr>
      </p:sp>
      <p:sp>
        <p:nvSpPr>
          <p:cNvPr id="70" name="Shape 68"/>
          <p:cNvSpPr/>
          <p:nvPr/>
        </p:nvSpPr>
        <p:spPr>
          <a:xfrm>
            <a:off x="7582219" y="9580836"/>
            <a:ext cx="78828" cy="78828"/>
          </a:xfrm>
          <a:prstGeom prst="ellipse">
            <a:avLst/>
          </a:prstGeom>
          <a:solidFill>
            <a:srgbClr val="F3EEE3">
              <a:alpha val="28000"/>
            </a:srgbClr>
          </a:solidFill>
          <a:ln/>
        </p:spPr>
      </p:sp>
      <p:sp>
        <p:nvSpPr>
          <p:cNvPr id="71" name="Shape 69"/>
          <p:cNvSpPr/>
          <p:nvPr/>
        </p:nvSpPr>
        <p:spPr>
          <a:xfrm>
            <a:off x="7739874" y="9580836"/>
            <a:ext cx="78828" cy="78828"/>
          </a:xfrm>
          <a:prstGeom prst="ellipse">
            <a:avLst/>
          </a:prstGeom>
          <a:solidFill>
            <a:srgbClr val="F3EEE3">
              <a:alpha val="28000"/>
            </a:srgbClr>
          </a:solidFill>
          <a:ln/>
        </p:spPr>
      </p:sp>
      <p:sp>
        <p:nvSpPr>
          <p:cNvPr id="72" name="Shape 70"/>
          <p:cNvSpPr/>
          <p:nvPr/>
        </p:nvSpPr>
        <p:spPr>
          <a:xfrm>
            <a:off x="7897529" y="9580836"/>
            <a:ext cx="78828" cy="78828"/>
          </a:xfrm>
          <a:prstGeom prst="ellipse">
            <a:avLst/>
          </a:prstGeom>
          <a:solidFill>
            <a:srgbClr val="F3EEE3">
              <a:alpha val="28000"/>
            </a:srgbClr>
          </a:solidFill>
          <a:ln/>
        </p:spPr>
      </p:sp>
      <p:sp>
        <p:nvSpPr>
          <p:cNvPr id="73" name="Shape 71"/>
          <p:cNvSpPr/>
          <p:nvPr/>
        </p:nvSpPr>
        <p:spPr>
          <a:xfrm>
            <a:off x="8055184" y="9580836"/>
            <a:ext cx="78828" cy="78828"/>
          </a:xfrm>
          <a:prstGeom prst="ellipse">
            <a:avLst/>
          </a:prstGeom>
          <a:solidFill>
            <a:srgbClr val="F3EEE3">
              <a:alpha val="28000"/>
            </a:srgbClr>
          </a:solidFill>
          <a:ln/>
        </p:spPr>
      </p:sp>
      <p:sp>
        <p:nvSpPr>
          <p:cNvPr id="74" name="Shape 72"/>
          <p:cNvSpPr/>
          <p:nvPr/>
        </p:nvSpPr>
        <p:spPr>
          <a:xfrm>
            <a:off x="8212839" y="9580836"/>
            <a:ext cx="78828" cy="78828"/>
          </a:xfrm>
          <a:prstGeom prst="ellipse">
            <a:avLst/>
          </a:prstGeom>
          <a:solidFill>
            <a:srgbClr val="F3EEE3">
              <a:alpha val="28000"/>
            </a:srgbClr>
          </a:solidFill>
          <a:ln/>
        </p:spPr>
      </p:sp>
      <p:sp>
        <p:nvSpPr>
          <p:cNvPr id="75" name="Shape 73"/>
          <p:cNvSpPr/>
          <p:nvPr/>
        </p:nvSpPr>
        <p:spPr>
          <a:xfrm>
            <a:off x="8370494" y="9580836"/>
            <a:ext cx="78828" cy="78828"/>
          </a:xfrm>
          <a:prstGeom prst="ellipse">
            <a:avLst/>
          </a:prstGeom>
          <a:solidFill>
            <a:srgbClr val="F3EEE3">
              <a:alpha val="28000"/>
            </a:srgbClr>
          </a:solidFill>
          <a:ln/>
        </p:spPr>
      </p:sp>
      <p:sp>
        <p:nvSpPr>
          <p:cNvPr id="76" name="Shape 74"/>
          <p:cNvSpPr/>
          <p:nvPr/>
        </p:nvSpPr>
        <p:spPr>
          <a:xfrm>
            <a:off x="8528148" y="9580836"/>
            <a:ext cx="78828" cy="78828"/>
          </a:xfrm>
          <a:prstGeom prst="ellipse">
            <a:avLst/>
          </a:prstGeom>
          <a:solidFill>
            <a:srgbClr val="F3EEE3">
              <a:alpha val="28000"/>
            </a:srgbClr>
          </a:solidFill>
          <a:ln/>
        </p:spPr>
      </p:sp>
      <p:sp>
        <p:nvSpPr>
          <p:cNvPr id="77" name="Shape 75"/>
          <p:cNvSpPr/>
          <p:nvPr/>
        </p:nvSpPr>
        <p:spPr>
          <a:xfrm>
            <a:off x="8685803" y="9580836"/>
            <a:ext cx="78828" cy="78828"/>
          </a:xfrm>
          <a:prstGeom prst="ellipse">
            <a:avLst/>
          </a:prstGeom>
          <a:solidFill>
            <a:srgbClr val="F3EEE3">
              <a:alpha val="28000"/>
            </a:srgbClr>
          </a:solidFill>
          <a:ln/>
        </p:spPr>
      </p:sp>
      <p:sp>
        <p:nvSpPr>
          <p:cNvPr id="78" name="Shape 76"/>
          <p:cNvSpPr/>
          <p:nvPr/>
        </p:nvSpPr>
        <p:spPr>
          <a:xfrm>
            <a:off x="8843458" y="9580836"/>
            <a:ext cx="78828" cy="78828"/>
          </a:xfrm>
          <a:prstGeom prst="ellipse">
            <a:avLst/>
          </a:prstGeom>
          <a:solidFill>
            <a:srgbClr val="F3EEE3">
              <a:alpha val="28000"/>
            </a:srgbClr>
          </a:solidFill>
          <a:ln/>
        </p:spPr>
      </p:sp>
      <p:sp>
        <p:nvSpPr>
          <p:cNvPr id="79" name="Shape 77"/>
          <p:cNvSpPr/>
          <p:nvPr/>
        </p:nvSpPr>
        <p:spPr>
          <a:xfrm>
            <a:off x="9001113" y="9580836"/>
            <a:ext cx="78828" cy="78828"/>
          </a:xfrm>
          <a:prstGeom prst="ellipse">
            <a:avLst/>
          </a:prstGeom>
          <a:solidFill>
            <a:srgbClr val="F3EEE3">
              <a:alpha val="28000"/>
            </a:srgbClr>
          </a:solidFill>
          <a:ln/>
        </p:spPr>
      </p:sp>
      <p:sp>
        <p:nvSpPr>
          <p:cNvPr id="80" name="Shape 78"/>
          <p:cNvSpPr/>
          <p:nvPr/>
        </p:nvSpPr>
        <p:spPr>
          <a:xfrm>
            <a:off x="9158768" y="9580836"/>
            <a:ext cx="78828" cy="78828"/>
          </a:xfrm>
          <a:prstGeom prst="ellipse">
            <a:avLst/>
          </a:prstGeom>
          <a:solidFill>
            <a:srgbClr val="F3EEE3">
              <a:alpha val="28000"/>
            </a:srgbClr>
          </a:solidFill>
          <a:ln/>
        </p:spPr>
      </p:sp>
      <p:sp>
        <p:nvSpPr>
          <p:cNvPr id="81" name="Shape 79"/>
          <p:cNvSpPr/>
          <p:nvPr/>
        </p:nvSpPr>
        <p:spPr>
          <a:xfrm>
            <a:off x="9316423" y="9580836"/>
            <a:ext cx="78828" cy="78828"/>
          </a:xfrm>
          <a:prstGeom prst="ellipse">
            <a:avLst/>
          </a:prstGeom>
          <a:solidFill>
            <a:srgbClr val="F3EEE3">
              <a:alpha val="28000"/>
            </a:srgbClr>
          </a:solidFill>
          <a:ln/>
        </p:spPr>
      </p:sp>
      <p:sp>
        <p:nvSpPr>
          <p:cNvPr id="82" name="Shape 80"/>
          <p:cNvSpPr/>
          <p:nvPr/>
        </p:nvSpPr>
        <p:spPr>
          <a:xfrm>
            <a:off x="9474078" y="9580836"/>
            <a:ext cx="78828" cy="78828"/>
          </a:xfrm>
          <a:prstGeom prst="ellipse">
            <a:avLst/>
          </a:prstGeom>
          <a:solidFill>
            <a:srgbClr val="F3EEE3">
              <a:alpha val="28000"/>
            </a:srgbClr>
          </a:solidFill>
          <a:ln/>
        </p:spPr>
      </p:sp>
      <p:sp>
        <p:nvSpPr>
          <p:cNvPr id="83" name="Shape 81"/>
          <p:cNvSpPr/>
          <p:nvPr/>
        </p:nvSpPr>
        <p:spPr>
          <a:xfrm>
            <a:off x="9631733" y="9580836"/>
            <a:ext cx="78828" cy="78828"/>
          </a:xfrm>
          <a:prstGeom prst="ellipse">
            <a:avLst/>
          </a:prstGeom>
          <a:solidFill>
            <a:srgbClr val="F3EEE3">
              <a:alpha val="28000"/>
            </a:srgbClr>
          </a:solidFill>
          <a:ln/>
        </p:spPr>
      </p:sp>
      <p:sp>
        <p:nvSpPr>
          <p:cNvPr id="84" name="Shape 82"/>
          <p:cNvSpPr/>
          <p:nvPr/>
        </p:nvSpPr>
        <p:spPr>
          <a:xfrm>
            <a:off x="9789388" y="9580836"/>
            <a:ext cx="78828" cy="78828"/>
          </a:xfrm>
          <a:prstGeom prst="ellipse">
            <a:avLst/>
          </a:prstGeom>
          <a:solidFill>
            <a:srgbClr val="F3EEE3">
              <a:alpha val="28000"/>
            </a:srgbClr>
          </a:solidFill>
          <a:ln/>
        </p:spPr>
      </p:sp>
      <p:sp>
        <p:nvSpPr>
          <p:cNvPr id="85" name="Shape 83"/>
          <p:cNvSpPr/>
          <p:nvPr/>
        </p:nvSpPr>
        <p:spPr>
          <a:xfrm>
            <a:off x="9947043" y="9580836"/>
            <a:ext cx="78828" cy="78828"/>
          </a:xfrm>
          <a:prstGeom prst="ellipse">
            <a:avLst/>
          </a:prstGeom>
          <a:solidFill>
            <a:srgbClr val="F3EEE3">
              <a:alpha val="28000"/>
            </a:srgbClr>
          </a:solidFill>
          <a:ln/>
        </p:spPr>
      </p:sp>
      <p:sp>
        <p:nvSpPr>
          <p:cNvPr id="86" name="Text 8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05/58</a:t>
            </a:r>
            <a:endParaRPr lang="en-US" sz="1800" dirty="0"/>
          </a:p>
        </p:txBody>
      </p:sp>
      <p:sp>
        <p:nvSpPr>
          <p:cNvPr id="87" name="Shape 85"/>
          <p:cNvSpPr/>
          <p:nvPr/>
        </p:nvSpPr>
        <p:spPr>
          <a:xfrm>
            <a:off x="15983712" y="9076331"/>
            <a:ext cx="1645920" cy="552301"/>
          </a:xfrm>
          <a:prstGeom prst="roundRect">
            <a:avLst>
              <a:gd name="adj" fmla="val 28000"/>
            </a:avLst>
          </a:prstGeom>
          <a:solidFill>
            <a:srgbClr val="FFFFFF">
              <a:alpha val="82000"/>
            </a:srgbClr>
          </a:solidFill>
          <a:ln/>
        </p:spPr>
      </p:sp>
      <p:pic>
        <p:nvPicPr>
          <p:cNvPr id="88" name="Moda image moda-export-watermark-312334a3-454d-4879-9d79-d9d65b135d2b"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91" kern="0">
                <a:solidFill>
                  <a:srgbClr val="14161C"/>
                </a:solidFill>
                <a:latin typeface="Noto Sans JP ExtraBold" pitchFamily="34" charset="0"/>
                <a:ea typeface="Noto Sans JP ExtraBold" pitchFamily="34" charset="-122"/>
                <a:cs typeface="Noto Sans JP ExtraBold" pitchFamily="34" charset="-120"/>
              </a:rPr>
              <a:t>覚えておく</a:t>
            </a:r>
            <a:r>
              <a:rPr lang="en-US" sz="5700" dirty="0" spc="0" kern="0">
                <a:solidFill>
                  <a:srgbClr val="14161C"/>
                </a:solidFill>
                <a:latin typeface="Noto Sans JP ExtraBold" pitchFamily="34" charset="0"/>
                <a:ea typeface="Noto Sans JP ExtraBold" pitchFamily="34" charset="-122"/>
                <a:cs typeface="Noto Sans JP ExtraBold" pitchFamily="34" charset="-120"/>
              </a:rPr>
              <a:t> 6つの 温度</a:t>
            </a:r>
            <a:endParaRPr lang="en-US" sz="5700" dirty="0"/>
          </a:p>
        </p:txBody>
      </p:sp>
      <p:sp>
        <p:nvSpPr>
          <p:cNvPr id="3" name="Connector line-1793234210403-295323308"/>
          <p:cNvSpPr/>
          <p:nvPr/>
        </p:nvSpPr>
        <p:spPr>
          <a:xfrm>
            <a:off x="914400" y="5810250"/>
            <a:ext cx="16459200" cy="0"/>
          </a:xfrm>
          <a:prstGeom prst="line">
            <a:avLst/>
          </a:prstGeom>
          <a:noFill/>
          <a:ln w="57150">
            <a:solidFill>
              <a:srgbClr val="6B6A66"/>
            </a:solidFill>
            <a:prstDash val="solid"/>
            <a:headEnd type="none"/>
            <a:tailEnd type="none"/>
          </a:ln>
        </p:spPr>
      </p:sp>
      <p:sp>
        <p:nvSpPr>
          <p:cNvPr id="4" name="Shape 2"/>
          <p:cNvSpPr/>
          <p:nvPr/>
        </p:nvSpPr>
        <p:spPr>
          <a:xfrm>
            <a:off x="2038350" y="5562600"/>
            <a:ext cx="495300" cy="495300"/>
          </a:xfrm>
          <a:prstGeom prst="ellipse">
            <a:avLst/>
          </a:prstGeom>
          <a:solidFill>
            <a:srgbClr val="0F766E"/>
          </a:solidFill>
          <a:ln/>
        </p:spPr>
      </p:sp>
      <p:sp>
        <p:nvSpPr>
          <p:cNvPr id="5" name="Connector line-1793234210403-952652206"/>
          <p:cNvSpPr/>
          <p:nvPr/>
        </p:nvSpPr>
        <p:spPr>
          <a:xfrm flipV="1">
            <a:off x="2286000" y="5238750"/>
            <a:ext cx="0" cy="323850"/>
          </a:xfrm>
          <a:prstGeom prst="line">
            <a:avLst/>
          </a:prstGeom>
          <a:noFill/>
          <a:ln w="38100">
            <a:solidFill>
              <a:srgbClr val="0F766E"/>
            </a:solidFill>
            <a:prstDash val="solid"/>
            <a:headEnd type="none"/>
            <a:tailEnd type="none"/>
          </a:ln>
        </p:spPr>
      </p:sp>
      <p:sp>
        <p:nvSpPr>
          <p:cNvPr id="6" name="Text 4"/>
          <p:cNvSpPr/>
          <p:nvPr/>
        </p:nvSpPr>
        <p:spPr>
          <a:xfrm>
            <a:off x="1104900" y="3429000"/>
            <a:ext cx="2362200" cy="1809750"/>
          </a:xfrm>
          <a:prstGeom prst="rect">
            <a:avLst/>
          </a:prstGeom>
          <a:noFill/>
          <a:ln/>
        </p:spPr>
        <p:txBody>
          <a:bodyPr wrap="square" lIns="0" tIns="0" rIns="0" bIns="0" rtlCol="0" anchor="b"/>
          <a:lstStyle/>
          <a:p>
            <a:pPr algn="ctr" indent="0" marL="0">
              <a:buNone/>
            </a:pPr>
            <a:r>
              <a:rPr lang="en-US" sz="2700" dirty="0" spc="1" kern="0">
                <a:solidFill>
                  <a:srgbClr val="14161C"/>
                </a:solidFill>
                <a:latin typeface="Noto Sans JP SemiBold" pitchFamily="34" charset="0"/>
                <a:ea typeface="Noto Sans JP SemiBold" pitchFamily="34" charset="-122"/>
                <a:cs typeface="Noto Sans JP SemiBold" pitchFamily="34" charset="-120"/>
              </a:rPr>
              <a:t>-11.5°C：</a:t>
            </a:r>
            <a:r>
              <a:rPr lang="en-US" sz="2700" dirty="0" spc="-1" kern="0">
                <a:solidFill>
                  <a:srgbClr val="14161C"/>
                </a:solidFill>
                <a:latin typeface="Noto Sans JP SemiBold" pitchFamily="34" charset="0"/>
                <a:ea typeface="Noto Sans JP SemiBold" pitchFamily="34" charset="-122"/>
                <a:cs typeface="Noto Sans JP SemiBold" pitchFamily="34" charset="-120"/>
              </a:rPr>
              <a:t> 尿素が 結晶化し</a:t>
            </a:r>
            <a:r>
              <a:rPr lang="en-US" sz="2700" dirty="0" spc="1" kern="0">
                <a:solidFill>
                  <a:srgbClr val="14161C"/>
                </a:solidFill>
                <a:latin typeface="Noto Sans JP SemiBold" pitchFamily="34" charset="0"/>
                <a:ea typeface="Noto Sans JP SemiBold" pitchFamily="34" charset="-122"/>
                <a:cs typeface="Noto Sans JP SemiBold" pitchFamily="34" charset="-120"/>
              </a:rPr>
              <a:t> 始める[S6]</a:t>
            </a:r>
            <a:endParaRPr lang="en-US" sz="2700" dirty="0"/>
          </a:p>
        </p:txBody>
      </p:sp>
      <p:sp>
        <p:nvSpPr>
          <p:cNvPr id="7" name="Shape 5"/>
          <p:cNvSpPr/>
          <p:nvPr/>
        </p:nvSpPr>
        <p:spPr>
          <a:xfrm>
            <a:off x="4781550" y="5562600"/>
            <a:ext cx="495300" cy="495300"/>
          </a:xfrm>
          <a:prstGeom prst="ellipse">
            <a:avLst/>
          </a:prstGeom>
          <a:solidFill>
            <a:srgbClr val="E8472B"/>
          </a:solidFill>
          <a:ln/>
        </p:spPr>
      </p:sp>
      <p:sp>
        <p:nvSpPr>
          <p:cNvPr id="8" name="Connector line-1793234210407-84079075"/>
          <p:cNvSpPr/>
          <p:nvPr/>
        </p:nvSpPr>
        <p:spPr>
          <a:xfrm>
            <a:off x="5029200" y="6057900"/>
            <a:ext cx="0" cy="323850"/>
          </a:xfrm>
          <a:prstGeom prst="line">
            <a:avLst/>
          </a:prstGeom>
          <a:noFill/>
          <a:ln w="38100">
            <a:solidFill>
              <a:srgbClr val="E8472B"/>
            </a:solidFill>
            <a:prstDash val="solid"/>
            <a:headEnd type="none"/>
            <a:tailEnd type="none"/>
          </a:ln>
        </p:spPr>
      </p:sp>
      <p:sp>
        <p:nvSpPr>
          <p:cNvPr id="9" name="Text 7"/>
          <p:cNvSpPr/>
          <p:nvPr/>
        </p:nvSpPr>
        <p:spPr>
          <a:xfrm>
            <a:off x="3848100" y="6381750"/>
            <a:ext cx="2362200" cy="1809750"/>
          </a:xfrm>
          <a:prstGeom prst="rect">
            <a:avLst/>
          </a:prstGeom>
          <a:noFill/>
          <a:ln/>
        </p:spPr>
        <p:txBody>
          <a:bodyPr wrap="square" lIns="0" tIns="0" rIns="0" bIns="0" rtlCol="0" anchor="t"/>
          <a:lstStyle/>
          <a:p>
            <a:pPr algn="ctr" indent="0" marL="0">
              <a:buNone/>
            </a:pPr>
            <a:r>
              <a:rPr lang="en-US" sz="2700" dirty="0" spc="1" kern="0">
                <a:solidFill>
                  <a:srgbClr val="14161C"/>
                </a:solidFill>
                <a:latin typeface="Noto Sans JP SemiBold" pitchFamily="34" charset="0"/>
                <a:ea typeface="Noto Sans JP SemiBold" pitchFamily="34" charset="-122"/>
                <a:cs typeface="Noto Sans JP SemiBold" pitchFamily="34" charset="-120"/>
              </a:rPr>
              <a:t>25°C：</a:t>
            </a:r>
            <a:r>
              <a:rPr lang="en-US" sz="2700" dirty="0" spc="-1" kern="0">
                <a:solidFill>
                  <a:srgbClr val="14161C"/>
                </a:solidFill>
                <a:latin typeface="Noto Sans JP SemiBold" pitchFamily="34" charset="0"/>
                <a:ea typeface="Noto Sans JP SemiBold" pitchFamily="34" charset="-122"/>
                <a:cs typeface="Noto Sans JP SemiBold" pitchFamily="34" charset="-120"/>
              </a:rPr>
              <a:t> 長期保管の</a:t>
            </a:r>
            <a:r>
              <a:rPr lang="en-US" sz="2700" dirty="0" spc="2" kern="0">
                <a:solidFill>
                  <a:srgbClr val="14161C"/>
                </a:solidFill>
                <a:latin typeface="Noto Sans JP SemiBold" pitchFamily="34" charset="0"/>
                <a:ea typeface="Noto Sans JP SemiBold" pitchFamily="34" charset="-122"/>
                <a:cs typeface="Noto Sans JP SemiBold" pitchFamily="34" charset="-120"/>
              </a:rPr>
              <a:t> 上限[S6]</a:t>
            </a:r>
            <a:endParaRPr lang="en-US" sz="2700" dirty="0"/>
          </a:p>
        </p:txBody>
      </p:sp>
      <p:sp>
        <p:nvSpPr>
          <p:cNvPr id="10" name="Shape 8"/>
          <p:cNvSpPr/>
          <p:nvPr/>
        </p:nvSpPr>
        <p:spPr>
          <a:xfrm>
            <a:off x="7524750" y="5562600"/>
            <a:ext cx="495300" cy="495300"/>
          </a:xfrm>
          <a:prstGeom prst="ellipse">
            <a:avLst/>
          </a:prstGeom>
          <a:solidFill>
            <a:srgbClr val="1F3FD1"/>
          </a:solidFill>
          <a:ln/>
        </p:spPr>
      </p:sp>
      <p:sp>
        <p:nvSpPr>
          <p:cNvPr id="11" name="Connector line-1793234210409-233289198"/>
          <p:cNvSpPr/>
          <p:nvPr/>
        </p:nvSpPr>
        <p:spPr>
          <a:xfrm flipV="1">
            <a:off x="7772400" y="5238750"/>
            <a:ext cx="0" cy="323850"/>
          </a:xfrm>
          <a:prstGeom prst="line">
            <a:avLst/>
          </a:prstGeom>
          <a:noFill/>
          <a:ln w="38100">
            <a:solidFill>
              <a:srgbClr val="1F3FD1"/>
            </a:solidFill>
            <a:prstDash val="solid"/>
            <a:headEnd type="none"/>
            <a:tailEnd type="none"/>
          </a:ln>
        </p:spPr>
      </p:sp>
      <p:sp>
        <p:nvSpPr>
          <p:cNvPr id="12" name="Text 10"/>
          <p:cNvSpPr/>
          <p:nvPr/>
        </p:nvSpPr>
        <p:spPr>
          <a:xfrm>
            <a:off x="6591300" y="3429000"/>
            <a:ext cx="2362200" cy="1809750"/>
          </a:xfrm>
          <a:prstGeom prst="rect">
            <a:avLst/>
          </a:prstGeom>
          <a:noFill/>
          <a:ln/>
        </p:spPr>
        <p:txBody>
          <a:bodyPr wrap="square" lIns="0" tIns="0" rIns="0" bIns="0" rtlCol="0" anchor="b"/>
          <a:lstStyle/>
          <a:p>
            <a:pPr algn="ctr" indent="0" marL="0">
              <a:buNone/>
            </a:pPr>
            <a:r>
              <a:rPr lang="en-US" sz="2700" dirty="0" spc="2" kern="0">
                <a:solidFill>
                  <a:srgbClr val="14161C"/>
                </a:solidFill>
                <a:latin typeface="Noto Sans JP SemiBold" pitchFamily="34" charset="0"/>
                <a:ea typeface="Noto Sans JP SemiBold" pitchFamily="34" charset="-122"/>
                <a:cs typeface="Noto Sans JP SemiBold" pitchFamily="34" charset="-120"/>
              </a:rPr>
              <a:t>132〜133°C：</a:t>
            </a:r>
            <a:r>
              <a:rPr lang="en-US" sz="2700" dirty="0" spc="-1" kern="0">
                <a:solidFill>
                  <a:srgbClr val="14161C"/>
                </a:solidFill>
                <a:latin typeface="Noto Sans JP SemiBold" pitchFamily="34" charset="0"/>
                <a:ea typeface="Noto Sans JP SemiBold" pitchFamily="34" charset="-122"/>
                <a:cs typeface="Noto Sans JP SemiBold" pitchFamily="34" charset="-120"/>
              </a:rPr>
              <a:t> 尿素が</a:t>
            </a:r>
            <a:r>
              <a:rPr lang="en-US" sz="2700" dirty="0" spc="1" kern="0">
                <a:solidFill>
                  <a:srgbClr val="14161C"/>
                </a:solidFill>
                <a:latin typeface="Noto Sans JP SemiBold" pitchFamily="34" charset="0"/>
                <a:ea typeface="Noto Sans JP SemiBold" pitchFamily="34" charset="-122"/>
                <a:cs typeface="Noto Sans JP SemiBold" pitchFamily="34" charset="-120"/>
              </a:rPr>
              <a:t> 溶融[S3]</a:t>
            </a:r>
            <a:endParaRPr lang="en-US" sz="2700" dirty="0"/>
          </a:p>
        </p:txBody>
      </p:sp>
      <p:sp>
        <p:nvSpPr>
          <p:cNvPr id="13" name="Shape 11"/>
          <p:cNvSpPr/>
          <p:nvPr/>
        </p:nvSpPr>
        <p:spPr>
          <a:xfrm>
            <a:off x="10267950" y="5562600"/>
            <a:ext cx="495300" cy="495300"/>
          </a:xfrm>
          <a:prstGeom prst="ellipse">
            <a:avLst/>
          </a:prstGeom>
          <a:solidFill>
            <a:srgbClr val="B45309"/>
          </a:solidFill>
          <a:ln/>
        </p:spPr>
      </p:sp>
      <p:sp>
        <p:nvSpPr>
          <p:cNvPr id="14" name="Connector line-1793234210412-304475652"/>
          <p:cNvSpPr/>
          <p:nvPr/>
        </p:nvSpPr>
        <p:spPr>
          <a:xfrm>
            <a:off x="10515600" y="6057900"/>
            <a:ext cx="0" cy="323850"/>
          </a:xfrm>
          <a:prstGeom prst="line">
            <a:avLst/>
          </a:prstGeom>
          <a:noFill/>
          <a:ln w="38100">
            <a:solidFill>
              <a:srgbClr val="B45309"/>
            </a:solidFill>
            <a:prstDash val="solid"/>
            <a:headEnd type="none"/>
            <a:tailEnd type="none"/>
          </a:ln>
        </p:spPr>
      </p:sp>
      <p:sp>
        <p:nvSpPr>
          <p:cNvPr id="15" name="Text 13"/>
          <p:cNvSpPr/>
          <p:nvPr/>
        </p:nvSpPr>
        <p:spPr>
          <a:xfrm>
            <a:off x="9334500" y="6381750"/>
            <a:ext cx="2362200" cy="1809750"/>
          </a:xfrm>
          <a:prstGeom prst="rect">
            <a:avLst/>
          </a:prstGeom>
          <a:noFill/>
          <a:ln/>
        </p:spPr>
        <p:txBody>
          <a:bodyPr wrap="square" lIns="0" tIns="0" rIns="0" bIns="0" rtlCol="0" anchor="t"/>
          <a:lstStyle/>
          <a:p>
            <a:pPr algn="ctr" indent="0" marL="0">
              <a:buNone/>
            </a:pPr>
            <a:r>
              <a:rPr lang="en-US" sz="2250" dirty="0" spc="3" kern="0">
                <a:solidFill>
                  <a:srgbClr val="14161C"/>
                </a:solidFill>
                <a:latin typeface="Noto Sans JP SemiBold" pitchFamily="34" charset="0"/>
                <a:ea typeface="Noto Sans JP SemiBold" pitchFamily="34" charset="-122"/>
                <a:cs typeface="Noto Sans JP SemiBold" pitchFamily="34" charset="-120"/>
              </a:rPr>
              <a:t>190〜193°C：</a:t>
            </a:r>
            <a:r>
              <a:rPr lang="en-US" sz="2250" dirty="0" spc="0" kern="0">
                <a:solidFill>
                  <a:srgbClr val="14161C"/>
                </a:solidFill>
                <a:latin typeface="Noto Sans JP SemiBold" pitchFamily="34" charset="0"/>
                <a:ea typeface="Noto Sans JP SemiBold" pitchFamily="34" charset="-122"/>
                <a:cs typeface="Noto Sans JP SemiBold" pitchFamily="34" charset="-120"/>
              </a:rPr>
              <a:t> ビウレットが</a:t>
            </a:r>
            <a:r>
              <a:rPr lang="en-US" sz="2250" dirty="0" spc="-2" kern="0">
                <a:solidFill>
                  <a:srgbClr val="14161C"/>
                </a:solidFill>
                <a:latin typeface="Noto Sans JP SemiBold" pitchFamily="34" charset="0"/>
                <a:ea typeface="Noto Sans JP SemiBold" pitchFamily="34" charset="-122"/>
                <a:cs typeface="Noto Sans JP SemiBold" pitchFamily="34" charset="-120"/>
              </a:rPr>
              <a:t> 溶けて</a:t>
            </a:r>
            <a:r>
              <a:rPr lang="en-US" sz="2250" dirty="0" spc="-1" kern="0">
                <a:solidFill>
                  <a:srgbClr val="14161C"/>
                </a:solidFill>
                <a:latin typeface="Noto Sans JP SemiBold" pitchFamily="34" charset="0"/>
                <a:ea typeface="Noto Sans JP SemiBold" pitchFamily="34" charset="-122"/>
                <a:cs typeface="Noto Sans JP SemiBold" pitchFamily="34" charset="-120"/>
              </a:rPr>
              <a:t> 固まる、</a:t>
            </a:r>
            <a:r>
              <a:rPr lang="en-US" sz="2250" dirty="0" spc="0" kern="0">
                <a:solidFill>
                  <a:srgbClr val="14161C"/>
                </a:solidFill>
                <a:latin typeface="Noto Sans JP SemiBold" pitchFamily="34" charset="0"/>
                <a:ea typeface="Noto Sans JP SemiBold" pitchFamily="34" charset="-122"/>
                <a:cs typeface="Noto Sans JP SemiBold" pitchFamily="34" charset="-120"/>
              </a:rPr>
              <a:t> ビウレットが 多い[S3]</a:t>
            </a:r>
            <a:endParaRPr lang="en-US" sz="2250" dirty="0"/>
          </a:p>
        </p:txBody>
      </p:sp>
      <p:sp>
        <p:nvSpPr>
          <p:cNvPr id="16" name="Shape 14"/>
          <p:cNvSpPr/>
          <p:nvPr/>
        </p:nvSpPr>
        <p:spPr>
          <a:xfrm>
            <a:off x="13011150" y="5562600"/>
            <a:ext cx="495300" cy="495300"/>
          </a:xfrm>
          <a:prstGeom prst="ellipse">
            <a:avLst/>
          </a:prstGeom>
          <a:solidFill>
            <a:srgbClr val="0F766E"/>
          </a:solidFill>
          <a:ln/>
        </p:spPr>
      </p:sp>
      <p:sp>
        <p:nvSpPr>
          <p:cNvPr id="17" name="Connector line-1793234210414-685636484"/>
          <p:cNvSpPr/>
          <p:nvPr/>
        </p:nvSpPr>
        <p:spPr>
          <a:xfrm flipV="1">
            <a:off x="13258800" y="5238750"/>
            <a:ext cx="0" cy="323850"/>
          </a:xfrm>
          <a:prstGeom prst="line">
            <a:avLst/>
          </a:prstGeom>
          <a:noFill/>
          <a:ln w="38100">
            <a:solidFill>
              <a:srgbClr val="0F766E"/>
            </a:solidFill>
            <a:prstDash val="solid"/>
            <a:headEnd type="none"/>
            <a:tailEnd type="none"/>
          </a:ln>
        </p:spPr>
      </p:sp>
      <p:sp>
        <p:nvSpPr>
          <p:cNvPr id="18" name="Text 16"/>
          <p:cNvSpPr/>
          <p:nvPr/>
        </p:nvSpPr>
        <p:spPr>
          <a:xfrm>
            <a:off x="12077700" y="3429000"/>
            <a:ext cx="2362200" cy="1809750"/>
          </a:xfrm>
          <a:prstGeom prst="rect">
            <a:avLst/>
          </a:prstGeom>
          <a:noFill/>
          <a:ln/>
        </p:spPr>
        <p:txBody>
          <a:bodyPr wrap="square" lIns="0" tIns="0" rIns="0" bIns="0" rtlCol="0" anchor="b"/>
          <a:lstStyle/>
          <a:p>
            <a:pPr algn="ctr" indent="0" marL="0">
              <a:buNone/>
            </a:pPr>
            <a:r>
              <a:rPr lang="en-US" sz="2700" dirty="0" spc="1" kern="0">
                <a:solidFill>
                  <a:srgbClr val="14161C"/>
                </a:solidFill>
                <a:latin typeface="Noto Sans JP SemiBold" pitchFamily="34" charset="0"/>
                <a:ea typeface="Noto Sans JP SemiBold" pitchFamily="34" charset="-122"/>
                <a:cs typeface="Noto Sans JP SemiBold" pitchFamily="34" charset="-120"/>
              </a:rPr>
              <a:t>250°C：</a:t>
            </a:r>
            <a:r>
              <a:rPr lang="en-US" sz="2700" dirty="0" spc="0" kern="0">
                <a:solidFill>
                  <a:srgbClr val="14161C"/>
                </a:solidFill>
                <a:latin typeface="Noto Sans JP SemiBold" pitchFamily="34" charset="0"/>
                <a:ea typeface="Noto Sans JP SemiBold" pitchFamily="34" charset="-122"/>
                <a:cs typeface="Noto Sans JP SemiBold" pitchFamily="34" charset="-120"/>
              </a:rPr>
              <a:t> シアヌル酸が</a:t>
            </a:r>
            <a:r>
              <a:rPr lang="en-US" sz="2700" dirty="0" spc="-1" kern="0">
                <a:solidFill>
                  <a:srgbClr val="14161C"/>
                </a:solidFill>
                <a:latin typeface="Noto Sans JP SemiBold" pitchFamily="34" charset="0"/>
                <a:ea typeface="Noto Sans JP SemiBold" pitchFamily="34" charset="-122"/>
                <a:cs typeface="Noto Sans JP SemiBold" pitchFamily="34" charset="-120"/>
              </a:rPr>
              <a:t> 分解し</a:t>
            </a:r>
            <a:r>
              <a:rPr lang="en-US" sz="2700" dirty="0" spc="1" kern="0">
                <a:solidFill>
                  <a:srgbClr val="14161C"/>
                </a:solidFill>
                <a:latin typeface="Noto Sans JP SemiBold" pitchFamily="34" charset="0"/>
                <a:ea typeface="Noto Sans JP SemiBold" pitchFamily="34" charset="-122"/>
                <a:cs typeface="Noto Sans JP SemiBold" pitchFamily="34" charset="-120"/>
              </a:rPr>
              <a:t> 始める[S4]</a:t>
            </a:r>
            <a:endParaRPr lang="en-US" sz="2700" dirty="0"/>
          </a:p>
        </p:txBody>
      </p:sp>
      <p:sp>
        <p:nvSpPr>
          <p:cNvPr id="19" name="Shape 17"/>
          <p:cNvSpPr/>
          <p:nvPr/>
        </p:nvSpPr>
        <p:spPr>
          <a:xfrm>
            <a:off x="15754350" y="5562600"/>
            <a:ext cx="495300" cy="495300"/>
          </a:xfrm>
          <a:prstGeom prst="ellipse">
            <a:avLst/>
          </a:prstGeom>
          <a:solidFill>
            <a:srgbClr val="E8472B"/>
          </a:solidFill>
          <a:ln/>
        </p:spPr>
      </p:sp>
      <p:sp>
        <p:nvSpPr>
          <p:cNvPr id="20" name="Connector line-1793234210416-6396058"/>
          <p:cNvSpPr/>
          <p:nvPr/>
        </p:nvSpPr>
        <p:spPr>
          <a:xfrm>
            <a:off x="16002000" y="6057900"/>
            <a:ext cx="0" cy="323850"/>
          </a:xfrm>
          <a:prstGeom prst="line">
            <a:avLst/>
          </a:prstGeom>
          <a:noFill/>
          <a:ln w="38100">
            <a:solidFill>
              <a:srgbClr val="E8472B"/>
            </a:solidFill>
            <a:prstDash val="solid"/>
            <a:headEnd type="none"/>
            <a:tailEnd type="none"/>
          </a:ln>
        </p:spPr>
      </p:sp>
      <p:sp>
        <p:nvSpPr>
          <p:cNvPr id="21" name="Text 19"/>
          <p:cNvSpPr/>
          <p:nvPr/>
        </p:nvSpPr>
        <p:spPr>
          <a:xfrm>
            <a:off x="14820900" y="6381750"/>
            <a:ext cx="2362200" cy="1809750"/>
          </a:xfrm>
          <a:prstGeom prst="rect">
            <a:avLst/>
          </a:prstGeom>
          <a:noFill/>
          <a:ln/>
        </p:spPr>
        <p:txBody>
          <a:bodyPr wrap="square" lIns="0" tIns="0" rIns="0" bIns="0" rtlCol="0" anchor="t"/>
          <a:lstStyle/>
          <a:p>
            <a:pPr algn="ctr" indent="0" marL="0">
              <a:buNone/>
            </a:pPr>
            <a:r>
              <a:rPr lang="en-US" sz="2700" dirty="0" spc="1" kern="0">
                <a:solidFill>
                  <a:srgbClr val="14161C"/>
                </a:solidFill>
                <a:latin typeface="Noto Sans JP SemiBold" pitchFamily="34" charset="0"/>
                <a:ea typeface="Noto Sans JP SemiBold" pitchFamily="34" charset="-122"/>
                <a:cs typeface="Noto Sans JP SemiBold" pitchFamily="34" charset="-120"/>
              </a:rPr>
              <a:t>360°C：</a:t>
            </a:r>
            <a:r>
              <a:rPr lang="en-US" sz="2700" dirty="0" spc="-27" kern="0">
                <a:solidFill>
                  <a:srgbClr val="14161C"/>
                </a:solidFill>
                <a:latin typeface="Noto Sans JP SemiBold" pitchFamily="34" charset="0"/>
                <a:ea typeface="Noto Sans JP SemiBold" pitchFamily="34" charset="-122"/>
                <a:cs typeface="Noto Sans JP SemiBold" pitchFamily="34" charset="-120"/>
              </a:rPr>
              <a:t> アンメリドが</a:t>
            </a:r>
            <a:r>
              <a:rPr lang="en-US" sz="2700" dirty="0" spc="-1" kern="0">
                <a:solidFill>
                  <a:srgbClr val="14161C"/>
                </a:solidFill>
                <a:latin typeface="Noto Sans JP SemiBold" pitchFamily="34" charset="0"/>
                <a:ea typeface="Noto Sans JP SemiBold" pitchFamily="34" charset="-122"/>
                <a:cs typeface="Noto Sans JP SemiBold" pitchFamily="34" charset="-120"/>
              </a:rPr>
              <a:t> 分解し</a:t>
            </a:r>
            <a:r>
              <a:rPr lang="en-US" sz="2700" dirty="0" spc="1" kern="0">
                <a:solidFill>
                  <a:srgbClr val="14161C"/>
                </a:solidFill>
                <a:latin typeface="Noto Sans JP SemiBold" pitchFamily="34" charset="0"/>
                <a:ea typeface="Noto Sans JP SemiBold" pitchFamily="34" charset="-122"/>
                <a:cs typeface="Noto Sans JP SemiBold" pitchFamily="34" charset="-120"/>
              </a:rPr>
              <a:t> 始める[S4]</a:t>
            </a:r>
            <a:endParaRPr lang="en-US" sz="2700" dirty="0"/>
          </a:p>
        </p:txBody>
      </p:sp>
      <p:sp>
        <p:nvSpPr>
          <p:cNvPr id="22" name="Text 20"/>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[S3]</a:t>
            </a:r>
            <a:r>
              <a:rPr lang="en-US" sz="1800" dirty="0" spc="-1" kern="0">
                <a:solidFill>
                  <a:srgbClr val="6B6A66"/>
                </a:solidFill>
                <a:latin typeface="Noto Sans JP" pitchFamily="34" charset="0"/>
                <a:ea typeface="Noto Sans JP" pitchFamily="34" charset="-122"/>
                <a:cs typeface="Noto Sans JP" pitchFamily="34" charset="-120"/>
              </a:rPr>
              <a:t> [S4]</a:t>
            </a:r>
            <a:r>
              <a:rPr lang="en-US" sz="1800" dirty="0" spc="-2" kern="0">
                <a:solidFill>
                  <a:srgbClr val="6B6A66"/>
                </a:solidFill>
                <a:latin typeface="Noto Sans JP" pitchFamily="34" charset="0"/>
                <a:ea typeface="Noto Sans JP" pitchFamily="34" charset="-122"/>
                <a:cs typeface="Noto Sans JP" pitchFamily="34" charset="-120"/>
              </a:rPr>
              <a:t> [S6]</a:t>
            </a:r>
            <a:r>
              <a:rPr lang="en-US" sz="1800" dirty="0" spc="-1" kern="0">
                <a:solidFill>
                  <a:srgbClr val="6B6A66"/>
                </a:solidFill>
                <a:latin typeface="Noto Sans JP" pitchFamily="34" charset="0"/>
                <a:ea typeface="Noto Sans JP" pitchFamily="34" charset="-122"/>
                <a:cs typeface="Noto Sans JP" pitchFamily="34" charset="-120"/>
              </a:rPr>
              <a:t> [S11]</a:t>
            </a:r>
            <a:endParaRPr lang="en-US" sz="1800" dirty="0"/>
          </a:p>
        </p:txBody>
      </p:sp>
      <p:sp>
        <p:nvSpPr>
          <p:cNvPr id="23" name="Shape 21"/>
          <p:cNvSpPr/>
          <p:nvPr/>
        </p:nvSpPr>
        <p:spPr>
          <a:xfrm>
            <a:off x="960711" y="9580836"/>
            <a:ext cx="78828" cy="78828"/>
          </a:xfrm>
          <a:prstGeom prst="ellipse">
            <a:avLst/>
          </a:prstGeom>
          <a:solidFill>
            <a:srgbClr val="14161C">
              <a:alpha val="28000"/>
            </a:srgbClr>
          </a:solidFill>
          <a:ln/>
        </p:spPr>
      </p:sp>
      <p:sp>
        <p:nvSpPr>
          <p:cNvPr id="24" name="Shape 22"/>
          <p:cNvSpPr/>
          <p:nvPr/>
        </p:nvSpPr>
        <p:spPr>
          <a:xfrm>
            <a:off x="1118366" y="9580836"/>
            <a:ext cx="78828" cy="78828"/>
          </a:xfrm>
          <a:prstGeom prst="ellipse">
            <a:avLst/>
          </a:prstGeom>
          <a:solidFill>
            <a:srgbClr val="14161C">
              <a:alpha val="28000"/>
            </a:srgbClr>
          </a:solidFill>
          <a:ln/>
        </p:spPr>
      </p:sp>
      <p:sp>
        <p:nvSpPr>
          <p:cNvPr id="25" name="Shape 23"/>
          <p:cNvSpPr/>
          <p:nvPr/>
        </p:nvSpPr>
        <p:spPr>
          <a:xfrm>
            <a:off x="1276021" y="9580836"/>
            <a:ext cx="78828" cy="78828"/>
          </a:xfrm>
          <a:prstGeom prst="ellipse">
            <a:avLst/>
          </a:prstGeom>
          <a:solidFill>
            <a:srgbClr val="14161C">
              <a:alpha val="28000"/>
            </a:srgbClr>
          </a:solidFill>
          <a:ln/>
        </p:spPr>
      </p:sp>
      <p:sp>
        <p:nvSpPr>
          <p:cNvPr id="26" name="Shape 24"/>
          <p:cNvSpPr/>
          <p:nvPr/>
        </p:nvSpPr>
        <p:spPr>
          <a:xfrm>
            <a:off x="1433676" y="9580836"/>
            <a:ext cx="78828" cy="78828"/>
          </a:xfrm>
          <a:prstGeom prst="ellipse">
            <a:avLst/>
          </a:prstGeom>
          <a:solidFill>
            <a:srgbClr val="14161C">
              <a:alpha val="28000"/>
            </a:srgbClr>
          </a:solidFill>
          <a:ln/>
        </p:spPr>
      </p:sp>
      <p:sp>
        <p:nvSpPr>
          <p:cNvPr id="27" name="Shape 25"/>
          <p:cNvSpPr/>
          <p:nvPr/>
        </p:nvSpPr>
        <p:spPr>
          <a:xfrm>
            <a:off x="1591331" y="9580836"/>
            <a:ext cx="78828" cy="78828"/>
          </a:xfrm>
          <a:prstGeom prst="ellipse">
            <a:avLst/>
          </a:prstGeom>
          <a:solidFill>
            <a:srgbClr val="14161C">
              <a:alpha val="28000"/>
            </a:srgbClr>
          </a:solidFill>
          <a:ln/>
        </p:spPr>
      </p:sp>
      <p:sp>
        <p:nvSpPr>
          <p:cNvPr id="28" name="Shape 26"/>
          <p:cNvSpPr/>
          <p:nvPr/>
        </p:nvSpPr>
        <p:spPr>
          <a:xfrm>
            <a:off x="1735848" y="9567698"/>
            <a:ext cx="105103" cy="105103"/>
          </a:xfrm>
          <a:prstGeom prst="ellipse">
            <a:avLst/>
          </a:prstGeom>
          <a:solidFill>
            <a:srgbClr val="E8472B"/>
          </a:solidFill>
          <a:ln/>
        </p:spPr>
      </p:sp>
      <p:sp>
        <p:nvSpPr>
          <p:cNvPr id="29" name="Shape 27"/>
          <p:cNvSpPr/>
          <p:nvPr/>
        </p:nvSpPr>
        <p:spPr>
          <a:xfrm>
            <a:off x="1906641" y="9580836"/>
            <a:ext cx="78828" cy="78828"/>
          </a:xfrm>
          <a:prstGeom prst="ellipse">
            <a:avLst/>
          </a:prstGeom>
          <a:solidFill>
            <a:srgbClr val="14161C">
              <a:alpha val="28000"/>
            </a:srgbClr>
          </a:solidFill>
          <a:ln/>
        </p:spPr>
      </p:sp>
      <p:sp>
        <p:nvSpPr>
          <p:cNvPr id="30" name="Shape 28"/>
          <p:cNvSpPr/>
          <p:nvPr/>
        </p:nvSpPr>
        <p:spPr>
          <a:xfrm>
            <a:off x="2064296" y="9580836"/>
            <a:ext cx="78828" cy="78828"/>
          </a:xfrm>
          <a:prstGeom prst="ellipse">
            <a:avLst/>
          </a:prstGeom>
          <a:solidFill>
            <a:srgbClr val="14161C">
              <a:alpha val="28000"/>
            </a:srgbClr>
          </a:solidFill>
          <a:ln/>
        </p:spPr>
      </p:sp>
      <p:sp>
        <p:nvSpPr>
          <p:cNvPr id="31" name="Shape 29"/>
          <p:cNvSpPr/>
          <p:nvPr/>
        </p:nvSpPr>
        <p:spPr>
          <a:xfrm>
            <a:off x="2221951" y="9580836"/>
            <a:ext cx="78828" cy="78828"/>
          </a:xfrm>
          <a:prstGeom prst="ellipse">
            <a:avLst/>
          </a:prstGeom>
          <a:solidFill>
            <a:srgbClr val="14161C">
              <a:alpha val="28000"/>
            </a:srgbClr>
          </a:solidFill>
          <a:ln/>
        </p:spPr>
      </p:sp>
      <p:sp>
        <p:nvSpPr>
          <p:cNvPr id="32" name="Shape 30"/>
          <p:cNvSpPr/>
          <p:nvPr/>
        </p:nvSpPr>
        <p:spPr>
          <a:xfrm>
            <a:off x="2379606" y="9580836"/>
            <a:ext cx="78828" cy="78828"/>
          </a:xfrm>
          <a:prstGeom prst="ellipse">
            <a:avLst/>
          </a:prstGeom>
          <a:solidFill>
            <a:srgbClr val="14161C">
              <a:alpha val="28000"/>
            </a:srgbClr>
          </a:solidFill>
          <a:ln/>
        </p:spPr>
      </p:sp>
      <p:sp>
        <p:nvSpPr>
          <p:cNvPr id="33" name="Shape 31"/>
          <p:cNvSpPr/>
          <p:nvPr/>
        </p:nvSpPr>
        <p:spPr>
          <a:xfrm>
            <a:off x="2537261" y="9580836"/>
            <a:ext cx="78828" cy="78828"/>
          </a:xfrm>
          <a:prstGeom prst="ellipse">
            <a:avLst/>
          </a:prstGeom>
          <a:solidFill>
            <a:srgbClr val="14161C">
              <a:alpha val="28000"/>
            </a:srgbClr>
          </a:solidFill>
          <a:ln/>
        </p:spPr>
      </p:sp>
      <p:sp>
        <p:nvSpPr>
          <p:cNvPr id="34" name="Shape 32"/>
          <p:cNvSpPr/>
          <p:nvPr/>
        </p:nvSpPr>
        <p:spPr>
          <a:xfrm>
            <a:off x="2694916" y="9580836"/>
            <a:ext cx="78828" cy="78828"/>
          </a:xfrm>
          <a:prstGeom prst="ellipse">
            <a:avLst/>
          </a:prstGeom>
          <a:solidFill>
            <a:srgbClr val="14161C">
              <a:alpha val="28000"/>
            </a:srgbClr>
          </a:solidFill>
          <a:ln/>
        </p:spPr>
      </p:sp>
      <p:sp>
        <p:nvSpPr>
          <p:cNvPr id="35" name="Shape 33"/>
          <p:cNvSpPr/>
          <p:nvPr/>
        </p:nvSpPr>
        <p:spPr>
          <a:xfrm>
            <a:off x="2852571" y="9580836"/>
            <a:ext cx="78828" cy="78828"/>
          </a:xfrm>
          <a:prstGeom prst="ellipse">
            <a:avLst/>
          </a:prstGeom>
          <a:solidFill>
            <a:srgbClr val="14161C">
              <a:alpha val="28000"/>
            </a:srgbClr>
          </a:solidFill>
          <a:ln/>
        </p:spPr>
      </p:sp>
      <p:sp>
        <p:nvSpPr>
          <p:cNvPr id="36" name="Shape 34"/>
          <p:cNvSpPr/>
          <p:nvPr/>
        </p:nvSpPr>
        <p:spPr>
          <a:xfrm>
            <a:off x="3010225" y="9580836"/>
            <a:ext cx="78828" cy="78828"/>
          </a:xfrm>
          <a:prstGeom prst="ellipse">
            <a:avLst/>
          </a:prstGeom>
          <a:solidFill>
            <a:srgbClr val="14161C">
              <a:alpha val="28000"/>
            </a:srgbClr>
          </a:solidFill>
          <a:ln/>
        </p:spPr>
      </p:sp>
      <p:sp>
        <p:nvSpPr>
          <p:cNvPr id="37" name="Shape 35"/>
          <p:cNvSpPr/>
          <p:nvPr/>
        </p:nvSpPr>
        <p:spPr>
          <a:xfrm>
            <a:off x="3167880" y="9580836"/>
            <a:ext cx="78828" cy="78828"/>
          </a:xfrm>
          <a:prstGeom prst="ellipse">
            <a:avLst/>
          </a:prstGeom>
          <a:solidFill>
            <a:srgbClr val="14161C">
              <a:alpha val="28000"/>
            </a:srgbClr>
          </a:solidFill>
          <a:ln/>
        </p:spPr>
      </p:sp>
      <p:sp>
        <p:nvSpPr>
          <p:cNvPr id="38" name="Shape 36"/>
          <p:cNvSpPr/>
          <p:nvPr/>
        </p:nvSpPr>
        <p:spPr>
          <a:xfrm>
            <a:off x="3325535" y="9580836"/>
            <a:ext cx="78828" cy="78828"/>
          </a:xfrm>
          <a:prstGeom prst="ellipse">
            <a:avLst/>
          </a:prstGeom>
          <a:solidFill>
            <a:srgbClr val="14161C">
              <a:alpha val="28000"/>
            </a:srgbClr>
          </a:solidFill>
          <a:ln/>
        </p:spPr>
      </p:sp>
      <p:sp>
        <p:nvSpPr>
          <p:cNvPr id="39" name="Shape 37"/>
          <p:cNvSpPr/>
          <p:nvPr/>
        </p:nvSpPr>
        <p:spPr>
          <a:xfrm>
            <a:off x="3483190" y="9580836"/>
            <a:ext cx="78828" cy="78828"/>
          </a:xfrm>
          <a:prstGeom prst="ellipse">
            <a:avLst/>
          </a:prstGeom>
          <a:solidFill>
            <a:srgbClr val="14161C">
              <a:alpha val="28000"/>
            </a:srgbClr>
          </a:solidFill>
          <a:ln/>
        </p:spPr>
      </p:sp>
      <p:sp>
        <p:nvSpPr>
          <p:cNvPr id="40" name="Shape 38"/>
          <p:cNvSpPr/>
          <p:nvPr/>
        </p:nvSpPr>
        <p:spPr>
          <a:xfrm>
            <a:off x="3640845" y="9580836"/>
            <a:ext cx="78828" cy="78828"/>
          </a:xfrm>
          <a:prstGeom prst="ellipse">
            <a:avLst/>
          </a:prstGeom>
          <a:solidFill>
            <a:srgbClr val="14161C">
              <a:alpha val="28000"/>
            </a:srgbClr>
          </a:solidFill>
          <a:ln/>
        </p:spPr>
      </p:sp>
      <p:sp>
        <p:nvSpPr>
          <p:cNvPr id="41" name="Shape 39"/>
          <p:cNvSpPr/>
          <p:nvPr/>
        </p:nvSpPr>
        <p:spPr>
          <a:xfrm>
            <a:off x="3798500" y="9580836"/>
            <a:ext cx="78828" cy="78828"/>
          </a:xfrm>
          <a:prstGeom prst="ellipse">
            <a:avLst/>
          </a:prstGeom>
          <a:solidFill>
            <a:srgbClr val="14161C">
              <a:alpha val="28000"/>
            </a:srgbClr>
          </a:solidFill>
          <a:ln/>
        </p:spPr>
      </p:sp>
      <p:sp>
        <p:nvSpPr>
          <p:cNvPr id="42" name="Shape 40"/>
          <p:cNvSpPr/>
          <p:nvPr/>
        </p:nvSpPr>
        <p:spPr>
          <a:xfrm>
            <a:off x="3956155" y="9580836"/>
            <a:ext cx="78828" cy="78828"/>
          </a:xfrm>
          <a:prstGeom prst="ellipse">
            <a:avLst/>
          </a:prstGeom>
          <a:solidFill>
            <a:srgbClr val="14161C">
              <a:alpha val="28000"/>
            </a:srgbClr>
          </a:solidFill>
          <a:ln/>
        </p:spPr>
      </p:sp>
      <p:sp>
        <p:nvSpPr>
          <p:cNvPr id="43" name="Shape 41"/>
          <p:cNvSpPr/>
          <p:nvPr/>
        </p:nvSpPr>
        <p:spPr>
          <a:xfrm>
            <a:off x="4113810" y="9580836"/>
            <a:ext cx="78828" cy="78828"/>
          </a:xfrm>
          <a:prstGeom prst="ellipse">
            <a:avLst/>
          </a:prstGeom>
          <a:solidFill>
            <a:srgbClr val="14161C">
              <a:alpha val="28000"/>
            </a:srgbClr>
          </a:solidFill>
          <a:ln/>
        </p:spPr>
      </p:sp>
      <p:sp>
        <p:nvSpPr>
          <p:cNvPr id="44" name="Shape 42"/>
          <p:cNvSpPr/>
          <p:nvPr/>
        </p:nvSpPr>
        <p:spPr>
          <a:xfrm>
            <a:off x="4271465" y="9580836"/>
            <a:ext cx="78828" cy="78828"/>
          </a:xfrm>
          <a:prstGeom prst="ellipse">
            <a:avLst/>
          </a:prstGeom>
          <a:solidFill>
            <a:srgbClr val="14161C">
              <a:alpha val="28000"/>
            </a:srgbClr>
          </a:solidFill>
          <a:ln/>
        </p:spPr>
      </p:sp>
      <p:sp>
        <p:nvSpPr>
          <p:cNvPr id="45" name="Shape 43"/>
          <p:cNvSpPr/>
          <p:nvPr/>
        </p:nvSpPr>
        <p:spPr>
          <a:xfrm>
            <a:off x="4429120" y="9580836"/>
            <a:ext cx="78828" cy="78828"/>
          </a:xfrm>
          <a:prstGeom prst="ellipse">
            <a:avLst/>
          </a:prstGeom>
          <a:solidFill>
            <a:srgbClr val="14161C">
              <a:alpha val="28000"/>
            </a:srgbClr>
          </a:solidFill>
          <a:ln/>
        </p:spPr>
      </p:sp>
      <p:sp>
        <p:nvSpPr>
          <p:cNvPr id="46" name="Shape 44"/>
          <p:cNvSpPr/>
          <p:nvPr/>
        </p:nvSpPr>
        <p:spPr>
          <a:xfrm>
            <a:off x="4586775" y="9580836"/>
            <a:ext cx="78828" cy="78828"/>
          </a:xfrm>
          <a:prstGeom prst="ellipse">
            <a:avLst/>
          </a:prstGeom>
          <a:solidFill>
            <a:srgbClr val="14161C">
              <a:alpha val="28000"/>
            </a:srgbClr>
          </a:solidFill>
          <a:ln/>
        </p:spPr>
      </p:sp>
      <p:sp>
        <p:nvSpPr>
          <p:cNvPr id="47" name="Shape 45"/>
          <p:cNvSpPr/>
          <p:nvPr/>
        </p:nvSpPr>
        <p:spPr>
          <a:xfrm>
            <a:off x="4744430" y="9580836"/>
            <a:ext cx="78828" cy="78828"/>
          </a:xfrm>
          <a:prstGeom prst="ellipse">
            <a:avLst/>
          </a:prstGeom>
          <a:solidFill>
            <a:srgbClr val="14161C">
              <a:alpha val="28000"/>
            </a:srgbClr>
          </a:solidFill>
          <a:ln/>
        </p:spPr>
      </p:sp>
      <p:sp>
        <p:nvSpPr>
          <p:cNvPr id="48" name="Shape 46"/>
          <p:cNvSpPr/>
          <p:nvPr/>
        </p:nvSpPr>
        <p:spPr>
          <a:xfrm>
            <a:off x="4902085" y="9580836"/>
            <a:ext cx="78828" cy="78828"/>
          </a:xfrm>
          <a:prstGeom prst="ellipse">
            <a:avLst/>
          </a:prstGeom>
          <a:solidFill>
            <a:srgbClr val="14161C">
              <a:alpha val="28000"/>
            </a:srgbClr>
          </a:solidFill>
          <a:ln/>
        </p:spPr>
      </p:sp>
      <p:sp>
        <p:nvSpPr>
          <p:cNvPr id="49" name="Shape 47"/>
          <p:cNvSpPr/>
          <p:nvPr/>
        </p:nvSpPr>
        <p:spPr>
          <a:xfrm>
            <a:off x="5059740" y="9580836"/>
            <a:ext cx="78828" cy="78828"/>
          </a:xfrm>
          <a:prstGeom prst="ellipse">
            <a:avLst/>
          </a:prstGeom>
          <a:solidFill>
            <a:srgbClr val="14161C">
              <a:alpha val="28000"/>
            </a:srgbClr>
          </a:solidFill>
          <a:ln/>
        </p:spPr>
      </p:sp>
      <p:sp>
        <p:nvSpPr>
          <p:cNvPr id="50" name="Shape 48"/>
          <p:cNvSpPr/>
          <p:nvPr/>
        </p:nvSpPr>
        <p:spPr>
          <a:xfrm>
            <a:off x="5217395" y="9580836"/>
            <a:ext cx="78828" cy="78828"/>
          </a:xfrm>
          <a:prstGeom prst="ellipse">
            <a:avLst/>
          </a:prstGeom>
          <a:solidFill>
            <a:srgbClr val="14161C">
              <a:alpha val="28000"/>
            </a:srgbClr>
          </a:solidFill>
          <a:ln/>
        </p:spPr>
      </p:sp>
      <p:sp>
        <p:nvSpPr>
          <p:cNvPr id="51" name="Shape 49"/>
          <p:cNvSpPr/>
          <p:nvPr/>
        </p:nvSpPr>
        <p:spPr>
          <a:xfrm>
            <a:off x="5375050" y="9580836"/>
            <a:ext cx="78828" cy="78828"/>
          </a:xfrm>
          <a:prstGeom prst="ellipse">
            <a:avLst/>
          </a:prstGeom>
          <a:solidFill>
            <a:srgbClr val="14161C">
              <a:alpha val="28000"/>
            </a:srgbClr>
          </a:solidFill>
          <a:ln/>
        </p:spPr>
      </p:sp>
      <p:sp>
        <p:nvSpPr>
          <p:cNvPr id="52" name="Shape 50"/>
          <p:cNvSpPr/>
          <p:nvPr/>
        </p:nvSpPr>
        <p:spPr>
          <a:xfrm>
            <a:off x="5532705" y="9580836"/>
            <a:ext cx="78828" cy="78828"/>
          </a:xfrm>
          <a:prstGeom prst="ellipse">
            <a:avLst/>
          </a:prstGeom>
          <a:solidFill>
            <a:srgbClr val="14161C">
              <a:alpha val="28000"/>
            </a:srgbClr>
          </a:solidFill>
          <a:ln/>
        </p:spPr>
      </p:sp>
      <p:sp>
        <p:nvSpPr>
          <p:cNvPr id="53" name="Shape 51"/>
          <p:cNvSpPr/>
          <p:nvPr/>
        </p:nvSpPr>
        <p:spPr>
          <a:xfrm>
            <a:off x="5690359" y="9580836"/>
            <a:ext cx="78828" cy="78828"/>
          </a:xfrm>
          <a:prstGeom prst="ellipse">
            <a:avLst/>
          </a:prstGeom>
          <a:solidFill>
            <a:srgbClr val="14161C">
              <a:alpha val="28000"/>
            </a:srgbClr>
          </a:solidFill>
          <a:ln/>
        </p:spPr>
      </p:sp>
      <p:sp>
        <p:nvSpPr>
          <p:cNvPr id="54" name="Shape 52"/>
          <p:cNvSpPr/>
          <p:nvPr/>
        </p:nvSpPr>
        <p:spPr>
          <a:xfrm>
            <a:off x="5848014" y="9580836"/>
            <a:ext cx="78828" cy="78828"/>
          </a:xfrm>
          <a:prstGeom prst="ellipse">
            <a:avLst/>
          </a:prstGeom>
          <a:solidFill>
            <a:srgbClr val="14161C">
              <a:alpha val="28000"/>
            </a:srgbClr>
          </a:solidFill>
          <a:ln/>
        </p:spPr>
      </p:sp>
      <p:sp>
        <p:nvSpPr>
          <p:cNvPr id="55" name="Shape 53"/>
          <p:cNvSpPr/>
          <p:nvPr/>
        </p:nvSpPr>
        <p:spPr>
          <a:xfrm>
            <a:off x="6005669" y="9580836"/>
            <a:ext cx="78828" cy="78828"/>
          </a:xfrm>
          <a:prstGeom prst="ellipse">
            <a:avLst/>
          </a:prstGeom>
          <a:solidFill>
            <a:srgbClr val="14161C">
              <a:alpha val="28000"/>
            </a:srgbClr>
          </a:solidFill>
          <a:ln/>
        </p:spPr>
      </p:sp>
      <p:sp>
        <p:nvSpPr>
          <p:cNvPr id="56" name="Shape 54"/>
          <p:cNvSpPr/>
          <p:nvPr/>
        </p:nvSpPr>
        <p:spPr>
          <a:xfrm>
            <a:off x="6163324" y="9580836"/>
            <a:ext cx="78828" cy="78828"/>
          </a:xfrm>
          <a:prstGeom prst="ellipse">
            <a:avLst/>
          </a:prstGeom>
          <a:solidFill>
            <a:srgbClr val="14161C">
              <a:alpha val="28000"/>
            </a:srgbClr>
          </a:solidFill>
          <a:ln/>
        </p:spPr>
      </p:sp>
      <p:sp>
        <p:nvSpPr>
          <p:cNvPr id="57" name="Shape 55"/>
          <p:cNvSpPr/>
          <p:nvPr/>
        </p:nvSpPr>
        <p:spPr>
          <a:xfrm>
            <a:off x="6320979" y="9580836"/>
            <a:ext cx="78828" cy="78828"/>
          </a:xfrm>
          <a:prstGeom prst="ellipse">
            <a:avLst/>
          </a:prstGeom>
          <a:solidFill>
            <a:srgbClr val="14161C">
              <a:alpha val="28000"/>
            </a:srgbClr>
          </a:solidFill>
          <a:ln/>
        </p:spPr>
      </p:sp>
      <p:sp>
        <p:nvSpPr>
          <p:cNvPr id="58" name="Shape 56"/>
          <p:cNvSpPr/>
          <p:nvPr/>
        </p:nvSpPr>
        <p:spPr>
          <a:xfrm>
            <a:off x="6478634" y="9580836"/>
            <a:ext cx="78828" cy="78828"/>
          </a:xfrm>
          <a:prstGeom prst="ellipse">
            <a:avLst/>
          </a:prstGeom>
          <a:solidFill>
            <a:srgbClr val="14161C">
              <a:alpha val="28000"/>
            </a:srgbClr>
          </a:solidFill>
          <a:ln/>
        </p:spPr>
      </p:sp>
      <p:sp>
        <p:nvSpPr>
          <p:cNvPr id="59" name="Shape 57"/>
          <p:cNvSpPr/>
          <p:nvPr/>
        </p:nvSpPr>
        <p:spPr>
          <a:xfrm>
            <a:off x="6636289" y="9580836"/>
            <a:ext cx="78828" cy="78828"/>
          </a:xfrm>
          <a:prstGeom prst="ellipse">
            <a:avLst/>
          </a:prstGeom>
          <a:solidFill>
            <a:srgbClr val="14161C">
              <a:alpha val="28000"/>
            </a:srgbClr>
          </a:solidFill>
          <a:ln/>
        </p:spPr>
      </p:sp>
      <p:sp>
        <p:nvSpPr>
          <p:cNvPr id="60" name="Shape 58"/>
          <p:cNvSpPr/>
          <p:nvPr/>
        </p:nvSpPr>
        <p:spPr>
          <a:xfrm>
            <a:off x="6793944" y="9580836"/>
            <a:ext cx="78828" cy="78828"/>
          </a:xfrm>
          <a:prstGeom prst="ellipse">
            <a:avLst/>
          </a:prstGeom>
          <a:solidFill>
            <a:srgbClr val="14161C">
              <a:alpha val="28000"/>
            </a:srgbClr>
          </a:solidFill>
          <a:ln/>
        </p:spPr>
      </p:sp>
      <p:sp>
        <p:nvSpPr>
          <p:cNvPr id="61" name="Shape 59"/>
          <p:cNvSpPr/>
          <p:nvPr/>
        </p:nvSpPr>
        <p:spPr>
          <a:xfrm>
            <a:off x="6951599" y="9580836"/>
            <a:ext cx="78828" cy="78828"/>
          </a:xfrm>
          <a:prstGeom prst="ellipse">
            <a:avLst/>
          </a:prstGeom>
          <a:solidFill>
            <a:srgbClr val="14161C">
              <a:alpha val="28000"/>
            </a:srgbClr>
          </a:solidFill>
          <a:ln/>
        </p:spPr>
      </p:sp>
      <p:sp>
        <p:nvSpPr>
          <p:cNvPr id="62" name="Shape 60"/>
          <p:cNvSpPr/>
          <p:nvPr/>
        </p:nvSpPr>
        <p:spPr>
          <a:xfrm>
            <a:off x="7109254" y="9580836"/>
            <a:ext cx="78828" cy="78828"/>
          </a:xfrm>
          <a:prstGeom prst="ellipse">
            <a:avLst/>
          </a:prstGeom>
          <a:solidFill>
            <a:srgbClr val="14161C">
              <a:alpha val="28000"/>
            </a:srgbClr>
          </a:solidFill>
          <a:ln/>
        </p:spPr>
      </p:sp>
      <p:sp>
        <p:nvSpPr>
          <p:cNvPr id="63" name="Shape 61"/>
          <p:cNvSpPr/>
          <p:nvPr/>
        </p:nvSpPr>
        <p:spPr>
          <a:xfrm>
            <a:off x="7266909" y="9580836"/>
            <a:ext cx="78828" cy="78828"/>
          </a:xfrm>
          <a:prstGeom prst="ellipse">
            <a:avLst/>
          </a:prstGeom>
          <a:solidFill>
            <a:srgbClr val="14161C">
              <a:alpha val="28000"/>
            </a:srgbClr>
          </a:solidFill>
          <a:ln/>
        </p:spPr>
      </p:sp>
      <p:sp>
        <p:nvSpPr>
          <p:cNvPr id="64" name="Shape 62"/>
          <p:cNvSpPr/>
          <p:nvPr/>
        </p:nvSpPr>
        <p:spPr>
          <a:xfrm>
            <a:off x="7424564" y="9580836"/>
            <a:ext cx="78828" cy="78828"/>
          </a:xfrm>
          <a:prstGeom prst="ellipse">
            <a:avLst/>
          </a:prstGeom>
          <a:solidFill>
            <a:srgbClr val="14161C">
              <a:alpha val="28000"/>
            </a:srgbClr>
          </a:solidFill>
          <a:ln/>
        </p:spPr>
      </p:sp>
      <p:sp>
        <p:nvSpPr>
          <p:cNvPr id="65" name="Shape 63"/>
          <p:cNvSpPr/>
          <p:nvPr/>
        </p:nvSpPr>
        <p:spPr>
          <a:xfrm>
            <a:off x="7582219" y="9580836"/>
            <a:ext cx="78828" cy="78828"/>
          </a:xfrm>
          <a:prstGeom prst="ellipse">
            <a:avLst/>
          </a:prstGeom>
          <a:solidFill>
            <a:srgbClr val="14161C">
              <a:alpha val="28000"/>
            </a:srgbClr>
          </a:solidFill>
          <a:ln/>
        </p:spPr>
      </p:sp>
      <p:sp>
        <p:nvSpPr>
          <p:cNvPr id="66" name="Shape 64"/>
          <p:cNvSpPr/>
          <p:nvPr/>
        </p:nvSpPr>
        <p:spPr>
          <a:xfrm>
            <a:off x="7739874" y="9580836"/>
            <a:ext cx="78828" cy="78828"/>
          </a:xfrm>
          <a:prstGeom prst="ellipse">
            <a:avLst/>
          </a:prstGeom>
          <a:solidFill>
            <a:srgbClr val="14161C">
              <a:alpha val="28000"/>
            </a:srgbClr>
          </a:solidFill>
          <a:ln/>
        </p:spPr>
      </p:sp>
      <p:sp>
        <p:nvSpPr>
          <p:cNvPr id="67" name="Shape 65"/>
          <p:cNvSpPr/>
          <p:nvPr/>
        </p:nvSpPr>
        <p:spPr>
          <a:xfrm>
            <a:off x="7897529" y="9580836"/>
            <a:ext cx="78828" cy="78828"/>
          </a:xfrm>
          <a:prstGeom prst="ellipse">
            <a:avLst/>
          </a:prstGeom>
          <a:solidFill>
            <a:srgbClr val="14161C">
              <a:alpha val="28000"/>
            </a:srgbClr>
          </a:solidFill>
          <a:ln/>
        </p:spPr>
      </p:sp>
      <p:sp>
        <p:nvSpPr>
          <p:cNvPr id="68" name="Shape 66"/>
          <p:cNvSpPr/>
          <p:nvPr/>
        </p:nvSpPr>
        <p:spPr>
          <a:xfrm>
            <a:off x="8055184" y="9580836"/>
            <a:ext cx="78828" cy="78828"/>
          </a:xfrm>
          <a:prstGeom prst="ellipse">
            <a:avLst/>
          </a:prstGeom>
          <a:solidFill>
            <a:srgbClr val="14161C">
              <a:alpha val="28000"/>
            </a:srgbClr>
          </a:solidFill>
          <a:ln/>
        </p:spPr>
      </p:sp>
      <p:sp>
        <p:nvSpPr>
          <p:cNvPr id="69" name="Shape 67"/>
          <p:cNvSpPr/>
          <p:nvPr/>
        </p:nvSpPr>
        <p:spPr>
          <a:xfrm>
            <a:off x="8212839" y="9580836"/>
            <a:ext cx="78828" cy="78828"/>
          </a:xfrm>
          <a:prstGeom prst="ellipse">
            <a:avLst/>
          </a:prstGeom>
          <a:solidFill>
            <a:srgbClr val="14161C">
              <a:alpha val="28000"/>
            </a:srgbClr>
          </a:solidFill>
          <a:ln/>
        </p:spPr>
      </p:sp>
      <p:sp>
        <p:nvSpPr>
          <p:cNvPr id="70" name="Shape 68"/>
          <p:cNvSpPr/>
          <p:nvPr/>
        </p:nvSpPr>
        <p:spPr>
          <a:xfrm>
            <a:off x="8370494" y="9580836"/>
            <a:ext cx="78828" cy="78828"/>
          </a:xfrm>
          <a:prstGeom prst="ellipse">
            <a:avLst/>
          </a:prstGeom>
          <a:solidFill>
            <a:srgbClr val="14161C">
              <a:alpha val="28000"/>
            </a:srgbClr>
          </a:solidFill>
          <a:ln/>
        </p:spPr>
      </p:sp>
      <p:sp>
        <p:nvSpPr>
          <p:cNvPr id="71" name="Shape 69"/>
          <p:cNvSpPr/>
          <p:nvPr/>
        </p:nvSpPr>
        <p:spPr>
          <a:xfrm>
            <a:off x="8528148" y="9580836"/>
            <a:ext cx="78828" cy="78828"/>
          </a:xfrm>
          <a:prstGeom prst="ellipse">
            <a:avLst/>
          </a:prstGeom>
          <a:solidFill>
            <a:srgbClr val="14161C">
              <a:alpha val="28000"/>
            </a:srgbClr>
          </a:solidFill>
          <a:ln/>
        </p:spPr>
      </p:sp>
      <p:sp>
        <p:nvSpPr>
          <p:cNvPr id="72" name="Shape 70"/>
          <p:cNvSpPr/>
          <p:nvPr/>
        </p:nvSpPr>
        <p:spPr>
          <a:xfrm>
            <a:off x="8685803" y="9580836"/>
            <a:ext cx="78828" cy="78828"/>
          </a:xfrm>
          <a:prstGeom prst="ellipse">
            <a:avLst/>
          </a:prstGeom>
          <a:solidFill>
            <a:srgbClr val="14161C">
              <a:alpha val="28000"/>
            </a:srgbClr>
          </a:solidFill>
          <a:ln/>
        </p:spPr>
      </p:sp>
      <p:sp>
        <p:nvSpPr>
          <p:cNvPr id="73" name="Shape 71"/>
          <p:cNvSpPr/>
          <p:nvPr/>
        </p:nvSpPr>
        <p:spPr>
          <a:xfrm>
            <a:off x="8843458" y="9580836"/>
            <a:ext cx="78828" cy="78828"/>
          </a:xfrm>
          <a:prstGeom prst="ellipse">
            <a:avLst/>
          </a:prstGeom>
          <a:solidFill>
            <a:srgbClr val="14161C">
              <a:alpha val="28000"/>
            </a:srgbClr>
          </a:solidFill>
          <a:ln/>
        </p:spPr>
      </p:sp>
      <p:sp>
        <p:nvSpPr>
          <p:cNvPr id="74" name="Shape 72"/>
          <p:cNvSpPr/>
          <p:nvPr/>
        </p:nvSpPr>
        <p:spPr>
          <a:xfrm>
            <a:off x="9001113" y="9580836"/>
            <a:ext cx="78828" cy="78828"/>
          </a:xfrm>
          <a:prstGeom prst="ellipse">
            <a:avLst/>
          </a:prstGeom>
          <a:solidFill>
            <a:srgbClr val="14161C">
              <a:alpha val="28000"/>
            </a:srgbClr>
          </a:solidFill>
          <a:ln/>
        </p:spPr>
      </p:sp>
      <p:sp>
        <p:nvSpPr>
          <p:cNvPr id="75" name="Shape 73"/>
          <p:cNvSpPr/>
          <p:nvPr/>
        </p:nvSpPr>
        <p:spPr>
          <a:xfrm>
            <a:off x="9158768" y="9580836"/>
            <a:ext cx="78828" cy="78828"/>
          </a:xfrm>
          <a:prstGeom prst="ellipse">
            <a:avLst/>
          </a:prstGeom>
          <a:solidFill>
            <a:srgbClr val="14161C">
              <a:alpha val="28000"/>
            </a:srgbClr>
          </a:solidFill>
          <a:ln/>
        </p:spPr>
      </p:sp>
      <p:sp>
        <p:nvSpPr>
          <p:cNvPr id="76" name="Shape 74"/>
          <p:cNvSpPr/>
          <p:nvPr/>
        </p:nvSpPr>
        <p:spPr>
          <a:xfrm>
            <a:off x="9316423" y="9580836"/>
            <a:ext cx="78828" cy="78828"/>
          </a:xfrm>
          <a:prstGeom prst="ellipse">
            <a:avLst/>
          </a:prstGeom>
          <a:solidFill>
            <a:srgbClr val="14161C">
              <a:alpha val="28000"/>
            </a:srgbClr>
          </a:solidFill>
          <a:ln/>
        </p:spPr>
      </p:sp>
      <p:sp>
        <p:nvSpPr>
          <p:cNvPr id="77" name="Shape 75"/>
          <p:cNvSpPr/>
          <p:nvPr/>
        </p:nvSpPr>
        <p:spPr>
          <a:xfrm>
            <a:off x="9474078" y="9580836"/>
            <a:ext cx="78828" cy="78828"/>
          </a:xfrm>
          <a:prstGeom prst="ellipse">
            <a:avLst/>
          </a:prstGeom>
          <a:solidFill>
            <a:srgbClr val="14161C">
              <a:alpha val="28000"/>
            </a:srgbClr>
          </a:solidFill>
          <a:ln/>
        </p:spPr>
      </p:sp>
      <p:sp>
        <p:nvSpPr>
          <p:cNvPr id="78" name="Shape 76"/>
          <p:cNvSpPr/>
          <p:nvPr/>
        </p:nvSpPr>
        <p:spPr>
          <a:xfrm>
            <a:off x="9631733" y="9580836"/>
            <a:ext cx="78828" cy="78828"/>
          </a:xfrm>
          <a:prstGeom prst="ellipse">
            <a:avLst/>
          </a:prstGeom>
          <a:solidFill>
            <a:srgbClr val="14161C">
              <a:alpha val="28000"/>
            </a:srgbClr>
          </a:solidFill>
          <a:ln/>
        </p:spPr>
      </p:sp>
      <p:sp>
        <p:nvSpPr>
          <p:cNvPr id="79" name="Shape 77"/>
          <p:cNvSpPr/>
          <p:nvPr/>
        </p:nvSpPr>
        <p:spPr>
          <a:xfrm>
            <a:off x="9789388" y="9580836"/>
            <a:ext cx="78828" cy="78828"/>
          </a:xfrm>
          <a:prstGeom prst="ellipse">
            <a:avLst/>
          </a:prstGeom>
          <a:solidFill>
            <a:srgbClr val="14161C">
              <a:alpha val="28000"/>
            </a:srgbClr>
          </a:solidFill>
          <a:ln/>
        </p:spPr>
      </p:sp>
      <p:sp>
        <p:nvSpPr>
          <p:cNvPr id="80" name="Shape 78"/>
          <p:cNvSpPr/>
          <p:nvPr/>
        </p:nvSpPr>
        <p:spPr>
          <a:xfrm>
            <a:off x="9947043" y="9580836"/>
            <a:ext cx="78828" cy="78828"/>
          </a:xfrm>
          <a:prstGeom prst="ellipse">
            <a:avLst/>
          </a:prstGeom>
          <a:solidFill>
            <a:srgbClr val="14161C">
              <a:alpha val="28000"/>
            </a:srgbClr>
          </a:solidFill>
          <a:ln/>
        </p:spPr>
      </p:sp>
      <p:sp>
        <p:nvSpPr>
          <p:cNvPr id="81" name="Text 79"/>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06/58</a:t>
            </a:r>
            <a:endParaRPr lang="en-US" sz="1800" dirty="0"/>
          </a:p>
        </p:txBody>
      </p:sp>
      <p:sp>
        <p:nvSpPr>
          <p:cNvPr id="82" name="Shape 80"/>
          <p:cNvSpPr/>
          <p:nvPr/>
        </p:nvSpPr>
        <p:spPr>
          <a:xfrm>
            <a:off x="15983712" y="9076331"/>
            <a:ext cx="1645920" cy="552301"/>
          </a:xfrm>
          <a:prstGeom prst="roundRect">
            <a:avLst>
              <a:gd name="adj" fmla="val 28000"/>
            </a:avLst>
          </a:prstGeom>
          <a:solidFill>
            <a:srgbClr val="FFFFFF">
              <a:alpha val="82000"/>
            </a:srgbClr>
          </a:solidFill>
          <a:ln/>
        </p:spPr>
      </p:sp>
      <p:pic>
        <p:nvPicPr>
          <p:cNvPr id="83" name="Moda image moda-export-watermark-be9bad14-5a1e-49ef-b3d1-b71b453770d4"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AdBlueと</a:t>
            </a:r>
            <a:r>
              <a:rPr lang="en-US" sz="5700" dirty="0" spc="-13" kern="0">
                <a:solidFill>
                  <a:srgbClr val="F3EEE3"/>
                </a:solidFill>
                <a:latin typeface="Noto Sans JP ExtraBold" pitchFamily="34" charset="0"/>
                <a:ea typeface="Noto Sans JP ExtraBold" pitchFamily="34" charset="-122"/>
                <a:cs typeface="Noto Sans JP ExtraBold" pitchFamily="34" charset="-120"/>
              </a:rPr>
              <a:t> NH3ができる</a:t>
            </a:r>
            <a:r>
              <a:rPr lang="en-US" sz="5700" dirty="0" spc="0" kern="0">
                <a:solidFill>
                  <a:srgbClr val="F3EEE3"/>
                </a:solidFill>
                <a:latin typeface="Noto Sans JP ExtraBold" pitchFamily="34" charset="0"/>
                <a:ea typeface="Noto Sans JP ExtraBold" pitchFamily="34" charset="-122"/>
                <a:cs typeface="Noto Sans JP ExtraBold" pitchFamily="34" charset="-120"/>
              </a:rPr>
              <a:t> 2段階</a:t>
            </a:r>
            <a:endParaRPr lang="en-US" sz="5700" dirty="0"/>
          </a:p>
        </p:txBody>
      </p:sp>
      <p:sp>
        <p:nvSpPr>
          <p:cNvPr id="3" name="Shape 1"/>
          <p:cNvSpPr/>
          <p:nvPr/>
        </p:nvSpPr>
        <p:spPr>
          <a:xfrm>
            <a:off x="914400" y="2819400"/>
            <a:ext cx="95250" cy="5505450"/>
          </a:xfrm>
          <a:prstGeom prst="roundRect">
            <a:avLst>
              <a:gd name="adj" fmla="val 50000"/>
            </a:avLst>
          </a:prstGeom>
          <a:solidFill>
            <a:srgbClr val="3DD6A0"/>
          </a:solidFill>
          <a:ln/>
        </p:spPr>
      </p:sp>
      <p:sp>
        <p:nvSpPr>
          <p:cNvPr id="4" name="Text 2"/>
          <p:cNvSpPr/>
          <p:nvPr/>
        </p:nvSpPr>
        <p:spPr>
          <a:xfrm>
            <a:off x="1295400" y="2762250"/>
            <a:ext cx="10572750" cy="5619750"/>
          </a:xfrm>
          <a:prstGeom prst="rect">
            <a:avLst/>
          </a:prstGeom>
          <a:noFill/>
          <a:ln/>
        </p:spPr>
        <p:txBody>
          <a:bodyPr wrap="square" lIns="0" tIns="35636" rIns="0" bIns="-35636" rtlCol="0" anchor="t"/>
          <a:lstStyle/>
          <a:p>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AdBlueは</a:t>
            </a:r>
            <a:r>
              <a:rPr lang="en-US" sz="2850" dirty="0" spc="1" kern="0">
                <a:solidFill>
                  <a:srgbClr val="F3EEE3"/>
                </a:solidFill>
                <a:latin typeface="Noto Sans JP" pitchFamily="34" charset="0"/>
                <a:ea typeface="Noto Sans JP" pitchFamily="34" charset="-122"/>
                <a:cs typeface="Noto Sans JP" pitchFamily="34" charset="-120"/>
              </a:rPr>
              <a:t> ISO</a:t>
            </a:r>
            <a:r>
              <a:rPr lang="en-US" sz="2850" dirty="0" spc="-4" kern="0">
                <a:solidFill>
                  <a:srgbClr val="F3EEE3"/>
                </a:solidFill>
                <a:latin typeface="Noto Sans JP" pitchFamily="34" charset="0"/>
                <a:ea typeface="Noto Sans JP" pitchFamily="34" charset="-122"/>
                <a:cs typeface="Noto Sans JP" pitchFamily="34" charset="-120"/>
              </a:rPr>
              <a:t> 22241の</a:t>
            </a:r>
            <a:pPr algn="l" indent="0" marL="0">
              <a:lnSpc>
                <a:spcPts val="3848"/>
              </a:lnSpc>
              <a:buNone/>
            </a:pPr>
            <a:r>
              <a:rPr lang="en-US" sz="2850" b="1" dirty="0" kern="0">
                <a:solidFill>
                  <a:srgbClr val="FF4FD8"/>
                </a:solidFill>
                <a:latin typeface="Noto Sans JP" pitchFamily="34" charset="0"/>
                <a:ea typeface="Noto Sans JP" pitchFamily="34" charset="-122"/>
                <a:cs typeface="Noto Sans JP" pitchFamily="34" charset="-120"/>
              </a:rPr>
              <a:t>尿素</a:t>
            </a:r>
            <a:pPr algn="l" indent="0" marL="0">
              <a:lnSpc>
                <a:spcPts val="3848"/>
              </a:lnSpc>
              <a:buNone/>
            </a:pPr>
            <a:r>
              <a:rPr lang="en-US" sz="2850" dirty="0" spc="-13" kern="0">
                <a:solidFill>
                  <a:srgbClr val="F3EEE3"/>
                </a:solidFill>
                <a:latin typeface="Noto Sans JP" pitchFamily="34" charset="0"/>
                <a:ea typeface="Noto Sans JP" pitchFamily="34" charset="-122"/>
                <a:cs typeface="Noto Sans JP" pitchFamily="34" charset="-120"/>
              </a:rPr>
              <a:t>32.5%水溶液で、</a:t>
            </a:r>
            <a:r>
              <a:rPr lang="en-US" sz="2850" dirty="0" spc="1" kern="0">
                <a:solidFill>
                  <a:srgbClr val="F3EEE3"/>
                </a:solidFill>
                <a:latin typeface="Noto Sans JP" pitchFamily="34" charset="0"/>
                <a:ea typeface="Noto Sans JP" pitchFamily="34" charset="-122"/>
                <a:cs typeface="Noto Sans JP" pitchFamily="34" charset="-120"/>
              </a:rPr>
              <a:t> AdBlueの</a:t>
            </a:r>
            <a:r>
              <a:rPr lang="en-US" sz="2850" dirty="0" spc="0" kern="0">
                <a:solidFill>
                  <a:srgbClr val="F3EEE3"/>
                </a:solidFill>
                <a:latin typeface="Noto Sans JP" pitchFamily="34" charset="0"/>
                <a:ea typeface="Noto Sans JP" pitchFamily="34" charset="-122"/>
                <a:cs typeface="Noto Sans JP" pitchFamily="34" charset="-120"/>
              </a:rPr>
              <a:t> 商標は</a:t>
            </a:r>
            <a:r>
              <a:rPr lang="en-US" sz="2850" dirty="0" spc="-7" kern="0">
                <a:solidFill>
                  <a:srgbClr val="F3EEE3"/>
                </a:solidFill>
                <a:latin typeface="Noto Sans JP" pitchFamily="34" charset="0"/>
                <a:ea typeface="Noto Sans JP" pitchFamily="34" charset="-122"/>
                <a:cs typeface="Noto Sans JP" pitchFamily="34" charset="-120"/>
              </a:rPr>
              <a:t> VDAのものである</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[S6][S7]</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 尿素自身が</a:t>
            </a:r>
            <a:r>
              <a:rPr lang="en-US" sz="2850" dirty="0" spc="-11" kern="0">
                <a:solidFill>
                  <a:srgbClr val="F3EEE3"/>
                </a:solidFill>
                <a:latin typeface="Noto Sans JP" pitchFamily="34" charset="0"/>
                <a:ea typeface="Noto Sans JP" pitchFamily="34" charset="-122"/>
                <a:cs typeface="Noto Sans JP" pitchFamily="34" charset="-120"/>
              </a:rPr>
              <a:t> NOxを</a:t>
            </a:r>
            <a:r>
              <a:rPr lang="en-US" sz="2850" dirty="0" spc="0" kern="0">
                <a:solidFill>
                  <a:srgbClr val="F3EEE3"/>
                </a:solidFill>
                <a:latin typeface="Noto Sans JP" pitchFamily="34" charset="0"/>
                <a:ea typeface="Noto Sans JP" pitchFamily="34" charset="-122"/>
                <a:cs typeface="Noto Sans JP" pitchFamily="34" charset="-120"/>
              </a:rPr>
              <a:t> 還元するのではなく、2段階で</a:t>
            </a:r>
            <a:pPr algn="l" indent="0" marL="0">
              <a:lnSpc>
                <a:spcPts val="3848"/>
              </a:lnSpc>
              <a:buNone/>
            </a:pPr>
            <a:r>
              <a:rPr lang="en-US" sz="2850" b="1" dirty="0" spc="-5" kern="0">
                <a:solidFill>
                  <a:srgbClr val="3DD6A0"/>
                </a:solidFill>
                <a:latin typeface="Noto Sans JP" pitchFamily="34" charset="0"/>
                <a:ea typeface="Noto Sans JP" pitchFamily="34" charset="-122"/>
                <a:cs typeface="Noto Sans JP" pitchFamily="34" charset="-120"/>
              </a:rPr>
              <a:t>NH3</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を 作る。まず</a:t>
            </a:r>
            <a:r>
              <a:rPr lang="en-US" sz="2850" dirty="0" spc="-10" kern="0">
                <a:solidFill>
                  <a:srgbClr val="F3EEE3"/>
                </a:solidFill>
                <a:latin typeface="Noto Sans JP" pitchFamily="34" charset="0"/>
                <a:ea typeface="Noto Sans JP" pitchFamily="34" charset="-122"/>
                <a:cs typeface="Noto Sans JP" pitchFamily="34" charset="-120"/>
              </a:rPr>
              <a:t> CO(NH2)2が</a:t>
            </a:r>
            <a:r>
              <a:rPr lang="en-US" sz="2850" dirty="0" spc="-1" kern="0">
                <a:solidFill>
                  <a:srgbClr val="F3EEE3"/>
                </a:solidFill>
                <a:latin typeface="Noto Sans JP" pitchFamily="34" charset="0"/>
                <a:ea typeface="Noto Sans JP" pitchFamily="34" charset="-122"/>
                <a:cs typeface="Noto Sans JP" pitchFamily="34" charset="-120"/>
              </a:rPr>
              <a:t> NH3と</a:t>
            </a:r>
            <a:r>
              <a:rPr lang="en-US" sz="2850" dirty="0" spc="-15" kern="0">
                <a:solidFill>
                  <a:srgbClr val="F3EEE3"/>
                </a:solidFill>
                <a:latin typeface="Noto Sans JP" pitchFamily="34" charset="0"/>
                <a:ea typeface="Noto Sans JP" pitchFamily="34" charset="-122"/>
                <a:cs typeface="Noto Sans JP" pitchFamily="34" charset="-120"/>
              </a:rPr>
              <a:t> HNCOに</a:t>
            </a:r>
            <a:r>
              <a:rPr lang="en-US" sz="2850" dirty="0" spc="0" kern="0">
                <a:solidFill>
                  <a:srgbClr val="F3EEE3"/>
                </a:solidFill>
                <a:latin typeface="Noto Sans JP" pitchFamily="34" charset="0"/>
                <a:ea typeface="Noto Sans JP" pitchFamily="34" charset="-122"/>
                <a:cs typeface="Noto Sans JP" pitchFamily="34" charset="-120"/>
              </a:rPr>
              <a:t> 熱分解し、 次に</a:t>
            </a:r>
            <a:r>
              <a:rPr lang="en-US" sz="2850" dirty="0" spc="-15" kern="0">
                <a:solidFill>
                  <a:srgbClr val="F3EEE3"/>
                </a:solidFill>
                <a:latin typeface="Noto Sans JP" pitchFamily="34" charset="0"/>
                <a:ea typeface="Noto Sans JP" pitchFamily="34" charset="-122"/>
                <a:cs typeface="Noto Sans JP" pitchFamily="34" charset="-120"/>
              </a:rPr>
              <a:t> HNCOが</a:t>
            </a:r>
            <a:r>
              <a:rPr lang="en-US" sz="2850" dirty="0" spc="0" kern="0">
                <a:solidFill>
                  <a:srgbClr val="F3EEE3"/>
                </a:solidFill>
                <a:latin typeface="Noto Sans JP" pitchFamily="34" charset="0"/>
                <a:ea typeface="Noto Sans JP" pitchFamily="34" charset="-122"/>
                <a:cs typeface="Noto Sans JP" pitchFamily="34" charset="-120"/>
              </a:rPr>
              <a:t> 水と</a:t>
            </a:r>
            <a:pPr algn="l" indent="0" marL="0">
              <a:lnSpc>
                <a:spcPts val="3848"/>
              </a:lnSpc>
              <a:buNone/>
            </a:pPr>
            <a:r>
              <a:rPr lang="en-US" sz="2850" b="1" dirty="0" kern="0">
                <a:solidFill>
                  <a:srgbClr val="3DD6A0"/>
                </a:solidFill>
                <a:latin typeface="Noto Sans JP" pitchFamily="34" charset="0"/>
                <a:ea typeface="Noto Sans JP" pitchFamily="34" charset="-122"/>
                <a:cs typeface="Noto Sans JP" pitchFamily="34" charset="-120"/>
              </a:rPr>
              <a:t>加水分解</a:t>
            </a:r>
            <a:pPr algn="l" indent="0" marL="0">
              <a:lnSpc>
                <a:spcPts val="3848"/>
              </a:lnSpc>
              <a:buNone/>
            </a:pPr>
            <a:r>
              <a:rPr lang="en-US" sz="2850" dirty="0" spc="-43" kern="0">
                <a:solidFill>
                  <a:srgbClr val="F3EEE3"/>
                </a:solidFill>
                <a:latin typeface="Noto Sans JP" pitchFamily="34" charset="0"/>
                <a:ea typeface="Noto Sans JP" pitchFamily="34" charset="-122"/>
                <a:cs typeface="Noto Sans JP" pitchFamily="34" charset="-120"/>
              </a:rPr>
              <a:t>して</a:t>
            </a:r>
            <a:r>
              <a:rPr lang="en-US" sz="2850" dirty="0" spc="-1" kern="0">
                <a:solidFill>
                  <a:srgbClr val="F3EEE3"/>
                </a:solidFill>
                <a:latin typeface="Noto Sans JP" pitchFamily="34" charset="0"/>
                <a:ea typeface="Noto Sans JP" pitchFamily="34" charset="-122"/>
                <a:cs typeface="Noto Sans JP" pitchFamily="34" charset="-120"/>
              </a:rPr>
              <a:t> NH3と</a:t>
            </a:r>
            <a:r>
              <a:rPr lang="en-US" sz="2850" dirty="0" spc="-14" kern="0">
                <a:solidFill>
                  <a:srgbClr val="F3EEE3"/>
                </a:solidFill>
                <a:latin typeface="Noto Sans JP" pitchFamily="34" charset="0"/>
                <a:ea typeface="Noto Sans JP" pitchFamily="34" charset="-122"/>
                <a:cs typeface="Noto Sans JP" pitchFamily="34" charset="-120"/>
              </a:rPr>
              <a:t> CO2になる</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[S5]</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 純粋な 気体では</a:t>
            </a:r>
            <a:r>
              <a:rPr lang="en-US" sz="2850" dirty="0" spc="1" kern="0">
                <a:solidFill>
                  <a:srgbClr val="F3EEE3"/>
                </a:solidFill>
                <a:latin typeface="Noto Sans JP" pitchFamily="34" charset="0"/>
                <a:ea typeface="Noto Sans JP" pitchFamily="34" charset="-122"/>
                <a:cs typeface="Noto Sans JP" pitchFamily="34" charset="-120"/>
              </a:rPr>
              <a:t> 最初の</a:t>
            </a:r>
            <a:r>
              <a:rPr lang="en-US" sz="2850" dirty="0" spc="0" kern="0">
                <a:solidFill>
                  <a:srgbClr val="F3EEE3"/>
                </a:solidFill>
                <a:latin typeface="Noto Sans JP" pitchFamily="34" charset="0"/>
                <a:ea typeface="Noto Sans JP" pitchFamily="34" charset="-122"/>
                <a:cs typeface="Noto Sans JP" pitchFamily="34" charset="-120"/>
              </a:rPr>
              <a:t> 段階は</a:t>
            </a:r>
            <a:r>
              <a:rPr lang="en-US" sz="2850" dirty="0" spc="-9" kern="0">
                <a:solidFill>
                  <a:srgbClr val="F3EEE3"/>
                </a:solidFill>
                <a:latin typeface="Noto Sans JP" pitchFamily="34" charset="0"/>
                <a:ea typeface="Noto Sans JP" pitchFamily="34" charset="-122"/>
                <a:cs typeface="Noto Sans JP" pitchFamily="34" charset="-120"/>
              </a:rPr>
              <a:t> 吸熱だが、</a:t>
            </a:r>
            <a:r>
              <a:rPr lang="en-US" sz="2850" dirty="0" spc="0" kern="0">
                <a:solidFill>
                  <a:srgbClr val="F3EEE3"/>
                </a:solidFill>
                <a:latin typeface="Noto Sans JP" pitchFamily="34" charset="0"/>
                <a:ea typeface="Noto Sans JP" pitchFamily="34" charset="-122"/>
                <a:cs typeface="Noto Sans JP" pitchFamily="34" charset="-120"/>
              </a:rPr>
              <a:t> SCRでは 物質が 非常に 希薄なので</a:t>
            </a:r>
            <a:r>
              <a:rPr lang="en-US" sz="2850" dirty="0" spc="1" kern="0">
                <a:solidFill>
                  <a:srgbClr val="F3EEE3"/>
                </a:solidFill>
                <a:latin typeface="Noto Sans JP" pitchFamily="34" charset="0"/>
                <a:ea typeface="Noto Sans JP" pitchFamily="34" charset="-122"/>
                <a:cs typeface="Noto Sans JP" pitchFamily="34" charset="-120"/>
              </a:rPr>
              <a:t> 平衡は</a:t>
            </a:r>
            <a:r>
              <a:rPr lang="en-US" sz="2850" dirty="0" spc="0" kern="0">
                <a:solidFill>
                  <a:srgbClr val="F3EEE3"/>
                </a:solidFill>
                <a:latin typeface="Noto Sans JP" pitchFamily="34" charset="0"/>
                <a:ea typeface="Noto Sans JP" pitchFamily="34" charset="-122"/>
                <a:cs typeface="Noto Sans JP" pitchFamily="34" charset="-120"/>
              </a:rPr>
              <a:t> 生成物側に 傾く</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[S5]</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 加水分解が</a:t>
            </a:r>
            <a:r>
              <a:rPr lang="en-US" sz="2850" dirty="0" spc="1" kern="0">
                <a:solidFill>
                  <a:srgbClr val="F3EEE3"/>
                </a:solidFill>
                <a:latin typeface="Noto Sans JP" pitchFamily="34" charset="0"/>
                <a:ea typeface="Noto Sans JP" pitchFamily="34" charset="-122"/>
                <a:cs typeface="Noto Sans JP" pitchFamily="34" charset="-120"/>
              </a:rPr>
              <a:t> 間に</a:t>
            </a:r>
            <a:r>
              <a:rPr lang="en-US" sz="2850" dirty="0" spc="0" kern="0">
                <a:solidFill>
                  <a:srgbClr val="F3EEE3"/>
                </a:solidFill>
                <a:latin typeface="Noto Sans JP" pitchFamily="34" charset="0"/>
                <a:ea typeface="Noto Sans JP" pitchFamily="34" charset="-122"/>
                <a:cs typeface="Noto Sans JP" pitchFamily="34" charset="-120"/>
              </a:rPr>
              <a:t> 合わなかった</a:t>
            </a:r>
            <a:r>
              <a:rPr lang="en-US" sz="2850" dirty="0" spc="-15" kern="0">
                <a:solidFill>
                  <a:srgbClr val="F3EEE3"/>
                </a:solidFill>
                <a:latin typeface="Noto Sans JP" pitchFamily="34" charset="0"/>
                <a:ea typeface="Noto Sans JP" pitchFamily="34" charset="-122"/>
                <a:cs typeface="Noto Sans JP" pitchFamily="34" charset="-120"/>
              </a:rPr>
              <a:t> HNCOが</a:t>
            </a:r>
            <a:r>
              <a:rPr lang="en-US" sz="2850" dirty="0" spc="0" kern="0">
                <a:solidFill>
                  <a:srgbClr val="F3EEE3"/>
                </a:solidFill>
                <a:latin typeface="Noto Sans JP" pitchFamily="34" charset="0"/>
                <a:ea typeface="Noto Sans JP" pitchFamily="34" charset="-122"/>
                <a:cs typeface="Noto Sans JP" pitchFamily="34" charset="-120"/>
              </a:rPr>
              <a:t> 堆積物の 原料になる。</a:t>
            </a:r>
            <a:endParaRPr lang="en-US" sz="2850" dirty="0"/>
          </a:p>
        </p:txBody>
      </p:sp>
      <p:sp>
        <p:nvSpPr>
          <p:cNvPr id="5" name="Shape 3"/>
          <p:cNvSpPr/>
          <p:nvPr/>
        </p:nvSpPr>
        <p:spPr>
          <a:xfrm>
            <a:off x="12325350" y="2762250"/>
            <a:ext cx="5048250" cy="1724025"/>
          </a:xfrm>
          <a:prstGeom prst="roundRect">
            <a:avLst>
              <a:gd name="adj" fmla="val 12155"/>
            </a:avLst>
          </a:prstGeom>
          <a:solidFill>
            <a:srgbClr val="1E212B"/>
          </a:solidFill>
          <a:ln/>
        </p:spPr>
      </p:sp>
      <p:sp>
        <p:nvSpPr>
          <p:cNvPr id="6" name="Shape 4"/>
          <p:cNvSpPr/>
          <p:nvPr/>
        </p:nvSpPr>
        <p:spPr>
          <a:xfrm>
            <a:off x="12325350" y="2762250"/>
            <a:ext cx="5048250" cy="95250"/>
          </a:xfrm>
          <a:prstGeom prst="roundRect">
            <a:avLst>
              <a:gd name="adj" fmla="val 50000"/>
            </a:avLst>
          </a:prstGeom>
          <a:solidFill>
            <a:srgbClr val="3DD6A0"/>
          </a:solidFill>
          <a:ln/>
        </p:spPr>
      </p:sp>
      <p:sp>
        <p:nvSpPr>
          <p:cNvPr id="7" name="Text 5"/>
          <p:cNvSpPr/>
          <p:nvPr/>
        </p:nvSpPr>
        <p:spPr>
          <a:xfrm>
            <a:off x="12630150" y="3028950"/>
            <a:ext cx="4438650" cy="381000"/>
          </a:xfrm>
          <a:prstGeom prst="rect">
            <a:avLst/>
          </a:prstGeom>
          <a:noFill/>
          <a:ln/>
        </p:spPr>
        <p:txBody>
          <a:bodyPr wrap="square" lIns="0" tIns="0" rIns="0" bIns="0" rtlCol="0" anchor="ctr"/>
          <a:lstStyle/>
          <a:p>
            <a:pPr algn="l" indent="0" marL="0">
              <a:buNone/>
            </a:pPr>
            <a:r>
              <a:rPr lang="en-US" sz="1950" dirty="0" kern="0">
                <a:solidFill>
                  <a:srgbClr val="3DD6A0"/>
                </a:solidFill>
                <a:latin typeface="Noto Sans JP ExtraBold" pitchFamily="34" charset="0"/>
                <a:ea typeface="Noto Sans JP ExtraBold" pitchFamily="34" charset="-122"/>
                <a:cs typeface="Noto Sans JP ExtraBold" pitchFamily="34" charset="-120"/>
              </a:rPr>
              <a:t>場所</a:t>
            </a:r>
            <a:endParaRPr lang="en-US" sz="1950" dirty="0"/>
          </a:p>
        </p:txBody>
      </p:sp>
      <p:sp>
        <p:nvSpPr>
          <p:cNvPr id="8" name="Text 6"/>
          <p:cNvSpPr/>
          <p:nvPr/>
        </p:nvSpPr>
        <p:spPr>
          <a:xfrm>
            <a:off x="12630150" y="3486150"/>
            <a:ext cx="4438650" cy="809625"/>
          </a:xfrm>
          <a:prstGeom prst="rect">
            <a:avLst/>
          </a:prstGeom>
          <a:noFill/>
          <a:ln/>
        </p:spPr>
        <p:txBody>
          <a:bodyPr wrap="square" lIns="0" tIns="39929" rIns="0" bIns="-39929" rtlCol="0" anchor="t"/>
          <a:lstStyle/>
          <a:p>
            <a:pPr algn="l" indent="0" marL="0">
              <a:lnSpc>
                <a:spcPts val="2928"/>
              </a:lnSpc>
              <a:buNone/>
            </a:pPr>
            <a:r>
              <a:rPr lang="en-US" sz="2400" dirty="0" spc="2" kern="0">
                <a:solidFill>
                  <a:srgbClr val="F3EEE3"/>
                </a:solidFill>
                <a:latin typeface="Noto Sans JP SemiBold" pitchFamily="34" charset="0"/>
                <a:ea typeface="Noto Sans JP SemiBold" pitchFamily="34" charset="-122"/>
                <a:cs typeface="Noto Sans JP SemiBold" pitchFamily="34" charset="-120"/>
              </a:rPr>
              <a:t>SCRの</a:t>
            </a:r>
            <a:r>
              <a:rPr lang="en-US" sz="2400" dirty="0" spc="1" kern="0">
                <a:solidFill>
                  <a:srgbClr val="F3EEE3"/>
                </a:solidFill>
                <a:latin typeface="Noto Sans JP SemiBold" pitchFamily="34" charset="0"/>
                <a:ea typeface="Noto Sans JP SemiBold" pitchFamily="34" charset="-122"/>
                <a:cs typeface="Noto Sans JP SemiBold" pitchFamily="34" charset="-120"/>
              </a:rPr>
              <a:t> 手前の</a:t>
            </a:r>
            <a:r>
              <a:rPr lang="en-US" sz="2400" dirty="0" spc="2" kern="0">
                <a:solidFill>
                  <a:srgbClr val="F3EEE3"/>
                </a:solidFill>
                <a:latin typeface="Noto Sans JP SemiBold" pitchFamily="34" charset="0"/>
                <a:ea typeface="Noto Sans JP SemiBold" pitchFamily="34" charset="-122"/>
                <a:cs typeface="Noto Sans JP SemiBold" pitchFamily="34" charset="-120"/>
              </a:rPr>
              <a:t> 高温の</a:t>
            </a:r>
            <a:r>
              <a:rPr lang="en-US" sz="2400" dirty="0" spc="1" kern="0">
                <a:solidFill>
                  <a:srgbClr val="F3EEE3"/>
                </a:solidFill>
                <a:latin typeface="Noto Sans JP SemiBold" pitchFamily="34" charset="0"/>
                <a:ea typeface="Noto Sans JP SemiBold" pitchFamily="34" charset="-122"/>
                <a:cs typeface="Noto Sans JP SemiBold" pitchFamily="34" charset="-120"/>
              </a:rPr>
              <a:t> 排気管に AdBlueを</a:t>
            </a:r>
            <a:r>
              <a:rPr lang="en-US" sz="2400" dirty="0" spc="3" kern="0">
                <a:solidFill>
                  <a:srgbClr val="F3EEE3"/>
                </a:solidFill>
                <a:latin typeface="Noto Sans JP SemiBold" pitchFamily="34" charset="0"/>
                <a:ea typeface="Noto Sans JP SemiBold" pitchFamily="34" charset="-122"/>
                <a:cs typeface="Noto Sans JP SemiBold" pitchFamily="34" charset="-120"/>
              </a:rPr>
              <a:t> 噴射</a:t>
            </a:r>
            <a:endParaRPr lang="en-US" sz="2400" dirty="0"/>
          </a:p>
        </p:txBody>
      </p:sp>
      <p:sp>
        <p:nvSpPr>
          <p:cNvPr id="9" name="Shape 7"/>
          <p:cNvSpPr/>
          <p:nvPr/>
        </p:nvSpPr>
        <p:spPr>
          <a:xfrm>
            <a:off x="12325350" y="4714875"/>
            <a:ext cx="5048250" cy="1724025"/>
          </a:xfrm>
          <a:prstGeom prst="roundRect">
            <a:avLst>
              <a:gd name="adj" fmla="val 12155"/>
            </a:avLst>
          </a:prstGeom>
          <a:solidFill>
            <a:srgbClr val="1E212B"/>
          </a:solidFill>
          <a:ln/>
        </p:spPr>
      </p:sp>
      <p:sp>
        <p:nvSpPr>
          <p:cNvPr id="10" name="Shape 8"/>
          <p:cNvSpPr/>
          <p:nvPr/>
        </p:nvSpPr>
        <p:spPr>
          <a:xfrm>
            <a:off x="12325350" y="4714875"/>
            <a:ext cx="5048250" cy="95250"/>
          </a:xfrm>
          <a:prstGeom prst="roundRect">
            <a:avLst>
              <a:gd name="adj" fmla="val 50000"/>
            </a:avLst>
          </a:prstGeom>
          <a:solidFill>
            <a:srgbClr val="FF6A4D"/>
          </a:solidFill>
          <a:ln/>
        </p:spPr>
      </p:sp>
      <p:sp>
        <p:nvSpPr>
          <p:cNvPr id="11" name="Text 9"/>
          <p:cNvSpPr/>
          <p:nvPr/>
        </p:nvSpPr>
        <p:spPr>
          <a:xfrm>
            <a:off x="12630150" y="4981575"/>
            <a:ext cx="4438650" cy="381000"/>
          </a:xfrm>
          <a:prstGeom prst="rect">
            <a:avLst/>
          </a:prstGeom>
          <a:noFill/>
          <a:ln/>
        </p:spPr>
        <p:txBody>
          <a:bodyPr wrap="square" lIns="0" tIns="0" rIns="0" bIns="0" rtlCol="0" anchor="ctr"/>
          <a:lstStyle/>
          <a:p>
            <a:pPr algn="l" indent="0" marL="0">
              <a:buNone/>
            </a:pPr>
            <a:r>
              <a:rPr lang="en-US" sz="1950" dirty="0" kern="0">
                <a:solidFill>
                  <a:srgbClr val="FF6A4D"/>
                </a:solidFill>
                <a:latin typeface="Noto Sans JP ExtraBold" pitchFamily="34" charset="0"/>
                <a:ea typeface="Noto Sans JP ExtraBold" pitchFamily="34" charset="-122"/>
                <a:cs typeface="Noto Sans JP ExtraBold" pitchFamily="34" charset="-120"/>
              </a:rPr>
              <a:t>役割</a:t>
            </a:r>
            <a:endParaRPr lang="en-US" sz="1950" dirty="0"/>
          </a:p>
        </p:txBody>
      </p:sp>
      <p:sp>
        <p:nvSpPr>
          <p:cNvPr id="12" name="Text 10"/>
          <p:cNvSpPr/>
          <p:nvPr/>
        </p:nvSpPr>
        <p:spPr>
          <a:xfrm>
            <a:off x="12630150" y="5438775"/>
            <a:ext cx="4438650" cy="809625"/>
          </a:xfrm>
          <a:prstGeom prst="rect">
            <a:avLst/>
          </a:prstGeom>
          <a:noFill/>
          <a:ln/>
        </p:spPr>
        <p:txBody>
          <a:bodyPr wrap="square" lIns="0" tIns="39929" rIns="0" bIns="-39929" rtlCol="0" anchor="t"/>
          <a:lstStyle/>
          <a:p>
            <a:pPr algn="l" indent="0" marL="0">
              <a:lnSpc>
                <a:spcPts val="2928"/>
              </a:lnSpc>
              <a:buNone/>
            </a:pPr>
            <a:r>
              <a:rPr lang="en-US" sz="2400" dirty="0" spc="-10" kern="0">
                <a:solidFill>
                  <a:srgbClr val="F3EEE3"/>
                </a:solidFill>
                <a:latin typeface="Noto Sans JP SemiBold" pitchFamily="34" charset="0"/>
                <a:ea typeface="Noto Sans JP SemiBold" pitchFamily="34" charset="-122"/>
                <a:cs typeface="Noto Sans JP SemiBold" pitchFamily="34" charset="-120"/>
              </a:rPr>
              <a:t>NOxを</a:t>
            </a:r>
            <a:r>
              <a:rPr lang="en-US" sz="2400" dirty="0" spc="1" kern="0">
                <a:solidFill>
                  <a:srgbClr val="F3EEE3"/>
                </a:solidFill>
                <a:latin typeface="Noto Sans JP SemiBold" pitchFamily="34" charset="0"/>
                <a:ea typeface="Noto Sans JP SemiBold" pitchFamily="34" charset="-122"/>
                <a:cs typeface="Noto Sans JP SemiBold" pitchFamily="34" charset="-120"/>
              </a:rPr>
              <a:t> 還元する</a:t>
            </a:r>
            <a:r>
              <a:rPr lang="en-US" sz="2400" dirty="0" spc="3" kern="0">
                <a:solidFill>
                  <a:srgbClr val="F3EEE3"/>
                </a:solidFill>
                <a:latin typeface="Noto Sans JP SemiBold" pitchFamily="34" charset="0"/>
                <a:ea typeface="Noto Sans JP SemiBold" pitchFamily="34" charset="-122"/>
                <a:cs typeface="Noto Sans JP SemiBold" pitchFamily="34" charset="-120"/>
              </a:rPr>
              <a:t> NH3を</a:t>
            </a:r>
            <a:r>
              <a:rPr lang="en-US" sz="2400" dirty="0" spc="1" kern="0">
                <a:solidFill>
                  <a:srgbClr val="F3EEE3"/>
                </a:solidFill>
                <a:latin typeface="Noto Sans JP SemiBold" pitchFamily="34" charset="0"/>
                <a:ea typeface="Noto Sans JP SemiBold" pitchFamily="34" charset="-122"/>
                <a:cs typeface="Noto Sans JP SemiBold" pitchFamily="34" charset="-120"/>
              </a:rPr>
              <a:t> 供給。 尿素は</a:t>
            </a:r>
            <a:r>
              <a:rPr lang="en-US" sz="2400" dirty="0" spc="2" kern="0">
                <a:solidFill>
                  <a:srgbClr val="F3EEE3"/>
                </a:solidFill>
                <a:latin typeface="Noto Sans JP SemiBold" pitchFamily="34" charset="0"/>
                <a:ea typeface="Noto Sans JP SemiBold" pitchFamily="34" charset="-122"/>
                <a:cs typeface="Noto Sans JP SemiBold" pitchFamily="34" charset="-120"/>
              </a:rPr>
              <a:t> NH3の 貯蔵庫</a:t>
            </a:r>
            <a:endParaRPr lang="en-US" sz="2400" dirty="0"/>
          </a:p>
        </p:txBody>
      </p:sp>
      <p:sp>
        <p:nvSpPr>
          <p:cNvPr id="13" name="Shape 11"/>
          <p:cNvSpPr/>
          <p:nvPr/>
        </p:nvSpPr>
        <p:spPr>
          <a:xfrm>
            <a:off x="12325350" y="6657975"/>
            <a:ext cx="5048250" cy="1724025"/>
          </a:xfrm>
          <a:prstGeom prst="roundRect">
            <a:avLst>
              <a:gd name="adj" fmla="val 12155"/>
            </a:avLst>
          </a:prstGeom>
          <a:solidFill>
            <a:srgbClr val="1E212B"/>
          </a:solidFill>
          <a:ln/>
        </p:spPr>
      </p:sp>
      <p:sp>
        <p:nvSpPr>
          <p:cNvPr id="14" name="Shape 12"/>
          <p:cNvSpPr/>
          <p:nvPr/>
        </p:nvSpPr>
        <p:spPr>
          <a:xfrm>
            <a:off x="12325350" y="6657975"/>
            <a:ext cx="5048250" cy="95250"/>
          </a:xfrm>
          <a:prstGeom prst="roundRect">
            <a:avLst>
              <a:gd name="adj" fmla="val 50000"/>
            </a:avLst>
          </a:prstGeom>
          <a:solidFill>
            <a:srgbClr val="7C93FF"/>
          </a:solidFill>
          <a:ln/>
        </p:spPr>
      </p:sp>
      <p:sp>
        <p:nvSpPr>
          <p:cNvPr id="15" name="Text 13"/>
          <p:cNvSpPr/>
          <p:nvPr/>
        </p:nvSpPr>
        <p:spPr>
          <a:xfrm>
            <a:off x="12630150" y="6924675"/>
            <a:ext cx="4438650" cy="381000"/>
          </a:xfrm>
          <a:prstGeom prst="rect">
            <a:avLst/>
          </a:prstGeom>
          <a:noFill/>
          <a:ln/>
        </p:spPr>
        <p:txBody>
          <a:bodyPr wrap="square" lIns="0" tIns="0" rIns="0" bIns="0" rtlCol="0" anchor="ctr"/>
          <a:lstStyle/>
          <a:p>
            <a:pPr algn="l" indent="0" marL="0">
              <a:buNone/>
            </a:pPr>
            <a:r>
              <a:rPr lang="en-US" sz="1950" dirty="0" kern="0">
                <a:solidFill>
                  <a:srgbClr val="7C93FF"/>
                </a:solidFill>
                <a:latin typeface="Noto Sans JP ExtraBold" pitchFamily="34" charset="0"/>
                <a:ea typeface="Noto Sans JP ExtraBold" pitchFamily="34" charset="-122"/>
                <a:cs typeface="Noto Sans JP ExtraBold" pitchFamily="34" charset="-120"/>
              </a:rPr>
              <a:t>誤解</a:t>
            </a:r>
            <a:endParaRPr lang="en-US" sz="1950" dirty="0"/>
          </a:p>
        </p:txBody>
      </p:sp>
      <p:sp>
        <p:nvSpPr>
          <p:cNvPr id="16" name="Text 14"/>
          <p:cNvSpPr/>
          <p:nvPr/>
        </p:nvSpPr>
        <p:spPr>
          <a:xfrm>
            <a:off x="12630150" y="7381875"/>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F3EEE3"/>
                </a:solidFill>
                <a:latin typeface="Noto Sans JP SemiBold" pitchFamily="34" charset="0"/>
                <a:ea typeface="Noto Sans JP SemiBold" pitchFamily="34" charset="-122"/>
                <a:cs typeface="Noto Sans JP SemiBold" pitchFamily="34" charset="-120"/>
              </a:rPr>
              <a:t>尿素そのものは</a:t>
            </a:r>
            <a:r>
              <a:rPr lang="en-US" sz="2400" dirty="0" spc="-7" kern="0">
                <a:solidFill>
                  <a:srgbClr val="F3EEE3"/>
                </a:solidFill>
                <a:latin typeface="Noto Sans JP SemiBold" pitchFamily="34" charset="0"/>
                <a:ea typeface="Noto Sans JP SemiBold" pitchFamily="34" charset="-122"/>
                <a:cs typeface="Noto Sans JP SemiBold" pitchFamily="34" charset="-120"/>
              </a:rPr>
              <a:t> NOxを</a:t>
            </a:r>
            <a:r>
              <a:rPr lang="en-US" sz="2400" dirty="0" spc="1" kern="0">
                <a:solidFill>
                  <a:srgbClr val="F3EEE3"/>
                </a:solidFill>
                <a:latin typeface="Noto Sans JP SemiBold" pitchFamily="34" charset="0"/>
                <a:ea typeface="Noto Sans JP SemiBold" pitchFamily="34" charset="-122"/>
                <a:cs typeface="Noto Sans JP SemiBold" pitchFamily="34" charset="-120"/>
              </a:rPr>
              <a:t> 還元しない</a:t>
            </a:r>
            <a:endParaRPr lang="en-US" sz="2400" dirty="0"/>
          </a:p>
        </p:txBody>
      </p:sp>
      <p:sp>
        <p:nvSpPr>
          <p:cNvPr id="17"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[S5]</a:t>
            </a:r>
            <a:r>
              <a:rPr lang="en-US" sz="1800" dirty="0" spc="-1" kern="0">
                <a:solidFill>
                  <a:srgbClr val="9AA0B5"/>
                </a:solidFill>
                <a:latin typeface="Noto Sans JP" pitchFamily="34" charset="0"/>
                <a:ea typeface="Noto Sans JP" pitchFamily="34" charset="-122"/>
                <a:cs typeface="Noto Sans JP" pitchFamily="34" charset="-120"/>
              </a:rPr>
              <a:t> [S6]</a:t>
            </a:r>
            <a:r>
              <a:rPr lang="en-US" sz="1800" dirty="0" spc="-2" kern="0">
                <a:solidFill>
                  <a:srgbClr val="9AA0B5"/>
                </a:solidFill>
                <a:latin typeface="Noto Sans JP" pitchFamily="34" charset="0"/>
                <a:ea typeface="Noto Sans JP" pitchFamily="34" charset="-122"/>
                <a:cs typeface="Noto Sans JP" pitchFamily="34" charset="-120"/>
              </a:rPr>
              <a:t> [S7]</a:t>
            </a:r>
            <a:endParaRPr lang="en-US" sz="1800" dirty="0"/>
          </a:p>
        </p:txBody>
      </p:sp>
      <p:sp>
        <p:nvSpPr>
          <p:cNvPr id="18" name="Shape 16"/>
          <p:cNvSpPr/>
          <p:nvPr/>
        </p:nvSpPr>
        <p:spPr>
          <a:xfrm>
            <a:off x="960711" y="9580836"/>
            <a:ext cx="78828" cy="78828"/>
          </a:xfrm>
          <a:prstGeom prst="ellipse">
            <a:avLst/>
          </a:prstGeom>
          <a:solidFill>
            <a:srgbClr val="F3EEE3">
              <a:alpha val="28000"/>
            </a:srgbClr>
          </a:solidFill>
          <a:ln/>
        </p:spPr>
      </p:sp>
      <p:sp>
        <p:nvSpPr>
          <p:cNvPr id="19" name="Shape 17"/>
          <p:cNvSpPr/>
          <p:nvPr/>
        </p:nvSpPr>
        <p:spPr>
          <a:xfrm>
            <a:off x="1118366" y="9580836"/>
            <a:ext cx="78828" cy="78828"/>
          </a:xfrm>
          <a:prstGeom prst="ellipse">
            <a:avLst/>
          </a:prstGeom>
          <a:solidFill>
            <a:srgbClr val="F3EEE3">
              <a:alpha val="28000"/>
            </a:srgbClr>
          </a:solidFill>
          <a:ln/>
        </p:spPr>
      </p:sp>
      <p:sp>
        <p:nvSpPr>
          <p:cNvPr id="20" name="Shape 18"/>
          <p:cNvSpPr/>
          <p:nvPr/>
        </p:nvSpPr>
        <p:spPr>
          <a:xfrm>
            <a:off x="1276021" y="9580836"/>
            <a:ext cx="78828" cy="78828"/>
          </a:xfrm>
          <a:prstGeom prst="ellipse">
            <a:avLst/>
          </a:prstGeom>
          <a:solidFill>
            <a:srgbClr val="F3EEE3">
              <a:alpha val="28000"/>
            </a:srgbClr>
          </a:solidFill>
          <a:ln/>
        </p:spPr>
      </p:sp>
      <p:sp>
        <p:nvSpPr>
          <p:cNvPr id="21" name="Shape 19"/>
          <p:cNvSpPr/>
          <p:nvPr/>
        </p:nvSpPr>
        <p:spPr>
          <a:xfrm>
            <a:off x="1433676" y="9580836"/>
            <a:ext cx="78828" cy="78828"/>
          </a:xfrm>
          <a:prstGeom prst="ellipse">
            <a:avLst/>
          </a:prstGeom>
          <a:solidFill>
            <a:srgbClr val="F3EEE3">
              <a:alpha val="28000"/>
            </a:srgbClr>
          </a:solidFill>
          <a:ln/>
        </p:spPr>
      </p:sp>
      <p:sp>
        <p:nvSpPr>
          <p:cNvPr id="22" name="Shape 20"/>
          <p:cNvSpPr/>
          <p:nvPr/>
        </p:nvSpPr>
        <p:spPr>
          <a:xfrm>
            <a:off x="1591331" y="9580836"/>
            <a:ext cx="78828" cy="78828"/>
          </a:xfrm>
          <a:prstGeom prst="ellipse">
            <a:avLst/>
          </a:prstGeom>
          <a:solidFill>
            <a:srgbClr val="F3EEE3">
              <a:alpha val="28000"/>
            </a:srgbClr>
          </a:solidFill>
          <a:ln/>
        </p:spPr>
      </p:sp>
      <p:sp>
        <p:nvSpPr>
          <p:cNvPr id="23" name="Shape 21"/>
          <p:cNvSpPr/>
          <p:nvPr/>
        </p:nvSpPr>
        <p:spPr>
          <a:xfrm>
            <a:off x="1748986" y="9580836"/>
            <a:ext cx="78828" cy="78828"/>
          </a:xfrm>
          <a:prstGeom prst="ellipse">
            <a:avLst/>
          </a:prstGeom>
          <a:solidFill>
            <a:srgbClr val="F3EEE3">
              <a:alpha val="28000"/>
            </a:srgbClr>
          </a:solidFill>
          <a:ln/>
        </p:spPr>
      </p:sp>
      <p:sp>
        <p:nvSpPr>
          <p:cNvPr id="24" name="Shape 22"/>
          <p:cNvSpPr/>
          <p:nvPr/>
        </p:nvSpPr>
        <p:spPr>
          <a:xfrm>
            <a:off x="1893503" y="9567698"/>
            <a:ext cx="105103" cy="105103"/>
          </a:xfrm>
          <a:prstGeom prst="ellipse">
            <a:avLst/>
          </a:prstGeom>
          <a:solidFill>
            <a:srgbClr val="FF6A4D"/>
          </a:solidFill>
          <a:ln/>
        </p:spPr>
      </p:sp>
      <p:sp>
        <p:nvSpPr>
          <p:cNvPr id="25" name="Shape 23"/>
          <p:cNvSpPr/>
          <p:nvPr/>
        </p:nvSpPr>
        <p:spPr>
          <a:xfrm>
            <a:off x="2064296" y="9580836"/>
            <a:ext cx="78828" cy="78828"/>
          </a:xfrm>
          <a:prstGeom prst="ellipse">
            <a:avLst/>
          </a:prstGeom>
          <a:solidFill>
            <a:srgbClr val="F3EEE3">
              <a:alpha val="28000"/>
            </a:srgbClr>
          </a:solidFill>
          <a:ln/>
        </p:spPr>
      </p:sp>
      <p:sp>
        <p:nvSpPr>
          <p:cNvPr id="26" name="Shape 24"/>
          <p:cNvSpPr/>
          <p:nvPr/>
        </p:nvSpPr>
        <p:spPr>
          <a:xfrm>
            <a:off x="2221951" y="9580836"/>
            <a:ext cx="78828" cy="78828"/>
          </a:xfrm>
          <a:prstGeom prst="ellipse">
            <a:avLst/>
          </a:prstGeom>
          <a:solidFill>
            <a:srgbClr val="F3EEE3">
              <a:alpha val="28000"/>
            </a:srgbClr>
          </a:solidFill>
          <a:ln/>
        </p:spPr>
      </p:sp>
      <p:sp>
        <p:nvSpPr>
          <p:cNvPr id="27" name="Shape 25"/>
          <p:cNvSpPr/>
          <p:nvPr/>
        </p:nvSpPr>
        <p:spPr>
          <a:xfrm>
            <a:off x="2379606" y="9580836"/>
            <a:ext cx="78828" cy="78828"/>
          </a:xfrm>
          <a:prstGeom prst="ellipse">
            <a:avLst/>
          </a:prstGeom>
          <a:solidFill>
            <a:srgbClr val="F3EEE3">
              <a:alpha val="28000"/>
            </a:srgbClr>
          </a:solidFill>
          <a:ln/>
        </p:spPr>
      </p:sp>
      <p:sp>
        <p:nvSpPr>
          <p:cNvPr id="28" name="Shape 26"/>
          <p:cNvSpPr/>
          <p:nvPr/>
        </p:nvSpPr>
        <p:spPr>
          <a:xfrm>
            <a:off x="2537261" y="9580836"/>
            <a:ext cx="78828" cy="78828"/>
          </a:xfrm>
          <a:prstGeom prst="ellipse">
            <a:avLst/>
          </a:prstGeom>
          <a:solidFill>
            <a:srgbClr val="F3EEE3">
              <a:alpha val="28000"/>
            </a:srgbClr>
          </a:solidFill>
          <a:ln/>
        </p:spPr>
      </p:sp>
      <p:sp>
        <p:nvSpPr>
          <p:cNvPr id="29" name="Shape 27"/>
          <p:cNvSpPr/>
          <p:nvPr/>
        </p:nvSpPr>
        <p:spPr>
          <a:xfrm>
            <a:off x="2694916" y="9580836"/>
            <a:ext cx="78828" cy="78828"/>
          </a:xfrm>
          <a:prstGeom prst="ellipse">
            <a:avLst/>
          </a:prstGeom>
          <a:solidFill>
            <a:srgbClr val="F3EEE3">
              <a:alpha val="28000"/>
            </a:srgbClr>
          </a:solidFill>
          <a:ln/>
        </p:spPr>
      </p:sp>
      <p:sp>
        <p:nvSpPr>
          <p:cNvPr id="30" name="Shape 28"/>
          <p:cNvSpPr/>
          <p:nvPr/>
        </p:nvSpPr>
        <p:spPr>
          <a:xfrm>
            <a:off x="2852571" y="9580836"/>
            <a:ext cx="78828" cy="78828"/>
          </a:xfrm>
          <a:prstGeom prst="ellipse">
            <a:avLst/>
          </a:prstGeom>
          <a:solidFill>
            <a:srgbClr val="F3EEE3">
              <a:alpha val="28000"/>
            </a:srgbClr>
          </a:solidFill>
          <a:ln/>
        </p:spPr>
      </p:sp>
      <p:sp>
        <p:nvSpPr>
          <p:cNvPr id="31" name="Shape 29"/>
          <p:cNvSpPr/>
          <p:nvPr/>
        </p:nvSpPr>
        <p:spPr>
          <a:xfrm>
            <a:off x="3010225" y="9580836"/>
            <a:ext cx="78828" cy="78828"/>
          </a:xfrm>
          <a:prstGeom prst="ellipse">
            <a:avLst/>
          </a:prstGeom>
          <a:solidFill>
            <a:srgbClr val="F3EEE3">
              <a:alpha val="28000"/>
            </a:srgbClr>
          </a:solidFill>
          <a:ln/>
        </p:spPr>
      </p:sp>
      <p:sp>
        <p:nvSpPr>
          <p:cNvPr id="32" name="Shape 30"/>
          <p:cNvSpPr/>
          <p:nvPr/>
        </p:nvSpPr>
        <p:spPr>
          <a:xfrm>
            <a:off x="3167880" y="9580836"/>
            <a:ext cx="78828" cy="78828"/>
          </a:xfrm>
          <a:prstGeom prst="ellipse">
            <a:avLst/>
          </a:prstGeom>
          <a:solidFill>
            <a:srgbClr val="F3EEE3">
              <a:alpha val="28000"/>
            </a:srgbClr>
          </a:solidFill>
          <a:ln/>
        </p:spPr>
      </p:sp>
      <p:sp>
        <p:nvSpPr>
          <p:cNvPr id="33" name="Shape 31"/>
          <p:cNvSpPr/>
          <p:nvPr/>
        </p:nvSpPr>
        <p:spPr>
          <a:xfrm>
            <a:off x="3325535" y="9580836"/>
            <a:ext cx="78828" cy="78828"/>
          </a:xfrm>
          <a:prstGeom prst="ellipse">
            <a:avLst/>
          </a:prstGeom>
          <a:solidFill>
            <a:srgbClr val="F3EEE3">
              <a:alpha val="28000"/>
            </a:srgbClr>
          </a:solidFill>
          <a:ln/>
        </p:spPr>
      </p:sp>
      <p:sp>
        <p:nvSpPr>
          <p:cNvPr id="34" name="Shape 32"/>
          <p:cNvSpPr/>
          <p:nvPr/>
        </p:nvSpPr>
        <p:spPr>
          <a:xfrm>
            <a:off x="3483190" y="9580836"/>
            <a:ext cx="78828" cy="78828"/>
          </a:xfrm>
          <a:prstGeom prst="ellipse">
            <a:avLst/>
          </a:prstGeom>
          <a:solidFill>
            <a:srgbClr val="F3EEE3">
              <a:alpha val="28000"/>
            </a:srgbClr>
          </a:solidFill>
          <a:ln/>
        </p:spPr>
      </p:sp>
      <p:sp>
        <p:nvSpPr>
          <p:cNvPr id="35" name="Shape 33"/>
          <p:cNvSpPr/>
          <p:nvPr/>
        </p:nvSpPr>
        <p:spPr>
          <a:xfrm>
            <a:off x="3640845" y="9580836"/>
            <a:ext cx="78828" cy="78828"/>
          </a:xfrm>
          <a:prstGeom prst="ellipse">
            <a:avLst/>
          </a:prstGeom>
          <a:solidFill>
            <a:srgbClr val="F3EEE3">
              <a:alpha val="28000"/>
            </a:srgbClr>
          </a:solidFill>
          <a:ln/>
        </p:spPr>
      </p:sp>
      <p:sp>
        <p:nvSpPr>
          <p:cNvPr id="36" name="Shape 34"/>
          <p:cNvSpPr/>
          <p:nvPr/>
        </p:nvSpPr>
        <p:spPr>
          <a:xfrm>
            <a:off x="3798500" y="9580836"/>
            <a:ext cx="78828" cy="78828"/>
          </a:xfrm>
          <a:prstGeom prst="ellipse">
            <a:avLst/>
          </a:prstGeom>
          <a:solidFill>
            <a:srgbClr val="F3EEE3">
              <a:alpha val="28000"/>
            </a:srgbClr>
          </a:solidFill>
          <a:ln/>
        </p:spPr>
      </p:sp>
      <p:sp>
        <p:nvSpPr>
          <p:cNvPr id="37" name="Shape 35"/>
          <p:cNvSpPr/>
          <p:nvPr/>
        </p:nvSpPr>
        <p:spPr>
          <a:xfrm>
            <a:off x="3956155" y="9580836"/>
            <a:ext cx="78828" cy="78828"/>
          </a:xfrm>
          <a:prstGeom prst="ellipse">
            <a:avLst/>
          </a:prstGeom>
          <a:solidFill>
            <a:srgbClr val="F3EEE3">
              <a:alpha val="28000"/>
            </a:srgbClr>
          </a:solidFill>
          <a:ln/>
        </p:spPr>
      </p:sp>
      <p:sp>
        <p:nvSpPr>
          <p:cNvPr id="38" name="Shape 36"/>
          <p:cNvSpPr/>
          <p:nvPr/>
        </p:nvSpPr>
        <p:spPr>
          <a:xfrm>
            <a:off x="4113810" y="9580836"/>
            <a:ext cx="78828" cy="78828"/>
          </a:xfrm>
          <a:prstGeom prst="ellipse">
            <a:avLst/>
          </a:prstGeom>
          <a:solidFill>
            <a:srgbClr val="F3EEE3">
              <a:alpha val="28000"/>
            </a:srgbClr>
          </a:solidFill>
          <a:ln/>
        </p:spPr>
      </p:sp>
      <p:sp>
        <p:nvSpPr>
          <p:cNvPr id="39" name="Shape 37"/>
          <p:cNvSpPr/>
          <p:nvPr/>
        </p:nvSpPr>
        <p:spPr>
          <a:xfrm>
            <a:off x="4271465" y="9580836"/>
            <a:ext cx="78828" cy="78828"/>
          </a:xfrm>
          <a:prstGeom prst="ellipse">
            <a:avLst/>
          </a:prstGeom>
          <a:solidFill>
            <a:srgbClr val="F3EEE3">
              <a:alpha val="28000"/>
            </a:srgbClr>
          </a:solidFill>
          <a:ln/>
        </p:spPr>
      </p:sp>
      <p:sp>
        <p:nvSpPr>
          <p:cNvPr id="40" name="Shape 38"/>
          <p:cNvSpPr/>
          <p:nvPr/>
        </p:nvSpPr>
        <p:spPr>
          <a:xfrm>
            <a:off x="4429120" y="9580836"/>
            <a:ext cx="78828" cy="78828"/>
          </a:xfrm>
          <a:prstGeom prst="ellipse">
            <a:avLst/>
          </a:prstGeom>
          <a:solidFill>
            <a:srgbClr val="F3EEE3">
              <a:alpha val="28000"/>
            </a:srgbClr>
          </a:solidFill>
          <a:ln/>
        </p:spPr>
      </p:sp>
      <p:sp>
        <p:nvSpPr>
          <p:cNvPr id="41" name="Shape 39"/>
          <p:cNvSpPr/>
          <p:nvPr/>
        </p:nvSpPr>
        <p:spPr>
          <a:xfrm>
            <a:off x="4586775" y="9580836"/>
            <a:ext cx="78828" cy="78828"/>
          </a:xfrm>
          <a:prstGeom prst="ellipse">
            <a:avLst/>
          </a:prstGeom>
          <a:solidFill>
            <a:srgbClr val="F3EEE3">
              <a:alpha val="28000"/>
            </a:srgbClr>
          </a:solidFill>
          <a:ln/>
        </p:spPr>
      </p:sp>
      <p:sp>
        <p:nvSpPr>
          <p:cNvPr id="42" name="Shape 40"/>
          <p:cNvSpPr/>
          <p:nvPr/>
        </p:nvSpPr>
        <p:spPr>
          <a:xfrm>
            <a:off x="4744430" y="9580836"/>
            <a:ext cx="78828" cy="78828"/>
          </a:xfrm>
          <a:prstGeom prst="ellipse">
            <a:avLst/>
          </a:prstGeom>
          <a:solidFill>
            <a:srgbClr val="F3EEE3">
              <a:alpha val="28000"/>
            </a:srgbClr>
          </a:solidFill>
          <a:ln/>
        </p:spPr>
      </p:sp>
      <p:sp>
        <p:nvSpPr>
          <p:cNvPr id="43" name="Shape 41"/>
          <p:cNvSpPr/>
          <p:nvPr/>
        </p:nvSpPr>
        <p:spPr>
          <a:xfrm>
            <a:off x="4902085" y="9580836"/>
            <a:ext cx="78828" cy="78828"/>
          </a:xfrm>
          <a:prstGeom prst="ellipse">
            <a:avLst/>
          </a:prstGeom>
          <a:solidFill>
            <a:srgbClr val="F3EEE3">
              <a:alpha val="28000"/>
            </a:srgbClr>
          </a:solidFill>
          <a:ln/>
        </p:spPr>
      </p:sp>
      <p:sp>
        <p:nvSpPr>
          <p:cNvPr id="44" name="Shape 42"/>
          <p:cNvSpPr/>
          <p:nvPr/>
        </p:nvSpPr>
        <p:spPr>
          <a:xfrm>
            <a:off x="5059740" y="9580836"/>
            <a:ext cx="78828" cy="78828"/>
          </a:xfrm>
          <a:prstGeom prst="ellipse">
            <a:avLst/>
          </a:prstGeom>
          <a:solidFill>
            <a:srgbClr val="F3EEE3">
              <a:alpha val="28000"/>
            </a:srgbClr>
          </a:solidFill>
          <a:ln/>
        </p:spPr>
      </p:sp>
      <p:sp>
        <p:nvSpPr>
          <p:cNvPr id="45" name="Shape 43"/>
          <p:cNvSpPr/>
          <p:nvPr/>
        </p:nvSpPr>
        <p:spPr>
          <a:xfrm>
            <a:off x="5217395" y="9580836"/>
            <a:ext cx="78828" cy="78828"/>
          </a:xfrm>
          <a:prstGeom prst="ellipse">
            <a:avLst/>
          </a:prstGeom>
          <a:solidFill>
            <a:srgbClr val="F3EEE3">
              <a:alpha val="28000"/>
            </a:srgbClr>
          </a:solidFill>
          <a:ln/>
        </p:spPr>
      </p:sp>
      <p:sp>
        <p:nvSpPr>
          <p:cNvPr id="46" name="Shape 44"/>
          <p:cNvSpPr/>
          <p:nvPr/>
        </p:nvSpPr>
        <p:spPr>
          <a:xfrm>
            <a:off x="5375050" y="9580836"/>
            <a:ext cx="78828" cy="78828"/>
          </a:xfrm>
          <a:prstGeom prst="ellipse">
            <a:avLst/>
          </a:prstGeom>
          <a:solidFill>
            <a:srgbClr val="F3EEE3">
              <a:alpha val="28000"/>
            </a:srgbClr>
          </a:solidFill>
          <a:ln/>
        </p:spPr>
      </p:sp>
      <p:sp>
        <p:nvSpPr>
          <p:cNvPr id="47" name="Shape 45"/>
          <p:cNvSpPr/>
          <p:nvPr/>
        </p:nvSpPr>
        <p:spPr>
          <a:xfrm>
            <a:off x="5532705" y="9580836"/>
            <a:ext cx="78828" cy="78828"/>
          </a:xfrm>
          <a:prstGeom prst="ellipse">
            <a:avLst/>
          </a:prstGeom>
          <a:solidFill>
            <a:srgbClr val="F3EEE3">
              <a:alpha val="28000"/>
            </a:srgbClr>
          </a:solidFill>
          <a:ln/>
        </p:spPr>
      </p:sp>
      <p:sp>
        <p:nvSpPr>
          <p:cNvPr id="48" name="Shape 46"/>
          <p:cNvSpPr/>
          <p:nvPr/>
        </p:nvSpPr>
        <p:spPr>
          <a:xfrm>
            <a:off x="5690359" y="9580836"/>
            <a:ext cx="78828" cy="78828"/>
          </a:xfrm>
          <a:prstGeom prst="ellipse">
            <a:avLst/>
          </a:prstGeom>
          <a:solidFill>
            <a:srgbClr val="F3EEE3">
              <a:alpha val="28000"/>
            </a:srgbClr>
          </a:solidFill>
          <a:ln/>
        </p:spPr>
      </p:sp>
      <p:sp>
        <p:nvSpPr>
          <p:cNvPr id="49" name="Shape 47"/>
          <p:cNvSpPr/>
          <p:nvPr/>
        </p:nvSpPr>
        <p:spPr>
          <a:xfrm>
            <a:off x="5848014" y="9580836"/>
            <a:ext cx="78828" cy="78828"/>
          </a:xfrm>
          <a:prstGeom prst="ellipse">
            <a:avLst/>
          </a:prstGeom>
          <a:solidFill>
            <a:srgbClr val="F3EEE3">
              <a:alpha val="28000"/>
            </a:srgbClr>
          </a:solidFill>
          <a:ln/>
        </p:spPr>
      </p:sp>
      <p:sp>
        <p:nvSpPr>
          <p:cNvPr id="50" name="Shape 48"/>
          <p:cNvSpPr/>
          <p:nvPr/>
        </p:nvSpPr>
        <p:spPr>
          <a:xfrm>
            <a:off x="6005669" y="9580836"/>
            <a:ext cx="78828" cy="78828"/>
          </a:xfrm>
          <a:prstGeom prst="ellipse">
            <a:avLst/>
          </a:prstGeom>
          <a:solidFill>
            <a:srgbClr val="F3EEE3">
              <a:alpha val="28000"/>
            </a:srgbClr>
          </a:solidFill>
          <a:ln/>
        </p:spPr>
      </p:sp>
      <p:sp>
        <p:nvSpPr>
          <p:cNvPr id="51" name="Shape 49"/>
          <p:cNvSpPr/>
          <p:nvPr/>
        </p:nvSpPr>
        <p:spPr>
          <a:xfrm>
            <a:off x="6163324" y="9580836"/>
            <a:ext cx="78828" cy="78828"/>
          </a:xfrm>
          <a:prstGeom prst="ellipse">
            <a:avLst/>
          </a:prstGeom>
          <a:solidFill>
            <a:srgbClr val="F3EEE3">
              <a:alpha val="28000"/>
            </a:srgbClr>
          </a:solidFill>
          <a:ln/>
        </p:spPr>
      </p:sp>
      <p:sp>
        <p:nvSpPr>
          <p:cNvPr id="52" name="Shape 50"/>
          <p:cNvSpPr/>
          <p:nvPr/>
        </p:nvSpPr>
        <p:spPr>
          <a:xfrm>
            <a:off x="6320979" y="9580836"/>
            <a:ext cx="78828" cy="78828"/>
          </a:xfrm>
          <a:prstGeom prst="ellipse">
            <a:avLst/>
          </a:prstGeom>
          <a:solidFill>
            <a:srgbClr val="F3EEE3">
              <a:alpha val="28000"/>
            </a:srgbClr>
          </a:solidFill>
          <a:ln/>
        </p:spPr>
      </p:sp>
      <p:sp>
        <p:nvSpPr>
          <p:cNvPr id="53" name="Shape 51"/>
          <p:cNvSpPr/>
          <p:nvPr/>
        </p:nvSpPr>
        <p:spPr>
          <a:xfrm>
            <a:off x="6478634" y="9580836"/>
            <a:ext cx="78828" cy="78828"/>
          </a:xfrm>
          <a:prstGeom prst="ellipse">
            <a:avLst/>
          </a:prstGeom>
          <a:solidFill>
            <a:srgbClr val="F3EEE3">
              <a:alpha val="28000"/>
            </a:srgbClr>
          </a:solidFill>
          <a:ln/>
        </p:spPr>
      </p:sp>
      <p:sp>
        <p:nvSpPr>
          <p:cNvPr id="54" name="Shape 52"/>
          <p:cNvSpPr/>
          <p:nvPr/>
        </p:nvSpPr>
        <p:spPr>
          <a:xfrm>
            <a:off x="6636289" y="9580836"/>
            <a:ext cx="78828" cy="78828"/>
          </a:xfrm>
          <a:prstGeom prst="ellipse">
            <a:avLst/>
          </a:prstGeom>
          <a:solidFill>
            <a:srgbClr val="F3EEE3">
              <a:alpha val="28000"/>
            </a:srgbClr>
          </a:solidFill>
          <a:ln/>
        </p:spPr>
      </p:sp>
      <p:sp>
        <p:nvSpPr>
          <p:cNvPr id="55" name="Shape 53"/>
          <p:cNvSpPr/>
          <p:nvPr/>
        </p:nvSpPr>
        <p:spPr>
          <a:xfrm>
            <a:off x="6793944" y="9580836"/>
            <a:ext cx="78828" cy="78828"/>
          </a:xfrm>
          <a:prstGeom prst="ellipse">
            <a:avLst/>
          </a:prstGeom>
          <a:solidFill>
            <a:srgbClr val="F3EEE3">
              <a:alpha val="28000"/>
            </a:srgbClr>
          </a:solidFill>
          <a:ln/>
        </p:spPr>
      </p:sp>
      <p:sp>
        <p:nvSpPr>
          <p:cNvPr id="56" name="Shape 54"/>
          <p:cNvSpPr/>
          <p:nvPr/>
        </p:nvSpPr>
        <p:spPr>
          <a:xfrm>
            <a:off x="6951599" y="9580836"/>
            <a:ext cx="78828" cy="78828"/>
          </a:xfrm>
          <a:prstGeom prst="ellipse">
            <a:avLst/>
          </a:prstGeom>
          <a:solidFill>
            <a:srgbClr val="F3EEE3">
              <a:alpha val="28000"/>
            </a:srgbClr>
          </a:solidFill>
          <a:ln/>
        </p:spPr>
      </p:sp>
      <p:sp>
        <p:nvSpPr>
          <p:cNvPr id="57" name="Shape 55"/>
          <p:cNvSpPr/>
          <p:nvPr/>
        </p:nvSpPr>
        <p:spPr>
          <a:xfrm>
            <a:off x="7109254" y="9580836"/>
            <a:ext cx="78828" cy="78828"/>
          </a:xfrm>
          <a:prstGeom prst="ellipse">
            <a:avLst/>
          </a:prstGeom>
          <a:solidFill>
            <a:srgbClr val="F3EEE3">
              <a:alpha val="28000"/>
            </a:srgbClr>
          </a:solidFill>
          <a:ln/>
        </p:spPr>
      </p:sp>
      <p:sp>
        <p:nvSpPr>
          <p:cNvPr id="58" name="Shape 56"/>
          <p:cNvSpPr/>
          <p:nvPr/>
        </p:nvSpPr>
        <p:spPr>
          <a:xfrm>
            <a:off x="7266909" y="9580836"/>
            <a:ext cx="78828" cy="78828"/>
          </a:xfrm>
          <a:prstGeom prst="ellipse">
            <a:avLst/>
          </a:prstGeom>
          <a:solidFill>
            <a:srgbClr val="F3EEE3">
              <a:alpha val="28000"/>
            </a:srgbClr>
          </a:solidFill>
          <a:ln/>
        </p:spPr>
      </p:sp>
      <p:sp>
        <p:nvSpPr>
          <p:cNvPr id="59" name="Shape 57"/>
          <p:cNvSpPr/>
          <p:nvPr/>
        </p:nvSpPr>
        <p:spPr>
          <a:xfrm>
            <a:off x="7424564" y="9580836"/>
            <a:ext cx="78828" cy="78828"/>
          </a:xfrm>
          <a:prstGeom prst="ellipse">
            <a:avLst/>
          </a:prstGeom>
          <a:solidFill>
            <a:srgbClr val="F3EEE3">
              <a:alpha val="28000"/>
            </a:srgbClr>
          </a:solidFill>
          <a:ln/>
        </p:spPr>
      </p:sp>
      <p:sp>
        <p:nvSpPr>
          <p:cNvPr id="60" name="Shape 58"/>
          <p:cNvSpPr/>
          <p:nvPr/>
        </p:nvSpPr>
        <p:spPr>
          <a:xfrm>
            <a:off x="7582219" y="9580836"/>
            <a:ext cx="78828" cy="78828"/>
          </a:xfrm>
          <a:prstGeom prst="ellipse">
            <a:avLst/>
          </a:prstGeom>
          <a:solidFill>
            <a:srgbClr val="F3EEE3">
              <a:alpha val="28000"/>
            </a:srgbClr>
          </a:solidFill>
          <a:ln/>
        </p:spPr>
      </p:sp>
      <p:sp>
        <p:nvSpPr>
          <p:cNvPr id="61" name="Shape 59"/>
          <p:cNvSpPr/>
          <p:nvPr/>
        </p:nvSpPr>
        <p:spPr>
          <a:xfrm>
            <a:off x="7739874" y="9580836"/>
            <a:ext cx="78828" cy="78828"/>
          </a:xfrm>
          <a:prstGeom prst="ellipse">
            <a:avLst/>
          </a:prstGeom>
          <a:solidFill>
            <a:srgbClr val="F3EEE3">
              <a:alpha val="28000"/>
            </a:srgbClr>
          </a:solidFill>
          <a:ln/>
        </p:spPr>
      </p:sp>
      <p:sp>
        <p:nvSpPr>
          <p:cNvPr id="62" name="Shape 60"/>
          <p:cNvSpPr/>
          <p:nvPr/>
        </p:nvSpPr>
        <p:spPr>
          <a:xfrm>
            <a:off x="7897529" y="9580836"/>
            <a:ext cx="78828" cy="78828"/>
          </a:xfrm>
          <a:prstGeom prst="ellipse">
            <a:avLst/>
          </a:prstGeom>
          <a:solidFill>
            <a:srgbClr val="F3EEE3">
              <a:alpha val="28000"/>
            </a:srgbClr>
          </a:solidFill>
          <a:ln/>
        </p:spPr>
      </p:sp>
      <p:sp>
        <p:nvSpPr>
          <p:cNvPr id="63" name="Shape 61"/>
          <p:cNvSpPr/>
          <p:nvPr/>
        </p:nvSpPr>
        <p:spPr>
          <a:xfrm>
            <a:off x="8055184" y="9580836"/>
            <a:ext cx="78828" cy="78828"/>
          </a:xfrm>
          <a:prstGeom prst="ellipse">
            <a:avLst/>
          </a:prstGeom>
          <a:solidFill>
            <a:srgbClr val="F3EEE3">
              <a:alpha val="28000"/>
            </a:srgbClr>
          </a:solidFill>
          <a:ln/>
        </p:spPr>
      </p:sp>
      <p:sp>
        <p:nvSpPr>
          <p:cNvPr id="64" name="Shape 62"/>
          <p:cNvSpPr/>
          <p:nvPr/>
        </p:nvSpPr>
        <p:spPr>
          <a:xfrm>
            <a:off x="8212839" y="9580836"/>
            <a:ext cx="78828" cy="78828"/>
          </a:xfrm>
          <a:prstGeom prst="ellipse">
            <a:avLst/>
          </a:prstGeom>
          <a:solidFill>
            <a:srgbClr val="F3EEE3">
              <a:alpha val="28000"/>
            </a:srgbClr>
          </a:solidFill>
          <a:ln/>
        </p:spPr>
      </p:sp>
      <p:sp>
        <p:nvSpPr>
          <p:cNvPr id="65" name="Shape 63"/>
          <p:cNvSpPr/>
          <p:nvPr/>
        </p:nvSpPr>
        <p:spPr>
          <a:xfrm>
            <a:off x="8370494" y="9580836"/>
            <a:ext cx="78828" cy="78828"/>
          </a:xfrm>
          <a:prstGeom prst="ellipse">
            <a:avLst/>
          </a:prstGeom>
          <a:solidFill>
            <a:srgbClr val="F3EEE3">
              <a:alpha val="28000"/>
            </a:srgbClr>
          </a:solidFill>
          <a:ln/>
        </p:spPr>
      </p:sp>
      <p:sp>
        <p:nvSpPr>
          <p:cNvPr id="66" name="Shape 64"/>
          <p:cNvSpPr/>
          <p:nvPr/>
        </p:nvSpPr>
        <p:spPr>
          <a:xfrm>
            <a:off x="8528148" y="9580836"/>
            <a:ext cx="78828" cy="78828"/>
          </a:xfrm>
          <a:prstGeom prst="ellipse">
            <a:avLst/>
          </a:prstGeom>
          <a:solidFill>
            <a:srgbClr val="F3EEE3">
              <a:alpha val="28000"/>
            </a:srgbClr>
          </a:solidFill>
          <a:ln/>
        </p:spPr>
      </p:sp>
      <p:sp>
        <p:nvSpPr>
          <p:cNvPr id="67" name="Shape 65"/>
          <p:cNvSpPr/>
          <p:nvPr/>
        </p:nvSpPr>
        <p:spPr>
          <a:xfrm>
            <a:off x="8685803" y="9580836"/>
            <a:ext cx="78828" cy="78828"/>
          </a:xfrm>
          <a:prstGeom prst="ellipse">
            <a:avLst/>
          </a:prstGeom>
          <a:solidFill>
            <a:srgbClr val="F3EEE3">
              <a:alpha val="28000"/>
            </a:srgbClr>
          </a:solidFill>
          <a:ln/>
        </p:spPr>
      </p:sp>
      <p:sp>
        <p:nvSpPr>
          <p:cNvPr id="68" name="Shape 66"/>
          <p:cNvSpPr/>
          <p:nvPr/>
        </p:nvSpPr>
        <p:spPr>
          <a:xfrm>
            <a:off x="8843458" y="9580836"/>
            <a:ext cx="78828" cy="78828"/>
          </a:xfrm>
          <a:prstGeom prst="ellipse">
            <a:avLst/>
          </a:prstGeom>
          <a:solidFill>
            <a:srgbClr val="F3EEE3">
              <a:alpha val="28000"/>
            </a:srgbClr>
          </a:solidFill>
          <a:ln/>
        </p:spPr>
      </p:sp>
      <p:sp>
        <p:nvSpPr>
          <p:cNvPr id="69" name="Shape 67"/>
          <p:cNvSpPr/>
          <p:nvPr/>
        </p:nvSpPr>
        <p:spPr>
          <a:xfrm>
            <a:off x="9001113" y="9580836"/>
            <a:ext cx="78828" cy="78828"/>
          </a:xfrm>
          <a:prstGeom prst="ellipse">
            <a:avLst/>
          </a:prstGeom>
          <a:solidFill>
            <a:srgbClr val="F3EEE3">
              <a:alpha val="28000"/>
            </a:srgbClr>
          </a:solidFill>
          <a:ln/>
        </p:spPr>
      </p:sp>
      <p:sp>
        <p:nvSpPr>
          <p:cNvPr id="70" name="Shape 68"/>
          <p:cNvSpPr/>
          <p:nvPr/>
        </p:nvSpPr>
        <p:spPr>
          <a:xfrm>
            <a:off x="9158768" y="9580836"/>
            <a:ext cx="78828" cy="78828"/>
          </a:xfrm>
          <a:prstGeom prst="ellipse">
            <a:avLst/>
          </a:prstGeom>
          <a:solidFill>
            <a:srgbClr val="F3EEE3">
              <a:alpha val="28000"/>
            </a:srgbClr>
          </a:solidFill>
          <a:ln/>
        </p:spPr>
      </p:sp>
      <p:sp>
        <p:nvSpPr>
          <p:cNvPr id="71" name="Shape 69"/>
          <p:cNvSpPr/>
          <p:nvPr/>
        </p:nvSpPr>
        <p:spPr>
          <a:xfrm>
            <a:off x="9316423" y="9580836"/>
            <a:ext cx="78828" cy="78828"/>
          </a:xfrm>
          <a:prstGeom prst="ellipse">
            <a:avLst/>
          </a:prstGeom>
          <a:solidFill>
            <a:srgbClr val="F3EEE3">
              <a:alpha val="28000"/>
            </a:srgbClr>
          </a:solidFill>
          <a:ln/>
        </p:spPr>
      </p:sp>
      <p:sp>
        <p:nvSpPr>
          <p:cNvPr id="72" name="Shape 70"/>
          <p:cNvSpPr/>
          <p:nvPr/>
        </p:nvSpPr>
        <p:spPr>
          <a:xfrm>
            <a:off x="9474078" y="9580836"/>
            <a:ext cx="78828" cy="78828"/>
          </a:xfrm>
          <a:prstGeom prst="ellipse">
            <a:avLst/>
          </a:prstGeom>
          <a:solidFill>
            <a:srgbClr val="F3EEE3">
              <a:alpha val="28000"/>
            </a:srgbClr>
          </a:solidFill>
          <a:ln/>
        </p:spPr>
      </p:sp>
      <p:sp>
        <p:nvSpPr>
          <p:cNvPr id="73" name="Shape 71"/>
          <p:cNvSpPr/>
          <p:nvPr/>
        </p:nvSpPr>
        <p:spPr>
          <a:xfrm>
            <a:off x="9631733" y="9580836"/>
            <a:ext cx="78828" cy="78828"/>
          </a:xfrm>
          <a:prstGeom prst="ellipse">
            <a:avLst/>
          </a:prstGeom>
          <a:solidFill>
            <a:srgbClr val="F3EEE3">
              <a:alpha val="28000"/>
            </a:srgbClr>
          </a:solidFill>
          <a:ln/>
        </p:spPr>
      </p:sp>
      <p:sp>
        <p:nvSpPr>
          <p:cNvPr id="74" name="Shape 72"/>
          <p:cNvSpPr/>
          <p:nvPr/>
        </p:nvSpPr>
        <p:spPr>
          <a:xfrm>
            <a:off x="9789388" y="9580836"/>
            <a:ext cx="78828" cy="78828"/>
          </a:xfrm>
          <a:prstGeom prst="ellipse">
            <a:avLst/>
          </a:prstGeom>
          <a:solidFill>
            <a:srgbClr val="F3EEE3">
              <a:alpha val="28000"/>
            </a:srgbClr>
          </a:solidFill>
          <a:ln/>
        </p:spPr>
      </p:sp>
      <p:sp>
        <p:nvSpPr>
          <p:cNvPr id="75" name="Shape 73"/>
          <p:cNvSpPr/>
          <p:nvPr/>
        </p:nvSpPr>
        <p:spPr>
          <a:xfrm>
            <a:off x="9947043" y="9580836"/>
            <a:ext cx="78828" cy="78828"/>
          </a:xfrm>
          <a:prstGeom prst="ellipse">
            <a:avLst/>
          </a:prstGeom>
          <a:solidFill>
            <a:srgbClr val="F3EEE3">
              <a:alpha val="28000"/>
            </a:srgbClr>
          </a:solidFill>
          <a:ln/>
        </p:spPr>
      </p:sp>
      <p:sp>
        <p:nvSpPr>
          <p:cNvPr id="76" name="Text 7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07/58</a:t>
            </a:r>
            <a:endParaRPr lang="en-US" sz="1800" dirty="0"/>
          </a:p>
        </p:txBody>
      </p:sp>
      <p:sp>
        <p:nvSpPr>
          <p:cNvPr id="77" name="Shape 75"/>
          <p:cNvSpPr/>
          <p:nvPr/>
        </p:nvSpPr>
        <p:spPr>
          <a:xfrm>
            <a:off x="15983712" y="9076331"/>
            <a:ext cx="1645920" cy="552301"/>
          </a:xfrm>
          <a:prstGeom prst="roundRect">
            <a:avLst>
              <a:gd name="adj" fmla="val 28000"/>
            </a:avLst>
          </a:prstGeom>
          <a:solidFill>
            <a:srgbClr val="FFFFFF">
              <a:alpha val="82000"/>
            </a:srgbClr>
          </a:solidFill>
          <a:ln/>
        </p:spPr>
      </p:sp>
      <p:pic>
        <p:nvPicPr>
          <p:cNvPr id="78" name="Moda image moda-export-watermark-29e1d912-005a-44c5-8949-3644b6e214d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0" kern="0">
                <a:solidFill>
                  <a:srgbClr val="14161C"/>
                </a:solidFill>
                <a:latin typeface="Noto Sans JP ExtraBold" pitchFamily="34" charset="0"/>
                <a:ea typeface="Noto Sans JP ExtraBold" pitchFamily="34" charset="-122"/>
                <a:cs typeface="Noto Sans JP ExtraBold" pitchFamily="34" charset="-120"/>
              </a:rPr>
              <a:t>実物の</a:t>
            </a:r>
            <a:r>
              <a:rPr lang="en-US" sz="5700" dirty="0" spc="-1" kern="0">
                <a:solidFill>
                  <a:srgbClr val="14161C"/>
                </a:solidFill>
                <a:latin typeface="Noto Sans JP ExtraBold" pitchFamily="34" charset="0"/>
                <a:ea typeface="Noto Sans JP ExtraBold" pitchFamily="34" charset="-122"/>
                <a:cs typeface="Noto Sans JP ExtraBold" pitchFamily="34" charset="-120"/>
              </a:rPr>
              <a:t> SCRユニット</a:t>
            </a:r>
            <a:endParaRPr lang="en-US" sz="5700" dirty="0"/>
          </a:p>
        </p:txBody>
      </p:sp>
      <p:sp>
        <p:nvSpPr>
          <p:cNvPr id="3" name="Shape 1"/>
          <p:cNvSpPr/>
          <p:nvPr/>
        </p:nvSpPr>
        <p:spPr>
          <a:xfrm>
            <a:off x="914400" y="2247900"/>
            <a:ext cx="8953500" cy="6096000"/>
          </a:xfrm>
          <a:prstGeom prst="roundRect">
            <a:avLst>
              <a:gd name="adj" fmla="val 4375"/>
            </a:avLst>
          </a:prstGeom>
          <a:solidFill>
            <a:srgbClr val="FFFFFF"/>
          </a:solidFill>
          <a:ln w="28575">
            <a:solidFill>
              <a:srgbClr val="DDD5C1"/>
            </a:solidFill>
            <a:prstDash val="solid"/>
          </a:ln>
        </p:spPr>
      </p:sp>
      <p:pic>
        <p:nvPicPr>
          <p:cNvPr id="4" name="Moda image rect-1793241366485-636468013" descr="">    </p:cNvPr>
          <p:cNvPicPr>
            <a:picLocks noChangeAspect="1"/>
          </p:cNvPicPr>
          <p:nvPr/>
        </p:nvPicPr>
        <p:blipFill>
          <a:blip r:embed="rId1"/>
          <a:srcRect l="0" r="0" t="0" b="0"/>
          <a:stretch/>
        </p:blipFill>
        <p:spPr>
          <a:xfrm>
            <a:off x="1581150" y="2438400"/>
            <a:ext cx="76200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6B6A66"/>
                </a:solidFill>
                <a:latin typeface="Noto Sans JP" pitchFamily="34" charset="0"/>
                <a:ea typeface="Noto Sans JP" pitchFamily="34" charset="-122"/>
                <a:cs typeface="Noto Sans JP" pitchFamily="34" charset="-120"/>
              </a:rPr>
              <a:t>図:</a:t>
            </a:r>
            <a:r>
              <a:rPr lang="en-US" sz="1650" dirty="0" spc="0" kern="0">
                <a:solidFill>
                  <a:srgbClr val="6B6A66"/>
                </a:solidFill>
                <a:latin typeface="Noto Sans JP" pitchFamily="34" charset="0"/>
                <a:ea typeface="Noto Sans JP" pitchFamily="34" charset="-122"/>
                <a:cs typeface="Noto Sans JP" pitchFamily="34" charset="-120"/>
              </a:rPr>
              <a:t> z22、</a:t>
            </a:r>
            <a:r>
              <a:rPr lang="en-US" sz="1650" dirty="0" spc="-20" kern="0">
                <a:solidFill>
                  <a:srgbClr val="6B6A66"/>
                </a:solidFill>
                <a:latin typeface="Noto Sans JP" pitchFamily="34" charset="0"/>
                <a:ea typeface="Noto Sans JP" pitchFamily="34" charset="-122"/>
                <a:cs typeface="Noto Sans JP" pitchFamily="34" charset="-120"/>
              </a:rPr>
              <a:t> CC</a:t>
            </a:r>
            <a:r>
              <a:rPr lang="en-US" sz="1650" dirty="0" spc="-33" kern="0">
                <a:solidFill>
                  <a:srgbClr val="6B6A66"/>
                </a:solidFill>
                <a:latin typeface="Noto Sans JP" pitchFamily="34" charset="0"/>
                <a:ea typeface="Noto Sans JP" pitchFamily="34" charset="-122"/>
                <a:cs typeface="Noto Sans JP" pitchFamily="34" charset="-120"/>
              </a:rPr>
              <a:t> BY-SA</a:t>
            </a:r>
            <a:r>
              <a:rPr lang="en-US" sz="1650" dirty="0" spc="-1" kern="0">
                <a:solidFill>
                  <a:srgbClr val="6B6A66"/>
                </a:solidFill>
                <a:latin typeface="Noto Sans JP" pitchFamily="34" charset="0"/>
                <a:ea typeface="Noto Sans JP" pitchFamily="34" charset="-122"/>
                <a:cs typeface="Noto Sans JP" pitchFamily="34" charset="-120"/>
              </a:rPr>
              <a:t> 3.0、</a:t>
            </a:r>
            <a:r>
              <a:rPr lang="en-US" sz="1650" dirty="0" spc="1" kern="0">
                <a:solidFill>
                  <a:srgbClr val="6B6A66"/>
                </a:solidFill>
                <a:latin typeface="Noto Sans JP" pitchFamily="34" charset="0"/>
                <a:ea typeface="Noto Sans JP" pitchFamily="34" charset="-122"/>
                <a:cs typeface="Noto Sans JP" pitchFamily="34" charset="-120"/>
              </a:rPr>
              <a:t> Wikimedia</a:t>
            </a:r>
            <a:r>
              <a:rPr lang="en-US" sz="1650" dirty="0" spc="-1" kern="0">
                <a:solidFill>
                  <a:srgbClr val="6B6A66"/>
                </a:solidFill>
                <a:latin typeface="Noto Sans JP" pitchFamily="34" charset="0"/>
                <a:ea typeface="Noto Sans JP" pitchFamily="34" charset="-122"/>
                <a:cs typeface="Noto Sans JP" pitchFamily="34" charset="-120"/>
              </a:rPr>
              <a:t> Commons（Hino</a:t>
            </a:r>
            <a:r>
              <a:rPr lang="en-US" sz="1650" dirty="0" spc="-11" kern="0">
                <a:solidFill>
                  <a:srgbClr val="6B6A66"/>
                </a:solidFill>
                <a:latin typeface="Noto Sans JP" pitchFamily="34" charset="0"/>
                <a:ea typeface="Noto Sans JP" pitchFamily="34" charset="-122"/>
                <a:cs typeface="Noto Sans JP" pitchFamily="34" charset="-120"/>
              </a:rPr>
              <a:t> Standardized</a:t>
            </a:r>
            <a:r>
              <a:rPr lang="en-US" sz="1650" dirty="0" spc="-3" kern="0">
                <a:solidFill>
                  <a:srgbClr val="6B6A66"/>
                </a:solidFill>
                <a:latin typeface="Noto Sans JP" pitchFamily="34" charset="0"/>
                <a:ea typeface="Noto Sans JP" pitchFamily="34" charset="-122"/>
                <a:cs typeface="Noto Sans JP" pitchFamily="34" charset="-120"/>
              </a:rPr>
              <a:t> SCR</a:t>
            </a:r>
            <a:r>
              <a:rPr lang="en-US" sz="1650" dirty="0" spc="-1" kern="0">
                <a:solidFill>
                  <a:srgbClr val="6B6A66"/>
                </a:solidFill>
                <a:latin typeface="Noto Sans JP" pitchFamily="34" charset="0"/>
                <a:ea typeface="Noto Sans JP" pitchFamily="34" charset="-122"/>
                <a:cs typeface="Noto Sans JP" pitchFamily="34" charset="-120"/>
              </a:rPr>
              <a:t> Unit）[S18]</a:t>
            </a:r>
            <a:endParaRPr lang="en-US" sz="1650" dirty="0"/>
          </a:p>
        </p:txBody>
      </p:sp>
      <p:sp>
        <p:nvSpPr>
          <p:cNvPr id="6" name="Shape 3"/>
          <p:cNvSpPr/>
          <p:nvPr/>
        </p:nvSpPr>
        <p:spPr>
          <a:xfrm>
            <a:off x="10248900" y="2247900"/>
            <a:ext cx="7124700" cy="838200"/>
          </a:xfrm>
          <a:prstGeom prst="roundRect">
            <a:avLst>
              <a:gd name="adj" fmla="val 22727"/>
            </a:avLst>
          </a:prstGeom>
          <a:solidFill>
            <a:srgbClr val="E8E0CF"/>
          </a:solidFill>
          <a:ln/>
        </p:spPr>
      </p:sp>
      <p:sp>
        <p:nvSpPr>
          <p:cNvPr id="7" name="Shape 4"/>
          <p:cNvSpPr/>
          <p:nvPr/>
        </p:nvSpPr>
        <p:spPr>
          <a:xfrm>
            <a:off x="10248900" y="2247900"/>
            <a:ext cx="114300" cy="838200"/>
          </a:xfrm>
          <a:prstGeom prst="roundRect">
            <a:avLst>
              <a:gd name="adj" fmla="val 50000"/>
            </a:avLst>
          </a:prstGeom>
          <a:solidFill>
            <a:srgbClr val="B45309"/>
          </a:solidFill>
          <a:ln/>
        </p:spPr>
      </p:sp>
      <p:sp>
        <p:nvSpPr>
          <p:cNvPr id="8" name="Text 5"/>
          <p:cNvSpPr/>
          <p:nvPr/>
        </p:nvSpPr>
        <p:spPr>
          <a:xfrm>
            <a:off x="10591800" y="2343150"/>
            <a:ext cx="6591300" cy="333375"/>
          </a:xfrm>
          <a:prstGeom prst="rect">
            <a:avLst/>
          </a:prstGeom>
          <a:noFill/>
          <a:ln/>
        </p:spPr>
        <p:txBody>
          <a:bodyPr wrap="square" lIns="0" tIns="0" rIns="0" bIns="0" rtlCol="0" anchor="ctr"/>
          <a:lstStyle/>
          <a:p>
            <a:pPr algn="l" indent="0" marL="0">
              <a:buNone/>
            </a:pPr>
            <a:r>
              <a:rPr lang="en-US" sz="2187" dirty="0" spc="-1" kern="0">
                <a:solidFill>
                  <a:srgbClr val="B45309"/>
                </a:solidFill>
                <a:latin typeface="Noto Sans JP ExtraBold" pitchFamily="34" charset="0"/>
                <a:ea typeface="Noto Sans JP ExtraBold" pitchFamily="34" charset="-122"/>
                <a:cs typeface="Noto Sans JP ExtraBold" pitchFamily="34" charset="-120"/>
              </a:rPr>
              <a:t>SCR</a:t>
            </a:r>
            <a:endParaRPr lang="en-US" sz="2187" dirty="0"/>
          </a:p>
        </p:txBody>
      </p:sp>
      <p:sp>
        <p:nvSpPr>
          <p:cNvPr id="9" name="Text 6"/>
          <p:cNvSpPr/>
          <p:nvPr/>
        </p:nvSpPr>
        <p:spPr>
          <a:xfrm>
            <a:off x="10591800" y="2581275"/>
            <a:ext cx="6591300" cy="466725"/>
          </a:xfrm>
          <a:prstGeom prst="rect">
            <a:avLst/>
          </a:prstGeom>
          <a:noFill/>
          <a:ln/>
        </p:spPr>
        <p:txBody>
          <a:bodyPr wrap="square" lIns="0" tIns="32248" rIns="0" bIns="-32248" rtlCol="0" anchor="ctr"/>
          <a:lstStyle/>
          <a:p>
            <a:pPr algn="l" indent="0" marL="0">
              <a:lnSpc>
                <a:spcPts val="2933"/>
              </a:lnSpc>
              <a:buNone/>
            </a:pPr>
            <a:r>
              <a:rPr lang="en-US" sz="2550" dirty="0" spc="2" kern="0">
                <a:solidFill>
                  <a:srgbClr val="14161C"/>
                </a:solidFill>
                <a:latin typeface="Noto Sans JP SemiBold" pitchFamily="34" charset="0"/>
                <a:ea typeface="Noto Sans JP SemiBold" pitchFamily="34" charset="-122"/>
                <a:cs typeface="Noto Sans JP SemiBold" pitchFamily="34" charset="-120"/>
              </a:rPr>
              <a:t>NH3が</a:t>
            </a:r>
            <a:r>
              <a:rPr lang="en-US" sz="2550" dirty="0" spc="-10" kern="0">
                <a:solidFill>
                  <a:srgbClr val="14161C"/>
                </a:solidFill>
                <a:latin typeface="Noto Sans JP SemiBold" pitchFamily="34" charset="0"/>
                <a:ea typeface="Noto Sans JP SemiBold" pitchFamily="34" charset="-122"/>
                <a:cs typeface="Noto Sans JP SemiBold" pitchFamily="34" charset="-120"/>
              </a:rPr>
              <a:t> NOxと</a:t>
            </a:r>
            <a:r>
              <a:rPr lang="en-US" sz="2550" dirty="0" spc="0" kern="0">
                <a:solidFill>
                  <a:srgbClr val="14161C"/>
                </a:solidFill>
                <a:latin typeface="Noto Sans JP SemiBold" pitchFamily="34" charset="0"/>
                <a:ea typeface="Noto Sans JP SemiBold" pitchFamily="34" charset="-122"/>
                <a:cs typeface="Noto Sans JP SemiBold" pitchFamily="34" charset="-120"/>
              </a:rPr>
              <a:t> 出会う</a:t>
            </a:r>
            <a:r>
              <a:rPr lang="en-US" sz="2550" dirty="0" spc="1" kern="0">
                <a:solidFill>
                  <a:srgbClr val="14161C"/>
                </a:solidFill>
                <a:latin typeface="Noto Sans JP SemiBold" pitchFamily="34" charset="0"/>
                <a:ea typeface="Noto Sans JP SemiBold" pitchFamily="34" charset="-122"/>
                <a:cs typeface="Noto Sans JP SemiBold" pitchFamily="34" charset="-120"/>
              </a:rPr>
              <a:t> 場所</a:t>
            </a:r>
            <a:endParaRPr lang="en-US" sz="2550" dirty="0"/>
          </a:p>
        </p:txBody>
      </p:sp>
      <p:sp>
        <p:nvSpPr>
          <p:cNvPr id="10" name="Shape 7"/>
          <p:cNvSpPr/>
          <p:nvPr/>
        </p:nvSpPr>
        <p:spPr>
          <a:xfrm>
            <a:off x="10248900" y="3219450"/>
            <a:ext cx="7124700" cy="838200"/>
          </a:xfrm>
          <a:prstGeom prst="roundRect">
            <a:avLst>
              <a:gd name="adj" fmla="val 22727"/>
            </a:avLst>
          </a:prstGeom>
          <a:solidFill>
            <a:srgbClr val="E8E0CF"/>
          </a:solidFill>
          <a:ln/>
        </p:spPr>
      </p:sp>
      <p:sp>
        <p:nvSpPr>
          <p:cNvPr id="11" name="Shape 8"/>
          <p:cNvSpPr/>
          <p:nvPr/>
        </p:nvSpPr>
        <p:spPr>
          <a:xfrm>
            <a:off x="10248900" y="3219450"/>
            <a:ext cx="114300" cy="838200"/>
          </a:xfrm>
          <a:prstGeom prst="roundRect">
            <a:avLst>
              <a:gd name="adj" fmla="val 50000"/>
            </a:avLst>
          </a:prstGeom>
          <a:solidFill>
            <a:srgbClr val="0F766E"/>
          </a:solidFill>
          <a:ln/>
        </p:spPr>
      </p:sp>
      <p:sp>
        <p:nvSpPr>
          <p:cNvPr id="12" name="Text 9"/>
          <p:cNvSpPr/>
          <p:nvPr/>
        </p:nvSpPr>
        <p:spPr>
          <a:xfrm>
            <a:off x="10591800" y="3314700"/>
            <a:ext cx="6591300" cy="333375"/>
          </a:xfrm>
          <a:prstGeom prst="rect">
            <a:avLst/>
          </a:prstGeom>
          <a:noFill/>
          <a:ln/>
        </p:spPr>
        <p:txBody>
          <a:bodyPr wrap="square" lIns="0" tIns="0" rIns="0" bIns="0" rtlCol="0" anchor="ctr"/>
          <a:lstStyle/>
          <a:p>
            <a:pPr algn="l" indent="0" marL="0">
              <a:buNone/>
            </a:pPr>
            <a:r>
              <a:rPr lang="en-US" sz="2187" dirty="0" kern="0">
                <a:solidFill>
                  <a:srgbClr val="0F766E"/>
                </a:solidFill>
                <a:latin typeface="Noto Sans JP ExtraBold" pitchFamily="34" charset="0"/>
                <a:ea typeface="Noto Sans JP ExtraBold" pitchFamily="34" charset="-122"/>
                <a:cs typeface="Noto Sans JP ExtraBold" pitchFamily="34" charset="-120"/>
              </a:rPr>
              <a:t>噴射</a:t>
            </a:r>
            <a:endParaRPr lang="en-US" sz="2187" dirty="0"/>
          </a:p>
        </p:txBody>
      </p:sp>
      <p:sp>
        <p:nvSpPr>
          <p:cNvPr id="13" name="Text 10"/>
          <p:cNvSpPr/>
          <p:nvPr/>
        </p:nvSpPr>
        <p:spPr>
          <a:xfrm>
            <a:off x="10591800" y="3552825"/>
            <a:ext cx="6591300" cy="466725"/>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高温の 排気に</a:t>
            </a:r>
            <a:r>
              <a:rPr lang="en-US" sz="2550" dirty="0" spc="2" kern="0">
                <a:solidFill>
                  <a:srgbClr val="14161C"/>
                </a:solidFill>
                <a:latin typeface="Noto Sans JP SemiBold" pitchFamily="34" charset="0"/>
                <a:ea typeface="Noto Sans JP SemiBold" pitchFamily="34" charset="-122"/>
                <a:cs typeface="Noto Sans JP SemiBold" pitchFamily="34" charset="-120"/>
              </a:rPr>
              <a:t> AdBlueを</a:t>
            </a:r>
            <a:r>
              <a:rPr lang="en-US" sz="2550" dirty="0" spc="0" kern="0">
                <a:solidFill>
                  <a:srgbClr val="14161C"/>
                </a:solidFill>
                <a:latin typeface="Noto Sans JP SemiBold" pitchFamily="34" charset="0"/>
                <a:ea typeface="Noto Sans JP SemiBold" pitchFamily="34" charset="-122"/>
                <a:cs typeface="Noto Sans JP SemiBold" pitchFamily="34" charset="-120"/>
              </a:rPr>
              <a:t> 噴く</a:t>
            </a:r>
            <a:endParaRPr lang="en-US" sz="2550" dirty="0"/>
          </a:p>
        </p:txBody>
      </p:sp>
      <p:sp>
        <p:nvSpPr>
          <p:cNvPr id="14" name="Shape 11"/>
          <p:cNvSpPr/>
          <p:nvPr/>
        </p:nvSpPr>
        <p:spPr>
          <a:xfrm>
            <a:off x="10248900" y="4191000"/>
            <a:ext cx="7124700" cy="838200"/>
          </a:xfrm>
          <a:prstGeom prst="roundRect">
            <a:avLst>
              <a:gd name="adj" fmla="val 22727"/>
            </a:avLst>
          </a:prstGeom>
          <a:solidFill>
            <a:srgbClr val="E8E0CF"/>
          </a:solidFill>
          <a:ln/>
        </p:spPr>
      </p:sp>
      <p:sp>
        <p:nvSpPr>
          <p:cNvPr id="15" name="Shape 12"/>
          <p:cNvSpPr/>
          <p:nvPr/>
        </p:nvSpPr>
        <p:spPr>
          <a:xfrm>
            <a:off x="10248900" y="4191000"/>
            <a:ext cx="114300" cy="838200"/>
          </a:xfrm>
          <a:prstGeom prst="roundRect">
            <a:avLst>
              <a:gd name="adj" fmla="val 50000"/>
            </a:avLst>
          </a:prstGeom>
          <a:solidFill>
            <a:srgbClr val="E8472B"/>
          </a:solidFill>
          <a:ln/>
        </p:spPr>
      </p:sp>
      <p:sp>
        <p:nvSpPr>
          <p:cNvPr id="16" name="Text 13"/>
          <p:cNvSpPr/>
          <p:nvPr/>
        </p:nvSpPr>
        <p:spPr>
          <a:xfrm>
            <a:off x="10591800" y="4286250"/>
            <a:ext cx="6591300" cy="333375"/>
          </a:xfrm>
          <a:prstGeom prst="rect">
            <a:avLst/>
          </a:prstGeom>
          <a:noFill/>
          <a:ln/>
        </p:spPr>
        <p:txBody>
          <a:bodyPr wrap="square" lIns="0" tIns="0" rIns="0" bIns="0" rtlCol="0" anchor="ctr"/>
          <a:lstStyle/>
          <a:p>
            <a:pPr algn="l" indent="0" marL="0">
              <a:buNone/>
            </a:pPr>
            <a:r>
              <a:rPr lang="en-US" sz="2187" dirty="0" spc="-1" kern="0">
                <a:solidFill>
                  <a:srgbClr val="E8472B"/>
                </a:solidFill>
                <a:latin typeface="Noto Sans JP ExtraBold" pitchFamily="34" charset="0"/>
                <a:ea typeface="Noto Sans JP ExtraBold" pitchFamily="34" charset="-122"/>
                <a:cs typeface="Noto Sans JP ExtraBold" pitchFamily="34" charset="-120"/>
              </a:rPr>
              <a:t>堆積物</a:t>
            </a:r>
            <a:endParaRPr lang="en-US" sz="2187" dirty="0"/>
          </a:p>
        </p:txBody>
      </p:sp>
      <p:sp>
        <p:nvSpPr>
          <p:cNvPr id="17" name="Text 14"/>
          <p:cNvSpPr/>
          <p:nvPr/>
        </p:nvSpPr>
        <p:spPr>
          <a:xfrm>
            <a:off x="10591800" y="4524375"/>
            <a:ext cx="6591300" cy="466725"/>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ミキサーと 配管に</a:t>
            </a:r>
            <a:r>
              <a:rPr lang="en-US" sz="2550" dirty="0" spc="1" kern="0">
                <a:solidFill>
                  <a:srgbClr val="14161C"/>
                </a:solidFill>
                <a:latin typeface="Noto Sans JP SemiBold" pitchFamily="34" charset="0"/>
                <a:ea typeface="Noto Sans JP SemiBold" pitchFamily="34" charset="-122"/>
                <a:cs typeface="Noto Sans JP SemiBold" pitchFamily="34" charset="-120"/>
              </a:rPr>
              <a:t> 付く</a:t>
            </a:r>
            <a:endParaRPr lang="en-US" sz="2550" dirty="0"/>
          </a:p>
        </p:txBody>
      </p:sp>
      <p:sp>
        <p:nvSpPr>
          <p:cNvPr id="18" name="Shape 15"/>
          <p:cNvSpPr/>
          <p:nvPr/>
        </p:nvSpPr>
        <p:spPr>
          <a:xfrm>
            <a:off x="10248900" y="5162550"/>
            <a:ext cx="7124700" cy="3181350"/>
          </a:xfrm>
          <a:prstGeom prst="roundRect">
            <a:avLst>
              <a:gd name="adj" fmla="val 5988"/>
            </a:avLst>
          </a:prstGeom>
          <a:solidFill>
            <a:srgbClr val="F3DFB8"/>
          </a:solidFill>
          <a:ln/>
        </p:spPr>
      </p:sp>
      <p:sp>
        <p:nvSpPr>
          <p:cNvPr id="19" name="Text 16"/>
          <p:cNvSpPr/>
          <p:nvPr/>
        </p:nvSpPr>
        <p:spPr>
          <a:xfrm>
            <a:off x="10553700" y="5429250"/>
            <a:ext cx="6515100" cy="2647950"/>
          </a:xfrm>
          <a:prstGeom prst="rect">
            <a:avLst/>
          </a:prstGeom>
          <a:noFill/>
          <a:ln/>
        </p:spPr>
        <p:txBody>
          <a:bodyPr wrap="square" lIns="0" tIns="31718" rIns="0" bIns="-31718" rtlCol="0" anchor="t"/>
          <a:lstStyle/>
          <a:p>
            <a:pPr algn="l" indent="0" marL="0">
              <a:lnSpc>
                <a:spcPts val="2925"/>
              </a:lnSpc>
              <a:buNone/>
            </a:pPr>
            <a:r>
              <a:rPr lang="en-US" sz="2250" dirty="0" kern="0">
                <a:solidFill>
                  <a:srgbClr val="14161C"/>
                </a:solidFill>
                <a:latin typeface="Noto Sans JP" pitchFamily="34" charset="0"/>
                <a:ea typeface="Noto Sans JP" pitchFamily="34" charset="-122"/>
                <a:cs typeface="Noto Sans JP" pitchFamily="34" charset="-120"/>
              </a:rPr>
              <a:t>実物の</a:t>
            </a:r>
            <a:pPr algn="l" indent="0" marL="0">
              <a:lnSpc>
                <a:spcPts val="2925"/>
              </a:lnSpc>
              <a:buNone/>
            </a:pPr>
            <a:r>
              <a:rPr lang="en-US" sz="2250" b="1" dirty="0" spc="1" kern="0">
                <a:solidFill>
                  <a:srgbClr val="B45309"/>
                </a:solidFill>
                <a:latin typeface="Noto Sans JP" pitchFamily="34" charset="0"/>
                <a:ea typeface="Noto Sans JP" pitchFamily="34" charset="-122"/>
                <a:cs typeface="Noto Sans JP" pitchFamily="34" charset="-120"/>
              </a:rPr>
              <a:t>SCR</a:t>
            </a:r>
            <a:pPr algn="l" indent="0" marL="0">
              <a:lnSpc>
                <a:spcPts val="2925"/>
              </a:lnSpc>
              <a:buNone/>
            </a:pPr>
            <a:r>
              <a:rPr lang="en-US" sz="2250" dirty="0" spc="0" kern="0">
                <a:solidFill>
                  <a:srgbClr val="14161C"/>
                </a:solidFill>
                <a:latin typeface="Noto Sans JP" pitchFamily="34" charset="0"/>
                <a:ea typeface="Noto Sans JP" pitchFamily="34" charset="-122"/>
                <a:cs typeface="Noto Sans JP" pitchFamily="34" charset="-120"/>
              </a:rPr>
              <a:t>ユニットの</a:t>
            </a:r>
            <a:r>
              <a:rPr lang="en-US" sz="2250" dirty="0" spc="1" kern="0">
                <a:solidFill>
                  <a:srgbClr val="14161C"/>
                </a:solidFill>
                <a:latin typeface="Noto Sans JP" pitchFamily="34" charset="0"/>
                <a:ea typeface="Noto Sans JP" pitchFamily="34" charset="-122"/>
                <a:cs typeface="Noto Sans JP" pitchFamily="34" charset="-120"/>
              </a:rPr>
              <a:t> 写真。 AdBlueが 高温の 排気に</a:t>
            </a:r>
            <a:r>
              <a:rPr lang="en-US" sz="2250" dirty="0" spc="5" kern="0">
                <a:solidFill>
                  <a:srgbClr val="14161C"/>
                </a:solidFill>
                <a:latin typeface="Noto Sans JP" pitchFamily="34" charset="0"/>
                <a:ea typeface="Noto Sans JP" pitchFamily="34" charset="-122"/>
                <a:cs typeface="Noto Sans JP" pitchFamily="34" charset="-120"/>
              </a:rPr>
              <a:t> 噴射され、</a:t>
            </a:r>
            <a:r>
              <a:rPr lang="en-US" sz="2250" dirty="0" spc="0" kern="0">
                <a:solidFill>
                  <a:srgbClr val="14161C"/>
                </a:solidFill>
                <a:latin typeface="Noto Sans JP" pitchFamily="34" charset="0"/>
                <a:ea typeface="Noto Sans JP" pitchFamily="34" charset="-122"/>
                <a:cs typeface="Noto Sans JP" pitchFamily="34" charset="-120"/>
              </a:rPr>
              <a:t> 水が</a:t>
            </a:r>
            <a:r>
              <a:rPr lang="en-US" sz="2250" dirty="0" spc="1" kern="0">
                <a:solidFill>
                  <a:srgbClr val="14161C"/>
                </a:solidFill>
                <a:latin typeface="Noto Sans JP" pitchFamily="34" charset="0"/>
                <a:ea typeface="Noto Sans JP" pitchFamily="34" charset="-122"/>
                <a:cs typeface="Noto Sans JP" pitchFamily="34" charset="-120"/>
              </a:rPr>
              <a:t> 蒸発し、</a:t>
            </a:r>
            <a:pPr algn="l" indent="0" marL="0">
              <a:lnSpc>
                <a:spcPts val="2925"/>
              </a:lnSpc>
              <a:buNone/>
            </a:pPr>
            <a:r>
              <a:rPr lang="en-US" sz="2250" b="1" dirty="0" kern="0">
                <a:solidFill>
                  <a:srgbClr val="E91EC8"/>
                </a:solidFill>
                <a:latin typeface="Noto Sans JP" pitchFamily="34" charset="0"/>
                <a:ea typeface="Noto Sans JP" pitchFamily="34" charset="-122"/>
                <a:cs typeface="Noto Sans JP" pitchFamily="34" charset="-120"/>
              </a:rPr>
              <a:t>尿素</a:t>
            </a:r>
            <a:pPr algn="l" indent="0" marL="0">
              <a:lnSpc>
                <a:spcPts val="2925"/>
              </a:lnSpc>
              <a:buNone/>
            </a:pPr>
            <a:r>
              <a:rPr lang="en-US" sz="2250" dirty="0" spc="0" kern="0">
                <a:solidFill>
                  <a:srgbClr val="14161C"/>
                </a:solidFill>
                <a:latin typeface="Noto Sans JP" pitchFamily="34" charset="0"/>
                <a:ea typeface="Noto Sans JP" pitchFamily="34" charset="-122"/>
                <a:cs typeface="Noto Sans JP" pitchFamily="34" charset="-120"/>
              </a:rPr>
              <a:t>が</a:t>
            </a:r>
            <a:r>
              <a:rPr lang="en-US" sz="2250" dirty="0" spc="1" kern="0">
                <a:solidFill>
                  <a:srgbClr val="14161C"/>
                </a:solidFill>
                <a:latin typeface="Noto Sans JP" pitchFamily="34" charset="0"/>
                <a:ea typeface="Noto Sans JP" pitchFamily="34" charset="-122"/>
                <a:cs typeface="Noto Sans JP" pitchFamily="34" charset="-120"/>
              </a:rPr>
              <a:t> NH3に 分解し、その</a:t>
            </a:r>
            <a:r>
              <a:rPr lang="en-US" sz="2250" dirty="0" spc="0" kern="0">
                <a:solidFill>
                  <a:srgbClr val="14161C"/>
                </a:solidFill>
                <a:latin typeface="Noto Sans JP" pitchFamily="34" charset="0"/>
                <a:ea typeface="Noto Sans JP" pitchFamily="34" charset="-122"/>
                <a:cs typeface="Noto Sans JP" pitchFamily="34" charset="-120"/>
              </a:rPr>
              <a:t> NH3が</a:t>
            </a:r>
            <a:r>
              <a:rPr lang="en-US" sz="2250" dirty="0" spc="1" kern="0">
                <a:solidFill>
                  <a:srgbClr val="14161C"/>
                </a:solidFill>
                <a:latin typeface="Noto Sans JP" pitchFamily="34" charset="0"/>
                <a:ea typeface="Noto Sans JP" pitchFamily="34" charset="-122"/>
                <a:cs typeface="Noto Sans JP" pitchFamily="34" charset="-120"/>
              </a:rPr>
              <a:t> 触媒上で</a:t>
            </a:r>
            <a:r>
              <a:rPr lang="en-US" sz="2250" dirty="0" spc="-9" kern="0">
                <a:solidFill>
                  <a:srgbClr val="14161C"/>
                </a:solidFill>
                <a:latin typeface="Noto Sans JP" pitchFamily="34" charset="0"/>
                <a:ea typeface="Noto Sans JP" pitchFamily="34" charset="-122"/>
                <a:cs typeface="Noto Sans JP" pitchFamily="34" charset="-120"/>
              </a:rPr>
              <a:t> NOxと</a:t>
            </a:r>
            <a:r>
              <a:rPr lang="en-US" sz="2250" dirty="0" spc="1" kern="0">
                <a:solidFill>
                  <a:srgbClr val="14161C"/>
                </a:solidFill>
                <a:latin typeface="Noto Sans JP" pitchFamily="34" charset="0"/>
                <a:ea typeface="Noto Sans JP" pitchFamily="34" charset="-122"/>
                <a:cs typeface="Noto Sans JP" pitchFamily="34" charset="-120"/>
              </a:rPr>
              <a:t> 出会う</a:t>
            </a:r>
            <a:pPr algn="l" indent="0" marL="0">
              <a:lnSpc>
                <a:spcPts val="2925"/>
              </a:lnSpc>
              <a:buNone/>
            </a:pPr>
            <a:r>
              <a:rPr lang="en-US" sz="2250" dirty="0" kern="0">
                <a:solidFill>
                  <a:srgbClr val="6B6A66"/>
                </a:solidFill>
                <a:latin typeface="Noto Sans JP" pitchFamily="34" charset="0"/>
                <a:ea typeface="Noto Sans JP" pitchFamily="34" charset="-122"/>
                <a:cs typeface="Noto Sans JP" pitchFamily="34" charset="-120"/>
              </a:rPr>
              <a:t>[S6]</a:t>
            </a:r>
            <a:pPr algn="l" indent="0" marL="0">
              <a:lnSpc>
                <a:spcPts val="2925"/>
              </a:lnSpc>
              <a:buNone/>
            </a:pPr>
            <a:r>
              <a:rPr lang="en-US" sz="2250" dirty="0" spc="0" kern="0">
                <a:solidFill>
                  <a:srgbClr val="14161C"/>
                </a:solidFill>
                <a:latin typeface="Noto Sans JP" pitchFamily="34" charset="0"/>
                <a:ea typeface="Noto Sans JP" pitchFamily="34" charset="-122"/>
                <a:cs typeface="Noto Sans JP" pitchFamily="34" charset="-120"/>
              </a:rPr>
              <a:t>。</a:t>
            </a:r>
            <a:r>
              <a:rPr lang="en-US" sz="2250" dirty="0" spc="1" kern="0">
                <a:solidFill>
                  <a:srgbClr val="14161C"/>
                </a:solidFill>
                <a:latin typeface="Noto Sans JP" pitchFamily="34" charset="0"/>
                <a:ea typeface="Noto Sans JP" pitchFamily="34" charset="-122"/>
                <a:cs typeface="Noto Sans JP" pitchFamily="34" charset="-120"/>
              </a:rPr>
              <a:t> 噴射ノズルと</a:t>
            </a:r>
            <a:r>
              <a:rPr lang="en-US" sz="2250" dirty="0" spc="0" kern="0">
                <a:solidFill>
                  <a:srgbClr val="14161C"/>
                </a:solidFill>
                <a:latin typeface="Noto Sans JP" pitchFamily="34" charset="0"/>
                <a:ea typeface="Noto Sans JP" pitchFamily="34" charset="-122"/>
                <a:cs typeface="Noto Sans JP" pitchFamily="34" charset="-120"/>
              </a:rPr>
              <a:t> 触媒の</a:t>
            </a:r>
            <a:r>
              <a:rPr lang="en-US" sz="2250" dirty="0" spc="2" kern="0">
                <a:solidFill>
                  <a:srgbClr val="14161C"/>
                </a:solidFill>
                <a:latin typeface="Noto Sans JP" pitchFamily="34" charset="0"/>
                <a:ea typeface="Noto Sans JP" pitchFamily="34" charset="-122"/>
                <a:cs typeface="Noto Sans JP" pitchFamily="34" charset="-120"/>
              </a:rPr>
              <a:t> 間の</a:t>
            </a:r>
            <a:r>
              <a:rPr lang="en-US" sz="2250" dirty="0" spc="-6" kern="0">
                <a:solidFill>
                  <a:srgbClr val="14161C"/>
                </a:solidFill>
                <a:latin typeface="Noto Sans JP" pitchFamily="34" charset="0"/>
                <a:ea typeface="Noto Sans JP" pitchFamily="34" charset="-122"/>
                <a:cs typeface="Noto Sans JP" pitchFamily="34" charset="-120"/>
              </a:rPr>
              <a:t> 配管が、この</a:t>
            </a:r>
            <a:r>
              <a:rPr lang="en-US" sz="2250" dirty="0" spc="1" kern="0">
                <a:solidFill>
                  <a:srgbClr val="14161C"/>
                </a:solidFill>
                <a:latin typeface="Noto Sans JP" pitchFamily="34" charset="0"/>
                <a:ea typeface="Noto Sans JP" pitchFamily="34" charset="-122"/>
                <a:cs typeface="Noto Sans JP" pitchFamily="34" charset="-120"/>
              </a:rPr>
              <a:t> 資料の</a:t>
            </a:r>
            <a:r>
              <a:rPr lang="en-US" sz="2250" dirty="0" spc="-27" kern="0">
                <a:solidFill>
                  <a:srgbClr val="14161C"/>
                </a:solidFill>
                <a:latin typeface="Noto Sans JP" pitchFamily="34" charset="0"/>
                <a:ea typeface="Noto Sans JP" pitchFamily="34" charset="-122"/>
                <a:cs typeface="Noto Sans JP" pitchFamily="34" charset="-120"/>
              </a:rPr>
              <a:t> 化学反応がすべて</a:t>
            </a:r>
            <a:r>
              <a:rPr lang="en-US" sz="2250" dirty="0" spc="1" kern="0">
                <a:solidFill>
                  <a:srgbClr val="14161C"/>
                </a:solidFill>
                <a:latin typeface="Noto Sans JP" pitchFamily="34" charset="0"/>
                <a:ea typeface="Noto Sans JP" pitchFamily="34" charset="-122"/>
                <a:cs typeface="Noto Sans JP" pitchFamily="34" charset="-120"/>
              </a:rPr>
              <a:t> 起こる</a:t>
            </a:r>
            <a:r>
              <a:rPr lang="en-US" sz="2250" dirty="0" spc="-16" kern="0">
                <a:solidFill>
                  <a:srgbClr val="14161C"/>
                </a:solidFill>
                <a:latin typeface="Noto Sans JP" pitchFamily="34" charset="0"/>
                <a:ea typeface="Noto Sans JP" pitchFamily="34" charset="-122"/>
                <a:cs typeface="Noto Sans JP" pitchFamily="34" charset="-120"/>
              </a:rPr>
              <a:t> 場所であり、</a:t>
            </a:r>
            <a:r>
              <a:rPr lang="en-US" sz="2250" dirty="0" spc="2" kern="0">
                <a:solidFill>
                  <a:srgbClr val="14161C"/>
                </a:solidFill>
                <a:latin typeface="Noto Sans JP" pitchFamily="34" charset="0"/>
                <a:ea typeface="Noto Sans JP" pitchFamily="34" charset="-122"/>
                <a:cs typeface="Noto Sans JP" pitchFamily="34" charset="-120"/>
              </a:rPr>
              <a:t> 液滴が</a:t>
            </a:r>
            <a:r>
              <a:rPr lang="en-US" sz="2250" dirty="0" spc="1" kern="0">
                <a:solidFill>
                  <a:srgbClr val="14161C"/>
                </a:solidFill>
                <a:latin typeface="Noto Sans JP" pitchFamily="34" charset="0"/>
                <a:ea typeface="Noto Sans JP" pitchFamily="34" charset="-122"/>
                <a:cs typeface="Noto Sans JP" pitchFamily="34" charset="-120"/>
              </a:rPr>
              <a:t> 壁に 当たると</a:t>
            </a:r>
            <a:pPr algn="l" indent="0" marL="0">
              <a:lnSpc>
                <a:spcPts val="2925"/>
              </a:lnSpc>
              <a:buNone/>
            </a:pPr>
            <a:r>
              <a:rPr lang="en-US" sz="2250" b="1" dirty="0" kern="0">
                <a:solidFill>
                  <a:srgbClr val="B45309"/>
                </a:solidFill>
                <a:latin typeface="Noto Sans JP" pitchFamily="34" charset="0"/>
                <a:ea typeface="Noto Sans JP" pitchFamily="34" charset="-122"/>
                <a:cs typeface="Noto Sans JP" pitchFamily="34" charset="-120"/>
              </a:rPr>
              <a:t>堆積物</a:t>
            </a:r>
            <a:pPr algn="l" indent="0" marL="0">
              <a:lnSpc>
                <a:spcPts val="2925"/>
              </a:lnSpc>
              <a:buNone/>
            </a:pPr>
            <a:r>
              <a:rPr lang="en-US" sz="2250" dirty="0" spc="0" kern="0">
                <a:solidFill>
                  <a:srgbClr val="14161C"/>
                </a:solidFill>
                <a:latin typeface="Noto Sans JP" pitchFamily="34" charset="0"/>
                <a:ea typeface="Noto Sans JP" pitchFamily="34" charset="-122"/>
                <a:cs typeface="Noto Sans JP" pitchFamily="34" charset="-120"/>
              </a:rPr>
              <a:t>が</a:t>
            </a:r>
            <a:r>
              <a:rPr lang="en-US" sz="2250" dirty="0" spc="1" kern="0">
                <a:solidFill>
                  <a:srgbClr val="14161C"/>
                </a:solidFill>
                <a:latin typeface="Noto Sans JP" pitchFamily="34" charset="0"/>
                <a:ea typeface="Noto Sans JP" pitchFamily="34" charset="-122"/>
                <a:cs typeface="Noto Sans JP" pitchFamily="34" charset="-120"/>
              </a:rPr>
              <a:t> 残り</a:t>
            </a:r>
            <a:r>
              <a:rPr lang="en-US" sz="2250" dirty="0" spc="2" kern="0">
                <a:solidFill>
                  <a:srgbClr val="14161C"/>
                </a:solidFill>
                <a:latin typeface="Noto Sans JP" pitchFamily="34" charset="0"/>
                <a:ea typeface="Noto Sans JP" pitchFamily="34" charset="-122"/>
                <a:cs typeface="Noto Sans JP" pitchFamily="34" charset="-120"/>
              </a:rPr>
              <a:t> 得る</a:t>
            </a:r>
            <a:r>
              <a:rPr lang="en-US" sz="2250" dirty="0" spc="0" kern="0">
                <a:solidFill>
                  <a:srgbClr val="14161C"/>
                </a:solidFill>
                <a:latin typeface="Noto Sans JP" pitchFamily="34" charset="0"/>
                <a:ea typeface="Noto Sans JP" pitchFamily="34" charset="-122"/>
                <a:cs typeface="Noto Sans JP" pitchFamily="34" charset="-120"/>
              </a:rPr>
              <a:t> 場所でもある。</a:t>
            </a:r>
            <a:endParaRPr lang="en-US" sz="2250" dirty="0"/>
          </a:p>
        </p:txBody>
      </p:sp>
      <p:sp>
        <p:nvSpPr>
          <p:cNvPr id="20"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[S6]</a:t>
            </a:r>
            <a:r>
              <a:rPr lang="en-US" sz="1800" dirty="0" spc="-1" kern="0">
                <a:solidFill>
                  <a:srgbClr val="6B6A66"/>
                </a:solidFill>
                <a:latin typeface="Noto Sans JP" pitchFamily="34" charset="0"/>
                <a:ea typeface="Noto Sans JP" pitchFamily="34" charset="-122"/>
                <a:cs typeface="Noto Sans JP" pitchFamily="34" charset="-120"/>
              </a:rPr>
              <a:t> [S18]</a:t>
            </a:r>
            <a:endParaRPr lang="en-US" sz="1800" dirty="0"/>
          </a:p>
        </p:txBody>
      </p:sp>
      <p:sp>
        <p:nvSpPr>
          <p:cNvPr id="21" name="Shape 18"/>
          <p:cNvSpPr/>
          <p:nvPr/>
        </p:nvSpPr>
        <p:spPr>
          <a:xfrm>
            <a:off x="960711" y="9580836"/>
            <a:ext cx="78828" cy="78828"/>
          </a:xfrm>
          <a:prstGeom prst="ellipse">
            <a:avLst/>
          </a:prstGeom>
          <a:solidFill>
            <a:srgbClr val="14161C">
              <a:alpha val="28000"/>
            </a:srgbClr>
          </a:solidFill>
          <a:ln/>
        </p:spPr>
      </p:sp>
      <p:sp>
        <p:nvSpPr>
          <p:cNvPr id="22" name="Shape 19"/>
          <p:cNvSpPr/>
          <p:nvPr/>
        </p:nvSpPr>
        <p:spPr>
          <a:xfrm>
            <a:off x="1118366" y="9580836"/>
            <a:ext cx="78828" cy="78828"/>
          </a:xfrm>
          <a:prstGeom prst="ellipse">
            <a:avLst/>
          </a:prstGeom>
          <a:solidFill>
            <a:srgbClr val="14161C">
              <a:alpha val="28000"/>
            </a:srgbClr>
          </a:solidFill>
          <a:ln/>
        </p:spPr>
      </p:sp>
      <p:sp>
        <p:nvSpPr>
          <p:cNvPr id="23" name="Shape 20"/>
          <p:cNvSpPr/>
          <p:nvPr/>
        </p:nvSpPr>
        <p:spPr>
          <a:xfrm>
            <a:off x="1276021" y="9580836"/>
            <a:ext cx="78828" cy="78828"/>
          </a:xfrm>
          <a:prstGeom prst="ellipse">
            <a:avLst/>
          </a:prstGeom>
          <a:solidFill>
            <a:srgbClr val="14161C">
              <a:alpha val="28000"/>
            </a:srgbClr>
          </a:solidFill>
          <a:ln/>
        </p:spPr>
      </p:sp>
      <p:sp>
        <p:nvSpPr>
          <p:cNvPr id="24" name="Shape 21"/>
          <p:cNvSpPr/>
          <p:nvPr/>
        </p:nvSpPr>
        <p:spPr>
          <a:xfrm>
            <a:off x="1433676" y="9580836"/>
            <a:ext cx="78828" cy="78828"/>
          </a:xfrm>
          <a:prstGeom prst="ellipse">
            <a:avLst/>
          </a:prstGeom>
          <a:solidFill>
            <a:srgbClr val="14161C">
              <a:alpha val="28000"/>
            </a:srgbClr>
          </a:solidFill>
          <a:ln/>
        </p:spPr>
      </p:sp>
      <p:sp>
        <p:nvSpPr>
          <p:cNvPr id="25" name="Shape 22"/>
          <p:cNvSpPr/>
          <p:nvPr/>
        </p:nvSpPr>
        <p:spPr>
          <a:xfrm>
            <a:off x="1591331" y="9580836"/>
            <a:ext cx="78828" cy="78828"/>
          </a:xfrm>
          <a:prstGeom prst="ellipse">
            <a:avLst/>
          </a:prstGeom>
          <a:solidFill>
            <a:srgbClr val="14161C">
              <a:alpha val="28000"/>
            </a:srgbClr>
          </a:solidFill>
          <a:ln/>
        </p:spPr>
      </p:sp>
      <p:sp>
        <p:nvSpPr>
          <p:cNvPr id="26" name="Shape 23"/>
          <p:cNvSpPr/>
          <p:nvPr/>
        </p:nvSpPr>
        <p:spPr>
          <a:xfrm>
            <a:off x="1748986" y="9580836"/>
            <a:ext cx="78828" cy="78828"/>
          </a:xfrm>
          <a:prstGeom prst="ellipse">
            <a:avLst/>
          </a:prstGeom>
          <a:solidFill>
            <a:srgbClr val="14161C">
              <a:alpha val="28000"/>
            </a:srgbClr>
          </a:solidFill>
          <a:ln/>
        </p:spPr>
      </p:sp>
      <p:sp>
        <p:nvSpPr>
          <p:cNvPr id="27" name="Shape 24"/>
          <p:cNvSpPr/>
          <p:nvPr/>
        </p:nvSpPr>
        <p:spPr>
          <a:xfrm>
            <a:off x="1906641" y="9580836"/>
            <a:ext cx="78828" cy="78828"/>
          </a:xfrm>
          <a:prstGeom prst="ellipse">
            <a:avLst/>
          </a:prstGeom>
          <a:solidFill>
            <a:srgbClr val="14161C">
              <a:alpha val="28000"/>
            </a:srgbClr>
          </a:solidFill>
          <a:ln/>
        </p:spPr>
      </p:sp>
      <p:sp>
        <p:nvSpPr>
          <p:cNvPr id="28" name="Shape 25"/>
          <p:cNvSpPr/>
          <p:nvPr/>
        </p:nvSpPr>
        <p:spPr>
          <a:xfrm>
            <a:off x="2051158" y="9567698"/>
            <a:ext cx="105103" cy="105103"/>
          </a:xfrm>
          <a:prstGeom prst="ellipse">
            <a:avLst/>
          </a:prstGeom>
          <a:solidFill>
            <a:srgbClr val="E8472B"/>
          </a:solidFill>
          <a:ln/>
        </p:spPr>
      </p:sp>
      <p:sp>
        <p:nvSpPr>
          <p:cNvPr id="29" name="Shape 26"/>
          <p:cNvSpPr/>
          <p:nvPr/>
        </p:nvSpPr>
        <p:spPr>
          <a:xfrm>
            <a:off x="2221951" y="9580836"/>
            <a:ext cx="78828" cy="78828"/>
          </a:xfrm>
          <a:prstGeom prst="ellipse">
            <a:avLst/>
          </a:prstGeom>
          <a:solidFill>
            <a:srgbClr val="14161C">
              <a:alpha val="28000"/>
            </a:srgbClr>
          </a:solidFill>
          <a:ln/>
        </p:spPr>
      </p:sp>
      <p:sp>
        <p:nvSpPr>
          <p:cNvPr id="30" name="Shape 27"/>
          <p:cNvSpPr/>
          <p:nvPr/>
        </p:nvSpPr>
        <p:spPr>
          <a:xfrm>
            <a:off x="2379606" y="9580836"/>
            <a:ext cx="78828" cy="78828"/>
          </a:xfrm>
          <a:prstGeom prst="ellipse">
            <a:avLst/>
          </a:prstGeom>
          <a:solidFill>
            <a:srgbClr val="14161C">
              <a:alpha val="28000"/>
            </a:srgbClr>
          </a:solidFill>
          <a:ln/>
        </p:spPr>
      </p:sp>
      <p:sp>
        <p:nvSpPr>
          <p:cNvPr id="31" name="Shape 28"/>
          <p:cNvSpPr/>
          <p:nvPr/>
        </p:nvSpPr>
        <p:spPr>
          <a:xfrm>
            <a:off x="2537261" y="9580836"/>
            <a:ext cx="78828" cy="78828"/>
          </a:xfrm>
          <a:prstGeom prst="ellipse">
            <a:avLst/>
          </a:prstGeom>
          <a:solidFill>
            <a:srgbClr val="14161C">
              <a:alpha val="28000"/>
            </a:srgbClr>
          </a:solidFill>
          <a:ln/>
        </p:spPr>
      </p:sp>
      <p:sp>
        <p:nvSpPr>
          <p:cNvPr id="32" name="Shape 29"/>
          <p:cNvSpPr/>
          <p:nvPr/>
        </p:nvSpPr>
        <p:spPr>
          <a:xfrm>
            <a:off x="2694916" y="9580836"/>
            <a:ext cx="78828" cy="78828"/>
          </a:xfrm>
          <a:prstGeom prst="ellipse">
            <a:avLst/>
          </a:prstGeom>
          <a:solidFill>
            <a:srgbClr val="14161C">
              <a:alpha val="28000"/>
            </a:srgbClr>
          </a:solidFill>
          <a:ln/>
        </p:spPr>
      </p:sp>
      <p:sp>
        <p:nvSpPr>
          <p:cNvPr id="33" name="Shape 30"/>
          <p:cNvSpPr/>
          <p:nvPr/>
        </p:nvSpPr>
        <p:spPr>
          <a:xfrm>
            <a:off x="2852571" y="9580836"/>
            <a:ext cx="78828" cy="78828"/>
          </a:xfrm>
          <a:prstGeom prst="ellipse">
            <a:avLst/>
          </a:prstGeom>
          <a:solidFill>
            <a:srgbClr val="14161C">
              <a:alpha val="28000"/>
            </a:srgbClr>
          </a:solidFill>
          <a:ln/>
        </p:spPr>
      </p:sp>
      <p:sp>
        <p:nvSpPr>
          <p:cNvPr id="34" name="Shape 31"/>
          <p:cNvSpPr/>
          <p:nvPr/>
        </p:nvSpPr>
        <p:spPr>
          <a:xfrm>
            <a:off x="3010225" y="9580836"/>
            <a:ext cx="78828" cy="78828"/>
          </a:xfrm>
          <a:prstGeom prst="ellipse">
            <a:avLst/>
          </a:prstGeom>
          <a:solidFill>
            <a:srgbClr val="14161C">
              <a:alpha val="28000"/>
            </a:srgbClr>
          </a:solidFill>
          <a:ln/>
        </p:spPr>
      </p:sp>
      <p:sp>
        <p:nvSpPr>
          <p:cNvPr id="35" name="Shape 32"/>
          <p:cNvSpPr/>
          <p:nvPr/>
        </p:nvSpPr>
        <p:spPr>
          <a:xfrm>
            <a:off x="3167880" y="9580836"/>
            <a:ext cx="78828" cy="78828"/>
          </a:xfrm>
          <a:prstGeom prst="ellipse">
            <a:avLst/>
          </a:prstGeom>
          <a:solidFill>
            <a:srgbClr val="14161C">
              <a:alpha val="28000"/>
            </a:srgbClr>
          </a:solidFill>
          <a:ln/>
        </p:spPr>
      </p:sp>
      <p:sp>
        <p:nvSpPr>
          <p:cNvPr id="36" name="Shape 33"/>
          <p:cNvSpPr/>
          <p:nvPr/>
        </p:nvSpPr>
        <p:spPr>
          <a:xfrm>
            <a:off x="3325535" y="9580836"/>
            <a:ext cx="78828" cy="78828"/>
          </a:xfrm>
          <a:prstGeom prst="ellipse">
            <a:avLst/>
          </a:prstGeom>
          <a:solidFill>
            <a:srgbClr val="14161C">
              <a:alpha val="28000"/>
            </a:srgbClr>
          </a:solidFill>
          <a:ln/>
        </p:spPr>
      </p:sp>
      <p:sp>
        <p:nvSpPr>
          <p:cNvPr id="37" name="Shape 34"/>
          <p:cNvSpPr/>
          <p:nvPr/>
        </p:nvSpPr>
        <p:spPr>
          <a:xfrm>
            <a:off x="3483190" y="9580836"/>
            <a:ext cx="78828" cy="78828"/>
          </a:xfrm>
          <a:prstGeom prst="ellipse">
            <a:avLst/>
          </a:prstGeom>
          <a:solidFill>
            <a:srgbClr val="14161C">
              <a:alpha val="28000"/>
            </a:srgbClr>
          </a:solidFill>
          <a:ln/>
        </p:spPr>
      </p:sp>
      <p:sp>
        <p:nvSpPr>
          <p:cNvPr id="38" name="Shape 35"/>
          <p:cNvSpPr/>
          <p:nvPr/>
        </p:nvSpPr>
        <p:spPr>
          <a:xfrm>
            <a:off x="3640845" y="9580836"/>
            <a:ext cx="78828" cy="78828"/>
          </a:xfrm>
          <a:prstGeom prst="ellipse">
            <a:avLst/>
          </a:prstGeom>
          <a:solidFill>
            <a:srgbClr val="14161C">
              <a:alpha val="28000"/>
            </a:srgbClr>
          </a:solidFill>
          <a:ln/>
        </p:spPr>
      </p:sp>
      <p:sp>
        <p:nvSpPr>
          <p:cNvPr id="39" name="Shape 36"/>
          <p:cNvSpPr/>
          <p:nvPr/>
        </p:nvSpPr>
        <p:spPr>
          <a:xfrm>
            <a:off x="3798500" y="9580836"/>
            <a:ext cx="78828" cy="78828"/>
          </a:xfrm>
          <a:prstGeom prst="ellipse">
            <a:avLst/>
          </a:prstGeom>
          <a:solidFill>
            <a:srgbClr val="14161C">
              <a:alpha val="28000"/>
            </a:srgbClr>
          </a:solidFill>
          <a:ln/>
        </p:spPr>
      </p:sp>
      <p:sp>
        <p:nvSpPr>
          <p:cNvPr id="40" name="Shape 37"/>
          <p:cNvSpPr/>
          <p:nvPr/>
        </p:nvSpPr>
        <p:spPr>
          <a:xfrm>
            <a:off x="3956155" y="9580836"/>
            <a:ext cx="78828" cy="78828"/>
          </a:xfrm>
          <a:prstGeom prst="ellipse">
            <a:avLst/>
          </a:prstGeom>
          <a:solidFill>
            <a:srgbClr val="14161C">
              <a:alpha val="28000"/>
            </a:srgbClr>
          </a:solidFill>
          <a:ln/>
        </p:spPr>
      </p:sp>
      <p:sp>
        <p:nvSpPr>
          <p:cNvPr id="41" name="Shape 38"/>
          <p:cNvSpPr/>
          <p:nvPr/>
        </p:nvSpPr>
        <p:spPr>
          <a:xfrm>
            <a:off x="4113810" y="9580836"/>
            <a:ext cx="78828" cy="78828"/>
          </a:xfrm>
          <a:prstGeom prst="ellipse">
            <a:avLst/>
          </a:prstGeom>
          <a:solidFill>
            <a:srgbClr val="14161C">
              <a:alpha val="28000"/>
            </a:srgbClr>
          </a:solidFill>
          <a:ln/>
        </p:spPr>
      </p:sp>
      <p:sp>
        <p:nvSpPr>
          <p:cNvPr id="42" name="Shape 39"/>
          <p:cNvSpPr/>
          <p:nvPr/>
        </p:nvSpPr>
        <p:spPr>
          <a:xfrm>
            <a:off x="4271465" y="9580836"/>
            <a:ext cx="78828" cy="78828"/>
          </a:xfrm>
          <a:prstGeom prst="ellipse">
            <a:avLst/>
          </a:prstGeom>
          <a:solidFill>
            <a:srgbClr val="14161C">
              <a:alpha val="28000"/>
            </a:srgbClr>
          </a:solidFill>
          <a:ln/>
        </p:spPr>
      </p:sp>
      <p:sp>
        <p:nvSpPr>
          <p:cNvPr id="43" name="Shape 40"/>
          <p:cNvSpPr/>
          <p:nvPr/>
        </p:nvSpPr>
        <p:spPr>
          <a:xfrm>
            <a:off x="4429120" y="9580836"/>
            <a:ext cx="78828" cy="78828"/>
          </a:xfrm>
          <a:prstGeom prst="ellipse">
            <a:avLst/>
          </a:prstGeom>
          <a:solidFill>
            <a:srgbClr val="14161C">
              <a:alpha val="28000"/>
            </a:srgbClr>
          </a:solidFill>
          <a:ln/>
        </p:spPr>
      </p:sp>
      <p:sp>
        <p:nvSpPr>
          <p:cNvPr id="44" name="Shape 41"/>
          <p:cNvSpPr/>
          <p:nvPr/>
        </p:nvSpPr>
        <p:spPr>
          <a:xfrm>
            <a:off x="4586775" y="9580836"/>
            <a:ext cx="78828" cy="78828"/>
          </a:xfrm>
          <a:prstGeom prst="ellipse">
            <a:avLst/>
          </a:prstGeom>
          <a:solidFill>
            <a:srgbClr val="14161C">
              <a:alpha val="28000"/>
            </a:srgbClr>
          </a:solidFill>
          <a:ln/>
        </p:spPr>
      </p:sp>
      <p:sp>
        <p:nvSpPr>
          <p:cNvPr id="45" name="Shape 42"/>
          <p:cNvSpPr/>
          <p:nvPr/>
        </p:nvSpPr>
        <p:spPr>
          <a:xfrm>
            <a:off x="4744430" y="9580836"/>
            <a:ext cx="78828" cy="78828"/>
          </a:xfrm>
          <a:prstGeom prst="ellipse">
            <a:avLst/>
          </a:prstGeom>
          <a:solidFill>
            <a:srgbClr val="14161C">
              <a:alpha val="28000"/>
            </a:srgbClr>
          </a:solidFill>
          <a:ln/>
        </p:spPr>
      </p:sp>
      <p:sp>
        <p:nvSpPr>
          <p:cNvPr id="46" name="Shape 43"/>
          <p:cNvSpPr/>
          <p:nvPr/>
        </p:nvSpPr>
        <p:spPr>
          <a:xfrm>
            <a:off x="4902085" y="9580836"/>
            <a:ext cx="78828" cy="78828"/>
          </a:xfrm>
          <a:prstGeom prst="ellipse">
            <a:avLst/>
          </a:prstGeom>
          <a:solidFill>
            <a:srgbClr val="14161C">
              <a:alpha val="28000"/>
            </a:srgbClr>
          </a:solidFill>
          <a:ln/>
        </p:spPr>
      </p:sp>
      <p:sp>
        <p:nvSpPr>
          <p:cNvPr id="47" name="Shape 44"/>
          <p:cNvSpPr/>
          <p:nvPr/>
        </p:nvSpPr>
        <p:spPr>
          <a:xfrm>
            <a:off x="5059740" y="9580836"/>
            <a:ext cx="78828" cy="78828"/>
          </a:xfrm>
          <a:prstGeom prst="ellipse">
            <a:avLst/>
          </a:prstGeom>
          <a:solidFill>
            <a:srgbClr val="14161C">
              <a:alpha val="28000"/>
            </a:srgbClr>
          </a:solidFill>
          <a:ln/>
        </p:spPr>
      </p:sp>
      <p:sp>
        <p:nvSpPr>
          <p:cNvPr id="48" name="Shape 45"/>
          <p:cNvSpPr/>
          <p:nvPr/>
        </p:nvSpPr>
        <p:spPr>
          <a:xfrm>
            <a:off x="5217395" y="9580836"/>
            <a:ext cx="78828" cy="78828"/>
          </a:xfrm>
          <a:prstGeom prst="ellipse">
            <a:avLst/>
          </a:prstGeom>
          <a:solidFill>
            <a:srgbClr val="14161C">
              <a:alpha val="28000"/>
            </a:srgbClr>
          </a:solidFill>
          <a:ln/>
        </p:spPr>
      </p:sp>
      <p:sp>
        <p:nvSpPr>
          <p:cNvPr id="49" name="Shape 46"/>
          <p:cNvSpPr/>
          <p:nvPr/>
        </p:nvSpPr>
        <p:spPr>
          <a:xfrm>
            <a:off x="5375050" y="9580836"/>
            <a:ext cx="78828" cy="78828"/>
          </a:xfrm>
          <a:prstGeom prst="ellipse">
            <a:avLst/>
          </a:prstGeom>
          <a:solidFill>
            <a:srgbClr val="14161C">
              <a:alpha val="28000"/>
            </a:srgbClr>
          </a:solidFill>
          <a:ln/>
        </p:spPr>
      </p:sp>
      <p:sp>
        <p:nvSpPr>
          <p:cNvPr id="50" name="Shape 47"/>
          <p:cNvSpPr/>
          <p:nvPr/>
        </p:nvSpPr>
        <p:spPr>
          <a:xfrm>
            <a:off x="5532705" y="9580836"/>
            <a:ext cx="78828" cy="78828"/>
          </a:xfrm>
          <a:prstGeom prst="ellipse">
            <a:avLst/>
          </a:prstGeom>
          <a:solidFill>
            <a:srgbClr val="14161C">
              <a:alpha val="28000"/>
            </a:srgbClr>
          </a:solidFill>
          <a:ln/>
        </p:spPr>
      </p:sp>
      <p:sp>
        <p:nvSpPr>
          <p:cNvPr id="51" name="Shape 48"/>
          <p:cNvSpPr/>
          <p:nvPr/>
        </p:nvSpPr>
        <p:spPr>
          <a:xfrm>
            <a:off x="5690359" y="9580836"/>
            <a:ext cx="78828" cy="78828"/>
          </a:xfrm>
          <a:prstGeom prst="ellipse">
            <a:avLst/>
          </a:prstGeom>
          <a:solidFill>
            <a:srgbClr val="14161C">
              <a:alpha val="28000"/>
            </a:srgbClr>
          </a:solidFill>
          <a:ln/>
        </p:spPr>
      </p:sp>
      <p:sp>
        <p:nvSpPr>
          <p:cNvPr id="52" name="Shape 49"/>
          <p:cNvSpPr/>
          <p:nvPr/>
        </p:nvSpPr>
        <p:spPr>
          <a:xfrm>
            <a:off x="5848014" y="9580836"/>
            <a:ext cx="78828" cy="78828"/>
          </a:xfrm>
          <a:prstGeom prst="ellipse">
            <a:avLst/>
          </a:prstGeom>
          <a:solidFill>
            <a:srgbClr val="14161C">
              <a:alpha val="28000"/>
            </a:srgbClr>
          </a:solidFill>
          <a:ln/>
        </p:spPr>
      </p:sp>
      <p:sp>
        <p:nvSpPr>
          <p:cNvPr id="53" name="Shape 50"/>
          <p:cNvSpPr/>
          <p:nvPr/>
        </p:nvSpPr>
        <p:spPr>
          <a:xfrm>
            <a:off x="6005669" y="9580836"/>
            <a:ext cx="78828" cy="78828"/>
          </a:xfrm>
          <a:prstGeom prst="ellipse">
            <a:avLst/>
          </a:prstGeom>
          <a:solidFill>
            <a:srgbClr val="14161C">
              <a:alpha val="28000"/>
            </a:srgbClr>
          </a:solidFill>
          <a:ln/>
        </p:spPr>
      </p:sp>
      <p:sp>
        <p:nvSpPr>
          <p:cNvPr id="54" name="Shape 51"/>
          <p:cNvSpPr/>
          <p:nvPr/>
        </p:nvSpPr>
        <p:spPr>
          <a:xfrm>
            <a:off x="6163324" y="9580836"/>
            <a:ext cx="78828" cy="78828"/>
          </a:xfrm>
          <a:prstGeom prst="ellipse">
            <a:avLst/>
          </a:prstGeom>
          <a:solidFill>
            <a:srgbClr val="14161C">
              <a:alpha val="28000"/>
            </a:srgbClr>
          </a:solidFill>
          <a:ln/>
        </p:spPr>
      </p:sp>
      <p:sp>
        <p:nvSpPr>
          <p:cNvPr id="55" name="Shape 52"/>
          <p:cNvSpPr/>
          <p:nvPr/>
        </p:nvSpPr>
        <p:spPr>
          <a:xfrm>
            <a:off x="6320979" y="9580836"/>
            <a:ext cx="78828" cy="78828"/>
          </a:xfrm>
          <a:prstGeom prst="ellipse">
            <a:avLst/>
          </a:prstGeom>
          <a:solidFill>
            <a:srgbClr val="14161C">
              <a:alpha val="28000"/>
            </a:srgbClr>
          </a:solidFill>
          <a:ln/>
        </p:spPr>
      </p:sp>
      <p:sp>
        <p:nvSpPr>
          <p:cNvPr id="56" name="Shape 53"/>
          <p:cNvSpPr/>
          <p:nvPr/>
        </p:nvSpPr>
        <p:spPr>
          <a:xfrm>
            <a:off x="6478634" y="9580836"/>
            <a:ext cx="78828" cy="78828"/>
          </a:xfrm>
          <a:prstGeom prst="ellipse">
            <a:avLst/>
          </a:prstGeom>
          <a:solidFill>
            <a:srgbClr val="14161C">
              <a:alpha val="28000"/>
            </a:srgbClr>
          </a:solidFill>
          <a:ln/>
        </p:spPr>
      </p:sp>
      <p:sp>
        <p:nvSpPr>
          <p:cNvPr id="57" name="Shape 54"/>
          <p:cNvSpPr/>
          <p:nvPr/>
        </p:nvSpPr>
        <p:spPr>
          <a:xfrm>
            <a:off x="6636289" y="9580836"/>
            <a:ext cx="78828" cy="78828"/>
          </a:xfrm>
          <a:prstGeom prst="ellipse">
            <a:avLst/>
          </a:prstGeom>
          <a:solidFill>
            <a:srgbClr val="14161C">
              <a:alpha val="28000"/>
            </a:srgbClr>
          </a:solidFill>
          <a:ln/>
        </p:spPr>
      </p:sp>
      <p:sp>
        <p:nvSpPr>
          <p:cNvPr id="58" name="Shape 55"/>
          <p:cNvSpPr/>
          <p:nvPr/>
        </p:nvSpPr>
        <p:spPr>
          <a:xfrm>
            <a:off x="6793944" y="9580836"/>
            <a:ext cx="78828" cy="78828"/>
          </a:xfrm>
          <a:prstGeom prst="ellipse">
            <a:avLst/>
          </a:prstGeom>
          <a:solidFill>
            <a:srgbClr val="14161C">
              <a:alpha val="28000"/>
            </a:srgbClr>
          </a:solidFill>
          <a:ln/>
        </p:spPr>
      </p:sp>
      <p:sp>
        <p:nvSpPr>
          <p:cNvPr id="59" name="Shape 56"/>
          <p:cNvSpPr/>
          <p:nvPr/>
        </p:nvSpPr>
        <p:spPr>
          <a:xfrm>
            <a:off x="6951599" y="9580836"/>
            <a:ext cx="78828" cy="78828"/>
          </a:xfrm>
          <a:prstGeom prst="ellipse">
            <a:avLst/>
          </a:prstGeom>
          <a:solidFill>
            <a:srgbClr val="14161C">
              <a:alpha val="28000"/>
            </a:srgbClr>
          </a:solidFill>
          <a:ln/>
        </p:spPr>
      </p:sp>
      <p:sp>
        <p:nvSpPr>
          <p:cNvPr id="60" name="Shape 57"/>
          <p:cNvSpPr/>
          <p:nvPr/>
        </p:nvSpPr>
        <p:spPr>
          <a:xfrm>
            <a:off x="7109254" y="9580836"/>
            <a:ext cx="78828" cy="78828"/>
          </a:xfrm>
          <a:prstGeom prst="ellipse">
            <a:avLst/>
          </a:prstGeom>
          <a:solidFill>
            <a:srgbClr val="14161C">
              <a:alpha val="28000"/>
            </a:srgbClr>
          </a:solidFill>
          <a:ln/>
        </p:spPr>
      </p:sp>
      <p:sp>
        <p:nvSpPr>
          <p:cNvPr id="61" name="Shape 58"/>
          <p:cNvSpPr/>
          <p:nvPr/>
        </p:nvSpPr>
        <p:spPr>
          <a:xfrm>
            <a:off x="7266909" y="9580836"/>
            <a:ext cx="78828" cy="78828"/>
          </a:xfrm>
          <a:prstGeom prst="ellipse">
            <a:avLst/>
          </a:prstGeom>
          <a:solidFill>
            <a:srgbClr val="14161C">
              <a:alpha val="28000"/>
            </a:srgbClr>
          </a:solidFill>
          <a:ln/>
        </p:spPr>
      </p:sp>
      <p:sp>
        <p:nvSpPr>
          <p:cNvPr id="62" name="Shape 59"/>
          <p:cNvSpPr/>
          <p:nvPr/>
        </p:nvSpPr>
        <p:spPr>
          <a:xfrm>
            <a:off x="7424564" y="9580836"/>
            <a:ext cx="78828" cy="78828"/>
          </a:xfrm>
          <a:prstGeom prst="ellipse">
            <a:avLst/>
          </a:prstGeom>
          <a:solidFill>
            <a:srgbClr val="14161C">
              <a:alpha val="28000"/>
            </a:srgbClr>
          </a:solidFill>
          <a:ln/>
        </p:spPr>
      </p:sp>
      <p:sp>
        <p:nvSpPr>
          <p:cNvPr id="63" name="Shape 60"/>
          <p:cNvSpPr/>
          <p:nvPr/>
        </p:nvSpPr>
        <p:spPr>
          <a:xfrm>
            <a:off x="7582219" y="9580836"/>
            <a:ext cx="78828" cy="78828"/>
          </a:xfrm>
          <a:prstGeom prst="ellipse">
            <a:avLst/>
          </a:prstGeom>
          <a:solidFill>
            <a:srgbClr val="14161C">
              <a:alpha val="28000"/>
            </a:srgbClr>
          </a:solidFill>
          <a:ln/>
        </p:spPr>
      </p:sp>
      <p:sp>
        <p:nvSpPr>
          <p:cNvPr id="64" name="Shape 61"/>
          <p:cNvSpPr/>
          <p:nvPr/>
        </p:nvSpPr>
        <p:spPr>
          <a:xfrm>
            <a:off x="7739874" y="9580836"/>
            <a:ext cx="78828" cy="78828"/>
          </a:xfrm>
          <a:prstGeom prst="ellipse">
            <a:avLst/>
          </a:prstGeom>
          <a:solidFill>
            <a:srgbClr val="14161C">
              <a:alpha val="28000"/>
            </a:srgbClr>
          </a:solidFill>
          <a:ln/>
        </p:spPr>
      </p:sp>
      <p:sp>
        <p:nvSpPr>
          <p:cNvPr id="65" name="Shape 62"/>
          <p:cNvSpPr/>
          <p:nvPr/>
        </p:nvSpPr>
        <p:spPr>
          <a:xfrm>
            <a:off x="7897529" y="9580836"/>
            <a:ext cx="78828" cy="78828"/>
          </a:xfrm>
          <a:prstGeom prst="ellipse">
            <a:avLst/>
          </a:prstGeom>
          <a:solidFill>
            <a:srgbClr val="14161C">
              <a:alpha val="28000"/>
            </a:srgbClr>
          </a:solidFill>
          <a:ln/>
        </p:spPr>
      </p:sp>
      <p:sp>
        <p:nvSpPr>
          <p:cNvPr id="66" name="Shape 63"/>
          <p:cNvSpPr/>
          <p:nvPr/>
        </p:nvSpPr>
        <p:spPr>
          <a:xfrm>
            <a:off x="8055184" y="9580836"/>
            <a:ext cx="78828" cy="78828"/>
          </a:xfrm>
          <a:prstGeom prst="ellipse">
            <a:avLst/>
          </a:prstGeom>
          <a:solidFill>
            <a:srgbClr val="14161C">
              <a:alpha val="28000"/>
            </a:srgbClr>
          </a:solidFill>
          <a:ln/>
        </p:spPr>
      </p:sp>
      <p:sp>
        <p:nvSpPr>
          <p:cNvPr id="67" name="Shape 64"/>
          <p:cNvSpPr/>
          <p:nvPr/>
        </p:nvSpPr>
        <p:spPr>
          <a:xfrm>
            <a:off x="8212839" y="9580836"/>
            <a:ext cx="78828" cy="78828"/>
          </a:xfrm>
          <a:prstGeom prst="ellipse">
            <a:avLst/>
          </a:prstGeom>
          <a:solidFill>
            <a:srgbClr val="14161C">
              <a:alpha val="28000"/>
            </a:srgbClr>
          </a:solidFill>
          <a:ln/>
        </p:spPr>
      </p:sp>
      <p:sp>
        <p:nvSpPr>
          <p:cNvPr id="68" name="Shape 65"/>
          <p:cNvSpPr/>
          <p:nvPr/>
        </p:nvSpPr>
        <p:spPr>
          <a:xfrm>
            <a:off x="8370494" y="9580836"/>
            <a:ext cx="78828" cy="78828"/>
          </a:xfrm>
          <a:prstGeom prst="ellipse">
            <a:avLst/>
          </a:prstGeom>
          <a:solidFill>
            <a:srgbClr val="14161C">
              <a:alpha val="28000"/>
            </a:srgbClr>
          </a:solidFill>
          <a:ln/>
        </p:spPr>
      </p:sp>
      <p:sp>
        <p:nvSpPr>
          <p:cNvPr id="69" name="Shape 66"/>
          <p:cNvSpPr/>
          <p:nvPr/>
        </p:nvSpPr>
        <p:spPr>
          <a:xfrm>
            <a:off x="8528148" y="9580836"/>
            <a:ext cx="78828" cy="78828"/>
          </a:xfrm>
          <a:prstGeom prst="ellipse">
            <a:avLst/>
          </a:prstGeom>
          <a:solidFill>
            <a:srgbClr val="14161C">
              <a:alpha val="28000"/>
            </a:srgbClr>
          </a:solidFill>
          <a:ln/>
        </p:spPr>
      </p:sp>
      <p:sp>
        <p:nvSpPr>
          <p:cNvPr id="70" name="Shape 67"/>
          <p:cNvSpPr/>
          <p:nvPr/>
        </p:nvSpPr>
        <p:spPr>
          <a:xfrm>
            <a:off x="8685803" y="9580836"/>
            <a:ext cx="78828" cy="78828"/>
          </a:xfrm>
          <a:prstGeom prst="ellipse">
            <a:avLst/>
          </a:prstGeom>
          <a:solidFill>
            <a:srgbClr val="14161C">
              <a:alpha val="28000"/>
            </a:srgbClr>
          </a:solidFill>
          <a:ln/>
        </p:spPr>
      </p:sp>
      <p:sp>
        <p:nvSpPr>
          <p:cNvPr id="71" name="Shape 68"/>
          <p:cNvSpPr/>
          <p:nvPr/>
        </p:nvSpPr>
        <p:spPr>
          <a:xfrm>
            <a:off x="8843458" y="9580836"/>
            <a:ext cx="78828" cy="78828"/>
          </a:xfrm>
          <a:prstGeom prst="ellipse">
            <a:avLst/>
          </a:prstGeom>
          <a:solidFill>
            <a:srgbClr val="14161C">
              <a:alpha val="28000"/>
            </a:srgbClr>
          </a:solidFill>
          <a:ln/>
        </p:spPr>
      </p:sp>
      <p:sp>
        <p:nvSpPr>
          <p:cNvPr id="72" name="Shape 69"/>
          <p:cNvSpPr/>
          <p:nvPr/>
        </p:nvSpPr>
        <p:spPr>
          <a:xfrm>
            <a:off x="9001113" y="9580836"/>
            <a:ext cx="78828" cy="78828"/>
          </a:xfrm>
          <a:prstGeom prst="ellipse">
            <a:avLst/>
          </a:prstGeom>
          <a:solidFill>
            <a:srgbClr val="14161C">
              <a:alpha val="28000"/>
            </a:srgbClr>
          </a:solidFill>
          <a:ln/>
        </p:spPr>
      </p:sp>
      <p:sp>
        <p:nvSpPr>
          <p:cNvPr id="73" name="Shape 70"/>
          <p:cNvSpPr/>
          <p:nvPr/>
        </p:nvSpPr>
        <p:spPr>
          <a:xfrm>
            <a:off x="9158768" y="9580836"/>
            <a:ext cx="78828" cy="78828"/>
          </a:xfrm>
          <a:prstGeom prst="ellipse">
            <a:avLst/>
          </a:prstGeom>
          <a:solidFill>
            <a:srgbClr val="14161C">
              <a:alpha val="28000"/>
            </a:srgbClr>
          </a:solidFill>
          <a:ln/>
        </p:spPr>
      </p:sp>
      <p:sp>
        <p:nvSpPr>
          <p:cNvPr id="74" name="Shape 71"/>
          <p:cNvSpPr/>
          <p:nvPr/>
        </p:nvSpPr>
        <p:spPr>
          <a:xfrm>
            <a:off x="9316423" y="9580836"/>
            <a:ext cx="78828" cy="78828"/>
          </a:xfrm>
          <a:prstGeom prst="ellipse">
            <a:avLst/>
          </a:prstGeom>
          <a:solidFill>
            <a:srgbClr val="14161C">
              <a:alpha val="28000"/>
            </a:srgbClr>
          </a:solidFill>
          <a:ln/>
        </p:spPr>
      </p:sp>
      <p:sp>
        <p:nvSpPr>
          <p:cNvPr id="75" name="Shape 72"/>
          <p:cNvSpPr/>
          <p:nvPr/>
        </p:nvSpPr>
        <p:spPr>
          <a:xfrm>
            <a:off x="9474078" y="9580836"/>
            <a:ext cx="78828" cy="78828"/>
          </a:xfrm>
          <a:prstGeom prst="ellipse">
            <a:avLst/>
          </a:prstGeom>
          <a:solidFill>
            <a:srgbClr val="14161C">
              <a:alpha val="28000"/>
            </a:srgbClr>
          </a:solidFill>
          <a:ln/>
        </p:spPr>
      </p:sp>
      <p:sp>
        <p:nvSpPr>
          <p:cNvPr id="76" name="Shape 73"/>
          <p:cNvSpPr/>
          <p:nvPr/>
        </p:nvSpPr>
        <p:spPr>
          <a:xfrm>
            <a:off x="9631733" y="9580836"/>
            <a:ext cx="78828" cy="78828"/>
          </a:xfrm>
          <a:prstGeom prst="ellipse">
            <a:avLst/>
          </a:prstGeom>
          <a:solidFill>
            <a:srgbClr val="14161C">
              <a:alpha val="28000"/>
            </a:srgbClr>
          </a:solidFill>
          <a:ln/>
        </p:spPr>
      </p:sp>
      <p:sp>
        <p:nvSpPr>
          <p:cNvPr id="77" name="Shape 74"/>
          <p:cNvSpPr/>
          <p:nvPr/>
        </p:nvSpPr>
        <p:spPr>
          <a:xfrm>
            <a:off x="9789388" y="9580836"/>
            <a:ext cx="78828" cy="78828"/>
          </a:xfrm>
          <a:prstGeom prst="ellipse">
            <a:avLst/>
          </a:prstGeom>
          <a:solidFill>
            <a:srgbClr val="14161C">
              <a:alpha val="28000"/>
            </a:srgbClr>
          </a:solidFill>
          <a:ln/>
        </p:spPr>
      </p:sp>
      <p:sp>
        <p:nvSpPr>
          <p:cNvPr id="78" name="Shape 75"/>
          <p:cNvSpPr/>
          <p:nvPr/>
        </p:nvSpPr>
        <p:spPr>
          <a:xfrm>
            <a:off x="9947043" y="9580836"/>
            <a:ext cx="78828" cy="78828"/>
          </a:xfrm>
          <a:prstGeom prst="ellipse">
            <a:avLst/>
          </a:prstGeom>
          <a:solidFill>
            <a:srgbClr val="14161C">
              <a:alpha val="28000"/>
            </a:srgbClr>
          </a:solidFill>
          <a:ln/>
        </p:spPr>
      </p:sp>
      <p:sp>
        <p:nvSpPr>
          <p:cNvPr id="79" name="Text 76"/>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08/58</a:t>
            </a:r>
            <a:endParaRPr lang="en-US" sz="1800" dirty="0"/>
          </a:p>
        </p:txBody>
      </p:sp>
      <p:sp>
        <p:nvSpPr>
          <p:cNvPr id="80" name="Shape 77"/>
          <p:cNvSpPr/>
          <p:nvPr/>
        </p:nvSpPr>
        <p:spPr>
          <a:xfrm>
            <a:off x="15983712" y="9076331"/>
            <a:ext cx="1645920" cy="552301"/>
          </a:xfrm>
          <a:prstGeom prst="roundRect">
            <a:avLst>
              <a:gd name="adj" fmla="val 28000"/>
            </a:avLst>
          </a:prstGeom>
          <a:solidFill>
            <a:srgbClr val="FFFFFF">
              <a:alpha val="82000"/>
            </a:srgbClr>
          </a:solidFill>
          <a:ln/>
        </p:spPr>
      </p:sp>
      <p:pic>
        <p:nvPicPr>
          <p:cNvPr id="81" name="Moda image moda-export-watermark-7078b5ee-620b-49cd-ab90-3ca9e95bfa1b"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F3EEE3"/>
                </a:solidFill>
                <a:latin typeface="Noto Sans JP ExtraBold" pitchFamily="34" charset="0"/>
                <a:ea typeface="Noto Sans JP ExtraBold" pitchFamily="34" charset="-122"/>
                <a:cs typeface="Noto Sans JP ExtraBold" pitchFamily="34" charset="-120"/>
              </a:rPr>
              <a:t>主役の 4物質： 誰が 誰か</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2C3040"/>
            </a:solidFill>
            <a:prstDash val="solid"/>
          </a:ln>
        </p:spPr>
      </p:sp>
      <p:pic>
        <p:nvPicPr>
          <p:cNvPr id="4" name="Moda image rect-1793242763905-324990361" descr="">    </p:cNvPr>
          <p:cNvPicPr>
            <a:picLocks noChangeAspect="1"/>
          </p:cNvPicPr>
          <p:nvPr/>
        </p:nvPicPr>
        <p:blipFill>
          <a:blip r:embed="rId1"/>
          <a:srcRect l="0" r="0" t="0" b="0"/>
          <a:stretch/>
        </p:blipFill>
        <p:spPr>
          <a:xfrm>
            <a:off x="1104900" y="2438400"/>
            <a:ext cx="9715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9AA0B5"/>
                </a:solidFill>
                <a:latin typeface="Noto Sans JP" pitchFamily="34" charset="0"/>
                <a:ea typeface="Noto Sans JP" pitchFamily="34" charset="-122"/>
                <a:cs typeface="Noto Sans JP" pitchFamily="34" charset="-120"/>
              </a:rPr>
              <a:t>図:</a:t>
            </a:r>
            <a:r>
              <a:rPr lang="en-US" sz="1650" dirty="0" spc="1" kern="0">
                <a:solidFill>
                  <a:srgbClr val="9AA0B5"/>
                </a:solidFill>
                <a:latin typeface="Noto Sans JP" pitchFamily="34" charset="0"/>
                <a:ea typeface="Noto Sans JP" pitchFamily="34" charset="-122"/>
                <a:cs typeface="Noto Sans JP" pitchFamily="34" charset="-120"/>
              </a:rPr>
              <a:t> Wikimedia</a:t>
            </a:r>
            <a:r>
              <a:rPr lang="en-US" sz="1650" dirty="0" spc="-1" kern="0">
                <a:solidFill>
                  <a:srgbClr val="9AA0B5"/>
                </a:solidFill>
                <a:latin typeface="Noto Sans JP" pitchFamily="34" charset="0"/>
                <a:ea typeface="Noto Sans JP" pitchFamily="34" charset="-122"/>
                <a:cs typeface="Noto Sans JP" pitchFamily="34" charset="-120"/>
              </a:rPr>
              <a:t> Commons、</a:t>
            </a:r>
            <a:r>
              <a:rPr lang="en-US" sz="1650" dirty="0" spc="0" kern="0">
                <a:solidFill>
                  <a:srgbClr val="9AA0B5"/>
                </a:solidFill>
                <a:latin typeface="Noto Sans JP" pitchFamily="34" charset="0"/>
                <a:ea typeface="Noto Sans JP" pitchFamily="34" charset="-122"/>
                <a:cs typeface="Noto Sans JP" pitchFamily="34" charset="-120"/>
              </a:rPr>
              <a:t> パブリックドメイン：</a:t>
            </a:r>
            <a:r>
              <a:rPr lang="en-US" sz="1650" dirty="0" spc="-5" kern="0">
                <a:solidFill>
                  <a:srgbClr val="9AA0B5"/>
                </a:solidFill>
                <a:latin typeface="Noto Sans JP" pitchFamily="34" charset="0"/>
                <a:ea typeface="Noto Sans JP" pitchFamily="34" charset="-122"/>
                <a:cs typeface="Noto Sans JP" pitchFamily="34" charset="-120"/>
              </a:rPr>
              <a:t> Urea-2D.png、</a:t>
            </a:r>
            <a:r>
              <a:rPr lang="en-US" sz="1650" dirty="0" spc="-6" kern="0">
                <a:solidFill>
                  <a:srgbClr val="9AA0B5"/>
                </a:solidFill>
                <a:latin typeface="Noto Sans JP" pitchFamily="34" charset="0"/>
                <a:ea typeface="Noto Sans JP" pitchFamily="34" charset="-122"/>
                <a:cs typeface="Noto Sans JP" pitchFamily="34" charset="-120"/>
              </a:rPr>
              <a:t> Biuret_struct.svg、</a:t>
            </a:r>
            <a:r>
              <a:rPr lang="en-US" sz="1650" dirty="0" spc="1" kern="0">
                <a:solidFill>
                  <a:srgbClr val="9AA0B5"/>
                </a:solidFill>
                <a:latin typeface="Noto Sans JP" pitchFamily="34" charset="0"/>
                <a:ea typeface="Noto Sans JP" pitchFamily="34" charset="-122"/>
                <a:cs typeface="Noto Sans JP" pitchFamily="34" charset="-120"/>
              </a:rPr>
              <a:t> Ammelide.png、</a:t>
            </a:r>
            <a:r>
              <a:rPr lang="en-US" sz="1650" dirty="0" spc="-3" kern="0">
                <a:solidFill>
                  <a:srgbClr val="9AA0B5"/>
                </a:solidFill>
                <a:latin typeface="Noto Sans JP" pitchFamily="34" charset="0"/>
                <a:ea typeface="Noto Sans JP" pitchFamily="34" charset="-122"/>
                <a:cs typeface="Noto Sans JP" pitchFamily="34" charset="-120"/>
              </a:rPr>
              <a:t> Cyanuric_acid.svg[S18]</a:t>
            </a:r>
            <a:endParaRPr lang="en-US" sz="1650" dirty="0"/>
          </a:p>
        </p:txBody>
      </p:sp>
      <p:sp>
        <p:nvSpPr>
          <p:cNvPr id="6" name="Shape 3"/>
          <p:cNvSpPr/>
          <p:nvPr/>
        </p:nvSpPr>
        <p:spPr>
          <a:xfrm>
            <a:off x="11391900" y="2247900"/>
            <a:ext cx="5981700" cy="1352550"/>
          </a:xfrm>
          <a:prstGeom prst="roundRect">
            <a:avLst>
              <a:gd name="adj" fmla="val 14085"/>
            </a:avLst>
          </a:prstGeom>
          <a:solidFill>
            <a:srgbClr val="1E212B"/>
          </a:solidFill>
          <a:ln/>
        </p:spPr>
      </p:sp>
      <p:sp>
        <p:nvSpPr>
          <p:cNvPr id="7" name="Shape 4"/>
          <p:cNvSpPr/>
          <p:nvPr/>
        </p:nvSpPr>
        <p:spPr>
          <a:xfrm>
            <a:off x="11391900" y="2247900"/>
            <a:ext cx="114300" cy="1352550"/>
          </a:xfrm>
          <a:prstGeom prst="roundRect">
            <a:avLst>
              <a:gd name="adj" fmla="val 50000"/>
            </a:avLst>
          </a:prstGeom>
          <a:solidFill>
            <a:srgbClr val="FF4FD8"/>
          </a:solidFill>
          <a:ln/>
        </p:spPr>
      </p:sp>
      <p:sp>
        <p:nvSpPr>
          <p:cNvPr id="8" name="Text 5"/>
          <p:cNvSpPr/>
          <p:nvPr/>
        </p:nvSpPr>
        <p:spPr>
          <a:xfrm>
            <a:off x="11734800" y="2343150"/>
            <a:ext cx="5448300" cy="542925"/>
          </a:xfrm>
          <a:prstGeom prst="rect">
            <a:avLst/>
          </a:prstGeom>
          <a:noFill/>
          <a:ln/>
        </p:spPr>
        <p:txBody>
          <a:bodyPr wrap="square" lIns="0" tIns="0" rIns="0" bIns="0" rtlCol="0" anchor="ctr"/>
          <a:lstStyle/>
          <a:p>
            <a:pPr algn="l" indent="0" marL="0">
              <a:buNone/>
            </a:pPr>
            <a:r>
              <a:rPr lang="en-US" sz="2250" dirty="0" kern="0">
                <a:solidFill>
                  <a:srgbClr val="FF4FD8"/>
                </a:solidFill>
                <a:latin typeface="Noto Sans JP ExtraBold" pitchFamily="34" charset="0"/>
                <a:ea typeface="Noto Sans JP ExtraBold" pitchFamily="34" charset="-122"/>
                <a:cs typeface="Noto Sans JP ExtraBold" pitchFamily="34" charset="-120"/>
              </a:rPr>
              <a:t>尿素</a:t>
            </a:r>
            <a:endParaRPr lang="en-US" sz="2250" dirty="0"/>
          </a:p>
        </p:txBody>
      </p:sp>
      <p:sp>
        <p:nvSpPr>
          <p:cNvPr id="9" name="Text 6"/>
          <p:cNvSpPr/>
          <p:nvPr/>
        </p:nvSpPr>
        <p:spPr>
          <a:xfrm>
            <a:off x="11734800" y="279082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原料、</a:t>
            </a:r>
            <a:r>
              <a:rPr lang="en-US" sz="2550" dirty="0" spc="1" kern="0">
                <a:solidFill>
                  <a:srgbClr val="F3EEE3"/>
                </a:solidFill>
                <a:latin typeface="Noto Sans JP SemiBold" pitchFamily="34" charset="0"/>
                <a:ea typeface="Noto Sans JP SemiBold" pitchFamily="34" charset="-122"/>
                <a:cs typeface="Noto Sans JP SemiBold" pitchFamily="34" charset="-120"/>
              </a:rPr>
              <a:t> NH3を 出す</a:t>
            </a:r>
            <a:endParaRPr lang="en-US" sz="2550" dirty="0"/>
          </a:p>
        </p:txBody>
      </p:sp>
      <p:sp>
        <p:nvSpPr>
          <p:cNvPr id="10" name="Shape 7"/>
          <p:cNvSpPr/>
          <p:nvPr/>
        </p:nvSpPr>
        <p:spPr>
          <a:xfrm>
            <a:off x="11391900" y="3829050"/>
            <a:ext cx="5981700" cy="1352550"/>
          </a:xfrm>
          <a:prstGeom prst="roundRect">
            <a:avLst>
              <a:gd name="adj" fmla="val 14085"/>
            </a:avLst>
          </a:prstGeom>
          <a:solidFill>
            <a:srgbClr val="1E212B"/>
          </a:solidFill>
          <a:ln/>
        </p:spPr>
      </p:sp>
      <p:sp>
        <p:nvSpPr>
          <p:cNvPr id="11" name="Shape 8"/>
          <p:cNvSpPr/>
          <p:nvPr/>
        </p:nvSpPr>
        <p:spPr>
          <a:xfrm>
            <a:off x="11391900" y="3829050"/>
            <a:ext cx="114300" cy="1352550"/>
          </a:xfrm>
          <a:prstGeom prst="roundRect">
            <a:avLst>
              <a:gd name="adj" fmla="val 50000"/>
            </a:avLst>
          </a:prstGeom>
          <a:solidFill>
            <a:srgbClr val="4CD964"/>
          </a:solidFill>
          <a:ln/>
        </p:spPr>
      </p:sp>
      <p:sp>
        <p:nvSpPr>
          <p:cNvPr id="12" name="Text 9"/>
          <p:cNvSpPr/>
          <p:nvPr/>
        </p:nvSpPr>
        <p:spPr>
          <a:xfrm>
            <a:off x="11734800" y="3924300"/>
            <a:ext cx="5448300" cy="542925"/>
          </a:xfrm>
          <a:prstGeom prst="rect">
            <a:avLst/>
          </a:prstGeom>
          <a:noFill/>
          <a:ln/>
        </p:spPr>
        <p:txBody>
          <a:bodyPr wrap="square" lIns="0" tIns="0" rIns="0" bIns="0" rtlCol="0" anchor="ctr"/>
          <a:lstStyle/>
          <a:p>
            <a:pPr algn="l" indent="0" marL="0">
              <a:buNone/>
            </a:pPr>
            <a:r>
              <a:rPr lang="en-US" sz="2250" dirty="0" kern="0">
                <a:solidFill>
                  <a:srgbClr val="4CD964"/>
                </a:solidFill>
                <a:latin typeface="Noto Sans JP ExtraBold" pitchFamily="34" charset="0"/>
                <a:ea typeface="Noto Sans JP ExtraBold" pitchFamily="34" charset="-122"/>
                <a:cs typeface="Noto Sans JP ExtraBold" pitchFamily="34" charset="-120"/>
              </a:rPr>
              <a:t>ビウレット</a:t>
            </a:r>
            <a:endParaRPr lang="en-US" sz="2250" dirty="0"/>
          </a:p>
        </p:txBody>
      </p:sp>
      <p:sp>
        <p:nvSpPr>
          <p:cNvPr id="13" name="Text 10"/>
          <p:cNvSpPr/>
          <p:nvPr/>
        </p:nvSpPr>
        <p:spPr>
          <a:xfrm>
            <a:off x="11734800" y="437197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中間体、まだ</a:t>
            </a:r>
            <a:r>
              <a:rPr lang="en-US" sz="2550" dirty="0" spc="16" kern="0">
                <a:solidFill>
                  <a:srgbClr val="F3EEE3"/>
                </a:solidFill>
                <a:latin typeface="Noto Sans JP SemiBold" pitchFamily="34" charset="0"/>
                <a:ea typeface="Noto Sans JP SemiBold" pitchFamily="34" charset="-122"/>
                <a:cs typeface="Noto Sans JP SemiBold" pitchFamily="34" charset="-120"/>
              </a:rPr>
              <a:t> パンにならない</a:t>
            </a:r>
            <a:r>
              <a:rPr lang="en-US" sz="2550" dirty="0" spc="1" kern="0">
                <a:solidFill>
                  <a:srgbClr val="F3EEE3"/>
                </a:solidFill>
                <a:latin typeface="Noto Sans JP SemiBold" pitchFamily="34" charset="0"/>
                <a:ea typeface="Noto Sans JP SemiBold" pitchFamily="34" charset="-122"/>
                <a:cs typeface="Noto Sans JP SemiBold" pitchFamily="34" charset="-120"/>
              </a:rPr>
              <a:t> 生地</a:t>
            </a:r>
            <a:endParaRPr lang="en-US" sz="2550" dirty="0"/>
          </a:p>
        </p:txBody>
      </p:sp>
      <p:sp>
        <p:nvSpPr>
          <p:cNvPr id="14" name="Shape 11"/>
          <p:cNvSpPr/>
          <p:nvPr/>
        </p:nvSpPr>
        <p:spPr>
          <a:xfrm>
            <a:off x="11391900" y="5410200"/>
            <a:ext cx="5981700" cy="1352550"/>
          </a:xfrm>
          <a:prstGeom prst="roundRect">
            <a:avLst>
              <a:gd name="adj" fmla="val 14085"/>
            </a:avLst>
          </a:prstGeom>
          <a:solidFill>
            <a:srgbClr val="1E212B"/>
          </a:solidFill>
          <a:ln/>
        </p:spPr>
      </p:sp>
      <p:sp>
        <p:nvSpPr>
          <p:cNvPr id="15" name="Shape 12"/>
          <p:cNvSpPr/>
          <p:nvPr/>
        </p:nvSpPr>
        <p:spPr>
          <a:xfrm>
            <a:off x="11391900" y="5410200"/>
            <a:ext cx="114300" cy="1352550"/>
          </a:xfrm>
          <a:prstGeom prst="roundRect">
            <a:avLst>
              <a:gd name="adj" fmla="val 50000"/>
            </a:avLst>
          </a:prstGeom>
          <a:solidFill>
            <a:srgbClr val="C084FF"/>
          </a:solidFill>
          <a:ln/>
        </p:spPr>
      </p:sp>
      <p:sp>
        <p:nvSpPr>
          <p:cNvPr id="16" name="Text 13"/>
          <p:cNvSpPr/>
          <p:nvPr/>
        </p:nvSpPr>
        <p:spPr>
          <a:xfrm>
            <a:off x="11734800" y="5505450"/>
            <a:ext cx="5448300" cy="542925"/>
          </a:xfrm>
          <a:prstGeom prst="rect">
            <a:avLst/>
          </a:prstGeom>
          <a:noFill/>
          <a:ln/>
        </p:spPr>
        <p:txBody>
          <a:bodyPr wrap="square" lIns="0" tIns="0" rIns="0" bIns="0" rtlCol="0" anchor="ctr"/>
          <a:lstStyle/>
          <a:p>
            <a:pPr algn="l" indent="0" marL="0">
              <a:buNone/>
            </a:pPr>
            <a:r>
              <a:rPr lang="en-US" sz="2250" dirty="0" kern="0">
                <a:solidFill>
                  <a:srgbClr val="C084FF"/>
                </a:solidFill>
                <a:latin typeface="Noto Sans JP ExtraBold" pitchFamily="34" charset="0"/>
                <a:ea typeface="Noto Sans JP ExtraBold" pitchFamily="34" charset="-122"/>
                <a:cs typeface="Noto Sans JP ExtraBold" pitchFamily="34" charset="-120"/>
              </a:rPr>
              <a:t>シアヌル酸</a:t>
            </a:r>
            <a:endParaRPr lang="en-US" sz="2250" dirty="0"/>
          </a:p>
        </p:txBody>
      </p:sp>
      <p:sp>
        <p:nvSpPr>
          <p:cNvPr id="17" name="Text 14"/>
          <p:cNvSpPr/>
          <p:nvPr/>
        </p:nvSpPr>
        <p:spPr>
          <a:xfrm>
            <a:off x="11734800" y="595312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主な 堆積物、</a:t>
            </a:r>
            <a:r>
              <a:rPr lang="en-US" sz="2550" dirty="0" spc="1" kern="0">
                <a:solidFill>
                  <a:srgbClr val="F3EEE3"/>
                </a:solidFill>
                <a:latin typeface="Noto Sans JP SemiBold" pitchFamily="34" charset="0"/>
                <a:ea typeface="Noto Sans JP SemiBold" pitchFamily="34" charset="-122"/>
                <a:cs typeface="Noto Sans JP SemiBold" pitchFamily="34" charset="-120"/>
              </a:rPr>
              <a:t> 乾いた</a:t>
            </a:r>
            <a:r>
              <a:rPr lang="en-US" sz="2550" dirty="0" spc="0" kern="0">
                <a:solidFill>
                  <a:srgbClr val="F3EEE3"/>
                </a:solidFill>
                <a:latin typeface="Noto Sans JP SemiBold" pitchFamily="34" charset="0"/>
                <a:ea typeface="Noto Sans JP SemiBold" pitchFamily="34" charset="-122"/>
                <a:cs typeface="Noto Sans JP SemiBold" pitchFamily="34" charset="-120"/>
              </a:rPr>
              <a:t> モルタル</a:t>
            </a:r>
            <a:endParaRPr lang="en-US" sz="2550" dirty="0"/>
          </a:p>
        </p:txBody>
      </p:sp>
      <p:sp>
        <p:nvSpPr>
          <p:cNvPr id="18" name="Shape 15"/>
          <p:cNvSpPr/>
          <p:nvPr/>
        </p:nvSpPr>
        <p:spPr>
          <a:xfrm>
            <a:off x="11391900" y="6991350"/>
            <a:ext cx="5981700" cy="1352550"/>
          </a:xfrm>
          <a:prstGeom prst="roundRect">
            <a:avLst>
              <a:gd name="adj" fmla="val 14085"/>
            </a:avLst>
          </a:prstGeom>
          <a:solidFill>
            <a:srgbClr val="1E212B"/>
          </a:solidFill>
          <a:ln/>
        </p:spPr>
      </p:sp>
      <p:sp>
        <p:nvSpPr>
          <p:cNvPr id="19" name="Shape 16"/>
          <p:cNvSpPr/>
          <p:nvPr/>
        </p:nvSpPr>
        <p:spPr>
          <a:xfrm>
            <a:off x="11391900" y="6991350"/>
            <a:ext cx="114300" cy="1352550"/>
          </a:xfrm>
          <a:prstGeom prst="roundRect">
            <a:avLst>
              <a:gd name="adj" fmla="val 50000"/>
            </a:avLst>
          </a:prstGeom>
          <a:solidFill>
            <a:srgbClr val="FF5C5C"/>
          </a:solidFill>
          <a:ln/>
        </p:spPr>
      </p:sp>
      <p:sp>
        <p:nvSpPr>
          <p:cNvPr id="20" name="Text 17"/>
          <p:cNvSpPr/>
          <p:nvPr/>
        </p:nvSpPr>
        <p:spPr>
          <a:xfrm>
            <a:off x="11734800" y="7086600"/>
            <a:ext cx="5448300" cy="542925"/>
          </a:xfrm>
          <a:prstGeom prst="rect">
            <a:avLst/>
          </a:prstGeom>
          <a:noFill/>
          <a:ln/>
        </p:spPr>
        <p:txBody>
          <a:bodyPr wrap="square" lIns="0" tIns="0" rIns="0" bIns="0" rtlCol="0" anchor="ctr"/>
          <a:lstStyle/>
          <a:p>
            <a:pPr algn="l" indent="0" marL="0">
              <a:buNone/>
            </a:pPr>
            <a:r>
              <a:rPr lang="en-US" sz="2250" dirty="0" spc="-32" kern="0">
                <a:solidFill>
                  <a:srgbClr val="FF5C5C"/>
                </a:solidFill>
                <a:latin typeface="Noto Sans JP ExtraBold" pitchFamily="34" charset="0"/>
                <a:ea typeface="Noto Sans JP ExtraBold" pitchFamily="34" charset="-122"/>
                <a:cs typeface="Noto Sans JP ExtraBold" pitchFamily="34" charset="-120"/>
              </a:rPr>
              <a:t>アンメリド</a:t>
            </a:r>
            <a:endParaRPr lang="en-US" sz="2250" dirty="0"/>
          </a:p>
        </p:txBody>
      </p:sp>
      <p:sp>
        <p:nvSpPr>
          <p:cNvPr id="21" name="Text 18"/>
          <p:cNvSpPr/>
          <p:nvPr/>
        </p:nvSpPr>
        <p:spPr>
          <a:xfrm>
            <a:off x="11734800" y="753427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安定な</a:t>
            </a:r>
            <a:r>
              <a:rPr lang="en-US" sz="2550" dirty="0" spc="-4" kern="0">
                <a:solidFill>
                  <a:srgbClr val="F3EEE3"/>
                </a:solidFill>
                <a:latin typeface="Noto Sans JP SemiBold" pitchFamily="34" charset="0"/>
                <a:ea typeface="Noto Sans JP SemiBold" pitchFamily="34" charset="-122"/>
                <a:cs typeface="Noto Sans JP SemiBold" pitchFamily="34" charset="-120"/>
              </a:rPr>
              <a:t> 堆積物、ゆっくりできる</a:t>
            </a:r>
            <a:endParaRPr lang="en-US" sz="2550" dirty="0"/>
          </a:p>
        </p:txBody>
      </p:sp>
      <p:sp>
        <p:nvSpPr>
          <p:cNvPr id="22"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[S3]</a:t>
            </a:r>
            <a:r>
              <a:rPr lang="en-US" sz="1800" dirty="0" spc="-1" kern="0">
                <a:solidFill>
                  <a:srgbClr val="9AA0B5"/>
                </a:solidFill>
                <a:latin typeface="Noto Sans JP" pitchFamily="34" charset="0"/>
                <a:ea typeface="Noto Sans JP" pitchFamily="34" charset="-122"/>
                <a:cs typeface="Noto Sans JP" pitchFamily="34" charset="-120"/>
              </a:rPr>
              <a:t> [S8]</a:t>
            </a:r>
            <a:r>
              <a:rPr lang="en-US" sz="1800" dirty="0" spc="-2" kern="0">
                <a:solidFill>
                  <a:srgbClr val="9AA0B5"/>
                </a:solidFill>
                <a:latin typeface="Noto Sans JP" pitchFamily="34" charset="0"/>
                <a:ea typeface="Noto Sans JP" pitchFamily="34" charset="-122"/>
                <a:cs typeface="Noto Sans JP" pitchFamily="34" charset="-120"/>
              </a:rPr>
              <a:t> [S18]</a:t>
            </a:r>
            <a:endParaRPr lang="en-US" sz="1800" dirty="0"/>
          </a:p>
        </p:txBody>
      </p:sp>
      <p:sp>
        <p:nvSpPr>
          <p:cNvPr id="23" name="Shape 20"/>
          <p:cNvSpPr/>
          <p:nvPr/>
        </p:nvSpPr>
        <p:spPr>
          <a:xfrm>
            <a:off x="960711" y="9580836"/>
            <a:ext cx="78828" cy="78828"/>
          </a:xfrm>
          <a:prstGeom prst="ellipse">
            <a:avLst/>
          </a:prstGeom>
          <a:solidFill>
            <a:srgbClr val="F3EEE3">
              <a:alpha val="28000"/>
            </a:srgbClr>
          </a:solidFill>
          <a:ln/>
        </p:spPr>
      </p:sp>
      <p:sp>
        <p:nvSpPr>
          <p:cNvPr id="24" name="Shape 21"/>
          <p:cNvSpPr/>
          <p:nvPr/>
        </p:nvSpPr>
        <p:spPr>
          <a:xfrm>
            <a:off x="1118366" y="9580836"/>
            <a:ext cx="78828" cy="78828"/>
          </a:xfrm>
          <a:prstGeom prst="ellipse">
            <a:avLst/>
          </a:prstGeom>
          <a:solidFill>
            <a:srgbClr val="F3EEE3">
              <a:alpha val="28000"/>
            </a:srgbClr>
          </a:solidFill>
          <a:ln/>
        </p:spPr>
      </p:sp>
      <p:sp>
        <p:nvSpPr>
          <p:cNvPr id="25" name="Shape 22"/>
          <p:cNvSpPr/>
          <p:nvPr/>
        </p:nvSpPr>
        <p:spPr>
          <a:xfrm>
            <a:off x="1276021" y="9580836"/>
            <a:ext cx="78828" cy="78828"/>
          </a:xfrm>
          <a:prstGeom prst="ellipse">
            <a:avLst/>
          </a:prstGeom>
          <a:solidFill>
            <a:srgbClr val="F3EEE3">
              <a:alpha val="28000"/>
            </a:srgbClr>
          </a:solidFill>
          <a:ln/>
        </p:spPr>
      </p:sp>
      <p:sp>
        <p:nvSpPr>
          <p:cNvPr id="26" name="Shape 23"/>
          <p:cNvSpPr/>
          <p:nvPr/>
        </p:nvSpPr>
        <p:spPr>
          <a:xfrm>
            <a:off x="1433676" y="9580836"/>
            <a:ext cx="78828" cy="78828"/>
          </a:xfrm>
          <a:prstGeom prst="ellipse">
            <a:avLst/>
          </a:prstGeom>
          <a:solidFill>
            <a:srgbClr val="F3EEE3">
              <a:alpha val="28000"/>
            </a:srgbClr>
          </a:solidFill>
          <a:ln/>
        </p:spPr>
      </p:sp>
      <p:sp>
        <p:nvSpPr>
          <p:cNvPr id="27" name="Shape 24"/>
          <p:cNvSpPr/>
          <p:nvPr/>
        </p:nvSpPr>
        <p:spPr>
          <a:xfrm>
            <a:off x="1591331" y="9580836"/>
            <a:ext cx="78828" cy="78828"/>
          </a:xfrm>
          <a:prstGeom prst="ellipse">
            <a:avLst/>
          </a:prstGeom>
          <a:solidFill>
            <a:srgbClr val="F3EEE3">
              <a:alpha val="28000"/>
            </a:srgbClr>
          </a:solidFill>
          <a:ln/>
        </p:spPr>
      </p:sp>
      <p:sp>
        <p:nvSpPr>
          <p:cNvPr id="28" name="Shape 25"/>
          <p:cNvSpPr/>
          <p:nvPr/>
        </p:nvSpPr>
        <p:spPr>
          <a:xfrm>
            <a:off x="1748986" y="9580836"/>
            <a:ext cx="78828" cy="78828"/>
          </a:xfrm>
          <a:prstGeom prst="ellipse">
            <a:avLst/>
          </a:prstGeom>
          <a:solidFill>
            <a:srgbClr val="F3EEE3">
              <a:alpha val="28000"/>
            </a:srgbClr>
          </a:solidFill>
          <a:ln/>
        </p:spPr>
      </p:sp>
      <p:sp>
        <p:nvSpPr>
          <p:cNvPr id="29" name="Shape 26"/>
          <p:cNvSpPr/>
          <p:nvPr/>
        </p:nvSpPr>
        <p:spPr>
          <a:xfrm>
            <a:off x="1906641" y="9580836"/>
            <a:ext cx="78828" cy="78828"/>
          </a:xfrm>
          <a:prstGeom prst="ellipse">
            <a:avLst/>
          </a:prstGeom>
          <a:solidFill>
            <a:srgbClr val="F3EEE3">
              <a:alpha val="28000"/>
            </a:srgbClr>
          </a:solidFill>
          <a:ln/>
        </p:spPr>
      </p:sp>
      <p:sp>
        <p:nvSpPr>
          <p:cNvPr id="30" name="Shape 27"/>
          <p:cNvSpPr/>
          <p:nvPr/>
        </p:nvSpPr>
        <p:spPr>
          <a:xfrm>
            <a:off x="2064296" y="9580836"/>
            <a:ext cx="78828" cy="78828"/>
          </a:xfrm>
          <a:prstGeom prst="ellipse">
            <a:avLst/>
          </a:prstGeom>
          <a:solidFill>
            <a:srgbClr val="F3EEE3">
              <a:alpha val="28000"/>
            </a:srgbClr>
          </a:solidFill>
          <a:ln/>
        </p:spPr>
      </p:sp>
      <p:sp>
        <p:nvSpPr>
          <p:cNvPr id="31" name="Shape 28"/>
          <p:cNvSpPr/>
          <p:nvPr/>
        </p:nvSpPr>
        <p:spPr>
          <a:xfrm>
            <a:off x="2208813" y="9567698"/>
            <a:ext cx="105103" cy="105103"/>
          </a:xfrm>
          <a:prstGeom prst="ellipse">
            <a:avLst/>
          </a:prstGeom>
          <a:solidFill>
            <a:srgbClr val="FF6A4D"/>
          </a:solidFill>
          <a:ln/>
        </p:spPr>
      </p:sp>
      <p:sp>
        <p:nvSpPr>
          <p:cNvPr id="32" name="Shape 29"/>
          <p:cNvSpPr/>
          <p:nvPr/>
        </p:nvSpPr>
        <p:spPr>
          <a:xfrm>
            <a:off x="2379606" y="9580836"/>
            <a:ext cx="78828" cy="78828"/>
          </a:xfrm>
          <a:prstGeom prst="ellipse">
            <a:avLst/>
          </a:prstGeom>
          <a:solidFill>
            <a:srgbClr val="F3EEE3">
              <a:alpha val="28000"/>
            </a:srgbClr>
          </a:solidFill>
          <a:ln/>
        </p:spPr>
      </p:sp>
      <p:sp>
        <p:nvSpPr>
          <p:cNvPr id="33" name="Shape 30"/>
          <p:cNvSpPr/>
          <p:nvPr/>
        </p:nvSpPr>
        <p:spPr>
          <a:xfrm>
            <a:off x="2537261" y="9580836"/>
            <a:ext cx="78828" cy="78828"/>
          </a:xfrm>
          <a:prstGeom prst="ellipse">
            <a:avLst/>
          </a:prstGeom>
          <a:solidFill>
            <a:srgbClr val="F3EEE3">
              <a:alpha val="28000"/>
            </a:srgbClr>
          </a:solidFill>
          <a:ln/>
        </p:spPr>
      </p:sp>
      <p:sp>
        <p:nvSpPr>
          <p:cNvPr id="34" name="Shape 31"/>
          <p:cNvSpPr/>
          <p:nvPr/>
        </p:nvSpPr>
        <p:spPr>
          <a:xfrm>
            <a:off x="2694916" y="9580836"/>
            <a:ext cx="78828" cy="78828"/>
          </a:xfrm>
          <a:prstGeom prst="ellipse">
            <a:avLst/>
          </a:prstGeom>
          <a:solidFill>
            <a:srgbClr val="F3EEE3">
              <a:alpha val="28000"/>
            </a:srgbClr>
          </a:solidFill>
          <a:ln/>
        </p:spPr>
      </p:sp>
      <p:sp>
        <p:nvSpPr>
          <p:cNvPr id="35" name="Shape 32"/>
          <p:cNvSpPr/>
          <p:nvPr/>
        </p:nvSpPr>
        <p:spPr>
          <a:xfrm>
            <a:off x="2852571" y="9580836"/>
            <a:ext cx="78828" cy="78828"/>
          </a:xfrm>
          <a:prstGeom prst="ellipse">
            <a:avLst/>
          </a:prstGeom>
          <a:solidFill>
            <a:srgbClr val="F3EEE3">
              <a:alpha val="28000"/>
            </a:srgbClr>
          </a:solidFill>
          <a:ln/>
        </p:spPr>
      </p:sp>
      <p:sp>
        <p:nvSpPr>
          <p:cNvPr id="36" name="Shape 33"/>
          <p:cNvSpPr/>
          <p:nvPr/>
        </p:nvSpPr>
        <p:spPr>
          <a:xfrm>
            <a:off x="3010225" y="9580836"/>
            <a:ext cx="78828" cy="78828"/>
          </a:xfrm>
          <a:prstGeom prst="ellipse">
            <a:avLst/>
          </a:prstGeom>
          <a:solidFill>
            <a:srgbClr val="F3EEE3">
              <a:alpha val="28000"/>
            </a:srgbClr>
          </a:solidFill>
          <a:ln/>
        </p:spPr>
      </p:sp>
      <p:sp>
        <p:nvSpPr>
          <p:cNvPr id="37" name="Shape 34"/>
          <p:cNvSpPr/>
          <p:nvPr/>
        </p:nvSpPr>
        <p:spPr>
          <a:xfrm>
            <a:off x="3167880" y="9580836"/>
            <a:ext cx="78828" cy="78828"/>
          </a:xfrm>
          <a:prstGeom prst="ellipse">
            <a:avLst/>
          </a:prstGeom>
          <a:solidFill>
            <a:srgbClr val="F3EEE3">
              <a:alpha val="28000"/>
            </a:srgbClr>
          </a:solidFill>
          <a:ln/>
        </p:spPr>
      </p:sp>
      <p:sp>
        <p:nvSpPr>
          <p:cNvPr id="38" name="Shape 35"/>
          <p:cNvSpPr/>
          <p:nvPr/>
        </p:nvSpPr>
        <p:spPr>
          <a:xfrm>
            <a:off x="3325535" y="9580836"/>
            <a:ext cx="78828" cy="78828"/>
          </a:xfrm>
          <a:prstGeom prst="ellipse">
            <a:avLst/>
          </a:prstGeom>
          <a:solidFill>
            <a:srgbClr val="F3EEE3">
              <a:alpha val="28000"/>
            </a:srgbClr>
          </a:solidFill>
          <a:ln/>
        </p:spPr>
      </p:sp>
      <p:sp>
        <p:nvSpPr>
          <p:cNvPr id="39" name="Shape 36"/>
          <p:cNvSpPr/>
          <p:nvPr/>
        </p:nvSpPr>
        <p:spPr>
          <a:xfrm>
            <a:off x="3483190" y="9580836"/>
            <a:ext cx="78828" cy="78828"/>
          </a:xfrm>
          <a:prstGeom prst="ellipse">
            <a:avLst/>
          </a:prstGeom>
          <a:solidFill>
            <a:srgbClr val="F3EEE3">
              <a:alpha val="28000"/>
            </a:srgbClr>
          </a:solidFill>
          <a:ln/>
        </p:spPr>
      </p:sp>
      <p:sp>
        <p:nvSpPr>
          <p:cNvPr id="40" name="Shape 37"/>
          <p:cNvSpPr/>
          <p:nvPr/>
        </p:nvSpPr>
        <p:spPr>
          <a:xfrm>
            <a:off x="3640845" y="9580836"/>
            <a:ext cx="78828" cy="78828"/>
          </a:xfrm>
          <a:prstGeom prst="ellipse">
            <a:avLst/>
          </a:prstGeom>
          <a:solidFill>
            <a:srgbClr val="F3EEE3">
              <a:alpha val="28000"/>
            </a:srgbClr>
          </a:solidFill>
          <a:ln/>
        </p:spPr>
      </p:sp>
      <p:sp>
        <p:nvSpPr>
          <p:cNvPr id="41" name="Shape 38"/>
          <p:cNvSpPr/>
          <p:nvPr/>
        </p:nvSpPr>
        <p:spPr>
          <a:xfrm>
            <a:off x="3798500" y="9580836"/>
            <a:ext cx="78828" cy="78828"/>
          </a:xfrm>
          <a:prstGeom prst="ellipse">
            <a:avLst/>
          </a:prstGeom>
          <a:solidFill>
            <a:srgbClr val="F3EEE3">
              <a:alpha val="28000"/>
            </a:srgbClr>
          </a:solidFill>
          <a:ln/>
        </p:spPr>
      </p:sp>
      <p:sp>
        <p:nvSpPr>
          <p:cNvPr id="42" name="Shape 39"/>
          <p:cNvSpPr/>
          <p:nvPr/>
        </p:nvSpPr>
        <p:spPr>
          <a:xfrm>
            <a:off x="3956155" y="9580836"/>
            <a:ext cx="78828" cy="78828"/>
          </a:xfrm>
          <a:prstGeom prst="ellipse">
            <a:avLst/>
          </a:prstGeom>
          <a:solidFill>
            <a:srgbClr val="F3EEE3">
              <a:alpha val="28000"/>
            </a:srgbClr>
          </a:solidFill>
          <a:ln/>
        </p:spPr>
      </p:sp>
      <p:sp>
        <p:nvSpPr>
          <p:cNvPr id="43" name="Shape 40"/>
          <p:cNvSpPr/>
          <p:nvPr/>
        </p:nvSpPr>
        <p:spPr>
          <a:xfrm>
            <a:off x="4113810" y="9580836"/>
            <a:ext cx="78828" cy="78828"/>
          </a:xfrm>
          <a:prstGeom prst="ellipse">
            <a:avLst/>
          </a:prstGeom>
          <a:solidFill>
            <a:srgbClr val="F3EEE3">
              <a:alpha val="28000"/>
            </a:srgbClr>
          </a:solidFill>
          <a:ln/>
        </p:spPr>
      </p:sp>
      <p:sp>
        <p:nvSpPr>
          <p:cNvPr id="44" name="Shape 41"/>
          <p:cNvSpPr/>
          <p:nvPr/>
        </p:nvSpPr>
        <p:spPr>
          <a:xfrm>
            <a:off x="4271465" y="9580836"/>
            <a:ext cx="78828" cy="78828"/>
          </a:xfrm>
          <a:prstGeom prst="ellipse">
            <a:avLst/>
          </a:prstGeom>
          <a:solidFill>
            <a:srgbClr val="F3EEE3">
              <a:alpha val="28000"/>
            </a:srgbClr>
          </a:solidFill>
          <a:ln/>
        </p:spPr>
      </p:sp>
      <p:sp>
        <p:nvSpPr>
          <p:cNvPr id="45" name="Shape 42"/>
          <p:cNvSpPr/>
          <p:nvPr/>
        </p:nvSpPr>
        <p:spPr>
          <a:xfrm>
            <a:off x="4429120" y="9580836"/>
            <a:ext cx="78828" cy="78828"/>
          </a:xfrm>
          <a:prstGeom prst="ellipse">
            <a:avLst/>
          </a:prstGeom>
          <a:solidFill>
            <a:srgbClr val="F3EEE3">
              <a:alpha val="28000"/>
            </a:srgbClr>
          </a:solidFill>
          <a:ln/>
        </p:spPr>
      </p:sp>
      <p:sp>
        <p:nvSpPr>
          <p:cNvPr id="46" name="Shape 43"/>
          <p:cNvSpPr/>
          <p:nvPr/>
        </p:nvSpPr>
        <p:spPr>
          <a:xfrm>
            <a:off x="4586775" y="9580836"/>
            <a:ext cx="78828" cy="78828"/>
          </a:xfrm>
          <a:prstGeom prst="ellipse">
            <a:avLst/>
          </a:prstGeom>
          <a:solidFill>
            <a:srgbClr val="F3EEE3">
              <a:alpha val="28000"/>
            </a:srgbClr>
          </a:solidFill>
          <a:ln/>
        </p:spPr>
      </p:sp>
      <p:sp>
        <p:nvSpPr>
          <p:cNvPr id="47" name="Shape 44"/>
          <p:cNvSpPr/>
          <p:nvPr/>
        </p:nvSpPr>
        <p:spPr>
          <a:xfrm>
            <a:off x="4744430" y="9580836"/>
            <a:ext cx="78828" cy="78828"/>
          </a:xfrm>
          <a:prstGeom prst="ellipse">
            <a:avLst/>
          </a:prstGeom>
          <a:solidFill>
            <a:srgbClr val="F3EEE3">
              <a:alpha val="28000"/>
            </a:srgbClr>
          </a:solidFill>
          <a:ln/>
        </p:spPr>
      </p:sp>
      <p:sp>
        <p:nvSpPr>
          <p:cNvPr id="48" name="Shape 45"/>
          <p:cNvSpPr/>
          <p:nvPr/>
        </p:nvSpPr>
        <p:spPr>
          <a:xfrm>
            <a:off x="4902085" y="9580836"/>
            <a:ext cx="78828" cy="78828"/>
          </a:xfrm>
          <a:prstGeom prst="ellipse">
            <a:avLst/>
          </a:prstGeom>
          <a:solidFill>
            <a:srgbClr val="F3EEE3">
              <a:alpha val="28000"/>
            </a:srgbClr>
          </a:solidFill>
          <a:ln/>
        </p:spPr>
      </p:sp>
      <p:sp>
        <p:nvSpPr>
          <p:cNvPr id="49" name="Shape 46"/>
          <p:cNvSpPr/>
          <p:nvPr/>
        </p:nvSpPr>
        <p:spPr>
          <a:xfrm>
            <a:off x="5059740" y="9580836"/>
            <a:ext cx="78828" cy="78828"/>
          </a:xfrm>
          <a:prstGeom prst="ellipse">
            <a:avLst/>
          </a:prstGeom>
          <a:solidFill>
            <a:srgbClr val="F3EEE3">
              <a:alpha val="28000"/>
            </a:srgbClr>
          </a:solidFill>
          <a:ln/>
        </p:spPr>
      </p:sp>
      <p:sp>
        <p:nvSpPr>
          <p:cNvPr id="50" name="Shape 47"/>
          <p:cNvSpPr/>
          <p:nvPr/>
        </p:nvSpPr>
        <p:spPr>
          <a:xfrm>
            <a:off x="5217395" y="9580836"/>
            <a:ext cx="78828" cy="78828"/>
          </a:xfrm>
          <a:prstGeom prst="ellipse">
            <a:avLst/>
          </a:prstGeom>
          <a:solidFill>
            <a:srgbClr val="F3EEE3">
              <a:alpha val="28000"/>
            </a:srgbClr>
          </a:solidFill>
          <a:ln/>
        </p:spPr>
      </p:sp>
      <p:sp>
        <p:nvSpPr>
          <p:cNvPr id="51" name="Shape 48"/>
          <p:cNvSpPr/>
          <p:nvPr/>
        </p:nvSpPr>
        <p:spPr>
          <a:xfrm>
            <a:off x="5375050" y="9580836"/>
            <a:ext cx="78828" cy="78828"/>
          </a:xfrm>
          <a:prstGeom prst="ellipse">
            <a:avLst/>
          </a:prstGeom>
          <a:solidFill>
            <a:srgbClr val="F3EEE3">
              <a:alpha val="28000"/>
            </a:srgbClr>
          </a:solidFill>
          <a:ln/>
        </p:spPr>
      </p:sp>
      <p:sp>
        <p:nvSpPr>
          <p:cNvPr id="52" name="Shape 49"/>
          <p:cNvSpPr/>
          <p:nvPr/>
        </p:nvSpPr>
        <p:spPr>
          <a:xfrm>
            <a:off x="5532705" y="9580836"/>
            <a:ext cx="78828" cy="78828"/>
          </a:xfrm>
          <a:prstGeom prst="ellipse">
            <a:avLst/>
          </a:prstGeom>
          <a:solidFill>
            <a:srgbClr val="F3EEE3">
              <a:alpha val="28000"/>
            </a:srgbClr>
          </a:solidFill>
          <a:ln/>
        </p:spPr>
      </p:sp>
      <p:sp>
        <p:nvSpPr>
          <p:cNvPr id="53" name="Shape 50"/>
          <p:cNvSpPr/>
          <p:nvPr/>
        </p:nvSpPr>
        <p:spPr>
          <a:xfrm>
            <a:off x="5690359" y="9580836"/>
            <a:ext cx="78828" cy="78828"/>
          </a:xfrm>
          <a:prstGeom prst="ellipse">
            <a:avLst/>
          </a:prstGeom>
          <a:solidFill>
            <a:srgbClr val="F3EEE3">
              <a:alpha val="28000"/>
            </a:srgbClr>
          </a:solidFill>
          <a:ln/>
        </p:spPr>
      </p:sp>
      <p:sp>
        <p:nvSpPr>
          <p:cNvPr id="54" name="Shape 51"/>
          <p:cNvSpPr/>
          <p:nvPr/>
        </p:nvSpPr>
        <p:spPr>
          <a:xfrm>
            <a:off x="5848014" y="9580836"/>
            <a:ext cx="78828" cy="78828"/>
          </a:xfrm>
          <a:prstGeom prst="ellipse">
            <a:avLst/>
          </a:prstGeom>
          <a:solidFill>
            <a:srgbClr val="F3EEE3">
              <a:alpha val="28000"/>
            </a:srgbClr>
          </a:solidFill>
          <a:ln/>
        </p:spPr>
      </p:sp>
      <p:sp>
        <p:nvSpPr>
          <p:cNvPr id="55" name="Shape 52"/>
          <p:cNvSpPr/>
          <p:nvPr/>
        </p:nvSpPr>
        <p:spPr>
          <a:xfrm>
            <a:off x="6005669" y="9580836"/>
            <a:ext cx="78828" cy="78828"/>
          </a:xfrm>
          <a:prstGeom prst="ellipse">
            <a:avLst/>
          </a:prstGeom>
          <a:solidFill>
            <a:srgbClr val="F3EEE3">
              <a:alpha val="28000"/>
            </a:srgbClr>
          </a:solidFill>
          <a:ln/>
        </p:spPr>
      </p:sp>
      <p:sp>
        <p:nvSpPr>
          <p:cNvPr id="56" name="Shape 53"/>
          <p:cNvSpPr/>
          <p:nvPr/>
        </p:nvSpPr>
        <p:spPr>
          <a:xfrm>
            <a:off x="6163324" y="9580836"/>
            <a:ext cx="78828" cy="78828"/>
          </a:xfrm>
          <a:prstGeom prst="ellipse">
            <a:avLst/>
          </a:prstGeom>
          <a:solidFill>
            <a:srgbClr val="F3EEE3">
              <a:alpha val="28000"/>
            </a:srgbClr>
          </a:solidFill>
          <a:ln/>
        </p:spPr>
      </p:sp>
      <p:sp>
        <p:nvSpPr>
          <p:cNvPr id="57" name="Shape 54"/>
          <p:cNvSpPr/>
          <p:nvPr/>
        </p:nvSpPr>
        <p:spPr>
          <a:xfrm>
            <a:off x="6320979" y="9580836"/>
            <a:ext cx="78828" cy="78828"/>
          </a:xfrm>
          <a:prstGeom prst="ellipse">
            <a:avLst/>
          </a:prstGeom>
          <a:solidFill>
            <a:srgbClr val="F3EEE3">
              <a:alpha val="28000"/>
            </a:srgbClr>
          </a:solidFill>
          <a:ln/>
        </p:spPr>
      </p:sp>
      <p:sp>
        <p:nvSpPr>
          <p:cNvPr id="58" name="Shape 55"/>
          <p:cNvSpPr/>
          <p:nvPr/>
        </p:nvSpPr>
        <p:spPr>
          <a:xfrm>
            <a:off x="6478634" y="9580836"/>
            <a:ext cx="78828" cy="78828"/>
          </a:xfrm>
          <a:prstGeom prst="ellipse">
            <a:avLst/>
          </a:prstGeom>
          <a:solidFill>
            <a:srgbClr val="F3EEE3">
              <a:alpha val="28000"/>
            </a:srgbClr>
          </a:solidFill>
          <a:ln/>
        </p:spPr>
      </p:sp>
      <p:sp>
        <p:nvSpPr>
          <p:cNvPr id="59" name="Shape 56"/>
          <p:cNvSpPr/>
          <p:nvPr/>
        </p:nvSpPr>
        <p:spPr>
          <a:xfrm>
            <a:off x="6636289" y="9580836"/>
            <a:ext cx="78828" cy="78828"/>
          </a:xfrm>
          <a:prstGeom prst="ellipse">
            <a:avLst/>
          </a:prstGeom>
          <a:solidFill>
            <a:srgbClr val="F3EEE3">
              <a:alpha val="28000"/>
            </a:srgbClr>
          </a:solidFill>
          <a:ln/>
        </p:spPr>
      </p:sp>
      <p:sp>
        <p:nvSpPr>
          <p:cNvPr id="60" name="Shape 57"/>
          <p:cNvSpPr/>
          <p:nvPr/>
        </p:nvSpPr>
        <p:spPr>
          <a:xfrm>
            <a:off x="6793944" y="9580836"/>
            <a:ext cx="78828" cy="78828"/>
          </a:xfrm>
          <a:prstGeom prst="ellipse">
            <a:avLst/>
          </a:prstGeom>
          <a:solidFill>
            <a:srgbClr val="F3EEE3">
              <a:alpha val="28000"/>
            </a:srgbClr>
          </a:solidFill>
          <a:ln/>
        </p:spPr>
      </p:sp>
      <p:sp>
        <p:nvSpPr>
          <p:cNvPr id="61" name="Shape 58"/>
          <p:cNvSpPr/>
          <p:nvPr/>
        </p:nvSpPr>
        <p:spPr>
          <a:xfrm>
            <a:off x="6951599" y="9580836"/>
            <a:ext cx="78828" cy="78828"/>
          </a:xfrm>
          <a:prstGeom prst="ellipse">
            <a:avLst/>
          </a:prstGeom>
          <a:solidFill>
            <a:srgbClr val="F3EEE3">
              <a:alpha val="28000"/>
            </a:srgbClr>
          </a:solidFill>
          <a:ln/>
        </p:spPr>
      </p:sp>
      <p:sp>
        <p:nvSpPr>
          <p:cNvPr id="62" name="Shape 59"/>
          <p:cNvSpPr/>
          <p:nvPr/>
        </p:nvSpPr>
        <p:spPr>
          <a:xfrm>
            <a:off x="7109254" y="9580836"/>
            <a:ext cx="78828" cy="78828"/>
          </a:xfrm>
          <a:prstGeom prst="ellipse">
            <a:avLst/>
          </a:prstGeom>
          <a:solidFill>
            <a:srgbClr val="F3EEE3">
              <a:alpha val="28000"/>
            </a:srgbClr>
          </a:solidFill>
          <a:ln/>
        </p:spPr>
      </p:sp>
      <p:sp>
        <p:nvSpPr>
          <p:cNvPr id="63" name="Shape 60"/>
          <p:cNvSpPr/>
          <p:nvPr/>
        </p:nvSpPr>
        <p:spPr>
          <a:xfrm>
            <a:off x="7266909" y="9580836"/>
            <a:ext cx="78828" cy="78828"/>
          </a:xfrm>
          <a:prstGeom prst="ellipse">
            <a:avLst/>
          </a:prstGeom>
          <a:solidFill>
            <a:srgbClr val="F3EEE3">
              <a:alpha val="28000"/>
            </a:srgbClr>
          </a:solidFill>
          <a:ln/>
        </p:spPr>
      </p:sp>
      <p:sp>
        <p:nvSpPr>
          <p:cNvPr id="64" name="Shape 61"/>
          <p:cNvSpPr/>
          <p:nvPr/>
        </p:nvSpPr>
        <p:spPr>
          <a:xfrm>
            <a:off x="7424564" y="9580836"/>
            <a:ext cx="78828" cy="78828"/>
          </a:xfrm>
          <a:prstGeom prst="ellipse">
            <a:avLst/>
          </a:prstGeom>
          <a:solidFill>
            <a:srgbClr val="F3EEE3">
              <a:alpha val="28000"/>
            </a:srgbClr>
          </a:solidFill>
          <a:ln/>
        </p:spPr>
      </p:sp>
      <p:sp>
        <p:nvSpPr>
          <p:cNvPr id="65" name="Shape 62"/>
          <p:cNvSpPr/>
          <p:nvPr/>
        </p:nvSpPr>
        <p:spPr>
          <a:xfrm>
            <a:off x="7582219" y="9580836"/>
            <a:ext cx="78828" cy="78828"/>
          </a:xfrm>
          <a:prstGeom prst="ellipse">
            <a:avLst/>
          </a:prstGeom>
          <a:solidFill>
            <a:srgbClr val="F3EEE3">
              <a:alpha val="28000"/>
            </a:srgbClr>
          </a:solidFill>
          <a:ln/>
        </p:spPr>
      </p:sp>
      <p:sp>
        <p:nvSpPr>
          <p:cNvPr id="66" name="Shape 63"/>
          <p:cNvSpPr/>
          <p:nvPr/>
        </p:nvSpPr>
        <p:spPr>
          <a:xfrm>
            <a:off x="7739874" y="9580836"/>
            <a:ext cx="78828" cy="78828"/>
          </a:xfrm>
          <a:prstGeom prst="ellipse">
            <a:avLst/>
          </a:prstGeom>
          <a:solidFill>
            <a:srgbClr val="F3EEE3">
              <a:alpha val="28000"/>
            </a:srgbClr>
          </a:solidFill>
          <a:ln/>
        </p:spPr>
      </p:sp>
      <p:sp>
        <p:nvSpPr>
          <p:cNvPr id="67" name="Shape 64"/>
          <p:cNvSpPr/>
          <p:nvPr/>
        </p:nvSpPr>
        <p:spPr>
          <a:xfrm>
            <a:off x="7897529" y="9580836"/>
            <a:ext cx="78828" cy="78828"/>
          </a:xfrm>
          <a:prstGeom prst="ellipse">
            <a:avLst/>
          </a:prstGeom>
          <a:solidFill>
            <a:srgbClr val="F3EEE3">
              <a:alpha val="28000"/>
            </a:srgbClr>
          </a:solidFill>
          <a:ln/>
        </p:spPr>
      </p:sp>
      <p:sp>
        <p:nvSpPr>
          <p:cNvPr id="68" name="Shape 65"/>
          <p:cNvSpPr/>
          <p:nvPr/>
        </p:nvSpPr>
        <p:spPr>
          <a:xfrm>
            <a:off x="8055184" y="9580836"/>
            <a:ext cx="78828" cy="78828"/>
          </a:xfrm>
          <a:prstGeom prst="ellipse">
            <a:avLst/>
          </a:prstGeom>
          <a:solidFill>
            <a:srgbClr val="F3EEE3">
              <a:alpha val="28000"/>
            </a:srgbClr>
          </a:solidFill>
          <a:ln/>
        </p:spPr>
      </p:sp>
      <p:sp>
        <p:nvSpPr>
          <p:cNvPr id="69" name="Shape 66"/>
          <p:cNvSpPr/>
          <p:nvPr/>
        </p:nvSpPr>
        <p:spPr>
          <a:xfrm>
            <a:off x="8212839" y="9580836"/>
            <a:ext cx="78828" cy="78828"/>
          </a:xfrm>
          <a:prstGeom prst="ellipse">
            <a:avLst/>
          </a:prstGeom>
          <a:solidFill>
            <a:srgbClr val="F3EEE3">
              <a:alpha val="28000"/>
            </a:srgbClr>
          </a:solidFill>
          <a:ln/>
        </p:spPr>
      </p:sp>
      <p:sp>
        <p:nvSpPr>
          <p:cNvPr id="70" name="Shape 67"/>
          <p:cNvSpPr/>
          <p:nvPr/>
        </p:nvSpPr>
        <p:spPr>
          <a:xfrm>
            <a:off x="8370494" y="9580836"/>
            <a:ext cx="78828" cy="78828"/>
          </a:xfrm>
          <a:prstGeom prst="ellipse">
            <a:avLst/>
          </a:prstGeom>
          <a:solidFill>
            <a:srgbClr val="F3EEE3">
              <a:alpha val="28000"/>
            </a:srgbClr>
          </a:solidFill>
          <a:ln/>
        </p:spPr>
      </p:sp>
      <p:sp>
        <p:nvSpPr>
          <p:cNvPr id="71" name="Shape 68"/>
          <p:cNvSpPr/>
          <p:nvPr/>
        </p:nvSpPr>
        <p:spPr>
          <a:xfrm>
            <a:off x="8528148" y="9580836"/>
            <a:ext cx="78828" cy="78828"/>
          </a:xfrm>
          <a:prstGeom prst="ellipse">
            <a:avLst/>
          </a:prstGeom>
          <a:solidFill>
            <a:srgbClr val="F3EEE3">
              <a:alpha val="28000"/>
            </a:srgbClr>
          </a:solidFill>
          <a:ln/>
        </p:spPr>
      </p:sp>
      <p:sp>
        <p:nvSpPr>
          <p:cNvPr id="72" name="Shape 69"/>
          <p:cNvSpPr/>
          <p:nvPr/>
        </p:nvSpPr>
        <p:spPr>
          <a:xfrm>
            <a:off x="8685803" y="9580836"/>
            <a:ext cx="78828" cy="78828"/>
          </a:xfrm>
          <a:prstGeom prst="ellipse">
            <a:avLst/>
          </a:prstGeom>
          <a:solidFill>
            <a:srgbClr val="F3EEE3">
              <a:alpha val="28000"/>
            </a:srgbClr>
          </a:solidFill>
          <a:ln/>
        </p:spPr>
      </p:sp>
      <p:sp>
        <p:nvSpPr>
          <p:cNvPr id="73" name="Shape 70"/>
          <p:cNvSpPr/>
          <p:nvPr/>
        </p:nvSpPr>
        <p:spPr>
          <a:xfrm>
            <a:off x="8843458" y="9580836"/>
            <a:ext cx="78828" cy="78828"/>
          </a:xfrm>
          <a:prstGeom prst="ellipse">
            <a:avLst/>
          </a:prstGeom>
          <a:solidFill>
            <a:srgbClr val="F3EEE3">
              <a:alpha val="28000"/>
            </a:srgbClr>
          </a:solidFill>
          <a:ln/>
        </p:spPr>
      </p:sp>
      <p:sp>
        <p:nvSpPr>
          <p:cNvPr id="74" name="Shape 71"/>
          <p:cNvSpPr/>
          <p:nvPr/>
        </p:nvSpPr>
        <p:spPr>
          <a:xfrm>
            <a:off x="9001113" y="9580836"/>
            <a:ext cx="78828" cy="78828"/>
          </a:xfrm>
          <a:prstGeom prst="ellipse">
            <a:avLst/>
          </a:prstGeom>
          <a:solidFill>
            <a:srgbClr val="F3EEE3">
              <a:alpha val="28000"/>
            </a:srgbClr>
          </a:solidFill>
          <a:ln/>
        </p:spPr>
      </p:sp>
      <p:sp>
        <p:nvSpPr>
          <p:cNvPr id="75" name="Shape 72"/>
          <p:cNvSpPr/>
          <p:nvPr/>
        </p:nvSpPr>
        <p:spPr>
          <a:xfrm>
            <a:off x="9158768" y="9580836"/>
            <a:ext cx="78828" cy="78828"/>
          </a:xfrm>
          <a:prstGeom prst="ellipse">
            <a:avLst/>
          </a:prstGeom>
          <a:solidFill>
            <a:srgbClr val="F3EEE3">
              <a:alpha val="28000"/>
            </a:srgbClr>
          </a:solidFill>
          <a:ln/>
        </p:spPr>
      </p:sp>
      <p:sp>
        <p:nvSpPr>
          <p:cNvPr id="76" name="Shape 73"/>
          <p:cNvSpPr/>
          <p:nvPr/>
        </p:nvSpPr>
        <p:spPr>
          <a:xfrm>
            <a:off x="9316423" y="9580836"/>
            <a:ext cx="78828" cy="78828"/>
          </a:xfrm>
          <a:prstGeom prst="ellipse">
            <a:avLst/>
          </a:prstGeom>
          <a:solidFill>
            <a:srgbClr val="F3EEE3">
              <a:alpha val="28000"/>
            </a:srgbClr>
          </a:solidFill>
          <a:ln/>
        </p:spPr>
      </p:sp>
      <p:sp>
        <p:nvSpPr>
          <p:cNvPr id="77" name="Shape 74"/>
          <p:cNvSpPr/>
          <p:nvPr/>
        </p:nvSpPr>
        <p:spPr>
          <a:xfrm>
            <a:off x="9474078" y="9580836"/>
            <a:ext cx="78828" cy="78828"/>
          </a:xfrm>
          <a:prstGeom prst="ellipse">
            <a:avLst/>
          </a:prstGeom>
          <a:solidFill>
            <a:srgbClr val="F3EEE3">
              <a:alpha val="28000"/>
            </a:srgbClr>
          </a:solidFill>
          <a:ln/>
        </p:spPr>
      </p:sp>
      <p:sp>
        <p:nvSpPr>
          <p:cNvPr id="78" name="Shape 75"/>
          <p:cNvSpPr/>
          <p:nvPr/>
        </p:nvSpPr>
        <p:spPr>
          <a:xfrm>
            <a:off x="9631733" y="9580836"/>
            <a:ext cx="78828" cy="78828"/>
          </a:xfrm>
          <a:prstGeom prst="ellipse">
            <a:avLst/>
          </a:prstGeom>
          <a:solidFill>
            <a:srgbClr val="F3EEE3">
              <a:alpha val="28000"/>
            </a:srgbClr>
          </a:solidFill>
          <a:ln/>
        </p:spPr>
      </p:sp>
      <p:sp>
        <p:nvSpPr>
          <p:cNvPr id="79" name="Shape 76"/>
          <p:cNvSpPr/>
          <p:nvPr/>
        </p:nvSpPr>
        <p:spPr>
          <a:xfrm>
            <a:off x="9789388" y="9580836"/>
            <a:ext cx="78828" cy="78828"/>
          </a:xfrm>
          <a:prstGeom prst="ellipse">
            <a:avLst/>
          </a:prstGeom>
          <a:solidFill>
            <a:srgbClr val="F3EEE3">
              <a:alpha val="28000"/>
            </a:srgbClr>
          </a:solidFill>
          <a:ln/>
        </p:spPr>
      </p:sp>
      <p:sp>
        <p:nvSpPr>
          <p:cNvPr id="80" name="Shape 77"/>
          <p:cNvSpPr/>
          <p:nvPr/>
        </p:nvSpPr>
        <p:spPr>
          <a:xfrm>
            <a:off x="9947043" y="9580836"/>
            <a:ext cx="78828" cy="78828"/>
          </a:xfrm>
          <a:prstGeom prst="ellipse">
            <a:avLst/>
          </a:prstGeom>
          <a:solidFill>
            <a:srgbClr val="F3EEE3">
              <a:alpha val="28000"/>
            </a:srgbClr>
          </a:solidFill>
          <a:ln/>
        </p:spPr>
      </p:sp>
      <p:sp>
        <p:nvSpPr>
          <p:cNvPr id="81" name="Text 78"/>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09/58</a:t>
            </a:r>
            <a:endParaRPr lang="en-US" sz="1800" dirty="0"/>
          </a:p>
        </p:txBody>
      </p:sp>
      <p:sp>
        <p:nvSpPr>
          <p:cNvPr id="82" name="Shape 79"/>
          <p:cNvSpPr/>
          <p:nvPr/>
        </p:nvSpPr>
        <p:spPr>
          <a:xfrm>
            <a:off x="15983712" y="9076331"/>
            <a:ext cx="1645920" cy="552301"/>
          </a:xfrm>
          <a:prstGeom prst="roundRect">
            <a:avLst>
              <a:gd name="adj" fmla="val 28000"/>
            </a:avLst>
          </a:prstGeom>
          <a:solidFill>
            <a:srgbClr val="FFFFFF">
              <a:alpha val="82000"/>
            </a:srgbClr>
          </a:solidFill>
          <a:ln/>
        </p:spPr>
      </p:sp>
      <p:pic>
        <p:nvPicPr>
          <p:cNvPr id="83" name="Moda image moda-export-watermark-646220cf-0771-4aec-b7a0-5901aa0ffc96"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14161C"/>
                </a:solidFill>
                <a:latin typeface="Noto Sans JP ExtraBold" pitchFamily="34" charset="0"/>
                <a:ea typeface="Noto Sans JP ExtraBold" pitchFamily="34" charset="-122"/>
                <a:cs typeface="Noto Sans JP ExtraBold" pitchFamily="34" charset="-120"/>
              </a:rPr>
              <a:t>4つの</a:t>
            </a:r>
            <a:r>
              <a:rPr lang="en-US" sz="5700" dirty="0" spc="0" kern="0">
                <a:solidFill>
                  <a:srgbClr val="14161C"/>
                </a:solidFill>
                <a:latin typeface="Noto Sans JP ExtraBold" pitchFamily="34" charset="0"/>
                <a:ea typeface="Noto Sans JP ExtraBold" pitchFamily="34" charset="-122"/>
                <a:cs typeface="Noto Sans JP ExtraBold" pitchFamily="34" charset="-120"/>
              </a:rPr>
              <a:t> 物質を 4人の 登場人物に</a:t>
            </a:r>
            <a:endParaRPr lang="en-US" sz="5700" dirty="0"/>
          </a:p>
        </p:txBody>
      </p:sp>
      <p:sp>
        <p:nvSpPr>
          <p:cNvPr id="3" name="Shape 1"/>
          <p:cNvSpPr/>
          <p:nvPr/>
        </p:nvSpPr>
        <p:spPr>
          <a:xfrm>
            <a:off x="914400" y="3048000"/>
            <a:ext cx="3857625" cy="4953000"/>
          </a:xfrm>
          <a:prstGeom prst="roundRect">
            <a:avLst>
              <a:gd name="adj" fmla="val 6914"/>
            </a:avLst>
          </a:prstGeom>
          <a:solidFill>
            <a:srgbClr val="E8E0CF"/>
          </a:solidFill>
          <a:ln/>
        </p:spPr>
      </p:sp>
      <p:sp>
        <p:nvSpPr>
          <p:cNvPr id="4" name="Shape 2"/>
          <p:cNvSpPr/>
          <p:nvPr/>
        </p:nvSpPr>
        <p:spPr>
          <a:xfrm>
            <a:off x="914400" y="3048000"/>
            <a:ext cx="3857625" cy="152400"/>
          </a:xfrm>
          <a:prstGeom prst="roundRect">
            <a:avLst>
              <a:gd name="adj" fmla="val 50000"/>
            </a:avLst>
          </a:prstGeom>
          <a:solidFill>
            <a:srgbClr val="0F766E"/>
          </a:solidFill>
          <a:ln/>
        </p:spPr>
      </p:sp>
      <p:sp>
        <p:nvSpPr>
          <p:cNvPr id="5" name="Text 3"/>
          <p:cNvSpPr/>
          <p:nvPr/>
        </p:nvSpPr>
        <p:spPr>
          <a:xfrm>
            <a:off x="1295400" y="3543300"/>
            <a:ext cx="3095625" cy="1238250"/>
          </a:xfrm>
          <a:prstGeom prst="rect">
            <a:avLst/>
          </a:prstGeom>
          <a:noFill/>
          <a:ln/>
        </p:spPr>
        <p:txBody>
          <a:bodyPr wrap="square" lIns="0" tIns="0" rIns="0" bIns="0" rtlCol="0" anchor="ctr"/>
          <a:lstStyle/>
          <a:p>
            <a:pPr algn="l" indent="0" marL="0">
              <a:buNone/>
            </a:pPr>
            <a:r>
              <a:rPr lang="en-US" sz="7200" dirty="0" kern="0">
                <a:solidFill>
                  <a:srgbClr val="0F766E"/>
                </a:solidFill>
                <a:latin typeface="Noto Sans JP ExtraBold" pitchFamily="34" charset="0"/>
                <a:ea typeface="Noto Sans JP ExtraBold" pitchFamily="34" charset="-122"/>
                <a:cs typeface="Noto Sans JP ExtraBold" pitchFamily="34" charset="-120"/>
              </a:rPr>
              <a:t>01</a:t>
            </a:r>
            <a:endParaRPr lang="en-US" sz="7200" dirty="0"/>
          </a:p>
        </p:txBody>
      </p:sp>
      <p:sp>
        <p:nvSpPr>
          <p:cNvPr id="6" name="Text 4"/>
          <p:cNvSpPr/>
          <p:nvPr/>
        </p:nvSpPr>
        <p:spPr>
          <a:xfrm>
            <a:off x="1295400" y="4857750"/>
            <a:ext cx="3095625" cy="1047750"/>
          </a:xfrm>
          <a:prstGeom prst="rect">
            <a:avLst/>
          </a:prstGeom>
          <a:noFill/>
          <a:ln/>
        </p:spPr>
        <p:txBody>
          <a:bodyPr wrap="square" lIns="0" tIns="0" rIns="0" bIns="0" rtlCol="0" anchor="t"/>
          <a:lstStyle/>
          <a:p>
            <a:pPr algn="l" indent="0" marL="0">
              <a:buNone/>
            </a:pPr>
            <a:r>
              <a:rPr lang="en-US" sz="2700" b="1" dirty="0" kern="0">
                <a:solidFill>
                  <a:srgbClr val="14161C"/>
                </a:solidFill>
                <a:latin typeface="Noto Sans JP" pitchFamily="34" charset="0"/>
                <a:ea typeface="Noto Sans JP" pitchFamily="34" charset="-122"/>
                <a:cs typeface="Noto Sans JP" pitchFamily="34" charset="-120"/>
              </a:rPr>
              <a:t>尿素</a:t>
            </a:r>
            <a:endParaRPr lang="en-US" sz="2700" dirty="0"/>
          </a:p>
        </p:txBody>
      </p:sp>
      <p:sp>
        <p:nvSpPr>
          <p:cNvPr id="7" name="Text 5"/>
          <p:cNvSpPr/>
          <p:nvPr/>
        </p:nvSpPr>
        <p:spPr>
          <a:xfrm>
            <a:off x="1295400"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51" kern="0">
                <a:solidFill>
                  <a:srgbClr val="6B6A66"/>
                </a:solidFill>
                <a:latin typeface="Noto Sans JP" pitchFamily="34" charset="0"/>
                <a:ea typeface="Noto Sans JP" pitchFamily="34" charset="-122"/>
                <a:cs typeface="Noto Sans JP" pitchFamily="34" charset="-120"/>
              </a:rPr>
              <a:t>ピンク。</a:t>
            </a:r>
            <a:r>
              <a:rPr lang="en-US" sz="2550" dirty="0" spc="2" kern="0">
                <a:solidFill>
                  <a:srgbClr val="6B6A66"/>
                </a:solidFill>
                <a:latin typeface="Noto Sans JP" pitchFamily="34" charset="0"/>
                <a:ea typeface="Noto Sans JP" pitchFamily="34" charset="-122"/>
                <a:cs typeface="Noto Sans JP" pitchFamily="34" charset="-120"/>
              </a:rPr>
              <a:t> 約133°Cで</a:t>
            </a:r>
            <a:r>
              <a:rPr lang="en-US" sz="2550" dirty="0" spc="-2" kern="0">
                <a:solidFill>
                  <a:srgbClr val="6B6A66"/>
                </a:solidFill>
                <a:latin typeface="Noto Sans JP" pitchFamily="34" charset="0"/>
                <a:ea typeface="Noto Sans JP" pitchFamily="34" charset="-122"/>
                <a:cs typeface="Noto Sans JP" pitchFamily="34" charset="-120"/>
              </a:rPr>
              <a:t> 溶融。</a:t>
            </a:r>
            <a:r>
              <a:rPr lang="en-US" sz="2550" dirty="0" spc="0" kern="0">
                <a:solidFill>
                  <a:srgbClr val="6B6A66"/>
                </a:solidFill>
                <a:latin typeface="Noto Sans JP" pitchFamily="34" charset="0"/>
                <a:ea typeface="Noto Sans JP" pitchFamily="34" charset="-122"/>
                <a:cs typeface="Noto Sans JP" pitchFamily="34" charset="-120"/>
              </a:rPr>
              <a:t> NH3と</a:t>
            </a:r>
            <a:r>
              <a:rPr lang="en-US" sz="2550" dirty="0" spc="-14" kern="0">
                <a:solidFill>
                  <a:srgbClr val="6B6A66"/>
                </a:solidFill>
                <a:latin typeface="Noto Sans JP" pitchFamily="34" charset="0"/>
                <a:ea typeface="Noto Sans JP" pitchFamily="34" charset="-122"/>
                <a:cs typeface="Noto Sans JP" pitchFamily="34" charset="-120"/>
              </a:rPr>
              <a:t> HNCOを</a:t>
            </a:r>
            <a:r>
              <a:rPr lang="en-US" sz="2550" dirty="0" spc="-1" kern="0">
                <a:solidFill>
                  <a:srgbClr val="6B6A66"/>
                </a:solidFill>
                <a:latin typeface="Noto Sans JP" pitchFamily="34" charset="0"/>
                <a:ea typeface="Noto Sans JP" pitchFamily="34" charset="-122"/>
                <a:cs typeface="Noto Sans JP" pitchFamily="34" charset="-120"/>
              </a:rPr>
              <a:t> 出す[S3]</a:t>
            </a:r>
            <a:endParaRPr lang="en-US" sz="2550" dirty="0"/>
          </a:p>
        </p:txBody>
      </p:sp>
      <p:sp>
        <p:nvSpPr>
          <p:cNvPr id="8" name="Shape 6"/>
          <p:cNvSpPr/>
          <p:nvPr/>
        </p:nvSpPr>
        <p:spPr>
          <a:xfrm>
            <a:off x="5114925" y="3048000"/>
            <a:ext cx="3857625" cy="4953000"/>
          </a:xfrm>
          <a:prstGeom prst="roundRect">
            <a:avLst>
              <a:gd name="adj" fmla="val 6914"/>
            </a:avLst>
          </a:prstGeom>
          <a:solidFill>
            <a:srgbClr val="E8E0CF"/>
          </a:solidFill>
          <a:ln/>
        </p:spPr>
      </p:sp>
      <p:sp>
        <p:nvSpPr>
          <p:cNvPr id="9" name="Shape 7"/>
          <p:cNvSpPr/>
          <p:nvPr/>
        </p:nvSpPr>
        <p:spPr>
          <a:xfrm>
            <a:off x="5114925" y="3048000"/>
            <a:ext cx="3857625" cy="152400"/>
          </a:xfrm>
          <a:prstGeom prst="roundRect">
            <a:avLst>
              <a:gd name="adj" fmla="val 50000"/>
            </a:avLst>
          </a:prstGeom>
          <a:solidFill>
            <a:srgbClr val="E8472B"/>
          </a:solidFill>
          <a:ln/>
        </p:spPr>
      </p:sp>
      <p:sp>
        <p:nvSpPr>
          <p:cNvPr id="10" name="Text 8"/>
          <p:cNvSpPr/>
          <p:nvPr/>
        </p:nvSpPr>
        <p:spPr>
          <a:xfrm>
            <a:off x="5495925" y="3543300"/>
            <a:ext cx="3095625" cy="1238250"/>
          </a:xfrm>
          <a:prstGeom prst="rect">
            <a:avLst/>
          </a:prstGeom>
          <a:noFill/>
          <a:ln/>
        </p:spPr>
        <p:txBody>
          <a:bodyPr wrap="square" lIns="0" tIns="0" rIns="0" bIns="0" rtlCol="0" anchor="ctr"/>
          <a:lstStyle/>
          <a:p>
            <a:pPr algn="l" indent="0" marL="0">
              <a:buNone/>
            </a:pPr>
            <a:r>
              <a:rPr lang="en-US" sz="7200" dirty="0" kern="0">
                <a:solidFill>
                  <a:srgbClr val="E8472B"/>
                </a:solidFill>
                <a:latin typeface="Noto Sans JP ExtraBold" pitchFamily="34" charset="0"/>
                <a:ea typeface="Noto Sans JP ExtraBold" pitchFamily="34" charset="-122"/>
                <a:cs typeface="Noto Sans JP ExtraBold" pitchFamily="34" charset="-120"/>
              </a:rPr>
              <a:t>02</a:t>
            </a:r>
            <a:endParaRPr lang="en-US" sz="7200" dirty="0"/>
          </a:p>
        </p:txBody>
      </p:sp>
      <p:sp>
        <p:nvSpPr>
          <p:cNvPr id="11" name="Text 9"/>
          <p:cNvSpPr/>
          <p:nvPr/>
        </p:nvSpPr>
        <p:spPr>
          <a:xfrm>
            <a:off x="5495925" y="4857750"/>
            <a:ext cx="3095625" cy="1047750"/>
          </a:xfrm>
          <a:prstGeom prst="rect">
            <a:avLst/>
          </a:prstGeom>
          <a:noFill/>
          <a:ln/>
        </p:spPr>
        <p:txBody>
          <a:bodyPr wrap="square" lIns="0" tIns="0" rIns="0" bIns="0" rtlCol="0" anchor="t"/>
          <a:lstStyle/>
          <a:p>
            <a:pPr algn="l" indent="0" marL="0">
              <a:buNone/>
            </a:pPr>
            <a:r>
              <a:rPr lang="en-US" sz="2700" b="1" dirty="0" kern="0">
                <a:solidFill>
                  <a:srgbClr val="14161C"/>
                </a:solidFill>
                <a:latin typeface="Noto Sans JP" pitchFamily="34" charset="0"/>
                <a:ea typeface="Noto Sans JP" pitchFamily="34" charset="-122"/>
                <a:cs typeface="Noto Sans JP" pitchFamily="34" charset="-120"/>
              </a:rPr>
              <a:t>ビウレット</a:t>
            </a:r>
            <a:endParaRPr lang="en-US" sz="2700" dirty="0"/>
          </a:p>
        </p:txBody>
      </p:sp>
      <p:sp>
        <p:nvSpPr>
          <p:cNvPr id="12" name="Text 10"/>
          <p:cNvSpPr/>
          <p:nvPr/>
        </p:nvSpPr>
        <p:spPr>
          <a:xfrm>
            <a:off x="5495925" y="6000750"/>
            <a:ext cx="3095625" cy="1905000"/>
          </a:xfrm>
          <a:prstGeom prst="rect">
            <a:avLst/>
          </a:prstGeom>
          <a:noFill/>
          <a:ln/>
        </p:spPr>
        <p:txBody>
          <a:bodyPr wrap="square" lIns="0" tIns="34930" rIns="0" bIns="-34930" rtlCol="0" anchor="t"/>
          <a:lstStyle/>
          <a:p>
            <a:pPr algn="l" indent="0" marL="0">
              <a:lnSpc>
                <a:spcPts val="3218"/>
              </a:lnSpc>
              <a:buNone/>
            </a:pPr>
            <a:r>
              <a:rPr lang="en-US" sz="2476" dirty="0" spc="1" kern="0">
                <a:solidFill>
                  <a:srgbClr val="6B6A66"/>
                </a:solidFill>
                <a:latin typeface="Noto Sans JP" pitchFamily="34" charset="0"/>
                <a:ea typeface="Noto Sans JP" pitchFamily="34" charset="-122"/>
                <a:cs typeface="Noto Sans JP" pitchFamily="34" charset="-120"/>
              </a:rPr>
              <a:t>緑。 尿素2分子</a:t>
            </a:r>
            <a:r>
              <a:rPr lang="en-US" sz="2476" dirty="0" spc="4" kern="0">
                <a:solidFill>
                  <a:srgbClr val="6B6A66"/>
                </a:solidFill>
                <a:latin typeface="Noto Sans JP" pitchFamily="34" charset="0"/>
                <a:ea typeface="Noto Sans JP" pitchFamily="34" charset="-122"/>
                <a:cs typeface="Noto Sans JP" pitchFamily="34" charset="-120"/>
              </a:rPr>
              <a:t> →</a:t>
            </a:r>
            <a:r>
              <a:rPr lang="en-US" sz="2476" dirty="0" spc="1" kern="0">
                <a:solidFill>
                  <a:srgbClr val="6B6A66"/>
                </a:solidFill>
                <a:latin typeface="Noto Sans JP" pitchFamily="34" charset="0"/>
                <a:ea typeface="Noto Sans JP" pitchFamily="34" charset="-122"/>
                <a:cs typeface="Noto Sans JP" pitchFamily="34" charset="-120"/>
              </a:rPr>
              <a:t> ビウレット＋NH3[S3]</a:t>
            </a:r>
            <a:endParaRPr lang="en-US" sz="2476" dirty="0"/>
          </a:p>
        </p:txBody>
      </p:sp>
      <p:sp>
        <p:nvSpPr>
          <p:cNvPr id="13" name="Shape 11"/>
          <p:cNvSpPr/>
          <p:nvPr/>
        </p:nvSpPr>
        <p:spPr>
          <a:xfrm>
            <a:off x="9315450" y="3048000"/>
            <a:ext cx="3857625" cy="4953000"/>
          </a:xfrm>
          <a:prstGeom prst="roundRect">
            <a:avLst>
              <a:gd name="adj" fmla="val 6914"/>
            </a:avLst>
          </a:prstGeom>
          <a:solidFill>
            <a:srgbClr val="E8E0CF"/>
          </a:solidFill>
          <a:ln/>
        </p:spPr>
      </p:sp>
      <p:sp>
        <p:nvSpPr>
          <p:cNvPr id="14" name="Shape 12"/>
          <p:cNvSpPr/>
          <p:nvPr/>
        </p:nvSpPr>
        <p:spPr>
          <a:xfrm>
            <a:off x="9315450" y="3048000"/>
            <a:ext cx="3857625" cy="152400"/>
          </a:xfrm>
          <a:prstGeom prst="roundRect">
            <a:avLst>
              <a:gd name="adj" fmla="val 50000"/>
            </a:avLst>
          </a:prstGeom>
          <a:solidFill>
            <a:srgbClr val="1F3FD1"/>
          </a:solidFill>
          <a:ln/>
        </p:spPr>
      </p:sp>
      <p:sp>
        <p:nvSpPr>
          <p:cNvPr id="15" name="Text 13"/>
          <p:cNvSpPr/>
          <p:nvPr/>
        </p:nvSpPr>
        <p:spPr>
          <a:xfrm>
            <a:off x="9696450" y="3543300"/>
            <a:ext cx="3095625" cy="1238250"/>
          </a:xfrm>
          <a:prstGeom prst="rect">
            <a:avLst/>
          </a:prstGeom>
          <a:noFill/>
          <a:ln/>
        </p:spPr>
        <p:txBody>
          <a:bodyPr wrap="square" lIns="0" tIns="0" rIns="0" bIns="0" rtlCol="0" anchor="ctr"/>
          <a:lstStyle/>
          <a:p>
            <a:pPr algn="l" indent="0" marL="0">
              <a:buNone/>
            </a:pPr>
            <a:r>
              <a:rPr lang="en-US" sz="7200" dirty="0" kern="0">
                <a:solidFill>
                  <a:srgbClr val="1F3FD1"/>
                </a:solidFill>
                <a:latin typeface="Noto Sans JP ExtraBold" pitchFamily="34" charset="0"/>
                <a:ea typeface="Noto Sans JP ExtraBold" pitchFamily="34" charset="-122"/>
                <a:cs typeface="Noto Sans JP ExtraBold" pitchFamily="34" charset="-120"/>
              </a:rPr>
              <a:t>03</a:t>
            </a:r>
            <a:endParaRPr lang="en-US" sz="7200" dirty="0"/>
          </a:p>
        </p:txBody>
      </p:sp>
      <p:sp>
        <p:nvSpPr>
          <p:cNvPr id="16" name="Text 14"/>
          <p:cNvSpPr/>
          <p:nvPr/>
        </p:nvSpPr>
        <p:spPr>
          <a:xfrm>
            <a:off x="9696450" y="4857750"/>
            <a:ext cx="3095625" cy="1047750"/>
          </a:xfrm>
          <a:prstGeom prst="rect">
            <a:avLst/>
          </a:prstGeom>
          <a:noFill/>
          <a:ln/>
        </p:spPr>
        <p:txBody>
          <a:bodyPr wrap="square" lIns="0" tIns="0" rIns="0" bIns="0" rtlCol="0" anchor="t"/>
          <a:lstStyle/>
          <a:p>
            <a:pPr algn="l" indent="0" marL="0">
              <a:buNone/>
            </a:pPr>
            <a:r>
              <a:rPr lang="en-US" sz="2700" b="1" dirty="0" kern="0">
                <a:solidFill>
                  <a:srgbClr val="14161C"/>
                </a:solidFill>
                <a:latin typeface="Noto Sans JP" pitchFamily="34" charset="0"/>
                <a:ea typeface="Noto Sans JP" pitchFamily="34" charset="-122"/>
                <a:cs typeface="Noto Sans JP" pitchFamily="34" charset="-120"/>
              </a:rPr>
              <a:t>シアヌル酸</a:t>
            </a:r>
            <a:endParaRPr lang="en-US" sz="2700" dirty="0"/>
          </a:p>
        </p:txBody>
      </p:sp>
      <p:sp>
        <p:nvSpPr>
          <p:cNvPr id="17" name="Text 15"/>
          <p:cNvSpPr/>
          <p:nvPr/>
        </p:nvSpPr>
        <p:spPr>
          <a:xfrm>
            <a:off x="9696450"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6B6A66"/>
                </a:solidFill>
                <a:latin typeface="Noto Sans JP" pitchFamily="34" charset="0"/>
                <a:ea typeface="Noto Sans JP" pitchFamily="34" charset="-122"/>
                <a:cs typeface="Noto Sans JP" pitchFamily="34" charset="-120"/>
              </a:rPr>
              <a:t>紫。</a:t>
            </a:r>
            <a:r>
              <a:rPr lang="en-US" sz="2550" dirty="0" spc="2" kern="0">
                <a:solidFill>
                  <a:srgbClr val="6B6A66"/>
                </a:solidFill>
                <a:latin typeface="Noto Sans JP" pitchFamily="34" charset="0"/>
                <a:ea typeface="Noto Sans JP" pitchFamily="34" charset="-122"/>
                <a:cs typeface="Noto Sans JP" pitchFamily="34" charset="-120"/>
              </a:rPr>
              <a:t> 250〜300°Cから</a:t>
            </a:r>
            <a:r>
              <a:rPr lang="en-US" sz="2550" dirty="0" spc="-1" kern="0">
                <a:solidFill>
                  <a:srgbClr val="6B6A66"/>
                </a:solidFill>
                <a:latin typeface="Noto Sans JP" pitchFamily="34" charset="0"/>
                <a:ea typeface="Noto Sans JP" pitchFamily="34" charset="-122"/>
                <a:cs typeface="Noto Sans JP" pitchFamily="34" charset="-120"/>
              </a:rPr>
              <a:t> 昇華・分解[S3][S4]</a:t>
            </a:r>
            <a:endParaRPr lang="en-US" sz="2550" dirty="0"/>
          </a:p>
        </p:txBody>
      </p:sp>
      <p:sp>
        <p:nvSpPr>
          <p:cNvPr id="18" name="Shape 16"/>
          <p:cNvSpPr/>
          <p:nvPr/>
        </p:nvSpPr>
        <p:spPr>
          <a:xfrm>
            <a:off x="13515975" y="3048000"/>
            <a:ext cx="3857625" cy="4953000"/>
          </a:xfrm>
          <a:prstGeom prst="roundRect">
            <a:avLst>
              <a:gd name="adj" fmla="val 6914"/>
            </a:avLst>
          </a:prstGeom>
          <a:solidFill>
            <a:srgbClr val="E8E0CF"/>
          </a:solidFill>
          <a:ln/>
        </p:spPr>
      </p:sp>
      <p:sp>
        <p:nvSpPr>
          <p:cNvPr id="19" name="Shape 17"/>
          <p:cNvSpPr/>
          <p:nvPr/>
        </p:nvSpPr>
        <p:spPr>
          <a:xfrm>
            <a:off x="13515975" y="3048000"/>
            <a:ext cx="3857625" cy="152400"/>
          </a:xfrm>
          <a:prstGeom prst="roundRect">
            <a:avLst>
              <a:gd name="adj" fmla="val 50000"/>
            </a:avLst>
          </a:prstGeom>
          <a:solidFill>
            <a:srgbClr val="B45309"/>
          </a:solidFill>
          <a:ln/>
        </p:spPr>
      </p:sp>
      <p:sp>
        <p:nvSpPr>
          <p:cNvPr id="20" name="Text 18"/>
          <p:cNvSpPr/>
          <p:nvPr/>
        </p:nvSpPr>
        <p:spPr>
          <a:xfrm>
            <a:off x="13896975" y="3543300"/>
            <a:ext cx="3095625" cy="1238250"/>
          </a:xfrm>
          <a:prstGeom prst="rect">
            <a:avLst/>
          </a:prstGeom>
          <a:noFill/>
          <a:ln/>
        </p:spPr>
        <p:txBody>
          <a:bodyPr wrap="square" lIns="0" tIns="0" rIns="0" bIns="0" rtlCol="0" anchor="ctr"/>
          <a:lstStyle/>
          <a:p>
            <a:pPr algn="l" indent="0" marL="0">
              <a:buNone/>
            </a:pPr>
            <a:r>
              <a:rPr lang="en-US" sz="7200" dirty="0" kern="0">
                <a:solidFill>
                  <a:srgbClr val="B45309"/>
                </a:solidFill>
                <a:latin typeface="Noto Sans JP ExtraBold" pitchFamily="34" charset="0"/>
                <a:ea typeface="Noto Sans JP ExtraBold" pitchFamily="34" charset="-122"/>
                <a:cs typeface="Noto Sans JP ExtraBold" pitchFamily="34" charset="-120"/>
              </a:rPr>
              <a:t>04</a:t>
            </a:r>
            <a:endParaRPr lang="en-US" sz="7200" dirty="0"/>
          </a:p>
        </p:txBody>
      </p:sp>
      <p:sp>
        <p:nvSpPr>
          <p:cNvPr id="21" name="Text 19"/>
          <p:cNvSpPr/>
          <p:nvPr/>
        </p:nvSpPr>
        <p:spPr>
          <a:xfrm>
            <a:off x="13896975" y="4857750"/>
            <a:ext cx="3095625" cy="1047750"/>
          </a:xfrm>
          <a:prstGeom prst="rect">
            <a:avLst/>
          </a:prstGeom>
          <a:noFill/>
          <a:ln/>
        </p:spPr>
        <p:txBody>
          <a:bodyPr wrap="square" lIns="0" tIns="0" rIns="0" bIns="0" rtlCol="0" anchor="t"/>
          <a:lstStyle/>
          <a:p>
            <a:pPr algn="l" indent="0" marL="0">
              <a:buNone/>
            </a:pPr>
            <a:r>
              <a:rPr lang="en-US" sz="2700" b="1" dirty="0" spc="-38" kern="0">
                <a:solidFill>
                  <a:srgbClr val="14161C"/>
                </a:solidFill>
                <a:latin typeface="Noto Sans JP" pitchFamily="34" charset="0"/>
                <a:ea typeface="Noto Sans JP" pitchFamily="34" charset="-122"/>
                <a:cs typeface="Noto Sans JP" pitchFamily="34" charset="-120"/>
              </a:rPr>
              <a:t>アンメリド</a:t>
            </a:r>
            <a:endParaRPr lang="en-US" sz="2700" dirty="0"/>
          </a:p>
        </p:txBody>
      </p:sp>
      <p:sp>
        <p:nvSpPr>
          <p:cNvPr id="22" name="Text 20"/>
          <p:cNvSpPr/>
          <p:nvPr/>
        </p:nvSpPr>
        <p:spPr>
          <a:xfrm>
            <a:off x="13896975"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6B6A66"/>
                </a:solidFill>
                <a:latin typeface="Noto Sans JP" pitchFamily="34" charset="0"/>
                <a:ea typeface="Noto Sans JP" pitchFamily="34" charset="-122"/>
                <a:cs typeface="Noto Sans JP" pitchFamily="34" charset="-120"/>
              </a:rPr>
              <a:t>赤。</a:t>
            </a:r>
            <a:r>
              <a:rPr lang="en-US" sz="2550" dirty="0" spc="-1" kern="0">
                <a:solidFill>
                  <a:srgbClr val="6B6A66"/>
                </a:solidFill>
                <a:latin typeface="Noto Sans JP" pitchFamily="34" charset="0"/>
                <a:ea typeface="Noto Sans JP" pitchFamily="34" charset="-122"/>
                <a:cs typeface="Noto Sans JP" pitchFamily="34" charset="-120"/>
              </a:rPr>
              <a:t> 安定、</a:t>
            </a:r>
            <a:r>
              <a:rPr lang="en-US" sz="2550" dirty="0" spc="1" kern="0">
                <a:solidFill>
                  <a:srgbClr val="6B6A66"/>
                </a:solidFill>
                <a:latin typeface="Noto Sans JP" pitchFamily="34" charset="0"/>
                <a:ea typeface="Noto Sans JP" pitchFamily="34" charset="-122"/>
                <a:cs typeface="Noto Sans JP" pitchFamily="34" charset="-120"/>
              </a:rPr>
              <a:t> 約360°Cから</a:t>
            </a:r>
            <a:r>
              <a:rPr lang="en-US" sz="2550" dirty="0" spc="0" kern="0">
                <a:solidFill>
                  <a:srgbClr val="6B6A66"/>
                </a:solidFill>
                <a:latin typeface="Noto Sans JP" pitchFamily="34" charset="0"/>
                <a:ea typeface="Noto Sans JP" pitchFamily="34" charset="-122"/>
                <a:cs typeface="Noto Sans JP" pitchFamily="34" charset="-120"/>
              </a:rPr>
              <a:t> 分解し</a:t>
            </a:r>
            <a:r>
              <a:rPr lang="en-US" sz="2550" dirty="0" spc="-1" kern="0">
                <a:solidFill>
                  <a:srgbClr val="6B6A66"/>
                </a:solidFill>
                <a:latin typeface="Noto Sans JP" pitchFamily="34" charset="0"/>
                <a:ea typeface="Noto Sans JP" pitchFamily="34" charset="-122"/>
                <a:cs typeface="Noto Sans JP" pitchFamily="34" charset="-120"/>
              </a:rPr>
              <a:t> 始める[S4]</a:t>
            </a:r>
            <a:endParaRPr lang="en-US" sz="255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[S3]</a:t>
            </a:r>
            <a:r>
              <a:rPr lang="en-US" sz="1800" dirty="0" spc="-1" kern="0">
                <a:solidFill>
                  <a:srgbClr val="6B6A66"/>
                </a:solidFill>
                <a:latin typeface="Noto Sans JP" pitchFamily="34" charset="0"/>
                <a:ea typeface="Noto Sans JP" pitchFamily="34" charset="-122"/>
                <a:cs typeface="Noto Sans JP" pitchFamily="34" charset="-120"/>
              </a:rPr>
              <a:t> [S4]</a:t>
            </a:r>
            <a:r>
              <a:rPr lang="en-US" sz="1800" dirty="0" spc="-2" kern="0">
                <a:solidFill>
                  <a:srgbClr val="6B6A66"/>
                </a:solidFill>
                <a:latin typeface="Noto Sans JP" pitchFamily="34" charset="0"/>
                <a:ea typeface="Noto Sans JP" pitchFamily="34" charset="-122"/>
                <a:cs typeface="Noto Sans JP" pitchFamily="34" charset="-120"/>
              </a:rPr>
              <a:t> [S8]</a:t>
            </a:r>
            <a:endParaRPr lang="en-US" sz="1800" dirty="0"/>
          </a:p>
        </p:txBody>
      </p:sp>
      <p:sp>
        <p:nvSpPr>
          <p:cNvPr id="24" name="Shape 22"/>
          <p:cNvSpPr/>
          <p:nvPr/>
        </p:nvSpPr>
        <p:spPr>
          <a:xfrm>
            <a:off x="960711" y="9580836"/>
            <a:ext cx="78828" cy="78828"/>
          </a:xfrm>
          <a:prstGeom prst="ellipse">
            <a:avLst/>
          </a:prstGeom>
          <a:solidFill>
            <a:srgbClr val="14161C">
              <a:alpha val="28000"/>
            </a:srgbClr>
          </a:solidFill>
          <a:ln/>
        </p:spPr>
      </p:sp>
      <p:sp>
        <p:nvSpPr>
          <p:cNvPr id="25" name="Shape 23"/>
          <p:cNvSpPr/>
          <p:nvPr/>
        </p:nvSpPr>
        <p:spPr>
          <a:xfrm>
            <a:off x="1118366" y="9580836"/>
            <a:ext cx="78828" cy="78828"/>
          </a:xfrm>
          <a:prstGeom prst="ellipse">
            <a:avLst/>
          </a:prstGeom>
          <a:solidFill>
            <a:srgbClr val="14161C">
              <a:alpha val="28000"/>
            </a:srgbClr>
          </a:solidFill>
          <a:ln/>
        </p:spPr>
      </p:sp>
      <p:sp>
        <p:nvSpPr>
          <p:cNvPr id="26" name="Shape 24"/>
          <p:cNvSpPr/>
          <p:nvPr/>
        </p:nvSpPr>
        <p:spPr>
          <a:xfrm>
            <a:off x="1276021" y="9580836"/>
            <a:ext cx="78828" cy="78828"/>
          </a:xfrm>
          <a:prstGeom prst="ellipse">
            <a:avLst/>
          </a:prstGeom>
          <a:solidFill>
            <a:srgbClr val="14161C">
              <a:alpha val="28000"/>
            </a:srgbClr>
          </a:solidFill>
          <a:ln/>
        </p:spPr>
      </p:sp>
      <p:sp>
        <p:nvSpPr>
          <p:cNvPr id="27" name="Shape 25"/>
          <p:cNvSpPr/>
          <p:nvPr/>
        </p:nvSpPr>
        <p:spPr>
          <a:xfrm>
            <a:off x="1433676" y="9580836"/>
            <a:ext cx="78828" cy="78828"/>
          </a:xfrm>
          <a:prstGeom prst="ellipse">
            <a:avLst/>
          </a:prstGeom>
          <a:solidFill>
            <a:srgbClr val="14161C">
              <a:alpha val="28000"/>
            </a:srgbClr>
          </a:solidFill>
          <a:ln/>
        </p:spPr>
      </p:sp>
      <p:sp>
        <p:nvSpPr>
          <p:cNvPr id="28" name="Shape 26"/>
          <p:cNvSpPr/>
          <p:nvPr/>
        </p:nvSpPr>
        <p:spPr>
          <a:xfrm>
            <a:off x="1591331" y="9580836"/>
            <a:ext cx="78828" cy="78828"/>
          </a:xfrm>
          <a:prstGeom prst="ellipse">
            <a:avLst/>
          </a:prstGeom>
          <a:solidFill>
            <a:srgbClr val="14161C">
              <a:alpha val="28000"/>
            </a:srgbClr>
          </a:solidFill>
          <a:ln/>
        </p:spPr>
      </p:sp>
      <p:sp>
        <p:nvSpPr>
          <p:cNvPr id="29" name="Shape 27"/>
          <p:cNvSpPr/>
          <p:nvPr/>
        </p:nvSpPr>
        <p:spPr>
          <a:xfrm>
            <a:off x="1748986" y="9580836"/>
            <a:ext cx="78828" cy="78828"/>
          </a:xfrm>
          <a:prstGeom prst="ellipse">
            <a:avLst/>
          </a:prstGeom>
          <a:solidFill>
            <a:srgbClr val="14161C">
              <a:alpha val="28000"/>
            </a:srgbClr>
          </a:solidFill>
          <a:ln/>
        </p:spPr>
      </p:sp>
      <p:sp>
        <p:nvSpPr>
          <p:cNvPr id="30" name="Shape 28"/>
          <p:cNvSpPr/>
          <p:nvPr/>
        </p:nvSpPr>
        <p:spPr>
          <a:xfrm>
            <a:off x="1906641" y="9580836"/>
            <a:ext cx="78828" cy="78828"/>
          </a:xfrm>
          <a:prstGeom prst="ellipse">
            <a:avLst/>
          </a:prstGeom>
          <a:solidFill>
            <a:srgbClr val="14161C">
              <a:alpha val="28000"/>
            </a:srgbClr>
          </a:solidFill>
          <a:ln/>
        </p:spPr>
      </p:sp>
      <p:sp>
        <p:nvSpPr>
          <p:cNvPr id="31" name="Shape 29"/>
          <p:cNvSpPr/>
          <p:nvPr/>
        </p:nvSpPr>
        <p:spPr>
          <a:xfrm>
            <a:off x="2064296" y="9580836"/>
            <a:ext cx="78828" cy="78828"/>
          </a:xfrm>
          <a:prstGeom prst="ellipse">
            <a:avLst/>
          </a:prstGeom>
          <a:solidFill>
            <a:srgbClr val="14161C">
              <a:alpha val="28000"/>
            </a:srgbClr>
          </a:solidFill>
          <a:ln/>
        </p:spPr>
      </p:sp>
      <p:sp>
        <p:nvSpPr>
          <p:cNvPr id="32" name="Shape 30"/>
          <p:cNvSpPr/>
          <p:nvPr/>
        </p:nvSpPr>
        <p:spPr>
          <a:xfrm>
            <a:off x="2221951" y="9580836"/>
            <a:ext cx="78828" cy="78828"/>
          </a:xfrm>
          <a:prstGeom prst="ellipse">
            <a:avLst/>
          </a:prstGeom>
          <a:solidFill>
            <a:srgbClr val="14161C">
              <a:alpha val="28000"/>
            </a:srgbClr>
          </a:solidFill>
          <a:ln/>
        </p:spPr>
      </p:sp>
      <p:sp>
        <p:nvSpPr>
          <p:cNvPr id="33" name="Shape 31"/>
          <p:cNvSpPr/>
          <p:nvPr/>
        </p:nvSpPr>
        <p:spPr>
          <a:xfrm>
            <a:off x="2366468" y="9567698"/>
            <a:ext cx="105103" cy="105103"/>
          </a:xfrm>
          <a:prstGeom prst="ellipse">
            <a:avLst/>
          </a:prstGeom>
          <a:solidFill>
            <a:srgbClr val="E8472B"/>
          </a:solidFill>
          <a:ln/>
        </p:spPr>
      </p:sp>
      <p:sp>
        <p:nvSpPr>
          <p:cNvPr id="34" name="Shape 32"/>
          <p:cNvSpPr/>
          <p:nvPr/>
        </p:nvSpPr>
        <p:spPr>
          <a:xfrm>
            <a:off x="2537261" y="9580836"/>
            <a:ext cx="78828" cy="78828"/>
          </a:xfrm>
          <a:prstGeom prst="ellipse">
            <a:avLst/>
          </a:prstGeom>
          <a:solidFill>
            <a:srgbClr val="14161C">
              <a:alpha val="28000"/>
            </a:srgbClr>
          </a:solidFill>
          <a:ln/>
        </p:spPr>
      </p:sp>
      <p:sp>
        <p:nvSpPr>
          <p:cNvPr id="35" name="Shape 33"/>
          <p:cNvSpPr/>
          <p:nvPr/>
        </p:nvSpPr>
        <p:spPr>
          <a:xfrm>
            <a:off x="2694916" y="9580836"/>
            <a:ext cx="78828" cy="78828"/>
          </a:xfrm>
          <a:prstGeom prst="ellipse">
            <a:avLst/>
          </a:prstGeom>
          <a:solidFill>
            <a:srgbClr val="14161C">
              <a:alpha val="28000"/>
            </a:srgbClr>
          </a:solidFill>
          <a:ln/>
        </p:spPr>
      </p:sp>
      <p:sp>
        <p:nvSpPr>
          <p:cNvPr id="36" name="Shape 34"/>
          <p:cNvSpPr/>
          <p:nvPr/>
        </p:nvSpPr>
        <p:spPr>
          <a:xfrm>
            <a:off x="2852571" y="9580836"/>
            <a:ext cx="78828" cy="78828"/>
          </a:xfrm>
          <a:prstGeom prst="ellipse">
            <a:avLst/>
          </a:prstGeom>
          <a:solidFill>
            <a:srgbClr val="14161C">
              <a:alpha val="28000"/>
            </a:srgbClr>
          </a:solidFill>
          <a:ln/>
        </p:spPr>
      </p:sp>
      <p:sp>
        <p:nvSpPr>
          <p:cNvPr id="37" name="Shape 35"/>
          <p:cNvSpPr/>
          <p:nvPr/>
        </p:nvSpPr>
        <p:spPr>
          <a:xfrm>
            <a:off x="3010225" y="9580836"/>
            <a:ext cx="78828" cy="78828"/>
          </a:xfrm>
          <a:prstGeom prst="ellipse">
            <a:avLst/>
          </a:prstGeom>
          <a:solidFill>
            <a:srgbClr val="14161C">
              <a:alpha val="28000"/>
            </a:srgbClr>
          </a:solidFill>
          <a:ln/>
        </p:spPr>
      </p:sp>
      <p:sp>
        <p:nvSpPr>
          <p:cNvPr id="38" name="Shape 36"/>
          <p:cNvSpPr/>
          <p:nvPr/>
        </p:nvSpPr>
        <p:spPr>
          <a:xfrm>
            <a:off x="3167880" y="9580836"/>
            <a:ext cx="78828" cy="78828"/>
          </a:xfrm>
          <a:prstGeom prst="ellipse">
            <a:avLst/>
          </a:prstGeom>
          <a:solidFill>
            <a:srgbClr val="14161C">
              <a:alpha val="28000"/>
            </a:srgbClr>
          </a:solidFill>
          <a:ln/>
        </p:spPr>
      </p:sp>
      <p:sp>
        <p:nvSpPr>
          <p:cNvPr id="39" name="Shape 37"/>
          <p:cNvSpPr/>
          <p:nvPr/>
        </p:nvSpPr>
        <p:spPr>
          <a:xfrm>
            <a:off x="3325535" y="9580836"/>
            <a:ext cx="78828" cy="78828"/>
          </a:xfrm>
          <a:prstGeom prst="ellipse">
            <a:avLst/>
          </a:prstGeom>
          <a:solidFill>
            <a:srgbClr val="14161C">
              <a:alpha val="28000"/>
            </a:srgbClr>
          </a:solidFill>
          <a:ln/>
        </p:spPr>
      </p:sp>
      <p:sp>
        <p:nvSpPr>
          <p:cNvPr id="40" name="Shape 38"/>
          <p:cNvSpPr/>
          <p:nvPr/>
        </p:nvSpPr>
        <p:spPr>
          <a:xfrm>
            <a:off x="3483190" y="9580836"/>
            <a:ext cx="78828" cy="78828"/>
          </a:xfrm>
          <a:prstGeom prst="ellipse">
            <a:avLst/>
          </a:prstGeom>
          <a:solidFill>
            <a:srgbClr val="14161C">
              <a:alpha val="28000"/>
            </a:srgbClr>
          </a:solidFill>
          <a:ln/>
        </p:spPr>
      </p:sp>
      <p:sp>
        <p:nvSpPr>
          <p:cNvPr id="41" name="Shape 39"/>
          <p:cNvSpPr/>
          <p:nvPr/>
        </p:nvSpPr>
        <p:spPr>
          <a:xfrm>
            <a:off x="3640845" y="9580836"/>
            <a:ext cx="78828" cy="78828"/>
          </a:xfrm>
          <a:prstGeom prst="ellipse">
            <a:avLst/>
          </a:prstGeom>
          <a:solidFill>
            <a:srgbClr val="14161C">
              <a:alpha val="28000"/>
            </a:srgbClr>
          </a:solidFill>
          <a:ln/>
        </p:spPr>
      </p:sp>
      <p:sp>
        <p:nvSpPr>
          <p:cNvPr id="42" name="Shape 40"/>
          <p:cNvSpPr/>
          <p:nvPr/>
        </p:nvSpPr>
        <p:spPr>
          <a:xfrm>
            <a:off x="3798500" y="9580836"/>
            <a:ext cx="78828" cy="78828"/>
          </a:xfrm>
          <a:prstGeom prst="ellipse">
            <a:avLst/>
          </a:prstGeom>
          <a:solidFill>
            <a:srgbClr val="14161C">
              <a:alpha val="28000"/>
            </a:srgbClr>
          </a:solidFill>
          <a:ln/>
        </p:spPr>
      </p:sp>
      <p:sp>
        <p:nvSpPr>
          <p:cNvPr id="43" name="Shape 41"/>
          <p:cNvSpPr/>
          <p:nvPr/>
        </p:nvSpPr>
        <p:spPr>
          <a:xfrm>
            <a:off x="3956155" y="9580836"/>
            <a:ext cx="78828" cy="78828"/>
          </a:xfrm>
          <a:prstGeom prst="ellipse">
            <a:avLst/>
          </a:prstGeom>
          <a:solidFill>
            <a:srgbClr val="14161C">
              <a:alpha val="28000"/>
            </a:srgbClr>
          </a:solidFill>
          <a:ln/>
        </p:spPr>
      </p:sp>
      <p:sp>
        <p:nvSpPr>
          <p:cNvPr id="44" name="Shape 42"/>
          <p:cNvSpPr/>
          <p:nvPr/>
        </p:nvSpPr>
        <p:spPr>
          <a:xfrm>
            <a:off x="4113810" y="9580836"/>
            <a:ext cx="78828" cy="78828"/>
          </a:xfrm>
          <a:prstGeom prst="ellipse">
            <a:avLst/>
          </a:prstGeom>
          <a:solidFill>
            <a:srgbClr val="14161C">
              <a:alpha val="28000"/>
            </a:srgbClr>
          </a:solidFill>
          <a:ln/>
        </p:spPr>
      </p:sp>
      <p:sp>
        <p:nvSpPr>
          <p:cNvPr id="45" name="Shape 43"/>
          <p:cNvSpPr/>
          <p:nvPr/>
        </p:nvSpPr>
        <p:spPr>
          <a:xfrm>
            <a:off x="4271465" y="9580836"/>
            <a:ext cx="78828" cy="78828"/>
          </a:xfrm>
          <a:prstGeom prst="ellipse">
            <a:avLst/>
          </a:prstGeom>
          <a:solidFill>
            <a:srgbClr val="14161C">
              <a:alpha val="28000"/>
            </a:srgbClr>
          </a:solidFill>
          <a:ln/>
        </p:spPr>
      </p:sp>
      <p:sp>
        <p:nvSpPr>
          <p:cNvPr id="46" name="Shape 44"/>
          <p:cNvSpPr/>
          <p:nvPr/>
        </p:nvSpPr>
        <p:spPr>
          <a:xfrm>
            <a:off x="4429120" y="9580836"/>
            <a:ext cx="78828" cy="78828"/>
          </a:xfrm>
          <a:prstGeom prst="ellipse">
            <a:avLst/>
          </a:prstGeom>
          <a:solidFill>
            <a:srgbClr val="14161C">
              <a:alpha val="28000"/>
            </a:srgbClr>
          </a:solidFill>
          <a:ln/>
        </p:spPr>
      </p:sp>
      <p:sp>
        <p:nvSpPr>
          <p:cNvPr id="47" name="Shape 45"/>
          <p:cNvSpPr/>
          <p:nvPr/>
        </p:nvSpPr>
        <p:spPr>
          <a:xfrm>
            <a:off x="4586775" y="9580836"/>
            <a:ext cx="78828" cy="78828"/>
          </a:xfrm>
          <a:prstGeom prst="ellipse">
            <a:avLst/>
          </a:prstGeom>
          <a:solidFill>
            <a:srgbClr val="14161C">
              <a:alpha val="28000"/>
            </a:srgbClr>
          </a:solidFill>
          <a:ln/>
        </p:spPr>
      </p:sp>
      <p:sp>
        <p:nvSpPr>
          <p:cNvPr id="48" name="Shape 46"/>
          <p:cNvSpPr/>
          <p:nvPr/>
        </p:nvSpPr>
        <p:spPr>
          <a:xfrm>
            <a:off x="4744430" y="9580836"/>
            <a:ext cx="78828" cy="78828"/>
          </a:xfrm>
          <a:prstGeom prst="ellipse">
            <a:avLst/>
          </a:prstGeom>
          <a:solidFill>
            <a:srgbClr val="14161C">
              <a:alpha val="28000"/>
            </a:srgbClr>
          </a:solidFill>
          <a:ln/>
        </p:spPr>
      </p:sp>
      <p:sp>
        <p:nvSpPr>
          <p:cNvPr id="49" name="Shape 47"/>
          <p:cNvSpPr/>
          <p:nvPr/>
        </p:nvSpPr>
        <p:spPr>
          <a:xfrm>
            <a:off x="4902085" y="9580836"/>
            <a:ext cx="78828" cy="78828"/>
          </a:xfrm>
          <a:prstGeom prst="ellipse">
            <a:avLst/>
          </a:prstGeom>
          <a:solidFill>
            <a:srgbClr val="14161C">
              <a:alpha val="28000"/>
            </a:srgbClr>
          </a:solidFill>
          <a:ln/>
        </p:spPr>
      </p:sp>
      <p:sp>
        <p:nvSpPr>
          <p:cNvPr id="50" name="Shape 48"/>
          <p:cNvSpPr/>
          <p:nvPr/>
        </p:nvSpPr>
        <p:spPr>
          <a:xfrm>
            <a:off x="5059740" y="9580836"/>
            <a:ext cx="78828" cy="78828"/>
          </a:xfrm>
          <a:prstGeom prst="ellipse">
            <a:avLst/>
          </a:prstGeom>
          <a:solidFill>
            <a:srgbClr val="14161C">
              <a:alpha val="28000"/>
            </a:srgbClr>
          </a:solidFill>
          <a:ln/>
        </p:spPr>
      </p:sp>
      <p:sp>
        <p:nvSpPr>
          <p:cNvPr id="51" name="Shape 49"/>
          <p:cNvSpPr/>
          <p:nvPr/>
        </p:nvSpPr>
        <p:spPr>
          <a:xfrm>
            <a:off x="5217395" y="9580836"/>
            <a:ext cx="78828" cy="78828"/>
          </a:xfrm>
          <a:prstGeom prst="ellipse">
            <a:avLst/>
          </a:prstGeom>
          <a:solidFill>
            <a:srgbClr val="14161C">
              <a:alpha val="28000"/>
            </a:srgbClr>
          </a:solidFill>
          <a:ln/>
        </p:spPr>
      </p:sp>
      <p:sp>
        <p:nvSpPr>
          <p:cNvPr id="52" name="Shape 50"/>
          <p:cNvSpPr/>
          <p:nvPr/>
        </p:nvSpPr>
        <p:spPr>
          <a:xfrm>
            <a:off x="5375050" y="9580836"/>
            <a:ext cx="78828" cy="78828"/>
          </a:xfrm>
          <a:prstGeom prst="ellipse">
            <a:avLst/>
          </a:prstGeom>
          <a:solidFill>
            <a:srgbClr val="14161C">
              <a:alpha val="28000"/>
            </a:srgbClr>
          </a:solidFill>
          <a:ln/>
        </p:spPr>
      </p:sp>
      <p:sp>
        <p:nvSpPr>
          <p:cNvPr id="53" name="Shape 51"/>
          <p:cNvSpPr/>
          <p:nvPr/>
        </p:nvSpPr>
        <p:spPr>
          <a:xfrm>
            <a:off x="5532705" y="9580836"/>
            <a:ext cx="78828" cy="78828"/>
          </a:xfrm>
          <a:prstGeom prst="ellipse">
            <a:avLst/>
          </a:prstGeom>
          <a:solidFill>
            <a:srgbClr val="14161C">
              <a:alpha val="28000"/>
            </a:srgbClr>
          </a:solidFill>
          <a:ln/>
        </p:spPr>
      </p:sp>
      <p:sp>
        <p:nvSpPr>
          <p:cNvPr id="54" name="Shape 52"/>
          <p:cNvSpPr/>
          <p:nvPr/>
        </p:nvSpPr>
        <p:spPr>
          <a:xfrm>
            <a:off x="5690359" y="9580836"/>
            <a:ext cx="78828" cy="78828"/>
          </a:xfrm>
          <a:prstGeom prst="ellipse">
            <a:avLst/>
          </a:prstGeom>
          <a:solidFill>
            <a:srgbClr val="14161C">
              <a:alpha val="28000"/>
            </a:srgbClr>
          </a:solidFill>
          <a:ln/>
        </p:spPr>
      </p:sp>
      <p:sp>
        <p:nvSpPr>
          <p:cNvPr id="55" name="Shape 53"/>
          <p:cNvSpPr/>
          <p:nvPr/>
        </p:nvSpPr>
        <p:spPr>
          <a:xfrm>
            <a:off x="5848014" y="9580836"/>
            <a:ext cx="78828" cy="78828"/>
          </a:xfrm>
          <a:prstGeom prst="ellipse">
            <a:avLst/>
          </a:prstGeom>
          <a:solidFill>
            <a:srgbClr val="14161C">
              <a:alpha val="28000"/>
            </a:srgbClr>
          </a:solidFill>
          <a:ln/>
        </p:spPr>
      </p:sp>
      <p:sp>
        <p:nvSpPr>
          <p:cNvPr id="56" name="Shape 54"/>
          <p:cNvSpPr/>
          <p:nvPr/>
        </p:nvSpPr>
        <p:spPr>
          <a:xfrm>
            <a:off x="6005669" y="9580836"/>
            <a:ext cx="78828" cy="78828"/>
          </a:xfrm>
          <a:prstGeom prst="ellipse">
            <a:avLst/>
          </a:prstGeom>
          <a:solidFill>
            <a:srgbClr val="14161C">
              <a:alpha val="28000"/>
            </a:srgbClr>
          </a:solidFill>
          <a:ln/>
        </p:spPr>
      </p:sp>
      <p:sp>
        <p:nvSpPr>
          <p:cNvPr id="57" name="Shape 55"/>
          <p:cNvSpPr/>
          <p:nvPr/>
        </p:nvSpPr>
        <p:spPr>
          <a:xfrm>
            <a:off x="6163324" y="9580836"/>
            <a:ext cx="78828" cy="78828"/>
          </a:xfrm>
          <a:prstGeom prst="ellipse">
            <a:avLst/>
          </a:prstGeom>
          <a:solidFill>
            <a:srgbClr val="14161C">
              <a:alpha val="28000"/>
            </a:srgbClr>
          </a:solidFill>
          <a:ln/>
        </p:spPr>
      </p:sp>
      <p:sp>
        <p:nvSpPr>
          <p:cNvPr id="58" name="Shape 56"/>
          <p:cNvSpPr/>
          <p:nvPr/>
        </p:nvSpPr>
        <p:spPr>
          <a:xfrm>
            <a:off x="6320979" y="9580836"/>
            <a:ext cx="78828" cy="78828"/>
          </a:xfrm>
          <a:prstGeom prst="ellipse">
            <a:avLst/>
          </a:prstGeom>
          <a:solidFill>
            <a:srgbClr val="14161C">
              <a:alpha val="28000"/>
            </a:srgbClr>
          </a:solidFill>
          <a:ln/>
        </p:spPr>
      </p:sp>
      <p:sp>
        <p:nvSpPr>
          <p:cNvPr id="59" name="Shape 57"/>
          <p:cNvSpPr/>
          <p:nvPr/>
        </p:nvSpPr>
        <p:spPr>
          <a:xfrm>
            <a:off x="6478634" y="9580836"/>
            <a:ext cx="78828" cy="78828"/>
          </a:xfrm>
          <a:prstGeom prst="ellipse">
            <a:avLst/>
          </a:prstGeom>
          <a:solidFill>
            <a:srgbClr val="14161C">
              <a:alpha val="28000"/>
            </a:srgbClr>
          </a:solidFill>
          <a:ln/>
        </p:spPr>
      </p:sp>
      <p:sp>
        <p:nvSpPr>
          <p:cNvPr id="60" name="Shape 58"/>
          <p:cNvSpPr/>
          <p:nvPr/>
        </p:nvSpPr>
        <p:spPr>
          <a:xfrm>
            <a:off x="6636289" y="9580836"/>
            <a:ext cx="78828" cy="78828"/>
          </a:xfrm>
          <a:prstGeom prst="ellipse">
            <a:avLst/>
          </a:prstGeom>
          <a:solidFill>
            <a:srgbClr val="14161C">
              <a:alpha val="28000"/>
            </a:srgbClr>
          </a:solidFill>
          <a:ln/>
        </p:spPr>
      </p:sp>
      <p:sp>
        <p:nvSpPr>
          <p:cNvPr id="61" name="Shape 59"/>
          <p:cNvSpPr/>
          <p:nvPr/>
        </p:nvSpPr>
        <p:spPr>
          <a:xfrm>
            <a:off x="6793944" y="9580836"/>
            <a:ext cx="78828" cy="78828"/>
          </a:xfrm>
          <a:prstGeom prst="ellipse">
            <a:avLst/>
          </a:prstGeom>
          <a:solidFill>
            <a:srgbClr val="14161C">
              <a:alpha val="28000"/>
            </a:srgbClr>
          </a:solidFill>
          <a:ln/>
        </p:spPr>
      </p:sp>
      <p:sp>
        <p:nvSpPr>
          <p:cNvPr id="62" name="Shape 60"/>
          <p:cNvSpPr/>
          <p:nvPr/>
        </p:nvSpPr>
        <p:spPr>
          <a:xfrm>
            <a:off x="6951599" y="9580836"/>
            <a:ext cx="78828" cy="78828"/>
          </a:xfrm>
          <a:prstGeom prst="ellipse">
            <a:avLst/>
          </a:prstGeom>
          <a:solidFill>
            <a:srgbClr val="14161C">
              <a:alpha val="28000"/>
            </a:srgbClr>
          </a:solidFill>
          <a:ln/>
        </p:spPr>
      </p:sp>
      <p:sp>
        <p:nvSpPr>
          <p:cNvPr id="63" name="Shape 61"/>
          <p:cNvSpPr/>
          <p:nvPr/>
        </p:nvSpPr>
        <p:spPr>
          <a:xfrm>
            <a:off x="7109254" y="9580836"/>
            <a:ext cx="78828" cy="78828"/>
          </a:xfrm>
          <a:prstGeom prst="ellipse">
            <a:avLst/>
          </a:prstGeom>
          <a:solidFill>
            <a:srgbClr val="14161C">
              <a:alpha val="28000"/>
            </a:srgbClr>
          </a:solidFill>
          <a:ln/>
        </p:spPr>
      </p:sp>
      <p:sp>
        <p:nvSpPr>
          <p:cNvPr id="64" name="Shape 62"/>
          <p:cNvSpPr/>
          <p:nvPr/>
        </p:nvSpPr>
        <p:spPr>
          <a:xfrm>
            <a:off x="7266909" y="9580836"/>
            <a:ext cx="78828" cy="78828"/>
          </a:xfrm>
          <a:prstGeom prst="ellipse">
            <a:avLst/>
          </a:prstGeom>
          <a:solidFill>
            <a:srgbClr val="14161C">
              <a:alpha val="28000"/>
            </a:srgbClr>
          </a:solidFill>
          <a:ln/>
        </p:spPr>
      </p:sp>
      <p:sp>
        <p:nvSpPr>
          <p:cNvPr id="65" name="Shape 63"/>
          <p:cNvSpPr/>
          <p:nvPr/>
        </p:nvSpPr>
        <p:spPr>
          <a:xfrm>
            <a:off x="7424564" y="9580836"/>
            <a:ext cx="78828" cy="78828"/>
          </a:xfrm>
          <a:prstGeom prst="ellipse">
            <a:avLst/>
          </a:prstGeom>
          <a:solidFill>
            <a:srgbClr val="14161C">
              <a:alpha val="28000"/>
            </a:srgbClr>
          </a:solidFill>
          <a:ln/>
        </p:spPr>
      </p:sp>
      <p:sp>
        <p:nvSpPr>
          <p:cNvPr id="66" name="Shape 64"/>
          <p:cNvSpPr/>
          <p:nvPr/>
        </p:nvSpPr>
        <p:spPr>
          <a:xfrm>
            <a:off x="7582219" y="9580836"/>
            <a:ext cx="78828" cy="78828"/>
          </a:xfrm>
          <a:prstGeom prst="ellipse">
            <a:avLst/>
          </a:prstGeom>
          <a:solidFill>
            <a:srgbClr val="14161C">
              <a:alpha val="28000"/>
            </a:srgbClr>
          </a:solidFill>
          <a:ln/>
        </p:spPr>
      </p:sp>
      <p:sp>
        <p:nvSpPr>
          <p:cNvPr id="67" name="Shape 65"/>
          <p:cNvSpPr/>
          <p:nvPr/>
        </p:nvSpPr>
        <p:spPr>
          <a:xfrm>
            <a:off x="7739874" y="9580836"/>
            <a:ext cx="78828" cy="78828"/>
          </a:xfrm>
          <a:prstGeom prst="ellipse">
            <a:avLst/>
          </a:prstGeom>
          <a:solidFill>
            <a:srgbClr val="14161C">
              <a:alpha val="28000"/>
            </a:srgbClr>
          </a:solidFill>
          <a:ln/>
        </p:spPr>
      </p:sp>
      <p:sp>
        <p:nvSpPr>
          <p:cNvPr id="68" name="Shape 66"/>
          <p:cNvSpPr/>
          <p:nvPr/>
        </p:nvSpPr>
        <p:spPr>
          <a:xfrm>
            <a:off x="7897529" y="9580836"/>
            <a:ext cx="78828" cy="78828"/>
          </a:xfrm>
          <a:prstGeom prst="ellipse">
            <a:avLst/>
          </a:prstGeom>
          <a:solidFill>
            <a:srgbClr val="14161C">
              <a:alpha val="28000"/>
            </a:srgbClr>
          </a:solidFill>
          <a:ln/>
        </p:spPr>
      </p:sp>
      <p:sp>
        <p:nvSpPr>
          <p:cNvPr id="69" name="Shape 67"/>
          <p:cNvSpPr/>
          <p:nvPr/>
        </p:nvSpPr>
        <p:spPr>
          <a:xfrm>
            <a:off x="8055184" y="9580836"/>
            <a:ext cx="78828" cy="78828"/>
          </a:xfrm>
          <a:prstGeom prst="ellipse">
            <a:avLst/>
          </a:prstGeom>
          <a:solidFill>
            <a:srgbClr val="14161C">
              <a:alpha val="28000"/>
            </a:srgbClr>
          </a:solidFill>
          <a:ln/>
        </p:spPr>
      </p:sp>
      <p:sp>
        <p:nvSpPr>
          <p:cNvPr id="70" name="Shape 68"/>
          <p:cNvSpPr/>
          <p:nvPr/>
        </p:nvSpPr>
        <p:spPr>
          <a:xfrm>
            <a:off x="8212839" y="9580836"/>
            <a:ext cx="78828" cy="78828"/>
          </a:xfrm>
          <a:prstGeom prst="ellipse">
            <a:avLst/>
          </a:prstGeom>
          <a:solidFill>
            <a:srgbClr val="14161C">
              <a:alpha val="28000"/>
            </a:srgbClr>
          </a:solidFill>
          <a:ln/>
        </p:spPr>
      </p:sp>
      <p:sp>
        <p:nvSpPr>
          <p:cNvPr id="71" name="Shape 69"/>
          <p:cNvSpPr/>
          <p:nvPr/>
        </p:nvSpPr>
        <p:spPr>
          <a:xfrm>
            <a:off x="8370494" y="9580836"/>
            <a:ext cx="78828" cy="78828"/>
          </a:xfrm>
          <a:prstGeom prst="ellipse">
            <a:avLst/>
          </a:prstGeom>
          <a:solidFill>
            <a:srgbClr val="14161C">
              <a:alpha val="28000"/>
            </a:srgbClr>
          </a:solidFill>
          <a:ln/>
        </p:spPr>
      </p:sp>
      <p:sp>
        <p:nvSpPr>
          <p:cNvPr id="72" name="Shape 70"/>
          <p:cNvSpPr/>
          <p:nvPr/>
        </p:nvSpPr>
        <p:spPr>
          <a:xfrm>
            <a:off x="8528148" y="9580836"/>
            <a:ext cx="78828" cy="78828"/>
          </a:xfrm>
          <a:prstGeom prst="ellipse">
            <a:avLst/>
          </a:prstGeom>
          <a:solidFill>
            <a:srgbClr val="14161C">
              <a:alpha val="28000"/>
            </a:srgbClr>
          </a:solidFill>
          <a:ln/>
        </p:spPr>
      </p:sp>
      <p:sp>
        <p:nvSpPr>
          <p:cNvPr id="73" name="Shape 71"/>
          <p:cNvSpPr/>
          <p:nvPr/>
        </p:nvSpPr>
        <p:spPr>
          <a:xfrm>
            <a:off x="8685803" y="9580836"/>
            <a:ext cx="78828" cy="78828"/>
          </a:xfrm>
          <a:prstGeom prst="ellipse">
            <a:avLst/>
          </a:prstGeom>
          <a:solidFill>
            <a:srgbClr val="14161C">
              <a:alpha val="28000"/>
            </a:srgbClr>
          </a:solidFill>
          <a:ln/>
        </p:spPr>
      </p:sp>
      <p:sp>
        <p:nvSpPr>
          <p:cNvPr id="74" name="Shape 72"/>
          <p:cNvSpPr/>
          <p:nvPr/>
        </p:nvSpPr>
        <p:spPr>
          <a:xfrm>
            <a:off x="8843458" y="9580836"/>
            <a:ext cx="78828" cy="78828"/>
          </a:xfrm>
          <a:prstGeom prst="ellipse">
            <a:avLst/>
          </a:prstGeom>
          <a:solidFill>
            <a:srgbClr val="14161C">
              <a:alpha val="28000"/>
            </a:srgbClr>
          </a:solidFill>
          <a:ln/>
        </p:spPr>
      </p:sp>
      <p:sp>
        <p:nvSpPr>
          <p:cNvPr id="75" name="Shape 73"/>
          <p:cNvSpPr/>
          <p:nvPr/>
        </p:nvSpPr>
        <p:spPr>
          <a:xfrm>
            <a:off x="9001113" y="9580836"/>
            <a:ext cx="78828" cy="78828"/>
          </a:xfrm>
          <a:prstGeom prst="ellipse">
            <a:avLst/>
          </a:prstGeom>
          <a:solidFill>
            <a:srgbClr val="14161C">
              <a:alpha val="28000"/>
            </a:srgbClr>
          </a:solidFill>
          <a:ln/>
        </p:spPr>
      </p:sp>
      <p:sp>
        <p:nvSpPr>
          <p:cNvPr id="76" name="Shape 74"/>
          <p:cNvSpPr/>
          <p:nvPr/>
        </p:nvSpPr>
        <p:spPr>
          <a:xfrm>
            <a:off x="9158768" y="9580836"/>
            <a:ext cx="78828" cy="78828"/>
          </a:xfrm>
          <a:prstGeom prst="ellipse">
            <a:avLst/>
          </a:prstGeom>
          <a:solidFill>
            <a:srgbClr val="14161C">
              <a:alpha val="28000"/>
            </a:srgbClr>
          </a:solidFill>
          <a:ln/>
        </p:spPr>
      </p:sp>
      <p:sp>
        <p:nvSpPr>
          <p:cNvPr id="77" name="Shape 75"/>
          <p:cNvSpPr/>
          <p:nvPr/>
        </p:nvSpPr>
        <p:spPr>
          <a:xfrm>
            <a:off x="9316423" y="9580836"/>
            <a:ext cx="78828" cy="78828"/>
          </a:xfrm>
          <a:prstGeom prst="ellipse">
            <a:avLst/>
          </a:prstGeom>
          <a:solidFill>
            <a:srgbClr val="14161C">
              <a:alpha val="28000"/>
            </a:srgbClr>
          </a:solidFill>
          <a:ln/>
        </p:spPr>
      </p:sp>
      <p:sp>
        <p:nvSpPr>
          <p:cNvPr id="78" name="Shape 76"/>
          <p:cNvSpPr/>
          <p:nvPr/>
        </p:nvSpPr>
        <p:spPr>
          <a:xfrm>
            <a:off x="9474078" y="9580836"/>
            <a:ext cx="78828" cy="78828"/>
          </a:xfrm>
          <a:prstGeom prst="ellipse">
            <a:avLst/>
          </a:prstGeom>
          <a:solidFill>
            <a:srgbClr val="14161C">
              <a:alpha val="28000"/>
            </a:srgbClr>
          </a:solidFill>
          <a:ln/>
        </p:spPr>
      </p:sp>
      <p:sp>
        <p:nvSpPr>
          <p:cNvPr id="79" name="Shape 77"/>
          <p:cNvSpPr/>
          <p:nvPr/>
        </p:nvSpPr>
        <p:spPr>
          <a:xfrm>
            <a:off x="9631733" y="9580836"/>
            <a:ext cx="78828" cy="78828"/>
          </a:xfrm>
          <a:prstGeom prst="ellipse">
            <a:avLst/>
          </a:prstGeom>
          <a:solidFill>
            <a:srgbClr val="14161C">
              <a:alpha val="28000"/>
            </a:srgbClr>
          </a:solidFill>
          <a:ln/>
        </p:spPr>
      </p:sp>
      <p:sp>
        <p:nvSpPr>
          <p:cNvPr id="80" name="Shape 78"/>
          <p:cNvSpPr/>
          <p:nvPr/>
        </p:nvSpPr>
        <p:spPr>
          <a:xfrm>
            <a:off x="9789388" y="9580836"/>
            <a:ext cx="78828" cy="78828"/>
          </a:xfrm>
          <a:prstGeom prst="ellipse">
            <a:avLst/>
          </a:prstGeom>
          <a:solidFill>
            <a:srgbClr val="14161C">
              <a:alpha val="28000"/>
            </a:srgbClr>
          </a:solidFill>
          <a:ln/>
        </p:spPr>
      </p:sp>
      <p:sp>
        <p:nvSpPr>
          <p:cNvPr id="81" name="Shape 79"/>
          <p:cNvSpPr/>
          <p:nvPr/>
        </p:nvSpPr>
        <p:spPr>
          <a:xfrm>
            <a:off x="9947043" y="9580836"/>
            <a:ext cx="78828" cy="78828"/>
          </a:xfrm>
          <a:prstGeom prst="ellipse">
            <a:avLst/>
          </a:prstGeom>
          <a:solidFill>
            <a:srgbClr val="14161C">
              <a:alpha val="28000"/>
            </a:srgbClr>
          </a:solidFill>
          <a:ln/>
        </p:spPr>
      </p:sp>
      <p:sp>
        <p:nvSpPr>
          <p:cNvPr id="82" name="Text 80"/>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10/58</a:t>
            </a:r>
            <a:endParaRPr lang="en-US" sz="1800" dirty="0"/>
          </a:p>
        </p:txBody>
      </p:sp>
      <p:sp>
        <p:nvSpPr>
          <p:cNvPr id="83" name="Shape 81"/>
          <p:cNvSpPr/>
          <p:nvPr/>
        </p:nvSpPr>
        <p:spPr>
          <a:xfrm>
            <a:off x="15983712" y="9076331"/>
            <a:ext cx="1645920" cy="552301"/>
          </a:xfrm>
          <a:prstGeom prst="roundRect">
            <a:avLst>
              <a:gd name="adj" fmla="val 28000"/>
            </a:avLst>
          </a:prstGeom>
          <a:solidFill>
            <a:srgbClr val="FFFFFF">
              <a:alpha val="82000"/>
            </a:srgbClr>
          </a:solidFill>
          <a:ln/>
        </p:spPr>
      </p:sp>
      <p:pic>
        <p:nvPicPr>
          <p:cNvPr id="84" name="Moda image moda-export-watermark-6c4199db-af2f-40f7-8a31-ea668517fdf6"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F3EEE3"/>
                </a:solidFill>
                <a:latin typeface="Noto Sans JP ExtraBold" pitchFamily="34" charset="0"/>
                <a:ea typeface="Noto Sans JP ExtraBold" pitchFamily="34" charset="-122"/>
                <a:cs typeface="Noto Sans JP ExtraBold" pitchFamily="34" charset="-120"/>
              </a:rPr>
              <a:t>尿素から 堆積物までの 反応の 流れ</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2C3040"/>
            </a:solidFill>
            <a:prstDash val="solid"/>
          </a:ln>
        </p:spPr>
      </p:sp>
      <p:pic>
        <p:nvPicPr>
          <p:cNvPr id="4" name="Moda image rect-1793247497597-289911016" descr="">    </p:cNvPr>
          <p:cNvPicPr>
            <a:picLocks noChangeAspect="1"/>
          </p:cNvPicPr>
          <p:nvPr/>
        </p:nvPicPr>
        <p:blipFill>
          <a:blip r:embed="rId1"/>
          <a:srcRect l="0" r="0" t="0" b="0"/>
          <a:stretch/>
        </p:blipFill>
        <p:spPr>
          <a:xfrm>
            <a:off x="1104900" y="2440781"/>
            <a:ext cx="9715500" cy="5710238"/>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9AA0B5"/>
                </a:solidFill>
                <a:latin typeface="Noto Sans JP" pitchFamily="34" charset="0"/>
                <a:ea typeface="Noto Sans JP" pitchFamily="34" charset="-122"/>
                <a:cs typeface="Noto Sans JP" pitchFamily="34" charset="-120"/>
              </a:rPr>
              <a:t>図:</a:t>
            </a:r>
            <a:r>
              <a:rPr lang="en-US" sz="1650" dirty="0" spc="-1" kern="0">
                <a:solidFill>
                  <a:srgbClr val="9AA0B5"/>
                </a:solidFill>
                <a:latin typeface="Noto Sans JP" pitchFamily="34" charset="0"/>
                <a:ea typeface="Noto Sans JP" pitchFamily="34" charset="-122"/>
                <a:cs typeface="Noto Sans JP" pitchFamily="34" charset="-120"/>
              </a:rPr>
              <a:t> 自作、</a:t>
            </a:r>
            <a:r>
              <a:rPr lang="en-US" sz="1650" dirty="0" spc="1" kern="0">
                <a:solidFill>
                  <a:srgbClr val="9AA0B5"/>
                </a:solidFill>
                <a:latin typeface="Noto Sans JP" pitchFamily="34" charset="0"/>
                <a:ea typeface="Noto Sans JP" pitchFamily="34" charset="-122"/>
                <a:cs typeface="Noto Sans JP" pitchFamily="34" charset="-120"/>
              </a:rPr>
              <a:t> Tischer 2019、</a:t>
            </a:r>
            <a:r>
              <a:rPr lang="en-US" sz="1650" dirty="0" spc="-3" kern="0">
                <a:solidFill>
                  <a:srgbClr val="9AA0B5"/>
                </a:solidFill>
                <a:latin typeface="Noto Sans JP" pitchFamily="34" charset="0"/>
                <a:ea typeface="Noto Sans JP" pitchFamily="34" charset="-122"/>
                <a:cs typeface="Noto Sans JP" pitchFamily="34" charset="-120"/>
              </a:rPr>
              <a:t> Bernhard</a:t>
            </a:r>
            <a:r>
              <a:rPr lang="en-US" sz="1650" dirty="0" spc="1" kern="0">
                <a:solidFill>
                  <a:srgbClr val="9AA0B5"/>
                </a:solidFill>
                <a:latin typeface="Noto Sans JP" pitchFamily="34" charset="0"/>
                <a:ea typeface="Noto Sans JP" pitchFamily="34" charset="-122"/>
                <a:cs typeface="Noto Sans JP" pitchFamily="34" charset="-120"/>
              </a:rPr>
              <a:t> 2012、</a:t>
            </a:r>
            <a:r>
              <a:rPr lang="en-US" sz="1650" dirty="0" spc="-2" kern="0">
                <a:solidFill>
                  <a:srgbClr val="9AA0B5"/>
                </a:solidFill>
                <a:latin typeface="Noto Sans JP" pitchFamily="34" charset="0"/>
                <a:ea typeface="Noto Sans JP" pitchFamily="34" charset="-122"/>
                <a:cs typeface="Noto Sans JP" pitchFamily="34" charset="-120"/>
              </a:rPr>
              <a:t> Zhu</a:t>
            </a:r>
            <a:r>
              <a:rPr lang="en-US" sz="1650" dirty="0" spc="-3" kern="0">
                <a:solidFill>
                  <a:srgbClr val="9AA0B5"/>
                </a:solidFill>
                <a:latin typeface="Noto Sans JP" pitchFamily="34" charset="0"/>
                <a:ea typeface="Noto Sans JP" pitchFamily="34" charset="-122"/>
                <a:cs typeface="Noto Sans JP" pitchFamily="34" charset="-120"/>
              </a:rPr>
              <a:t> 2023より[S3][S5][S8]</a:t>
            </a:r>
            <a:endParaRPr lang="en-US" sz="1650" dirty="0"/>
          </a:p>
        </p:txBody>
      </p:sp>
      <p:sp>
        <p:nvSpPr>
          <p:cNvPr id="6" name="Shape 3"/>
          <p:cNvSpPr/>
          <p:nvPr/>
        </p:nvSpPr>
        <p:spPr>
          <a:xfrm>
            <a:off x="11391900" y="2247900"/>
            <a:ext cx="5981700" cy="1428750"/>
          </a:xfrm>
          <a:prstGeom prst="roundRect">
            <a:avLst>
              <a:gd name="adj" fmla="val 13333"/>
            </a:avLst>
          </a:prstGeom>
          <a:solidFill>
            <a:srgbClr val="1E212B"/>
          </a:solidFill>
          <a:ln/>
        </p:spPr>
      </p:sp>
      <p:sp>
        <p:nvSpPr>
          <p:cNvPr id="7" name="Shape 4"/>
          <p:cNvSpPr/>
          <p:nvPr/>
        </p:nvSpPr>
        <p:spPr>
          <a:xfrm>
            <a:off x="11391900" y="2247900"/>
            <a:ext cx="114300" cy="1428750"/>
          </a:xfrm>
          <a:prstGeom prst="roundRect">
            <a:avLst>
              <a:gd name="adj" fmla="val 50000"/>
            </a:avLst>
          </a:prstGeom>
          <a:solidFill>
            <a:srgbClr val="7C93FF"/>
          </a:solidFill>
          <a:ln/>
        </p:spPr>
      </p:sp>
      <p:sp>
        <p:nvSpPr>
          <p:cNvPr id="8" name="Text 5"/>
          <p:cNvSpPr/>
          <p:nvPr/>
        </p:nvSpPr>
        <p:spPr>
          <a:xfrm>
            <a:off x="11734800" y="2247900"/>
            <a:ext cx="5448300" cy="1428750"/>
          </a:xfrm>
          <a:prstGeom prst="rect">
            <a:avLst/>
          </a:prstGeom>
          <a:noFill/>
          <a:ln/>
        </p:spPr>
        <p:txBody>
          <a:bodyPr wrap="square" lIns="0" tIns="0" rIns="0" bIns="0" rtlCol="0" anchor="ctr"/>
          <a:lstStyle/>
          <a:p>
            <a:pPr algn="l" indent="0" marL="0">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尿素は</a:t>
            </a:r>
            <a:r>
              <a:rPr lang="en-US" sz="2550" dirty="0" spc="1" kern="0">
                <a:solidFill>
                  <a:srgbClr val="F3EEE3"/>
                </a:solidFill>
                <a:latin typeface="Noto Sans JP SemiBold" pitchFamily="34" charset="0"/>
                <a:ea typeface="Noto Sans JP SemiBold" pitchFamily="34" charset="-122"/>
                <a:cs typeface="Noto Sans JP SemiBold" pitchFamily="34" charset="-120"/>
              </a:rPr>
              <a:t> NH3と</a:t>
            </a:r>
            <a:r>
              <a:rPr lang="en-US" sz="2550" dirty="0" spc="-16" kern="0">
                <a:solidFill>
                  <a:srgbClr val="F3EEE3"/>
                </a:solidFill>
                <a:latin typeface="Noto Sans JP SemiBold" pitchFamily="34" charset="0"/>
                <a:ea typeface="Noto Sans JP SemiBold" pitchFamily="34" charset="-122"/>
                <a:cs typeface="Noto Sans JP SemiBold" pitchFamily="34" charset="-120"/>
              </a:rPr>
              <a:t> HNCOを</a:t>
            </a:r>
            <a:r>
              <a:rPr lang="en-US" sz="2550" dirty="0" spc="1" kern="0">
                <a:solidFill>
                  <a:srgbClr val="F3EEE3"/>
                </a:solidFill>
                <a:latin typeface="Noto Sans JP SemiBold" pitchFamily="34" charset="0"/>
                <a:ea typeface="Noto Sans JP SemiBold" pitchFamily="34" charset="-122"/>
                <a:cs typeface="Noto Sans JP SemiBold" pitchFamily="34" charset="-120"/>
              </a:rPr>
              <a:t> 出す</a:t>
            </a:r>
            <a:endParaRPr lang="en-US" sz="2550" dirty="0"/>
          </a:p>
        </p:txBody>
      </p:sp>
      <p:sp>
        <p:nvSpPr>
          <p:cNvPr id="9" name="Shape 6"/>
          <p:cNvSpPr/>
          <p:nvPr/>
        </p:nvSpPr>
        <p:spPr>
          <a:xfrm>
            <a:off x="11391900" y="3905250"/>
            <a:ext cx="5981700" cy="1428750"/>
          </a:xfrm>
          <a:prstGeom prst="roundRect">
            <a:avLst>
              <a:gd name="adj" fmla="val 13333"/>
            </a:avLst>
          </a:prstGeom>
          <a:solidFill>
            <a:srgbClr val="1E212B"/>
          </a:solidFill>
          <a:ln/>
        </p:spPr>
      </p:sp>
      <p:sp>
        <p:nvSpPr>
          <p:cNvPr id="10" name="Shape 7"/>
          <p:cNvSpPr/>
          <p:nvPr/>
        </p:nvSpPr>
        <p:spPr>
          <a:xfrm>
            <a:off x="11391900" y="3905250"/>
            <a:ext cx="114300" cy="1428750"/>
          </a:xfrm>
          <a:prstGeom prst="roundRect">
            <a:avLst>
              <a:gd name="adj" fmla="val 50000"/>
            </a:avLst>
          </a:prstGeom>
          <a:solidFill>
            <a:srgbClr val="FFB454"/>
          </a:solidFill>
          <a:ln/>
        </p:spPr>
      </p:sp>
      <p:sp>
        <p:nvSpPr>
          <p:cNvPr id="11" name="Text 8"/>
          <p:cNvSpPr/>
          <p:nvPr/>
        </p:nvSpPr>
        <p:spPr>
          <a:xfrm>
            <a:off x="11734800" y="4000500"/>
            <a:ext cx="5448300" cy="571500"/>
          </a:xfrm>
          <a:prstGeom prst="rect">
            <a:avLst/>
          </a:prstGeom>
          <a:noFill/>
          <a:ln/>
        </p:spPr>
        <p:txBody>
          <a:bodyPr wrap="square" lIns="0" tIns="0" rIns="0" bIns="0" rtlCol="0" anchor="ctr"/>
          <a:lstStyle/>
          <a:p>
            <a:pPr algn="l" indent="0" marL="0">
              <a:buNone/>
            </a:pPr>
            <a:r>
              <a:rPr lang="en-US" sz="2250" dirty="0" spc="-13" kern="0">
                <a:solidFill>
                  <a:srgbClr val="FFB454"/>
                </a:solidFill>
                <a:latin typeface="Noto Sans JP ExtraBold" pitchFamily="34" charset="0"/>
                <a:ea typeface="Noto Sans JP ExtraBold" pitchFamily="34" charset="-122"/>
                <a:cs typeface="Noto Sans JP ExtraBold" pitchFamily="34" charset="-120"/>
              </a:rPr>
              <a:t>HNCO＋H2O</a:t>
            </a:r>
            <a:r>
              <a:rPr lang="en-US" sz="2250" dirty="0" spc="0" kern="0">
                <a:solidFill>
                  <a:srgbClr val="FFB454"/>
                </a:solidFill>
                <a:latin typeface="Noto Sans JP ExtraBold" pitchFamily="34" charset="0"/>
                <a:ea typeface="Noto Sans JP ExtraBold" pitchFamily="34" charset="-122"/>
                <a:cs typeface="Noto Sans JP ExtraBold" pitchFamily="34" charset="-120"/>
              </a:rPr>
              <a:t> →</a:t>
            </a:r>
            <a:r>
              <a:rPr lang="en-US" sz="2250" dirty="0" spc="-13" kern="0">
                <a:solidFill>
                  <a:srgbClr val="FFB454"/>
                </a:solidFill>
                <a:latin typeface="Noto Sans JP ExtraBold" pitchFamily="34" charset="0"/>
                <a:ea typeface="Noto Sans JP ExtraBold" pitchFamily="34" charset="-122"/>
                <a:cs typeface="Noto Sans JP ExtraBold" pitchFamily="34" charset="-120"/>
              </a:rPr>
              <a:t> NH3＋CO2</a:t>
            </a:r>
            <a:endParaRPr lang="en-US" sz="2250" dirty="0"/>
          </a:p>
        </p:txBody>
      </p:sp>
      <p:sp>
        <p:nvSpPr>
          <p:cNvPr id="12" name="Text 9"/>
          <p:cNvSpPr/>
          <p:nvPr/>
        </p:nvSpPr>
        <p:spPr>
          <a:xfrm>
            <a:off x="11734800" y="4476750"/>
            <a:ext cx="5448300" cy="800100"/>
          </a:xfrm>
          <a:prstGeom prst="rect">
            <a:avLst/>
          </a:prstGeom>
          <a:noFill/>
          <a:ln/>
        </p:spPr>
        <p:txBody>
          <a:bodyPr wrap="square" lIns="0" tIns="32248" rIns="0" bIns="-32248" rtlCol="0" anchor="ctr"/>
          <a:lstStyle/>
          <a:p>
            <a:pPr algn="l" indent="0" marL="0">
              <a:lnSpc>
                <a:spcPts val="2933"/>
              </a:lnSpc>
              <a:buNone/>
            </a:pPr>
            <a:r>
              <a:rPr lang="en-US" sz="2550" dirty="0" kern="0">
                <a:solidFill>
                  <a:srgbClr val="F3EEE3"/>
                </a:solidFill>
                <a:latin typeface="Noto Sans JP SemiBold" pitchFamily="34" charset="0"/>
                <a:ea typeface="Noto Sans JP SemiBold" pitchFamily="34" charset="-122"/>
                <a:cs typeface="Noto Sans JP SemiBold" pitchFamily="34" charset="-120"/>
              </a:rPr>
              <a:t>良い 経路</a:t>
            </a:r>
            <a:endParaRPr lang="en-US" sz="2550" dirty="0"/>
          </a:p>
        </p:txBody>
      </p:sp>
      <p:sp>
        <p:nvSpPr>
          <p:cNvPr id="13" name="Shape 10"/>
          <p:cNvSpPr/>
          <p:nvPr/>
        </p:nvSpPr>
        <p:spPr>
          <a:xfrm>
            <a:off x="11391900" y="5562600"/>
            <a:ext cx="5981700" cy="1428750"/>
          </a:xfrm>
          <a:prstGeom prst="roundRect">
            <a:avLst>
              <a:gd name="adj" fmla="val 13333"/>
            </a:avLst>
          </a:prstGeom>
          <a:solidFill>
            <a:srgbClr val="1E212B"/>
          </a:solidFill>
          <a:ln/>
        </p:spPr>
      </p:sp>
      <p:sp>
        <p:nvSpPr>
          <p:cNvPr id="14" name="Shape 11"/>
          <p:cNvSpPr/>
          <p:nvPr/>
        </p:nvSpPr>
        <p:spPr>
          <a:xfrm>
            <a:off x="11391900" y="5562600"/>
            <a:ext cx="114300" cy="1428750"/>
          </a:xfrm>
          <a:prstGeom prst="roundRect">
            <a:avLst>
              <a:gd name="adj" fmla="val 50000"/>
            </a:avLst>
          </a:prstGeom>
          <a:solidFill>
            <a:srgbClr val="3DD6A0"/>
          </a:solidFill>
          <a:ln/>
        </p:spPr>
      </p:sp>
      <p:sp>
        <p:nvSpPr>
          <p:cNvPr id="15" name="Text 12"/>
          <p:cNvSpPr/>
          <p:nvPr/>
        </p:nvSpPr>
        <p:spPr>
          <a:xfrm>
            <a:off x="11734800" y="5657850"/>
            <a:ext cx="5448300" cy="571500"/>
          </a:xfrm>
          <a:prstGeom prst="rect">
            <a:avLst/>
          </a:prstGeom>
          <a:noFill/>
          <a:ln/>
        </p:spPr>
        <p:txBody>
          <a:bodyPr wrap="square" lIns="0" tIns="0" rIns="0" bIns="0" rtlCol="0" anchor="ctr"/>
          <a:lstStyle/>
          <a:p>
            <a:pPr algn="l" indent="0" marL="0">
              <a:buNone/>
            </a:pPr>
            <a:r>
              <a:rPr lang="en-US" sz="2250" dirty="0" spc="-21" kern="0">
                <a:solidFill>
                  <a:srgbClr val="3DD6A0"/>
                </a:solidFill>
                <a:latin typeface="Noto Sans JP ExtraBold" pitchFamily="34" charset="0"/>
                <a:ea typeface="Noto Sans JP ExtraBold" pitchFamily="34" charset="-122"/>
                <a:cs typeface="Noto Sans JP ExtraBold" pitchFamily="34" charset="-120"/>
              </a:rPr>
              <a:t>HNCOがつながって</a:t>
            </a:r>
            <a:r>
              <a:rPr lang="en-US" sz="2250" dirty="0" spc="-1" kern="0">
                <a:solidFill>
                  <a:srgbClr val="3DD6A0"/>
                </a:solidFill>
                <a:latin typeface="Noto Sans JP ExtraBold" pitchFamily="34" charset="0"/>
                <a:ea typeface="Noto Sans JP ExtraBold" pitchFamily="34" charset="-122"/>
                <a:cs typeface="Noto Sans JP ExtraBold" pitchFamily="34" charset="-120"/>
              </a:rPr>
              <a:t> 堆積物に</a:t>
            </a:r>
            <a:endParaRPr lang="en-US" sz="2250" dirty="0"/>
          </a:p>
        </p:txBody>
      </p:sp>
      <p:sp>
        <p:nvSpPr>
          <p:cNvPr id="16" name="Text 13"/>
          <p:cNvSpPr/>
          <p:nvPr/>
        </p:nvSpPr>
        <p:spPr>
          <a:xfrm>
            <a:off x="11734800" y="6134100"/>
            <a:ext cx="5448300" cy="800100"/>
          </a:xfrm>
          <a:prstGeom prst="rect">
            <a:avLst/>
          </a:prstGeom>
          <a:noFill/>
          <a:ln/>
        </p:spPr>
        <p:txBody>
          <a:bodyPr wrap="square" lIns="0" tIns="32248" rIns="0" bIns="-32248" rtlCol="0" anchor="ctr"/>
          <a:lstStyle/>
          <a:p>
            <a:pPr algn="l" indent="0" marL="0">
              <a:lnSpc>
                <a:spcPts val="2933"/>
              </a:lnSpc>
              <a:buNone/>
            </a:pPr>
            <a:r>
              <a:rPr lang="en-US" sz="2550" dirty="0" kern="0">
                <a:solidFill>
                  <a:srgbClr val="F3EEE3"/>
                </a:solidFill>
                <a:latin typeface="Noto Sans JP SemiBold" pitchFamily="34" charset="0"/>
                <a:ea typeface="Noto Sans JP SemiBold" pitchFamily="34" charset="-122"/>
                <a:cs typeface="Noto Sans JP SemiBold" pitchFamily="34" charset="-120"/>
              </a:rPr>
              <a:t>悪い 経路</a:t>
            </a:r>
            <a:endParaRPr lang="en-US" sz="2550" dirty="0"/>
          </a:p>
        </p:txBody>
      </p:sp>
      <p:sp>
        <p:nvSpPr>
          <p:cNvPr id="17" name="Text 14"/>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[S3]</a:t>
            </a:r>
            <a:r>
              <a:rPr lang="en-US" sz="1800" dirty="0" spc="-1" kern="0">
                <a:solidFill>
                  <a:srgbClr val="9AA0B5"/>
                </a:solidFill>
                <a:latin typeface="Noto Sans JP" pitchFamily="34" charset="0"/>
                <a:ea typeface="Noto Sans JP" pitchFamily="34" charset="-122"/>
                <a:cs typeface="Noto Sans JP" pitchFamily="34" charset="-120"/>
              </a:rPr>
              <a:t> [S5]</a:t>
            </a:r>
            <a:r>
              <a:rPr lang="en-US" sz="1800" dirty="0" spc="-2" kern="0">
                <a:solidFill>
                  <a:srgbClr val="9AA0B5"/>
                </a:solidFill>
                <a:latin typeface="Noto Sans JP" pitchFamily="34" charset="0"/>
                <a:ea typeface="Noto Sans JP" pitchFamily="34" charset="-122"/>
                <a:cs typeface="Noto Sans JP" pitchFamily="34" charset="-120"/>
              </a:rPr>
              <a:t> [S8]</a:t>
            </a:r>
            <a:endParaRPr lang="en-US" sz="1800" dirty="0"/>
          </a:p>
        </p:txBody>
      </p:sp>
      <p:sp>
        <p:nvSpPr>
          <p:cNvPr id="18" name="Shape 15"/>
          <p:cNvSpPr/>
          <p:nvPr/>
        </p:nvSpPr>
        <p:spPr>
          <a:xfrm>
            <a:off x="960711" y="9580836"/>
            <a:ext cx="78828" cy="78828"/>
          </a:xfrm>
          <a:prstGeom prst="ellipse">
            <a:avLst/>
          </a:prstGeom>
          <a:solidFill>
            <a:srgbClr val="F3EEE3">
              <a:alpha val="28000"/>
            </a:srgbClr>
          </a:solidFill>
          <a:ln/>
        </p:spPr>
      </p:sp>
      <p:sp>
        <p:nvSpPr>
          <p:cNvPr id="19" name="Shape 16"/>
          <p:cNvSpPr/>
          <p:nvPr/>
        </p:nvSpPr>
        <p:spPr>
          <a:xfrm>
            <a:off x="1118366" y="9580836"/>
            <a:ext cx="78828" cy="78828"/>
          </a:xfrm>
          <a:prstGeom prst="ellipse">
            <a:avLst/>
          </a:prstGeom>
          <a:solidFill>
            <a:srgbClr val="F3EEE3">
              <a:alpha val="28000"/>
            </a:srgbClr>
          </a:solidFill>
          <a:ln/>
        </p:spPr>
      </p:sp>
      <p:sp>
        <p:nvSpPr>
          <p:cNvPr id="20" name="Shape 17"/>
          <p:cNvSpPr/>
          <p:nvPr/>
        </p:nvSpPr>
        <p:spPr>
          <a:xfrm>
            <a:off x="1276021" y="9580836"/>
            <a:ext cx="78828" cy="78828"/>
          </a:xfrm>
          <a:prstGeom prst="ellipse">
            <a:avLst/>
          </a:prstGeom>
          <a:solidFill>
            <a:srgbClr val="F3EEE3">
              <a:alpha val="28000"/>
            </a:srgbClr>
          </a:solidFill>
          <a:ln/>
        </p:spPr>
      </p:sp>
      <p:sp>
        <p:nvSpPr>
          <p:cNvPr id="21" name="Shape 18"/>
          <p:cNvSpPr/>
          <p:nvPr/>
        </p:nvSpPr>
        <p:spPr>
          <a:xfrm>
            <a:off x="1433676" y="9580836"/>
            <a:ext cx="78828" cy="78828"/>
          </a:xfrm>
          <a:prstGeom prst="ellipse">
            <a:avLst/>
          </a:prstGeom>
          <a:solidFill>
            <a:srgbClr val="F3EEE3">
              <a:alpha val="28000"/>
            </a:srgbClr>
          </a:solidFill>
          <a:ln/>
        </p:spPr>
      </p:sp>
      <p:sp>
        <p:nvSpPr>
          <p:cNvPr id="22" name="Shape 19"/>
          <p:cNvSpPr/>
          <p:nvPr/>
        </p:nvSpPr>
        <p:spPr>
          <a:xfrm>
            <a:off x="1591331" y="9580836"/>
            <a:ext cx="78828" cy="78828"/>
          </a:xfrm>
          <a:prstGeom prst="ellipse">
            <a:avLst/>
          </a:prstGeom>
          <a:solidFill>
            <a:srgbClr val="F3EEE3">
              <a:alpha val="28000"/>
            </a:srgbClr>
          </a:solidFill>
          <a:ln/>
        </p:spPr>
      </p:sp>
      <p:sp>
        <p:nvSpPr>
          <p:cNvPr id="23" name="Shape 20"/>
          <p:cNvSpPr/>
          <p:nvPr/>
        </p:nvSpPr>
        <p:spPr>
          <a:xfrm>
            <a:off x="1748986" y="9580836"/>
            <a:ext cx="78828" cy="78828"/>
          </a:xfrm>
          <a:prstGeom prst="ellipse">
            <a:avLst/>
          </a:prstGeom>
          <a:solidFill>
            <a:srgbClr val="F3EEE3">
              <a:alpha val="28000"/>
            </a:srgbClr>
          </a:solidFill>
          <a:ln/>
        </p:spPr>
      </p:sp>
      <p:sp>
        <p:nvSpPr>
          <p:cNvPr id="24" name="Shape 21"/>
          <p:cNvSpPr/>
          <p:nvPr/>
        </p:nvSpPr>
        <p:spPr>
          <a:xfrm>
            <a:off x="1906641" y="9580836"/>
            <a:ext cx="78828" cy="78828"/>
          </a:xfrm>
          <a:prstGeom prst="ellipse">
            <a:avLst/>
          </a:prstGeom>
          <a:solidFill>
            <a:srgbClr val="F3EEE3">
              <a:alpha val="28000"/>
            </a:srgbClr>
          </a:solidFill>
          <a:ln/>
        </p:spPr>
      </p:sp>
      <p:sp>
        <p:nvSpPr>
          <p:cNvPr id="25" name="Shape 22"/>
          <p:cNvSpPr/>
          <p:nvPr/>
        </p:nvSpPr>
        <p:spPr>
          <a:xfrm>
            <a:off x="2064296" y="9580836"/>
            <a:ext cx="78828" cy="78828"/>
          </a:xfrm>
          <a:prstGeom prst="ellipse">
            <a:avLst/>
          </a:prstGeom>
          <a:solidFill>
            <a:srgbClr val="F3EEE3">
              <a:alpha val="28000"/>
            </a:srgbClr>
          </a:solidFill>
          <a:ln/>
        </p:spPr>
      </p:sp>
      <p:sp>
        <p:nvSpPr>
          <p:cNvPr id="26" name="Shape 23"/>
          <p:cNvSpPr/>
          <p:nvPr/>
        </p:nvSpPr>
        <p:spPr>
          <a:xfrm>
            <a:off x="2221951" y="9580836"/>
            <a:ext cx="78828" cy="78828"/>
          </a:xfrm>
          <a:prstGeom prst="ellipse">
            <a:avLst/>
          </a:prstGeom>
          <a:solidFill>
            <a:srgbClr val="F3EEE3">
              <a:alpha val="28000"/>
            </a:srgbClr>
          </a:solidFill>
          <a:ln/>
        </p:spPr>
      </p:sp>
      <p:sp>
        <p:nvSpPr>
          <p:cNvPr id="27" name="Shape 24"/>
          <p:cNvSpPr/>
          <p:nvPr/>
        </p:nvSpPr>
        <p:spPr>
          <a:xfrm>
            <a:off x="2379606" y="9580836"/>
            <a:ext cx="78828" cy="78828"/>
          </a:xfrm>
          <a:prstGeom prst="ellipse">
            <a:avLst/>
          </a:prstGeom>
          <a:solidFill>
            <a:srgbClr val="F3EEE3">
              <a:alpha val="28000"/>
            </a:srgbClr>
          </a:solidFill>
          <a:ln/>
        </p:spPr>
      </p:sp>
      <p:sp>
        <p:nvSpPr>
          <p:cNvPr id="28" name="Shape 25"/>
          <p:cNvSpPr/>
          <p:nvPr/>
        </p:nvSpPr>
        <p:spPr>
          <a:xfrm>
            <a:off x="2524123" y="9567698"/>
            <a:ext cx="105103" cy="105103"/>
          </a:xfrm>
          <a:prstGeom prst="ellipse">
            <a:avLst/>
          </a:prstGeom>
          <a:solidFill>
            <a:srgbClr val="FF6A4D"/>
          </a:solidFill>
          <a:ln/>
        </p:spPr>
      </p:sp>
      <p:sp>
        <p:nvSpPr>
          <p:cNvPr id="29" name="Shape 26"/>
          <p:cNvSpPr/>
          <p:nvPr/>
        </p:nvSpPr>
        <p:spPr>
          <a:xfrm>
            <a:off x="2694916" y="9580836"/>
            <a:ext cx="78828" cy="78828"/>
          </a:xfrm>
          <a:prstGeom prst="ellipse">
            <a:avLst/>
          </a:prstGeom>
          <a:solidFill>
            <a:srgbClr val="F3EEE3">
              <a:alpha val="28000"/>
            </a:srgbClr>
          </a:solidFill>
          <a:ln/>
        </p:spPr>
      </p:sp>
      <p:sp>
        <p:nvSpPr>
          <p:cNvPr id="30" name="Shape 27"/>
          <p:cNvSpPr/>
          <p:nvPr/>
        </p:nvSpPr>
        <p:spPr>
          <a:xfrm>
            <a:off x="2852571" y="9580836"/>
            <a:ext cx="78828" cy="78828"/>
          </a:xfrm>
          <a:prstGeom prst="ellipse">
            <a:avLst/>
          </a:prstGeom>
          <a:solidFill>
            <a:srgbClr val="F3EEE3">
              <a:alpha val="28000"/>
            </a:srgbClr>
          </a:solidFill>
          <a:ln/>
        </p:spPr>
      </p:sp>
      <p:sp>
        <p:nvSpPr>
          <p:cNvPr id="31" name="Shape 28"/>
          <p:cNvSpPr/>
          <p:nvPr/>
        </p:nvSpPr>
        <p:spPr>
          <a:xfrm>
            <a:off x="3010225" y="9580836"/>
            <a:ext cx="78828" cy="78828"/>
          </a:xfrm>
          <a:prstGeom prst="ellipse">
            <a:avLst/>
          </a:prstGeom>
          <a:solidFill>
            <a:srgbClr val="F3EEE3">
              <a:alpha val="28000"/>
            </a:srgbClr>
          </a:solidFill>
          <a:ln/>
        </p:spPr>
      </p:sp>
      <p:sp>
        <p:nvSpPr>
          <p:cNvPr id="32" name="Shape 29"/>
          <p:cNvSpPr/>
          <p:nvPr/>
        </p:nvSpPr>
        <p:spPr>
          <a:xfrm>
            <a:off x="3167880" y="9580836"/>
            <a:ext cx="78828" cy="78828"/>
          </a:xfrm>
          <a:prstGeom prst="ellipse">
            <a:avLst/>
          </a:prstGeom>
          <a:solidFill>
            <a:srgbClr val="F3EEE3">
              <a:alpha val="28000"/>
            </a:srgbClr>
          </a:solidFill>
          <a:ln/>
        </p:spPr>
      </p:sp>
      <p:sp>
        <p:nvSpPr>
          <p:cNvPr id="33" name="Shape 30"/>
          <p:cNvSpPr/>
          <p:nvPr/>
        </p:nvSpPr>
        <p:spPr>
          <a:xfrm>
            <a:off x="3325535" y="9580836"/>
            <a:ext cx="78828" cy="78828"/>
          </a:xfrm>
          <a:prstGeom prst="ellipse">
            <a:avLst/>
          </a:prstGeom>
          <a:solidFill>
            <a:srgbClr val="F3EEE3">
              <a:alpha val="28000"/>
            </a:srgbClr>
          </a:solidFill>
          <a:ln/>
        </p:spPr>
      </p:sp>
      <p:sp>
        <p:nvSpPr>
          <p:cNvPr id="34" name="Shape 31"/>
          <p:cNvSpPr/>
          <p:nvPr/>
        </p:nvSpPr>
        <p:spPr>
          <a:xfrm>
            <a:off x="3483190" y="9580836"/>
            <a:ext cx="78828" cy="78828"/>
          </a:xfrm>
          <a:prstGeom prst="ellipse">
            <a:avLst/>
          </a:prstGeom>
          <a:solidFill>
            <a:srgbClr val="F3EEE3">
              <a:alpha val="28000"/>
            </a:srgbClr>
          </a:solidFill>
          <a:ln/>
        </p:spPr>
      </p:sp>
      <p:sp>
        <p:nvSpPr>
          <p:cNvPr id="35" name="Shape 32"/>
          <p:cNvSpPr/>
          <p:nvPr/>
        </p:nvSpPr>
        <p:spPr>
          <a:xfrm>
            <a:off x="3640845" y="9580836"/>
            <a:ext cx="78828" cy="78828"/>
          </a:xfrm>
          <a:prstGeom prst="ellipse">
            <a:avLst/>
          </a:prstGeom>
          <a:solidFill>
            <a:srgbClr val="F3EEE3">
              <a:alpha val="28000"/>
            </a:srgbClr>
          </a:solidFill>
          <a:ln/>
        </p:spPr>
      </p:sp>
      <p:sp>
        <p:nvSpPr>
          <p:cNvPr id="36" name="Shape 33"/>
          <p:cNvSpPr/>
          <p:nvPr/>
        </p:nvSpPr>
        <p:spPr>
          <a:xfrm>
            <a:off x="3798500" y="9580836"/>
            <a:ext cx="78828" cy="78828"/>
          </a:xfrm>
          <a:prstGeom prst="ellipse">
            <a:avLst/>
          </a:prstGeom>
          <a:solidFill>
            <a:srgbClr val="F3EEE3">
              <a:alpha val="28000"/>
            </a:srgbClr>
          </a:solidFill>
          <a:ln/>
        </p:spPr>
      </p:sp>
      <p:sp>
        <p:nvSpPr>
          <p:cNvPr id="37" name="Shape 34"/>
          <p:cNvSpPr/>
          <p:nvPr/>
        </p:nvSpPr>
        <p:spPr>
          <a:xfrm>
            <a:off x="3956155" y="9580836"/>
            <a:ext cx="78828" cy="78828"/>
          </a:xfrm>
          <a:prstGeom prst="ellipse">
            <a:avLst/>
          </a:prstGeom>
          <a:solidFill>
            <a:srgbClr val="F3EEE3">
              <a:alpha val="28000"/>
            </a:srgbClr>
          </a:solidFill>
          <a:ln/>
        </p:spPr>
      </p:sp>
      <p:sp>
        <p:nvSpPr>
          <p:cNvPr id="38" name="Shape 35"/>
          <p:cNvSpPr/>
          <p:nvPr/>
        </p:nvSpPr>
        <p:spPr>
          <a:xfrm>
            <a:off x="4113810" y="9580836"/>
            <a:ext cx="78828" cy="78828"/>
          </a:xfrm>
          <a:prstGeom prst="ellipse">
            <a:avLst/>
          </a:prstGeom>
          <a:solidFill>
            <a:srgbClr val="F3EEE3">
              <a:alpha val="28000"/>
            </a:srgbClr>
          </a:solidFill>
          <a:ln/>
        </p:spPr>
      </p:sp>
      <p:sp>
        <p:nvSpPr>
          <p:cNvPr id="39" name="Shape 36"/>
          <p:cNvSpPr/>
          <p:nvPr/>
        </p:nvSpPr>
        <p:spPr>
          <a:xfrm>
            <a:off x="4271465" y="9580836"/>
            <a:ext cx="78828" cy="78828"/>
          </a:xfrm>
          <a:prstGeom prst="ellipse">
            <a:avLst/>
          </a:prstGeom>
          <a:solidFill>
            <a:srgbClr val="F3EEE3">
              <a:alpha val="28000"/>
            </a:srgbClr>
          </a:solidFill>
          <a:ln/>
        </p:spPr>
      </p:sp>
      <p:sp>
        <p:nvSpPr>
          <p:cNvPr id="40" name="Shape 37"/>
          <p:cNvSpPr/>
          <p:nvPr/>
        </p:nvSpPr>
        <p:spPr>
          <a:xfrm>
            <a:off x="4429120" y="9580836"/>
            <a:ext cx="78828" cy="78828"/>
          </a:xfrm>
          <a:prstGeom prst="ellipse">
            <a:avLst/>
          </a:prstGeom>
          <a:solidFill>
            <a:srgbClr val="F3EEE3">
              <a:alpha val="28000"/>
            </a:srgbClr>
          </a:solidFill>
          <a:ln/>
        </p:spPr>
      </p:sp>
      <p:sp>
        <p:nvSpPr>
          <p:cNvPr id="41" name="Shape 38"/>
          <p:cNvSpPr/>
          <p:nvPr/>
        </p:nvSpPr>
        <p:spPr>
          <a:xfrm>
            <a:off x="4586775" y="9580836"/>
            <a:ext cx="78828" cy="78828"/>
          </a:xfrm>
          <a:prstGeom prst="ellipse">
            <a:avLst/>
          </a:prstGeom>
          <a:solidFill>
            <a:srgbClr val="F3EEE3">
              <a:alpha val="28000"/>
            </a:srgbClr>
          </a:solidFill>
          <a:ln/>
        </p:spPr>
      </p:sp>
      <p:sp>
        <p:nvSpPr>
          <p:cNvPr id="42" name="Shape 39"/>
          <p:cNvSpPr/>
          <p:nvPr/>
        </p:nvSpPr>
        <p:spPr>
          <a:xfrm>
            <a:off x="4744430" y="9580836"/>
            <a:ext cx="78828" cy="78828"/>
          </a:xfrm>
          <a:prstGeom prst="ellipse">
            <a:avLst/>
          </a:prstGeom>
          <a:solidFill>
            <a:srgbClr val="F3EEE3">
              <a:alpha val="28000"/>
            </a:srgbClr>
          </a:solidFill>
          <a:ln/>
        </p:spPr>
      </p:sp>
      <p:sp>
        <p:nvSpPr>
          <p:cNvPr id="43" name="Shape 40"/>
          <p:cNvSpPr/>
          <p:nvPr/>
        </p:nvSpPr>
        <p:spPr>
          <a:xfrm>
            <a:off x="4902085" y="9580836"/>
            <a:ext cx="78828" cy="78828"/>
          </a:xfrm>
          <a:prstGeom prst="ellipse">
            <a:avLst/>
          </a:prstGeom>
          <a:solidFill>
            <a:srgbClr val="F3EEE3">
              <a:alpha val="28000"/>
            </a:srgbClr>
          </a:solidFill>
          <a:ln/>
        </p:spPr>
      </p:sp>
      <p:sp>
        <p:nvSpPr>
          <p:cNvPr id="44" name="Shape 41"/>
          <p:cNvSpPr/>
          <p:nvPr/>
        </p:nvSpPr>
        <p:spPr>
          <a:xfrm>
            <a:off x="5059740" y="9580836"/>
            <a:ext cx="78828" cy="78828"/>
          </a:xfrm>
          <a:prstGeom prst="ellipse">
            <a:avLst/>
          </a:prstGeom>
          <a:solidFill>
            <a:srgbClr val="F3EEE3">
              <a:alpha val="28000"/>
            </a:srgbClr>
          </a:solidFill>
          <a:ln/>
        </p:spPr>
      </p:sp>
      <p:sp>
        <p:nvSpPr>
          <p:cNvPr id="45" name="Shape 42"/>
          <p:cNvSpPr/>
          <p:nvPr/>
        </p:nvSpPr>
        <p:spPr>
          <a:xfrm>
            <a:off x="5217395" y="9580836"/>
            <a:ext cx="78828" cy="78828"/>
          </a:xfrm>
          <a:prstGeom prst="ellipse">
            <a:avLst/>
          </a:prstGeom>
          <a:solidFill>
            <a:srgbClr val="F3EEE3">
              <a:alpha val="28000"/>
            </a:srgbClr>
          </a:solidFill>
          <a:ln/>
        </p:spPr>
      </p:sp>
      <p:sp>
        <p:nvSpPr>
          <p:cNvPr id="46" name="Shape 43"/>
          <p:cNvSpPr/>
          <p:nvPr/>
        </p:nvSpPr>
        <p:spPr>
          <a:xfrm>
            <a:off x="5375050" y="9580836"/>
            <a:ext cx="78828" cy="78828"/>
          </a:xfrm>
          <a:prstGeom prst="ellipse">
            <a:avLst/>
          </a:prstGeom>
          <a:solidFill>
            <a:srgbClr val="F3EEE3">
              <a:alpha val="28000"/>
            </a:srgbClr>
          </a:solidFill>
          <a:ln/>
        </p:spPr>
      </p:sp>
      <p:sp>
        <p:nvSpPr>
          <p:cNvPr id="47" name="Shape 44"/>
          <p:cNvSpPr/>
          <p:nvPr/>
        </p:nvSpPr>
        <p:spPr>
          <a:xfrm>
            <a:off x="5532705" y="9580836"/>
            <a:ext cx="78828" cy="78828"/>
          </a:xfrm>
          <a:prstGeom prst="ellipse">
            <a:avLst/>
          </a:prstGeom>
          <a:solidFill>
            <a:srgbClr val="F3EEE3">
              <a:alpha val="28000"/>
            </a:srgbClr>
          </a:solidFill>
          <a:ln/>
        </p:spPr>
      </p:sp>
      <p:sp>
        <p:nvSpPr>
          <p:cNvPr id="48" name="Shape 45"/>
          <p:cNvSpPr/>
          <p:nvPr/>
        </p:nvSpPr>
        <p:spPr>
          <a:xfrm>
            <a:off x="5690359" y="9580836"/>
            <a:ext cx="78828" cy="78828"/>
          </a:xfrm>
          <a:prstGeom prst="ellipse">
            <a:avLst/>
          </a:prstGeom>
          <a:solidFill>
            <a:srgbClr val="F3EEE3">
              <a:alpha val="28000"/>
            </a:srgbClr>
          </a:solidFill>
          <a:ln/>
        </p:spPr>
      </p:sp>
      <p:sp>
        <p:nvSpPr>
          <p:cNvPr id="49" name="Shape 46"/>
          <p:cNvSpPr/>
          <p:nvPr/>
        </p:nvSpPr>
        <p:spPr>
          <a:xfrm>
            <a:off x="5848014" y="9580836"/>
            <a:ext cx="78828" cy="78828"/>
          </a:xfrm>
          <a:prstGeom prst="ellipse">
            <a:avLst/>
          </a:prstGeom>
          <a:solidFill>
            <a:srgbClr val="F3EEE3">
              <a:alpha val="28000"/>
            </a:srgbClr>
          </a:solidFill>
          <a:ln/>
        </p:spPr>
      </p:sp>
      <p:sp>
        <p:nvSpPr>
          <p:cNvPr id="50" name="Shape 47"/>
          <p:cNvSpPr/>
          <p:nvPr/>
        </p:nvSpPr>
        <p:spPr>
          <a:xfrm>
            <a:off x="6005669" y="9580836"/>
            <a:ext cx="78828" cy="78828"/>
          </a:xfrm>
          <a:prstGeom prst="ellipse">
            <a:avLst/>
          </a:prstGeom>
          <a:solidFill>
            <a:srgbClr val="F3EEE3">
              <a:alpha val="28000"/>
            </a:srgbClr>
          </a:solidFill>
          <a:ln/>
        </p:spPr>
      </p:sp>
      <p:sp>
        <p:nvSpPr>
          <p:cNvPr id="51" name="Shape 48"/>
          <p:cNvSpPr/>
          <p:nvPr/>
        </p:nvSpPr>
        <p:spPr>
          <a:xfrm>
            <a:off x="6163324" y="9580836"/>
            <a:ext cx="78828" cy="78828"/>
          </a:xfrm>
          <a:prstGeom prst="ellipse">
            <a:avLst/>
          </a:prstGeom>
          <a:solidFill>
            <a:srgbClr val="F3EEE3">
              <a:alpha val="28000"/>
            </a:srgbClr>
          </a:solidFill>
          <a:ln/>
        </p:spPr>
      </p:sp>
      <p:sp>
        <p:nvSpPr>
          <p:cNvPr id="52" name="Shape 49"/>
          <p:cNvSpPr/>
          <p:nvPr/>
        </p:nvSpPr>
        <p:spPr>
          <a:xfrm>
            <a:off x="6320979" y="9580836"/>
            <a:ext cx="78828" cy="78828"/>
          </a:xfrm>
          <a:prstGeom prst="ellipse">
            <a:avLst/>
          </a:prstGeom>
          <a:solidFill>
            <a:srgbClr val="F3EEE3">
              <a:alpha val="28000"/>
            </a:srgbClr>
          </a:solidFill>
          <a:ln/>
        </p:spPr>
      </p:sp>
      <p:sp>
        <p:nvSpPr>
          <p:cNvPr id="53" name="Shape 50"/>
          <p:cNvSpPr/>
          <p:nvPr/>
        </p:nvSpPr>
        <p:spPr>
          <a:xfrm>
            <a:off x="6478634" y="9580836"/>
            <a:ext cx="78828" cy="78828"/>
          </a:xfrm>
          <a:prstGeom prst="ellipse">
            <a:avLst/>
          </a:prstGeom>
          <a:solidFill>
            <a:srgbClr val="F3EEE3">
              <a:alpha val="28000"/>
            </a:srgbClr>
          </a:solidFill>
          <a:ln/>
        </p:spPr>
      </p:sp>
      <p:sp>
        <p:nvSpPr>
          <p:cNvPr id="54" name="Shape 51"/>
          <p:cNvSpPr/>
          <p:nvPr/>
        </p:nvSpPr>
        <p:spPr>
          <a:xfrm>
            <a:off x="6636289" y="9580836"/>
            <a:ext cx="78828" cy="78828"/>
          </a:xfrm>
          <a:prstGeom prst="ellipse">
            <a:avLst/>
          </a:prstGeom>
          <a:solidFill>
            <a:srgbClr val="F3EEE3">
              <a:alpha val="28000"/>
            </a:srgbClr>
          </a:solidFill>
          <a:ln/>
        </p:spPr>
      </p:sp>
      <p:sp>
        <p:nvSpPr>
          <p:cNvPr id="55" name="Shape 52"/>
          <p:cNvSpPr/>
          <p:nvPr/>
        </p:nvSpPr>
        <p:spPr>
          <a:xfrm>
            <a:off x="6793944" y="9580836"/>
            <a:ext cx="78828" cy="78828"/>
          </a:xfrm>
          <a:prstGeom prst="ellipse">
            <a:avLst/>
          </a:prstGeom>
          <a:solidFill>
            <a:srgbClr val="F3EEE3">
              <a:alpha val="28000"/>
            </a:srgbClr>
          </a:solidFill>
          <a:ln/>
        </p:spPr>
      </p:sp>
      <p:sp>
        <p:nvSpPr>
          <p:cNvPr id="56" name="Shape 53"/>
          <p:cNvSpPr/>
          <p:nvPr/>
        </p:nvSpPr>
        <p:spPr>
          <a:xfrm>
            <a:off x="6951599" y="9580836"/>
            <a:ext cx="78828" cy="78828"/>
          </a:xfrm>
          <a:prstGeom prst="ellipse">
            <a:avLst/>
          </a:prstGeom>
          <a:solidFill>
            <a:srgbClr val="F3EEE3">
              <a:alpha val="28000"/>
            </a:srgbClr>
          </a:solidFill>
          <a:ln/>
        </p:spPr>
      </p:sp>
      <p:sp>
        <p:nvSpPr>
          <p:cNvPr id="57" name="Shape 54"/>
          <p:cNvSpPr/>
          <p:nvPr/>
        </p:nvSpPr>
        <p:spPr>
          <a:xfrm>
            <a:off x="7109254" y="9580836"/>
            <a:ext cx="78828" cy="78828"/>
          </a:xfrm>
          <a:prstGeom prst="ellipse">
            <a:avLst/>
          </a:prstGeom>
          <a:solidFill>
            <a:srgbClr val="F3EEE3">
              <a:alpha val="28000"/>
            </a:srgbClr>
          </a:solidFill>
          <a:ln/>
        </p:spPr>
      </p:sp>
      <p:sp>
        <p:nvSpPr>
          <p:cNvPr id="58" name="Shape 55"/>
          <p:cNvSpPr/>
          <p:nvPr/>
        </p:nvSpPr>
        <p:spPr>
          <a:xfrm>
            <a:off x="7266909" y="9580836"/>
            <a:ext cx="78828" cy="78828"/>
          </a:xfrm>
          <a:prstGeom prst="ellipse">
            <a:avLst/>
          </a:prstGeom>
          <a:solidFill>
            <a:srgbClr val="F3EEE3">
              <a:alpha val="28000"/>
            </a:srgbClr>
          </a:solidFill>
          <a:ln/>
        </p:spPr>
      </p:sp>
      <p:sp>
        <p:nvSpPr>
          <p:cNvPr id="59" name="Shape 56"/>
          <p:cNvSpPr/>
          <p:nvPr/>
        </p:nvSpPr>
        <p:spPr>
          <a:xfrm>
            <a:off x="7424564" y="9580836"/>
            <a:ext cx="78828" cy="78828"/>
          </a:xfrm>
          <a:prstGeom prst="ellipse">
            <a:avLst/>
          </a:prstGeom>
          <a:solidFill>
            <a:srgbClr val="F3EEE3">
              <a:alpha val="28000"/>
            </a:srgbClr>
          </a:solidFill>
          <a:ln/>
        </p:spPr>
      </p:sp>
      <p:sp>
        <p:nvSpPr>
          <p:cNvPr id="60" name="Shape 57"/>
          <p:cNvSpPr/>
          <p:nvPr/>
        </p:nvSpPr>
        <p:spPr>
          <a:xfrm>
            <a:off x="7582219" y="9580836"/>
            <a:ext cx="78828" cy="78828"/>
          </a:xfrm>
          <a:prstGeom prst="ellipse">
            <a:avLst/>
          </a:prstGeom>
          <a:solidFill>
            <a:srgbClr val="F3EEE3">
              <a:alpha val="28000"/>
            </a:srgbClr>
          </a:solidFill>
          <a:ln/>
        </p:spPr>
      </p:sp>
      <p:sp>
        <p:nvSpPr>
          <p:cNvPr id="61" name="Shape 58"/>
          <p:cNvSpPr/>
          <p:nvPr/>
        </p:nvSpPr>
        <p:spPr>
          <a:xfrm>
            <a:off x="7739874" y="9580836"/>
            <a:ext cx="78828" cy="78828"/>
          </a:xfrm>
          <a:prstGeom prst="ellipse">
            <a:avLst/>
          </a:prstGeom>
          <a:solidFill>
            <a:srgbClr val="F3EEE3">
              <a:alpha val="28000"/>
            </a:srgbClr>
          </a:solidFill>
          <a:ln/>
        </p:spPr>
      </p:sp>
      <p:sp>
        <p:nvSpPr>
          <p:cNvPr id="62" name="Shape 59"/>
          <p:cNvSpPr/>
          <p:nvPr/>
        </p:nvSpPr>
        <p:spPr>
          <a:xfrm>
            <a:off x="7897529" y="9580836"/>
            <a:ext cx="78828" cy="78828"/>
          </a:xfrm>
          <a:prstGeom prst="ellipse">
            <a:avLst/>
          </a:prstGeom>
          <a:solidFill>
            <a:srgbClr val="F3EEE3">
              <a:alpha val="28000"/>
            </a:srgbClr>
          </a:solidFill>
          <a:ln/>
        </p:spPr>
      </p:sp>
      <p:sp>
        <p:nvSpPr>
          <p:cNvPr id="63" name="Shape 60"/>
          <p:cNvSpPr/>
          <p:nvPr/>
        </p:nvSpPr>
        <p:spPr>
          <a:xfrm>
            <a:off x="8055184" y="9580836"/>
            <a:ext cx="78828" cy="78828"/>
          </a:xfrm>
          <a:prstGeom prst="ellipse">
            <a:avLst/>
          </a:prstGeom>
          <a:solidFill>
            <a:srgbClr val="F3EEE3">
              <a:alpha val="28000"/>
            </a:srgbClr>
          </a:solidFill>
          <a:ln/>
        </p:spPr>
      </p:sp>
      <p:sp>
        <p:nvSpPr>
          <p:cNvPr id="64" name="Shape 61"/>
          <p:cNvSpPr/>
          <p:nvPr/>
        </p:nvSpPr>
        <p:spPr>
          <a:xfrm>
            <a:off x="8212839" y="9580836"/>
            <a:ext cx="78828" cy="78828"/>
          </a:xfrm>
          <a:prstGeom prst="ellipse">
            <a:avLst/>
          </a:prstGeom>
          <a:solidFill>
            <a:srgbClr val="F3EEE3">
              <a:alpha val="28000"/>
            </a:srgbClr>
          </a:solidFill>
          <a:ln/>
        </p:spPr>
      </p:sp>
      <p:sp>
        <p:nvSpPr>
          <p:cNvPr id="65" name="Shape 62"/>
          <p:cNvSpPr/>
          <p:nvPr/>
        </p:nvSpPr>
        <p:spPr>
          <a:xfrm>
            <a:off x="8370494" y="9580836"/>
            <a:ext cx="78828" cy="78828"/>
          </a:xfrm>
          <a:prstGeom prst="ellipse">
            <a:avLst/>
          </a:prstGeom>
          <a:solidFill>
            <a:srgbClr val="F3EEE3">
              <a:alpha val="28000"/>
            </a:srgbClr>
          </a:solidFill>
          <a:ln/>
        </p:spPr>
      </p:sp>
      <p:sp>
        <p:nvSpPr>
          <p:cNvPr id="66" name="Shape 63"/>
          <p:cNvSpPr/>
          <p:nvPr/>
        </p:nvSpPr>
        <p:spPr>
          <a:xfrm>
            <a:off x="8528148" y="9580836"/>
            <a:ext cx="78828" cy="78828"/>
          </a:xfrm>
          <a:prstGeom prst="ellipse">
            <a:avLst/>
          </a:prstGeom>
          <a:solidFill>
            <a:srgbClr val="F3EEE3">
              <a:alpha val="28000"/>
            </a:srgbClr>
          </a:solidFill>
          <a:ln/>
        </p:spPr>
      </p:sp>
      <p:sp>
        <p:nvSpPr>
          <p:cNvPr id="67" name="Shape 64"/>
          <p:cNvSpPr/>
          <p:nvPr/>
        </p:nvSpPr>
        <p:spPr>
          <a:xfrm>
            <a:off x="8685803" y="9580836"/>
            <a:ext cx="78828" cy="78828"/>
          </a:xfrm>
          <a:prstGeom prst="ellipse">
            <a:avLst/>
          </a:prstGeom>
          <a:solidFill>
            <a:srgbClr val="F3EEE3">
              <a:alpha val="28000"/>
            </a:srgbClr>
          </a:solidFill>
          <a:ln/>
        </p:spPr>
      </p:sp>
      <p:sp>
        <p:nvSpPr>
          <p:cNvPr id="68" name="Shape 65"/>
          <p:cNvSpPr/>
          <p:nvPr/>
        </p:nvSpPr>
        <p:spPr>
          <a:xfrm>
            <a:off x="8843458" y="9580836"/>
            <a:ext cx="78828" cy="78828"/>
          </a:xfrm>
          <a:prstGeom prst="ellipse">
            <a:avLst/>
          </a:prstGeom>
          <a:solidFill>
            <a:srgbClr val="F3EEE3">
              <a:alpha val="28000"/>
            </a:srgbClr>
          </a:solidFill>
          <a:ln/>
        </p:spPr>
      </p:sp>
      <p:sp>
        <p:nvSpPr>
          <p:cNvPr id="69" name="Shape 66"/>
          <p:cNvSpPr/>
          <p:nvPr/>
        </p:nvSpPr>
        <p:spPr>
          <a:xfrm>
            <a:off x="9001113" y="9580836"/>
            <a:ext cx="78828" cy="78828"/>
          </a:xfrm>
          <a:prstGeom prst="ellipse">
            <a:avLst/>
          </a:prstGeom>
          <a:solidFill>
            <a:srgbClr val="F3EEE3">
              <a:alpha val="28000"/>
            </a:srgbClr>
          </a:solidFill>
          <a:ln/>
        </p:spPr>
      </p:sp>
      <p:sp>
        <p:nvSpPr>
          <p:cNvPr id="70" name="Shape 67"/>
          <p:cNvSpPr/>
          <p:nvPr/>
        </p:nvSpPr>
        <p:spPr>
          <a:xfrm>
            <a:off x="9158768" y="9580836"/>
            <a:ext cx="78828" cy="78828"/>
          </a:xfrm>
          <a:prstGeom prst="ellipse">
            <a:avLst/>
          </a:prstGeom>
          <a:solidFill>
            <a:srgbClr val="F3EEE3">
              <a:alpha val="28000"/>
            </a:srgbClr>
          </a:solidFill>
          <a:ln/>
        </p:spPr>
      </p:sp>
      <p:sp>
        <p:nvSpPr>
          <p:cNvPr id="71" name="Shape 68"/>
          <p:cNvSpPr/>
          <p:nvPr/>
        </p:nvSpPr>
        <p:spPr>
          <a:xfrm>
            <a:off x="9316423" y="9580836"/>
            <a:ext cx="78828" cy="78828"/>
          </a:xfrm>
          <a:prstGeom prst="ellipse">
            <a:avLst/>
          </a:prstGeom>
          <a:solidFill>
            <a:srgbClr val="F3EEE3">
              <a:alpha val="28000"/>
            </a:srgbClr>
          </a:solidFill>
          <a:ln/>
        </p:spPr>
      </p:sp>
      <p:sp>
        <p:nvSpPr>
          <p:cNvPr id="72" name="Shape 69"/>
          <p:cNvSpPr/>
          <p:nvPr/>
        </p:nvSpPr>
        <p:spPr>
          <a:xfrm>
            <a:off x="9474078" y="9580836"/>
            <a:ext cx="78828" cy="78828"/>
          </a:xfrm>
          <a:prstGeom prst="ellipse">
            <a:avLst/>
          </a:prstGeom>
          <a:solidFill>
            <a:srgbClr val="F3EEE3">
              <a:alpha val="28000"/>
            </a:srgbClr>
          </a:solidFill>
          <a:ln/>
        </p:spPr>
      </p:sp>
      <p:sp>
        <p:nvSpPr>
          <p:cNvPr id="73" name="Shape 70"/>
          <p:cNvSpPr/>
          <p:nvPr/>
        </p:nvSpPr>
        <p:spPr>
          <a:xfrm>
            <a:off x="9631733" y="9580836"/>
            <a:ext cx="78828" cy="78828"/>
          </a:xfrm>
          <a:prstGeom prst="ellipse">
            <a:avLst/>
          </a:prstGeom>
          <a:solidFill>
            <a:srgbClr val="F3EEE3">
              <a:alpha val="28000"/>
            </a:srgbClr>
          </a:solidFill>
          <a:ln/>
        </p:spPr>
      </p:sp>
      <p:sp>
        <p:nvSpPr>
          <p:cNvPr id="74" name="Shape 71"/>
          <p:cNvSpPr/>
          <p:nvPr/>
        </p:nvSpPr>
        <p:spPr>
          <a:xfrm>
            <a:off x="9789388" y="9580836"/>
            <a:ext cx="78828" cy="78828"/>
          </a:xfrm>
          <a:prstGeom prst="ellipse">
            <a:avLst/>
          </a:prstGeom>
          <a:solidFill>
            <a:srgbClr val="F3EEE3">
              <a:alpha val="28000"/>
            </a:srgbClr>
          </a:solidFill>
          <a:ln/>
        </p:spPr>
      </p:sp>
      <p:sp>
        <p:nvSpPr>
          <p:cNvPr id="75" name="Shape 72"/>
          <p:cNvSpPr/>
          <p:nvPr/>
        </p:nvSpPr>
        <p:spPr>
          <a:xfrm>
            <a:off x="9947043" y="9580836"/>
            <a:ext cx="78828" cy="78828"/>
          </a:xfrm>
          <a:prstGeom prst="ellipse">
            <a:avLst/>
          </a:prstGeom>
          <a:solidFill>
            <a:srgbClr val="F3EEE3">
              <a:alpha val="28000"/>
            </a:srgbClr>
          </a:solidFill>
          <a:ln/>
        </p:spPr>
      </p:sp>
      <p:sp>
        <p:nvSpPr>
          <p:cNvPr id="76"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11/58</a:t>
            </a:r>
            <a:endParaRPr lang="en-US" sz="1800" dirty="0"/>
          </a:p>
        </p:txBody>
      </p:sp>
      <p:sp>
        <p:nvSpPr>
          <p:cNvPr id="77"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8" name="Moda image moda-export-watermark-0599130d-ffeb-4c31-a2af-3493b22477e1"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0" kern="0">
                <a:solidFill>
                  <a:srgbClr val="14161C"/>
                </a:solidFill>
                <a:latin typeface="Noto Sans JP ExtraBold" pitchFamily="34" charset="0"/>
                <a:ea typeface="Noto Sans JP ExtraBold" pitchFamily="34" charset="-122"/>
                <a:cs typeface="Noto Sans JP ExtraBold" pitchFamily="34" charset="-120"/>
              </a:rPr>
              <a:t>領域A：</a:t>
            </a:r>
            <a:r>
              <a:rPr lang="en-US" sz="5700" dirty="0" spc="-1" kern="0">
                <a:solidFill>
                  <a:srgbClr val="14161C"/>
                </a:solidFill>
                <a:latin typeface="Noto Sans JP ExtraBold" pitchFamily="34" charset="0"/>
                <a:ea typeface="Noto Sans JP ExtraBold" pitchFamily="34" charset="-122"/>
                <a:cs typeface="Noto Sans JP ExtraBold" pitchFamily="34" charset="-120"/>
              </a:rPr>
              <a:t> 低温、</a:t>
            </a:r>
            <a:r>
              <a:rPr lang="en-US" sz="5700" dirty="0" spc="0" kern="0">
                <a:solidFill>
                  <a:srgbClr val="14161C"/>
                </a:solidFill>
                <a:latin typeface="Noto Sans JP ExtraBold" pitchFamily="34" charset="0"/>
                <a:ea typeface="Noto Sans JP ExtraBold" pitchFamily="34" charset="-122"/>
                <a:cs typeface="Noto Sans JP ExtraBold" pitchFamily="34" charset="-120"/>
              </a:rPr>
              <a:t> 結晶化、 凝固</a:t>
            </a:r>
            <a:endParaRPr lang="en-US" sz="5700" dirty="0"/>
          </a:p>
        </p:txBody>
      </p:sp>
      <p:sp>
        <p:nvSpPr>
          <p:cNvPr id="3" name="Shape 1"/>
          <p:cNvSpPr/>
          <p:nvPr/>
        </p:nvSpPr>
        <p:spPr>
          <a:xfrm>
            <a:off x="914400" y="2724150"/>
            <a:ext cx="5305425" cy="2838450"/>
          </a:xfrm>
          <a:prstGeom prst="roundRect">
            <a:avLst>
              <a:gd name="adj" fmla="val 8054"/>
            </a:avLst>
          </a:prstGeom>
          <a:solidFill>
            <a:srgbClr val="E8E0CF"/>
          </a:solidFill>
          <a:ln/>
        </p:spPr>
      </p:sp>
      <p:sp>
        <p:nvSpPr>
          <p:cNvPr id="4" name="Shape 2"/>
          <p:cNvSpPr/>
          <p:nvPr/>
        </p:nvSpPr>
        <p:spPr>
          <a:xfrm>
            <a:off x="914400" y="2724150"/>
            <a:ext cx="114300" cy="2838450"/>
          </a:xfrm>
          <a:prstGeom prst="roundRect">
            <a:avLst>
              <a:gd name="adj" fmla="val 50000"/>
            </a:avLst>
          </a:prstGeom>
          <a:solidFill>
            <a:srgbClr val="0F766E"/>
          </a:solidFill>
          <a:ln/>
        </p:spPr>
      </p:sp>
      <p:sp>
        <p:nvSpPr>
          <p:cNvPr id="5" name="Text 3"/>
          <p:cNvSpPr/>
          <p:nvPr/>
        </p:nvSpPr>
        <p:spPr>
          <a:xfrm>
            <a:off x="1295400" y="2933700"/>
            <a:ext cx="4695825" cy="400050"/>
          </a:xfrm>
          <a:prstGeom prst="rect">
            <a:avLst/>
          </a:prstGeom>
          <a:noFill/>
          <a:ln/>
        </p:spPr>
        <p:txBody>
          <a:bodyPr wrap="square" lIns="0" tIns="0" rIns="0" bIns="0" rtlCol="0" anchor="ctr"/>
          <a:lstStyle/>
          <a:p>
            <a:pPr algn="l" indent="0" marL="0">
              <a:buNone/>
            </a:pPr>
            <a:r>
              <a:rPr lang="en-US" sz="2100" dirty="0" kern="0">
                <a:solidFill>
                  <a:srgbClr val="0F766E"/>
                </a:solidFill>
                <a:latin typeface="Noto Sans JP ExtraBold" pitchFamily="34" charset="0"/>
                <a:ea typeface="Noto Sans JP ExtraBold" pitchFamily="34" charset="-122"/>
                <a:cs typeface="Noto Sans JP ExtraBold" pitchFamily="34" charset="-120"/>
              </a:rPr>
              <a:t>状態</a:t>
            </a:r>
            <a:endParaRPr lang="en-US" sz="2100" dirty="0"/>
          </a:p>
        </p:txBody>
      </p:sp>
      <p:sp>
        <p:nvSpPr>
          <p:cNvPr id="6" name="Text 4"/>
          <p:cNvSpPr/>
          <p:nvPr/>
        </p:nvSpPr>
        <p:spPr>
          <a:xfrm>
            <a:off x="1295400" y="3448050"/>
            <a:ext cx="4695825" cy="1962150"/>
          </a:xfrm>
          <a:prstGeom prst="rect">
            <a:avLst/>
          </a:prstGeom>
          <a:noFill/>
          <a:ln/>
        </p:spPr>
        <p:txBody>
          <a:bodyPr wrap="square" lIns="0" tIns="39980" rIns="0" bIns="-39980" rtlCol="0" anchor="t"/>
          <a:lstStyle/>
          <a:p>
            <a:pPr algn="l" indent="0" marL="0">
              <a:lnSpc>
                <a:spcPts val="3188"/>
              </a:lnSpc>
              <a:buNone/>
            </a:pPr>
            <a:r>
              <a:rPr lang="en-US" sz="2550" dirty="0" spc="0" kern="0">
                <a:solidFill>
                  <a:srgbClr val="14161C"/>
                </a:solidFill>
                <a:latin typeface="Noto Sans JP Medium" pitchFamily="34" charset="0"/>
                <a:ea typeface="Noto Sans JP Medium" pitchFamily="34" charset="-122"/>
                <a:cs typeface="Noto Sans JP Medium" pitchFamily="34" charset="-120"/>
              </a:rPr>
              <a:t>-11.5°Cまで</a:t>
            </a:r>
            <a:r>
              <a:rPr lang="en-US" sz="2550" dirty="0" spc="-1" kern="0">
                <a:solidFill>
                  <a:srgbClr val="14161C"/>
                </a:solidFill>
                <a:latin typeface="Noto Sans JP Medium" pitchFamily="34" charset="0"/>
                <a:ea typeface="Noto Sans JP Medium" pitchFamily="34" charset="-122"/>
                <a:cs typeface="Noto Sans JP Medium" pitchFamily="34" charset="-120"/>
              </a:rPr>
              <a:t> 液体、その</a:t>
            </a:r>
            <a:r>
              <a:rPr lang="en-US" sz="2550" dirty="0" spc="0" kern="0">
                <a:solidFill>
                  <a:srgbClr val="14161C"/>
                </a:solidFill>
                <a:latin typeface="Noto Sans JP Medium" pitchFamily="34" charset="0"/>
                <a:ea typeface="Noto Sans JP Medium" pitchFamily="34" charset="-122"/>
                <a:cs typeface="Noto Sans JP Medium" pitchFamily="34" charset="-120"/>
              </a:rPr>
              <a:t> 先は 氷と 尿素の</a:t>
            </a:r>
            <a:r>
              <a:rPr lang="en-US" sz="2550" dirty="0" spc="-1" kern="0">
                <a:solidFill>
                  <a:srgbClr val="14161C"/>
                </a:solidFill>
                <a:latin typeface="Noto Sans JP Medium" pitchFamily="34" charset="0"/>
                <a:ea typeface="Noto Sans JP Medium" pitchFamily="34" charset="-122"/>
                <a:cs typeface="Noto Sans JP Medium" pitchFamily="34" charset="-120"/>
              </a:rPr>
              <a:t> 結晶</a:t>
            </a:r>
            <a:pPr algn="l" indent="0" marL="0">
              <a:lnSpc>
                <a:spcPts val="3188"/>
              </a:lnSpc>
              <a:buNone/>
            </a:pPr>
            <a:r>
              <a:rPr lang="en-US" sz="2550" dirty="0" spc="-1" kern="0">
                <a:solidFill>
                  <a:srgbClr val="6B6A66"/>
                </a:solidFill>
                <a:latin typeface="Noto Sans JP Medium" pitchFamily="34" charset="0"/>
                <a:ea typeface="Noto Sans JP Medium" pitchFamily="34" charset="-122"/>
                <a:cs typeface="Noto Sans JP Medium" pitchFamily="34" charset="-120"/>
              </a:rPr>
              <a:t>[S6]</a:t>
            </a:r>
            <a:endParaRPr lang="en-US" sz="2550" dirty="0"/>
          </a:p>
        </p:txBody>
      </p:sp>
      <p:sp>
        <p:nvSpPr>
          <p:cNvPr id="7" name="Shape 5"/>
          <p:cNvSpPr/>
          <p:nvPr/>
        </p:nvSpPr>
        <p:spPr>
          <a:xfrm>
            <a:off x="6486525" y="2724150"/>
            <a:ext cx="5305425" cy="2838450"/>
          </a:xfrm>
          <a:prstGeom prst="roundRect">
            <a:avLst>
              <a:gd name="adj" fmla="val 8054"/>
            </a:avLst>
          </a:prstGeom>
          <a:solidFill>
            <a:srgbClr val="E8E0CF"/>
          </a:solidFill>
          <a:ln/>
        </p:spPr>
      </p:sp>
      <p:sp>
        <p:nvSpPr>
          <p:cNvPr id="8" name="Shape 6"/>
          <p:cNvSpPr/>
          <p:nvPr/>
        </p:nvSpPr>
        <p:spPr>
          <a:xfrm>
            <a:off x="6486525" y="2724150"/>
            <a:ext cx="114300" cy="2838450"/>
          </a:xfrm>
          <a:prstGeom prst="roundRect">
            <a:avLst>
              <a:gd name="adj" fmla="val 50000"/>
            </a:avLst>
          </a:prstGeom>
          <a:solidFill>
            <a:srgbClr val="E8472B"/>
          </a:solidFill>
          <a:ln/>
        </p:spPr>
      </p:sp>
      <p:sp>
        <p:nvSpPr>
          <p:cNvPr id="9" name="Text 7"/>
          <p:cNvSpPr/>
          <p:nvPr/>
        </p:nvSpPr>
        <p:spPr>
          <a:xfrm>
            <a:off x="6867525" y="2933700"/>
            <a:ext cx="4695825" cy="400050"/>
          </a:xfrm>
          <a:prstGeom prst="rect">
            <a:avLst/>
          </a:prstGeom>
          <a:noFill/>
          <a:ln/>
        </p:spPr>
        <p:txBody>
          <a:bodyPr wrap="square" lIns="0" tIns="0" rIns="0" bIns="0" rtlCol="0" anchor="ctr"/>
          <a:lstStyle/>
          <a:p>
            <a:pPr algn="l" indent="0" marL="0">
              <a:buNone/>
            </a:pPr>
            <a:r>
              <a:rPr lang="en-US" sz="2100" dirty="0" spc="0" kern="0">
                <a:solidFill>
                  <a:srgbClr val="E8472B"/>
                </a:solidFill>
                <a:latin typeface="Noto Sans JP ExtraBold" pitchFamily="34" charset="0"/>
                <a:ea typeface="Noto Sans JP ExtraBold" pitchFamily="34" charset="-122"/>
                <a:cs typeface="Noto Sans JP ExtraBold" pitchFamily="34" charset="-120"/>
              </a:rPr>
              <a:t>存在する</a:t>
            </a:r>
            <a:r>
              <a:rPr lang="en-US" sz="2100" dirty="0" spc="1" kern="0">
                <a:solidFill>
                  <a:srgbClr val="E8472B"/>
                </a:solidFill>
                <a:latin typeface="Noto Sans JP ExtraBold" pitchFamily="34" charset="0"/>
                <a:ea typeface="Noto Sans JP ExtraBold" pitchFamily="34" charset="-122"/>
                <a:cs typeface="Noto Sans JP ExtraBold" pitchFamily="34" charset="-120"/>
              </a:rPr>
              <a:t> 物質</a:t>
            </a:r>
            <a:endParaRPr lang="en-US" sz="2100" dirty="0"/>
          </a:p>
        </p:txBody>
      </p:sp>
      <p:sp>
        <p:nvSpPr>
          <p:cNvPr id="10" name="Text 8"/>
          <p:cNvSpPr/>
          <p:nvPr/>
        </p:nvSpPr>
        <p:spPr>
          <a:xfrm>
            <a:off x="6867525" y="3448050"/>
            <a:ext cx="4695825" cy="1962150"/>
          </a:xfrm>
          <a:prstGeom prst="rect">
            <a:avLst/>
          </a:prstGeom>
          <a:noFill/>
          <a:ln/>
        </p:spPr>
        <p:txBody>
          <a:bodyPr wrap="square" lIns="0" tIns="39980" rIns="0" bIns="-39980" rtlCol="0" anchor="t"/>
          <a:lstStyle/>
          <a:p>
            <a:pPr algn="l" indent="0" marL="0">
              <a:lnSpc>
                <a:spcPts val="3188"/>
              </a:lnSpc>
              <a:buNone/>
            </a:pPr>
            <a:r>
              <a:rPr lang="en-US" sz="2550" dirty="0" spc="0" kern="0">
                <a:solidFill>
                  <a:srgbClr val="14161C"/>
                </a:solidFill>
                <a:latin typeface="Noto Sans JP Medium" pitchFamily="34" charset="0"/>
                <a:ea typeface="Noto Sans JP Medium" pitchFamily="34" charset="-122"/>
                <a:cs typeface="Noto Sans JP Medium" pitchFamily="34" charset="-120"/>
              </a:rPr>
              <a:t>水、 尿素、</a:t>
            </a:r>
            <a:r>
              <a:rPr lang="en-US" sz="2550" dirty="0" spc="-1" kern="0">
                <a:solidFill>
                  <a:srgbClr val="14161C"/>
                </a:solidFill>
                <a:latin typeface="Noto Sans JP Medium" pitchFamily="34" charset="0"/>
                <a:ea typeface="Noto Sans JP Medium" pitchFamily="34" charset="-122"/>
                <a:cs typeface="Noto Sans JP Medium" pitchFamily="34" charset="-120"/>
              </a:rPr>
              <a:t> 氷</a:t>
            </a:r>
            <a:pPr algn="l" indent="0" marL="0">
              <a:lnSpc>
                <a:spcPts val="3188"/>
              </a:lnSpc>
              <a:buNone/>
            </a:pPr>
            <a:r>
              <a:rPr lang="en-US" sz="2550" dirty="0" spc="-1" kern="0">
                <a:solidFill>
                  <a:srgbClr val="6B6A66"/>
                </a:solidFill>
                <a:latin typeface="Noto Sans JP Medium" pitchFamily="34" charset="0"/>
                <a:ea typeface="Noto Sans JP Medium" pitchFamily="34" charset="-122"/>
                <a:cs typeface="Noto Sans JP Medium" pitchFamily="34" charset="-120"/>
              </a:rPr>
              <a:t>[S6]</a:t>
            </a:r>
            <a:endParaRPr lang="en-US" sz="2550" dirty="0"/>
          </a:p>
        </p:txBody>
      </p:sp>
      <p:sp>
        <p:nvSpPr>
          <p:cNvPr id="11" name="Shape 9"/>
          <p:cNvSpPr/>
          <p:nvPr/>
        </p:nvSpPr>
        <p:spPr>
          <a:xfrm>
            <a:off x="12068175" y="2724150"/>
            <a:ext cx="5305425" cy="2838450"/>
          </a:xfrm>
          <a:prstGeom prst="roundRect">
            <a:avLst>
              <a:gd name="adj" fmla="val 8054"/>
            </a:avLst>
          </a:prstGeom>
          <a:solidFill>
            <a:srgbClr val="E8E0CF"/>
          </a:solidFill>
          <a:ln/>
        </p:spPr>
      </p:sp>
      <p:sp>
        <p:nvSpPr>
          <p:cNvPr id="12" name="Shape 10"/>
          <p:cNvSpPr/>
          <p:nvPr/>
        </p:nvSpPr>
        <p:spPr>
          <a:xfrm>
            <a:off x="12068175" y="2724150"/>
            <a:ext cx="114300" cy="2838450"/>
          </a:xfrm>
          <a:prstGeom prst="roundRect">
            <a:avLst>
              <a:gd name="adj" fmla="val 50000"/>
            </a:avLst>
          </a:prstGeom>
          <a:solidFill>
            <a:srgbClr val="1F3FD1"/>
          </a:solidFill>
          <a:ln/>
        </p:spPr>
      </p:sp>
      <p:sp>
        <p:nvSpPr>
          <p:cNvPr id="13" name="Text 11"/>
          <p:cNvSpPr/>
          <p:nvPr/>
        </p:nvSpPr>
        <p:spPr>
          <a:xfrm>
            <a:off x="12449175" y="2933700"/>
            <a:ext cx="4695825" cy="400050"/>
          </a:xfrm>
          <a:prstGeom prst="rect">
            <a:avLst/>
          </a:prstGeom>
          <a:noFill/>
          <a:ln/>
        </p:spPr>
        <p:txBody>
          <a:bodyPr wrap="square" lIns="0" tIns="0" rIns="0" bIns="0" rtlCol="0" anchor="ctr"/>
          <a:lstStyle/>
          <a:p>
            <a:pPr algn="l" indent="0" marL="0">
              <a:buNone/>
            </a:pPr>
            <a:r>
              <a:rPr lang="en-US" sz="2100" dirty="0" spc="0" kern="0">
                <a:solidFill>
                  <a:srgbClr val="1F3FD1"/>
                </a:solidFill>
                <a:latin typeface="Noto Sans JP ExtraBold" pitchFamily="34" charset="0"/>
                <a:ea typeface="Noto Sans JP ExtraBold" pitchFamily="34" charset="-122"/>
                <a:cs typeface="Noto Sans JP ExtraBold" pitchFamily="34" charset="-120"/>
              </a:rPr>
              <a:t>主な</a:t>
            </a:r>
            <a:r>
              <a:rPr lang="en-US" sz="2100" dirty="0" spc="1" kern="0">
                <a:solidFill>
                  <a:srgbClr val="1F3FD1"/>
                </a:solidFill>
                <a:latin typeface="Noto Sans JP ExtraBold" pitchFamily="34" charset="0"/>
                <a:ea typeface="Noto Sans JP ExtraBold" pitchFamily="34" charset="-122"/>
                <a:cs typeface="Noto Sans JP ExtraBold" pitchFamily="34" charset="-120"/>
              </a:rPr>
              <a:t> 反応</a:t>
            </a:r>
            <a:endParaRPr lang="en-US" sz="2100" dirty="0"/>
          </a:p>
        </p:txBody>
      </p:sp>
      <p:sp>
        <p:nvSpPr>
          <p:cNvPr id="14" name="Text 12"/>
          <p:cNvSpPr/>
          <p:nvPr/>
        </p:nvSpPr>
        <p:spPr>
          <a:xfrm>
            <a:off x="12449175" y="3448050"/>
            <a:ext cx="4695825" cy="1962150"/>
          </a:xfrm>
          <a:prstGeom prst="rect">
            <a:avLst/>
          </a:prstGeom>
          <a:noFill/>
          <a:ln/>
        </p:spPr>
        <p:txBody>
          <a:bodyPr wrap="square" lIns="0" tIns="39980" rIns="0" bIns="-39980" rtlCol="0" anchor="t"/>
          <a:lstStyle/>
          <a:p>
            <a:pPr algn="l" indent="0" marL="0">
              <a:lnSpc>
                <a:spcPts val="3188"/>
              </a:lnSpc>
              <a:buNone/>
            </a:pPr>
            <a:r>
              <a:rPr lang="en-US" sz="2550" dirty="0" spc="0" kern="0">
                <a:solidFill>
                  <a:srgbClr val="14161C"/>
                </a:solidFill>
                <a:latin typeface="Noto Sans JP Medium" pitchFamily="34" charset="0"/>
                <a:ea typeface="Noto Sans JP Medium" pitchFamily="34" charset="-122"/>
                <a:cs typeface="Noto Sans JP Medium" pitchFamily="34" charset="-120"/>
              </a:rPr>
              <a:t>目立った 化学反応はなく、</a:t>
            </a:r>
            <a:r>
              <a:rPr lang="en-US" sz="2550" dirty="0" spc="-1" kern="0">
                <a:solidFill>
                  <a:srgbClr val="14161C"/>
                </a:solidFill>
                <a:latin typeface="Noto Sans JP Medium" pitchFamily="34" charset="0"/>
                <a:ea typeface="Noto Sans JP Medium" pitchFamily="34" charset="-122"/>
                <a:cs typeface="Noto Sans JP Medium" pitchFamily="34" charset="-120"/>
              </a:rPr>
              <a:t> 相が</a:t>
            </a:r>
            <a:r>
              <a:rPr lang="en-US" sz="2550" dirty="0" spc="0" kern="0">
                <a:solidFill>
                  <a:srgbClr val="14161C"/>
                </a:solidFill>
                <a:latin typeface="Noto Sans JP Medium" pitchFamily="34" charset="0"/>
                <a:ea typeface="Noto Sans JP Medium" pitchFamily="34" charset="-122"/>
                <a:cs typeface="Noto Sans JP Medium" pitchFamily="34" charset="-120"/>
              </a:rPr>
              <a:t> 変わるだけ</a:t>
            </a:r>
            <a:endParaRPr lang="en-US" sz="2550" dirty="0"/>
          </a:p>
        </p:txBody>
      </p:sp>
      <p:sp>
        <p:nvSpPr>
          <p:cNvPr id="15" name="Shape 13"/>
          <p:cNvSpPr/>
          <p:nvPr/>
        </p:nvSpPr>
        <p:spPr>
          <a:xfrm>
            <a:off x="914400" y="5829300"/>
            <a:ext cx="5305425" cy="2838450"/>
          </a:xfrm>
          <a:prstGeom prst="roundRect">
            <a:avLst>
              <a:gd name="adj" fmla="val 8054"/>
            </a:avLst>
          </a:prstGeom>
          <a:solidFill>
            <a:srgbClr val="E8E0CF"/>
          </a:solidFill>
          <a:ln/>
        </p:spPr>
      </p:sp>
      <p:sp>
        <p:nvSpPr>
          <p:cNvPr id="16" name="Shape 14"/>
          <p:cNvSpPr/>
          <p:nvPr/>
        </p:nvSpPr>
        <p:spPr>
          <a:xfrm>
            <a:off x="914400" y="5829300"/>
            <a:ext cx="114300" cy="2838450"/>
          </a:xfrm>
          <a:prstGeom prst="roundRect">
            <a:avLst>
              <a:gd name="adj" fmla="val 50000"/>
            </a:avLst>
          </a:prstGeom>
          <a:solidFill>
            <a:srgbClr val="B45309"/>
          </a:solidFill>
          <a:ln/>
        </p:spPr>
      </p:sp>
      <p:sp>
        <p:nvSpPr>
          <p:cNvPr id="17" name="Text 15"/>
          <p:cNvSpPr/>
          <p:nvPr/>
        </p:nvSpPr>
        <p:spPr>
          <a:xfrm>
            <a:off x="1295400" y="6038850"/>
            <a:ext cx="4695825" cy="400050"/>
          </a:xfrm>
          <a:prstGeom prst="rect">
            <a:avLst/>
          </a:prstGeom>
          <a:noFill/>
          <a:ln/>
        </p:spPr>
        <p:txBody>
          <a:bodyPr wrap="square" lIns="0" tIns="0" rIns="0" bIns="0" rtlCol="0" anchor="ctr"/>
          <a:lstStyle/>
          <a:p>
            <a:pPr algn="l" indent="0" marL="0">
              <a:buNone/>
            </a:pPr>
            <a:r>
              <a:rPr lang="en-US" sz="2100" dirty="0" kern="0">
                <a:solidFill>
                  <a:srgbClr val="B45309"/>
                </a:solidFill>
                <a:latin typeface="Noto Sans JP ExtraBold" pitchFamily="34" charset="0"/>
                <a:ea typeface="Noto Sans JP ExtraBold" pitchFamily="34" charset="-122"/>
                <a:cs typeface="Noto Sans JP ExtraBold" pitchFamily="34" charset="-120"/>
              </a:rPr>
              <a:t>数値</a:t>
            </a:r>
            <a:endParaRPr lang="en-US" sz="2100" dirty="0"/>
          </a:p>
        </p:txBody>
      </p:sp>
      <p:sp>
        <p:nvSpPr>
          <p:cNvPr id="18" name="Text 16"/>
          <p:cNvSpPr/>
          <p:nvPr/>
        </p:nvSpPr>
        <p:spPr>
          <a:xfrm>
            <a:off x="1295400" y="6553200"/>
            <a:ext cx="4695825" cy="1962150"/>
          </a:xfrm>
          <a:prstGeom prst="rect">
            <a:avLst/>
          </a:prstGeom>
          <a:noFill/>
          <a:ln/>
        </p:spPr>
        <p:txBody>
          <a:bodyPr wrap="square" lIns="0" tIns="39980" rIns="0" bIns="-39980" rtlCol="0" anchor="t"/>
          <a:lstStyle/>
          <a:p>
            <a:pPr algn="l" indent="0" marL="0">
              <a:lnSpc>
                <a:spcPts val="3188"/>
              </a:lnSpc>
              <a:buNone/>
            </a:pPr>
            <a:r>
              <a:rPr lang="en-US" sz="2550" dirty="0" kern="0">
                <a:solidFill>
                  <a:srgbClr val="14161C"/>
                </a:solidFill>
                <a:latin typeface="Noto Sans JP Medium" pitchFamily="34" charset="0"/>
                <a:ea typeface="Noto Sans JP Medium" pitchFamily="34" charset="-122"/>
                <a:cs typeface="Noto Sans JP Medium" pitchFamily="34" charset="-120"/>
              </a:rPr>
              <a:t>-11.5°C</a:t>
            </a:r>
            <a:pPr algn="l" indent="0" marL="0">
              <a:lnSpc>
                <a:spcPts val="3188"/>
              </a:lnSpc>
              <a:buNone/>
            </a:pPr>
            <a:r>
              <a:rPr lang="en-US" sz="2550" dirty="0" spc="-1" kern="0">
                <a:solidFill>
                  <a:srgbClr val="6B6A66"/>
                </a:solidFill>
                <a:latin typeface="Noto Sans JP Medium" pitchFamily="34" charset="0"/>
                <a:ea typeface="Noto Sans JP Medium" pitchFamily="34" charset="-122"/>
                <a:cs typeface="Noto Sans JP Medium" pitchFamily="34" charset="-120"/>
              </a:rPr>
              <a:t>[S6]</a:t>
            </a:r>
            <a:pPr algn="l" indent="0" marL="0">
              <a:lnSpc>
                <a:spcPts val="3188"/>
              </a:lnSpc>
              <a:buNone/>
            </a:pPr>
            <a:r>
              <a:rPr lang="en-US" sz="2550" dirty="0" spc="-1" kern="0">
                <a:solidFill>
                  <a:srgbClr val="14161C"/>
                </a:solidFill>
                <a:latin typeface="Noto Sans JP Medium" pitchFamily="34" charset="0"/>
                <a:ea typeface="Noto Sans JP Medium" pitchFamily="34" charset="-122"/>
                <a:cs typeface="Noto Sans JP Medium" pitchFamily="34" charset="-120"/>
              </a:rPr>
              <a:t>、-11°C</a:t>
            </a:r>
            <a:pPr algn="l" indent="0" marL="0">
              <a:lnSpc>
                <a:spcPts val="3188"/>
              </a:lnSpc>
              <a:buNone/>
            </a:pPr>
            <a:r>
              <a:rPr lang="en-US" sz="2550" dirty="0" kern="0">
                <a:solidFill>
                  <a:srgbClr val="6B6A66"/>
                </a:solidFill>
                <a:latin typeface="Noto Sans JP Medium" pitchFamily="34" charset="0"/>
                <a:ea typeface="Noto Sans JP Medium" pitchFamily="34" charset="-122"/>
                <a:cs typeface="Noto Sans JP Medium" pitchFamily="34" charset="-120"/>
              </a:rPr>
              <a:t>[S13][S15]</a:t>
            </a:r>
            <a:pPr algn="l" indent="0" marL="0">
              <a:lnSpc>
                <a:spcPts val="3188"/>
              </a:lnSpc>
              <a:buNone/>
            </a:pPr>
            <a:r>
              <a:rPr lang="en-US" sz="2550" dirty="0" kern="0">
                <a:solidFill>
                  <a:srgbClr val="14161C"/>
                </a:solidFill>
                <a:latin typeface="Noto Sans JP Medium" pitchFamily="34" charset="0"/>
                <a:ea typeface="Noto Sans JP Medium" pitchFamily="34" charset="-122"/>
                <a:cs typeface="Noto Sans JP Medium" pitchFamily="34" charset="-120"/>
              </a:rPr>
              <a:t>、-11〜-15°C</a:t>
            </a:r>
            <a:pPr algn="l" indent="0" marL="0">
              <a:lnSpc>
                <a:spcPts val="3188"/>
              </a:lnSpc>
              <a:buNone/>
            </a:pPr>
            <a:r>
              <a:rPr lang="en-US" sz="2550" dirty="0" spc="-1" kern="0">
                <a:solidFill>
                  <a:srgbClr val="6B6A66"/>
                </a:solidFill>
                <a:latin typeface="Noto Sans JP Medium" pitchFamily="34" charset="0"/>
                <a:ea typeface="Noto Sans JP Medium" pitchFamily="34" charset="-122"/>
                <a:cs typeface="Noto Sans JP Medium" pitchFamily="34" charset="-120"/>
              </a:rPr>
              <a:t>[S7]</a:t>
            </a:r>
            <a:pPr algn="l" indent="0" marL="0">
              <a:lnSpc>
                <a:spcPts val="3188"/>
              </a:lnSpc>
              <a:buNone/>
            </a:pPr>
            <a:r>
              <a:rPr lang="en-US" sz="2550" dirty="0" spc="0" kern="0">
                <a:solidFill>
                  <a:srgbClr val="14161C"/>
                </a:solidFill>
                <a:latin typeface="Noto Sans JP Medium" pitchFamily="34" charset="0"/>
                <a:ea typeface="Noto Sans JP Medium" pitchFamily="34" charset="-122"/>
                <a:cs typeface="Noto Sans JP Medium" pitchFamily="34" charset="-120"/>
              </a:rPr>
              <a:t>、</a:t>
            </a:r>
            <a:r>
              <a:rPr lang="en-US" sz="2550" dirty="0" spc="-1" kern="0">
                <a:solidFill>
                  <a:srgbClr val="14161C"/>
                </a:solidFill>
                <a:latin typeface="Noto Sans JP Medium" pitchFamily="34" charset="0"/>
                <a:ea typeface="Noto Sans JP Medium" pitchFamily="34" charset="-122"/>
                <a:cs typeface="Noto Sans JP Medium" pitchFamily="34" charset="-120"/>
              </a:rPr>
              <a:t> 膨張約7%</a:t>
            </a:r>
            <a:pPr algn="l" indent="0" marL="0">
              <a:lnSpc>
                <a:spcPts val="3188"/>
              </a:lnSpc>
              <a:buNone/>
            </a:pPr>
            <a:r>
              <a:rPr lang="en-US" sz="2550" dirty="0" spc="-1" kern="0">
                <a:solidFill>
                  <a:srgbClr val="6B6A66"/>
                </a:solidFill>
                <a:latin typeface="Noto Sans JP Medium" pitchFamily="34" charset="0"/>
                <a:ea typeface="Noto Sans JP Medium" pitchFamily="34" charset="-122"/>
                <a:cs typeface="Noto Sans JP Medium" pitchFamily="34" charset="-120"/>
              </a:rPr>
              <a:t>[S6]</a:t>
            </a:r>
            <a:endParaRPr lang="en-US" sz="2550" dirty="0"/>
          </a:p>
        </p:txBody>
      </p:sp>
      <p:sp>
        <p:nvSpPr>
          <p:cNvPr id="19" name="Shape 17"/>
          <p:cNvSpPr/>
          <p:nvPr/>
        </p:nvSpPr>
        <p:spPr>
          <a:xfrm>
            <a:off x="6486525" y="5829300"/>
            <a:ext cx="5305425" cy="2838450"/>
          </a:xfrm>
          <a:prstGeom prst="roundRect">
            <a:avLst>
              <a:gd name="adj" fmla="val 8054"/>
            </a:avLst>
          </a:prstGeom>
          <a:solidFill>
            <a:srgbClr val="E8E0CF"/>
          </a:solidFill>
          <a:ln/>
        </p:spPr>
      </p:sp>
      <p:sp>
        <p:nvSpPr>
          <p:cNvPr id="20" name="Shape 18"/>
          <p:cNvSpPr/>
          <p:nvPr/>
        </p:nvSpPr>
        <p:spPr>
          <a:xfrm>
            <a:off x="6486525" y="5829300"/>
            <a:ext cx="114300" cy="2838450"/>
          </a:xfrm>
          <a:prstGeom prst="roundRect">
            <a:avLst>
              <a:gd name="adj" fmla="val 50000"/>
            </a:avLst>
          </a:prstGeom>
          <a:solidFill>
            <a:srgbClr val="0F766E"/>
          </a:solidFill>
          <a:ln/>
        </p:spPr>
      </p:sp>
      <p:sp>
        <p:nvSpPr>
          <p:cNvPr id="21" name="Text 19"/>
          <p:cNvSpPr/>
          <p:nvPr/>
        </p:nvSpPr>
        <p:spPr>
          <a:xfrm>
            <a:off x="6867525" y="6038850"/>
            <a:ext cx="4695825" cy="400050"/>
          </a:xfrm>
          <a:prstGeom prst="rect">
            <a:avLst/>
          </a:prstGeom>
          <a:noFill/>
          <a:ln/>
        </p:spPr>
        <p:txBody>
          <a:bodyPr wrap="square" lIns="0" tIns="0" rIns="0" bIns="0" rtlCol="0" anchor="ctr"/>
          <a:lstStyle/>
          <a:p>
            <a:pPr algn="l" indent="0" marL="0">
              <a:buNone/>
            </a:pPr>
            <a:r>
              <a:rPr lang="en-US" sz="2100" dirty="0" spc="-24" kern="0">
                <a:solidFill>
                  <a:srgbClr val="0F766E"/>
                </a:solidFill>
                <a:latin typeface="Noto Sans JP ExtraBold" pitchFamily="34" charset="0"/>
                <a:ea typeface="Noto Sans JP ExtraBold" pitchFamily="34" charset="-122"/>
                <a:cs typeface="Noto Sans JP ExtraBold" pitchFamily="34" charset="-120"/>
              </a:rPr>
              <a:t>DNOxにとっての</a:t>
            </a:r>
            <a:r>
              <a:rPr lang="en-US" sz="2100" dirty="0" spc="1" kern="0">
                <a:solidFill>
                  <a:srgbClr val="0F766E"/>
                </a:solidFill>
                <a:latin typeface="Noto Sans JP ExtraBold" pitchFamily="34" charset="0"/>
                <a:ea typeface="Noto Sans JP ExtraBold" pitchFamily="34" charset="-122"/>
                <a:cs typeface="Noto Sans JP ExtraBold" pitchFamily="34" charset="-120"/>
              </a:rPr>
              <a:t> 意味</a:t>
            </a:r>
            <a:endParaRPr lang="en-US" sz="2100" dirty="0"/>
          </a:p>
        </p:txBody>
      </p:sp>
      <p:sp>
        <p:nvSpPr>
          <p:cNvPr id="22" name="Text 20"/>
          <p:cNvSpPr/>
          <p:nvPr/>
        </p:nvSpPr>
        <p:spPr>
          <a:xfrm>
            <a:off x="6867525" y="6553200"/>
            <a:ext cx="4695825" cy="1962150"/>
          </a:xfrm>
          <a:prstGeom prst="rect">
            <a:avLst/>
          </a:prstGeom>
          <a:noFill/>
          <a:ln/>
        </p:spPr>
        <p:txBody>
          <a:bodyPr wrap="square" lIns="0" tIns="39980" rIns="0" bIns="-39980" rtlCol="0" anchor="t"/>
          <a:lstStyle/>
          <a:p>
            <a:pPr algn="l" indent="0" marL="0">
              <a:lnSpc>
                <a:spcPts val="3188"/>
              </a:lnSpc>
              <a:buNone/>
            </a:pPr>
            <a:r>
              <a:rPr lang="en-US" sz="2550" dirty="0" spc="0" kern="0">
                <a:solidFill>
                  <a:srgbClr val="14161C"/>
                </a:solidFill>
                <a:latin typeface="Noto Sans JP Medium" pitchFamily="34" charset="0"/>
                <a:ea typeface="Noto Sans JP Medium" pitchFamily="34" charset="-122"/>
                <a:cs typeface="Noto Sans JP Medium" pitchFamily="34" charset="-120"/>
              </a:rPr>
              <a:t>害：</a:t>
            </a:r>
            <a:r>
              <a:rPr lang="en-US" sz="2550" dirty="0" spc="-26" kern="0">
                <a:solidFill>
                  <a:srgbClr val="14161C"/>
                </a:solidFill>
                <a:latin typeface="Noto Sans JP Medium" pitchFamily="34" charset="0"/>
                <a:ea typeface="Noto Sans JP Medium" pitchFamily="34" charset="-122"/>
                <a:cs typeface="Noto Sans JP Medium" pitchFamily="34" charset="-120"/>
              </a:rPr>
              <a:t> 噴射できず、</a:t>
            </a:r>
            <a:r>
              <a:rPr lang="en-US" sz="2550" dirty="0" spc="0" kern="0">
                <a:solidFill>
                  <a:srgbClr val="14161C"/>
                </a:solidFill>
                <a:latin typeface="Noto Sans JP Medium" pitchFamily="34" charset="0"/>
                <a:ea typeface="Noto Sans JP Medium" pitchFamily="34" charset="-122"/>
                <a:cs typeface="Noto Sans JP Medium" pitchFamily="34" charset="-120"/>
              </a:rPr>
              <a:t> 膨張が 部品を 壊す</a:t>
            </a:r>
            <a:pPr algn="l" indent="0" marL="0">
              <a:lnSpc>
                <a:spcPts val="3188"/>
              </a:lnSpc>
              <a:buNone/>
            </a:pPr>
            <a:r>
              <a:rPr lang="en-US" sz="2550" dirty="0" kern="0">
                <a:solidFill>
                  <a:srgbClr val="6B6A66"/>
                </a:solidFill>
                <a:latin typeface="Noto Sans JP Medium" pitchFamily="34" charset="0"/>
                <a:ea typeface="Noto Sans JP Medium" pitchFamily="34" charset="-122"/>
                <a:cs typeface="Noto Sans JP Medium" pitchFamily="34" charset="-120"/>
              </a:rPr>
              <a:t>[S13]</a:t>
            </a:r>
            <a:endParaRPr lang="en-US" sz="255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[S6]</a:t>
            </a:r>
            <a:r>
              <a:rPr lang="en-US" sz="1800" dirty="0" spc="-1" kern="0">
                <a:solidFill>
                  <a:srgbClr val="6B6A66"/>
                </a:solidFill>
                <a:latin typeface="Noto Sans JP" pitchFamily="34" charset="0"/>
                <a:ea typeface="Noto Sans JP" pitchFamily="34" charset="-122"/>
                <a:cs typeface="Noto Sans JP" pitchFamily="34" charset="-120"/>
              </a:rPr>
              <a:t> [S7]</a:t>
            </a:r>
            <a:r>
              <a:rPr lang="en-US" sz="1800" dirty="0" spc="-2" kern="0">
                <a:solidFill>
                  <a:srgbClr val="6B6A66"/>
                </a:solidFill>
                <a:latin typeface="Noto Sans JP" pitchFamily="34" charset="0"/>
                <a:ea typeface="Noto Sans JP" pitchFamily="34" charset="-122"/>
                <a:cs typeface="Noto Sans JP" pitchFamily="34" charset="-120"/>
              </a:rPr>
              <a:t> [S13]</a:t>
            </a:r>
            <a:r>
              <a:rPr lang="en-US" sz="1800" dirty="0" spc="-1" kern="0">
                <a:solidFill>
                  <a:srgbClr val="6B6A66"/>
                </a:solidFill>
                <a:latin typeface="Noto Sans JP" pitchFamily="34" charset="0"/>
                <a:ea typeface="Noto Sans JP" pitchFamily="34" charset="-122"/>
                <a:cs typeface="Noto Sans JP" pitchFamily="34" charset="-120"/>
              </a:rPr>
              <a:t> [S15]</a:t>
            </a:r>
            <a:endParaRPr lang="en-US" sz="1800" dirty="0"/>
          </a:p>
        </p:txBody>
      </p:sp>
      <p:sp>
        <p:nvSpPr>
          <p:cNvPr id="24" name="Shape 22"/>
          <p:cNvSpPr/>
          <p:nvPr/>
        </p:nvSpPr>
        <p:spPr>
          <a:xfrm>
            <a:off x="960711" y="9580836"/>
            <a:ext cx="78828" cy="78828"/>
          </a:xfrm>
          <a:prstGeom prst="ellipse">
            <a:avLst/>
          </a:prstGeom>
          <a:solidFill>
            <a:srgbClr val="14161C">
              <a:alpha val="28000"/>
            </a:srgbClr>
          </a:solidFill>
          <a:ln/>
        </p:spPr>
      </p:sp>
      <p:sp>
        <p:nvSpPr>
          <p:cNvPr id="25" name="Shape 23"/>
          <p:cNvSpPr/>
          <p:nvPr/>
        </p:nvSpPr>
        <p:spPr>
          <a:xfrm>
            <a:off x="1118366" y="9580836"/>
            <a:ext cx="78828" cy="78828"/>
          </a:xfrm>
          <a:prstGeom prst="ellipse">
            <a:avLst/>
          </a:prstGeom>
          <a:solidFill>
            <a:srgbClr val="14161C">
              <a:alpha val="28000"/>
            </a:srgbClr>
          </a:solidFill>
          <a:ln/>
        </p:spPr>
      </p:sp>
      <p:sp>
        <p:nvSpPr>
          <p:cNvPr id="26" name="Shape 24"/>
          <p:cNvSpPr/>
          <p:nvPr/>
        </p:nvSpPr>
        <p:spPr>
          <a:xfrm>
            <a:off x="1276021" y="9580836"/>
            <a:ext cx="78828" cy="78828"/>
          </a:xfrm>
          <a:prstGeom prst="ellipse">
            <a:avLst/>
          </a:prstGeom>
          <a:solidFill>
            <a:srgbClr val="14161C">
              <a:alpha val="28000"/>
            </a:srgbClr>
          </a:solidFill>
          <a:ln/>
        </p:spPr>
      </p:sp>
      <p:sp>
        <p:nvSpPr>
          <p:cNvPr id="27" name="Shape 25"/>
          <p:cNvSpPr/>
          <p:nvPr/>
        </p:nvSpPr>
        <p:spPr>
          <a:xfrm>
            <a:off x="1433676" y="9580836"/>
            <a:ext cx="78828" cy="78828"/>
          </a:xfrm>
          <a:prstGeom prst="ellipse">
            <a:avLst/>
          </a:prstGeom>
          <a:solidFill>
            <a:srgbClr val="14161C">
              <a:alpha val="28000"/>
            </a:srgbClr>
          </a:solidFill>
          <a:ln/>
        </p:spPr>
      </p:sp>
      <p:sp>
        <p:nvSpPr>
          <p:cNvPr id="28" name="Shape 26"/>
          <p:cNvSpPr/>
          <p:nvPr/>
        </p:nvSpPr>
        <p:spPr>
          <a:xfrm>
            <a:off x="1591331" y="9580836"/>
            <a:ext cx="78828" cy="78828"/>
          </a:xfrm>
          <a:prstGeom prst="ellipse">
            <a:avLst/>
          </a:prstGeom>
          <a:solidFill>
            <a:srgbClr val="14161C">
              <a:alpha val="28000"/>
            </a:srgbClr>
          </a:solidFill>
          <a:ln/>
        </p:spPr>
      </p:sp>
      <p:sp>
        <p:nvSpPr>
          <p:cNvPr id="29" name="Shape 27"/>
          <p:cNvSpPr/>
          <p:nvPr/>
        </p:nvSpPr>
        <p:spPr>
          <a:xfrm>
            <a:off x="1748986" y="9580836"/>
            <a:ext cx="78828" cy="78828"/>
          </a:xfrm>
          <a:prstGeom prst="ellipse">
            <a:avLst/>
          </a:prstGeom>
          <a:solidFill>
            <a:srgbClr val="14161C">
              <a:alpha val="28000"/>
            </a:srgbClr>
          </a:solidFill>
          <a:ln/>
        </p:spPr>
      </p:sp>
      <p:sp>
        <p:nvSpPr>
          <p:cNvPr id="30" name="Shape 28"/>
          <p:cNvSpPr/>
          <p:nvPr/>
        </p:nvSpPr>
        <p:spPr>
          <a:xfrm>
            <a:off x="1906641" y="9580836"/>
            <a:ext cx="78828" cy="78828"/>
          </a:xfrm>
          <a:prstGeom prst="ellipse">
            <a:avLst/>
          </a:prstGeom>
          <a:solidFill>
            <a:srgbClr val="14161C">
              <a:alpha val="28000"/>
            </a:srgbClr>
          </a:solidFill>
          <a:ln/>
        </p:spPr>
      </p:sp>
      <p:sp>
        <p:nvSpPr>
          <p:cNvPr id="31" name="Shape 29"/>
          <p:cNvSpPr/>
          <p:nvPr/>
        </p:nvSpPr>
        <p:spPr>
          <a:xfrm>
            <a:off x="2064296" y="9580836"/>
            <a:ext cx="78828" cy="78828"/>
          </a:xfrm>
          <a:prstGeom prst="ellipse">
            <a:avLst/>
          </a:prstGeom>
          <a:solidFill>
            <a:srgbClr val="14161C">
              <a:alpha val="28000"/>
            </a:srgbClr>
          </a:solidFill>
          <a:ln/>
        </p:spPr>
      </p:sp>
      <p:sp>
        <p:nvSpPr>
          <p:cNvPr id="32" name="Shape 30"/>
          <p:cNvSpPr/>
          <p:nvPr/>
        </p:nvSpPr>
        <p:spPr>
          <a:xfrm>
            <a:off x="2221951" y="9580836"/>
            <a:ext cx="78828" cy="78828"/>
          </a:xfrm>
          <a:prstGeom prst="ellipse">
            <a:avLst/>
          </a:prstGeom>
          <a:solidFill>
            <a:srgbClr val="14161C">
              <a:alpha val="28000"/>
            </a:srgbClr>
          </a:solidFill>
          <a:ln/>
        </p:spPr>
      </p:sp>
      <p:sp>
        <p:nvSpPr>
          <p:cNvPr id="33" name="Shape 31"/>
          <p:cNvSpPr/>
          <p:nvPr/>
        </p:nvSpPr>
        <p:spPr>
          <a:xfrm>
            <a:off x="2379606" y="9580836"/>
            <a:ext cx="78828" cy="78828"/>
          </a:xfrm>
          <a:prstGeom prst="ellipse">
            <a:avLst/>
          </a:prstGeom>
          <a:solidFill>
            <a:srgbClr val="14161C">
              <a:alpha val="28000"/>
            </a:srgbClr>
          </a:solidFill>
          <a:ln/>
        </p:spPr>
      </p:sp>
      <p:sp>
        <p:nvSpPr>
          <p:cNvPr id="34" name="Shape 32"/>
          <p:cNvSpPr/>
          <p:nvPr/>
        </p:nvSpPr>
        <p:spPr>
          <a:xfrm>
            <a:off x="2537261" y="9580836"/>
            <a:ext cx="78828" cy="78828"/>
          </a:xfrm>
          <a:prstGeom prst="ellipse">
            <a:avLst/>
          </a:prstGeom>
          <a:solidFill>
            <a:srgbClr val="14161C">
              <a:alpha val="28000"/>
            </a:srgbClr>
          </a:solidFill>
          <a:ln/>
        </p:spPr>
      </p:sp>
      <p:sp>
        <p:nvSpPr>
          <p:cNvPr id="35" name="Shape 33"/>
          <p:cNvSpPr/>
          <p:nvPr/>
        </p:nvSpPr>
        <p:spPr>
          <a:xfrm>
            <a:off x="2681778" y="9567698"/>
            <a:ext cx="105103" cy="105103"/>
          </a:xfrm>
          <a:prstGeom prst="ellipse">
            <a:avLst/>
          </a:prstGeom>
          <a:solidFill>
            <a:srgbClr val="E8472B"/>
          </a:solidFill>
          <a:ln/>
        </p:spPr>
      </p:sp>
      <p:sp>
        <p:nvSpPr>
          <p:cNvPr id="36" name="Shape 34"/>
          <p:cNvSpPr/>
          <p:nvPr/>
        </p:nvSpPr>
        <p:spPr>
          <a:xfrm>
            <a:off x="2852571" y="9580836"/>
            <a:ext cx="78828" cy="78828"/>
          </a:xfrm>
          <a:prstGeom prst="ellipse">
            <a:avLst/>
          </a:prstGeom>
          <a:solidFill>
            <a:srgbClr val="14161C">
              <a:alpha val="28000"/>
            </a:srgbClr>
          </a:solidFill>
          <a:ln/>
        </p:spPr>
      </p:sp>
      <p:sp>
        <p:nvSpPr>
          <p:cNvPr id="37" name="Shape 35"/>
          <p:cNvSpPr/>
          <p:nvPr/>
        </p:nvSpPr>
        <p:spPr>
          <a:xfrm>
            <a:off x="3010225" y="9580836"/>
            <a:ext cx="78828" cy="78828"/>
          </a:xfrm>
          <a:prstGeom prst="ellipse">
            <a:avLst/>
          </a:prstGeom>
          <a:solidFill>
            <a:srgbClr val="14161C">
              <a:alpha val="28000"/>
            </a:srgbClr>
          </a:solidFill>
          <a:ln/>
        </p:spPr>
      </p:sp>
      <p:sp>
        <p:nvSpPr>
          <p:cNvPr id="38" name="Shape 36"/>
          <p:cNvSpPr/>
          <p:nvPr/>
        </p:nvSpPr>
        <p:spPr>
          <a:xfrm>
            <a:off x="3167880" y="9580836"/>
            <a:ext cx="78828" cy="78828"/>
          </a:xfrm>
          <a:prstGeom prst="ellipse">
            <a:avLst/>
          </a:prstGeom>
          <a:solidFill>
            <a:srgbClr val="14161C">
              <a:alpha val="28000"/>
            </a:srgbClr>
          </a:solidFill>
          <a:ln/>
        </p:spPr>
      </p:sp>
      <p:sp>
        <p:nvSpPr>
          <p:cNvPr id="39" name="Shape 37"/>
          <p:cNvSpPr/>
          <p:nvPr/>
        </p:nvSpPr>
        <p:spPr>
          <a:xfrm>
            <a:off x="3325535" y="9580836"/>
            <a:ext cx="78828" cy="78828"/>
          </a:xfrm>
          <a:prstGeom prst="ellipse">
            <a:avLst/>
          </a:prstGeom>
          <a:solidFill>
            <a:srgbClr val="14161C">
              <a:alpha val="28000"/>
            </a:srgbClr>
          </a:solidFill>
          <a:ln/>
        </p:spPr>
      </p:sp>
      <p:sp>
        <p:nvSpPr>
          <p:cNvPr id="40" name="Shape 38"/>
          <p:cNvSpPr/>
          <p:nvPr/>
        </p:nvSpPr>
        <p:spPr>
          <a:xfrm>
            <a:off x="3483190" y="9580836"/>
            <a:ext cx="78828" cy="78828"/>
          </a:xfrm>
          <a:prstGeom prst="ellipse">
            <a:avLst/>
          </a:prstGeom>
          <a:solidFill>
            <a:srgbClr val="14161C">
              <a:alpha val="28000"/>
            </a:srgbClr>
          </a:solidFill>
          <a:ln/>
        </p:spPr>
      </p:sp>
      <p:sp>
        <p:nvSpPr>
          <p:cNvPr id="41" name="Shape 39"/>
          <p:cNvSpPr/>
          <p:nvPr/>
        </p:nvSpPr>
        <p:spPr>
          <a:xfrm>
            <a:off x="3640845" y="9580836"/>
            <a:ext cx="78828" cy="78828"/>
          </a:xfrm>
          <a:prstGeom prst="ellipse">
            <a:avLst/>
          </a:prstGeom>
          <a:solidFill>
            <a:srgbClr val="14161C">
              <a:alpha val="28000"/>
            </a:srgbClr>
          </a:solidFill>
          <a:ln/>
        </p:spPr>
      </p:sp>
      <p:sp>
        <p:nvSpPr>
          <p:cNvPr id="42" name="Shape 40"/>
          <p:cNvSpPr/>
          <p:nvPr/>
        </p:nvSpPr>
        <p:spPr>
          <a:xfrm>
            <a:off x="3798500" y="9580836"/>
            <a:ext cx="78828" cy="78828"/>
          </a:xfrm>
          <a:prstGeom prst="ellipse">
            <a:avLst/>
          </a:prstGeom>
          <a:solidFill>
            <a:srgbClr val="14161C">
              <a:alpha val="28000"/>
            </a:srgbClr>
          </a:solidFill>
          <a:ln/>
        </p:spPr>
      </p:sp>
      <p:sp>
        <p:nvSpPr>
          <p:cNvPr id="43" name="Shape 41"/>
          <p:cNvSpPr/>
          <p:nvPr/>
        </p:nvSpPr>
        <p:spPr>
          <a:xfrm>
            <a:off x="3956155" y="9580836"/>
            <a:ext cx="78828" cy="78828"/>
          </a:xfrm>
          <a:prstGeom prst="ellipse">
            <a:avLst/>
          </a:prstGeom>
          <a:solidFill>
            <a:srgbClr val="14161C">
              <a:alpha val="28000"/>
            </a:srgbClr>
          </a:solidFill>
          <a:ln/>
        </p:spPr>
      </p:sp>
      <p:sp>
        <p:nvSpPr>
          <p:cNvPr id="44" name="Shape 42"/>
          <p:cNvSpPr/>
          <p:nvPr/>
        </p:nvSpPr>
        <p:spPr>
          <a:xfrm>
            <a:off x="4113810" y="9580836"/>
            <a:ext cx="78828" cy="78828"/>
          </a:xfrm>
          <a:prstGeom prst="ellipse">
            <a:avLst/>
          </a:prstGeom>
          <a:solidFill>
            <a:srgbClr val="14161C">
              <a:alpha val="28000"/>
            </a:srgbClr>
          </a:solidFill>
          <a:ln/>
        </p:spPr>
      </p:sp>
      <p:sp>
        <p:nvSpPr>
          <p:cNvPr id="45" name="Shape 43"/>
          <p:cNvSpPr/>
          <p:nvPr/>
        </p:nvSpPr>
        <p:spPr>
          <a:xfrm>
            <a:off x="4271465" y="9580836"/>
            <a:ext cx="78828" cy="78828"/>
          </a:xfrm>
          <a:prstGeom prst="ellipse">
            <a:avLst/>
          </a:prstGeom>
          <a:solidFill>
            <a:srgbClr val="14161C">
              <a:alpha val="28000"/>
            </a:srgbClr>
          </a:solidFill>
          <a:ln/>
        </p:spPr>
      </p:sp>
      <p:sp>
        <p:nvSpPr>
          <p:cNvPr id="46" name="Shape 44"/>
          <p:cNvSpPr/>
          <p:nvPr/>
        </p:nvSpPr>
        <p:spPr>
          <a:xfrm>
            <a:off x="4429120" y="9580836"/>
            <a:ext cx="78828" cy="78828"/>
          </a:xfrm>
          <a:prstGeom prst="ellipse">
            <a:avLst/>
          </a:prstGeom>
          <a:solidFill>
            <a:srgbClr val="14161C">
              <a:alpha val="28000"/>
            </a:srgbClr>
          </a:solidFill>
          <a:ln/>
        </p:spPr>
      </p:sp>
      <p:sp>
        <p:nvSpPr>
          <p:cNvPr id="47" name="Shape 45"/>
          <p:cNvSpPr/>
          <p:nvPr/>
        </p:nvSpPr>
        <p:spPr>
          <a:xfrm>
            <a:off x="4586775" y="9580836"/>
            <a:ext cx="78828" cy="78828"/>
          </a:xfrm>
          <a:prstGeom prst="ellipse">
            <a:avLst/>
          </a:prstGeom>
          <a:solidFill>
            <a:srgbClr val="14161C">
              <a:alpha val="28000"/>
            </a:srgbClr>
          </a:solidFill>
          <a:ln/>
        </p:spPr>
      </p:sp>
      <p:sp>
        <p:nvSpPr>
          <p:cNvPr id="48" name="Shape 46"/>
          <p:cNvSpPr/>
          <p:nvPr/>
        </p:nvSpPr>
        <p:spPr>
          <a:xfrm>
            <a:off x="4744430" y="9580836"/>
            <a:ext cx="78828" cy="78828"/>
          </a:xfrm>
          <a:prstGeom prst="ellipse">
            <a:avLst/>
          </a:prstGeom>
          <a:solidFill>
            <a:srgbClr val="14161C">
              <a:alpha val="28000"/>
            </a:srgbClr>
          </a:solidFill>
          <a:ln/>
        </p:spPr>
      </p:sp>
      <p:sp>
        <p:nvSpPr>
          <p:cNvPr id="49" name="Shape 47"/>
          <p:cNvSpPr/>
          <p:nvPr/>
        </p:nvSpPr>
        <p:spPr>
          <a:xfrm>
            <a:off x="4902085" y="9580836"/>
            <a:ext cx="78828" cy="78828"/>
          </a:xfrm>
          <a:prstGeom prst="ellipse">
            <a:avLst/>
          </a:prstGeom>
          <a:solidFill>
            <a:srgbClr val="14161C">
              <a:alpha val="28000"/>
            </a:srgbClr>
          </a:solidFill>
          <a:ln/>
        </p:spPr>
      </p:sp>
      <p:sp>
        <p:nvSpPr>
          <p:cNvPr id="50" name="Shape 48"/>
          <p:cNvSpPr/>
          <p:nvPr/>
        </p:nvSpPr>
        <p:spPr>
          <a:xfrm>
            <a:off x="5059740" y="9580836"/>
            <a:ext cx="78828" cy="78828"/>
          </a:xfrm>
          <a:prstGeom prst="ellipse">
            <a:avLst/>
          </a:prstGeom>
          <a:solidFill>
            <a:srgbClr val="14161C">
              <a:alpha val="28000"/>
            </a:srgbClr>
          </a:solidFill>
          <a:ln/>
        </p:spPr>
      </p:sp>
      <p:sp>
        <p:nvSpPr>
          <p:cNvPr id="51" name="Shape 49"/>
          <p:cNvSpPr/>
          <p:nvPr/>
        </p:nvSpPr>
        <p:spPr>
          <a:xfrm>
            <a:off x="5217395" y="9580836"/>
            <a:ext cx="78828" cy="78828"/>
          </a:xfrm>
          <a:prstGeom prst="ellipse">
            <a:avLst/>
          </a:prstGeom>
          <a:solidFill>
            <a:srgbClr val="14161C">
              <a:alpha val="28000"/>
            </a:srgbClr>
          </a:solidFill>
          <a:ln/>
        </p:spPr>
      </p:sp>
      <p:sp>
        <p:nvSpPr>
          <p:cNvPr id="52" name="Shape 50"/>
          <p:cNvSpPr/>
          <p:nvPr/>
        </p:nvSpPr>
        <p:spPr>
          <a:xfrm>
            <a:off x="5375050" y="9580836"/>
            <a:ext cx="78828" cy="78828"/>
          </a:xfrm>
          <a:prstGeom prst="ellipse">
            <a:avLst/>
          </a:prstGeom>
          <a:solidFill>
            <a:srgbClr val="14161C">
              <a:alpha val="28000"/>
            </a:srgbClr>
          </a:solidFill>
          <a:ln/>
        </p:spPr>
      </p:sp>
      <p:sp>
        <p:nvSpPr>
          <p:cNvPr id="53" name="Shape 51"/>
          <p:cNvSpPr/>
          <p:nvPr/>
        </p:nvSpPr>
        <p:spPr>
          <a:xfrm>
            <a:off x="5532705" y="9580836"/>
            <a:ext cx="78828" cy="78828"/>
          </a:xfrm>
          <a:prstGeom prst="ellipse">
            <a:avLst/>
          </a:prstGeom>
          <a:solidFill>
            <a:srgbClr val="14161C">
              <a:alpha val="28000"/>
            </a:srgbClr>
          </a:solidFill>
          <a:ln/>
        </p:spPr>
      </p:sp>
      <p:sp>
        <p:nvSpPr>
          <p:cNvPr id="54" name="Shape 52"/>
          <p:cNvSpPr/>
          <p:nvPr/>
        </p:nvSpPr>
        <p:spPr>
          <a:xfrm>
            <a:off x="5690359" y="9580836"/>
            <a:ext cx="78828" cy="78828"/>
          </a:xfrm>
          <a:prstGeom prst="ellipse">
            <a:avLst/>
          </a:prstGeom>
          <a:solidFill>
            <a:srgbClr val="14161C">
              <a:alpha val="28000"/>
            </a:srgbClr>
          </a:solidFill>
          <a:ln/>
        </p:spPr>
      </p:sp>
      <p:sp>
        <p:nvSpPr>
          <p:cNvPr id="55" name="Shape 53"/>
          <p:cNvSpPr/>
          <p:nvPr/>
        </p:nvSpPr>
        <p:spPr>
          <a:xfrm>
            <a:off x="5848014" y="9580836"/>
            <a:ext cx="78828" cy="78828"/>
          </a:xfrm>
          <a:prstGeom prst="ellipse">
            <a:avLst/>
          </a:prstGeom>
          <a:solidFill>
            <a:srgbClr val="14161C">
              <a:alpha val="28000"/>
            </a:srgbClr>
          </a:solidFill>
          <a:ln/>
        </p:spPr>
      </p:sp>
      <p:sp>
        <p:nvSpPr>
          <p:cNvPr id="56" name="Shape 54"/>
          <p:cNvSpPr/>
          <p:nvPr/>
        </p:nvSpPr>
        <p:spPr>
          <a:xfrm>
            <a:off x="6005669" y="9580836"/>
            <a:ext cx="78828" cy="78828"/>
          </a:xfrm>
          <a:prstGeom prst="ellipse">
            <a:avLst/>
          </a:prstGeom>
          <a:solidFill>
            <a:srgbClr val="14161C">
              <a:alpha val="28000"/>
            </a:srgbClr>
          </a:solidFill>
          <a:ln/>
        </p:spPr>
      </p:sp>
      <p:sp>
        <p:nvSpPr>
          <p:cNvPr id="57" name="Shape 55"/>
          <p:cNvSpPr/>
          <p:nvPr/>
        </p:nvSpPr>
        <p:spPr>
          <a:xfrm>
            <a:off x="6163324" y="9580836"/>
            <a:ext cx="78828" cy="78828"/>
          </a:xfrm>
          <a:prstGeom prst="ellipse">
            <a:avLst/>
          </a:prstGeom>
          <a:solidFill>
            <a:srgbClr val="14161C">
              <a:alpha val="28000"/>
            </a:srgbClr>
          </a:solidFill>
          <a:ln/>
        </p:spPr>
      </p:sp>
      <p:sp>
        <p:nvSpPr>
          <p:cNvPr id="58" name="Shape 56"/>
          <p:cNvSpPr/>
          <p:nvPr/>
        </p:nvSpPr>
        <p:spPr>
          <a:xfrm>
            <a:off x="6320979" y="9580836"/>
            <a:ext cx="78828" cy="78828"/>
          </a:xfrm>
          <a:prstGeom prst="ellipse">
            <a:avLst/>
          </a:prstGeom>
          <a:solidFill>
            <a:srgbClr val="14161C">
              <a:alpha val="28000"/>
            </a:srgbClr>
          </a:solidFill>
          <a:ln/>
        </p:spPr>
      </p:sp>
      <p:sp>
        <p:nvSpPr>
          <p:cNvPr id="59" name="Shape 57"/>
          <p:cNvSpPr/>
          <p:nvPr/>
        </p:nvSpPr>
        <p:spPr>
          <a:xfrm>
            <a:off x="6478634" y="9580836"/>
            <a:ext cx="78828" cy="78828"/>
          </a:xfrm>
          <a:prstGeom prst="ellipse">
            <a:avLst/>
          </a:prstGeom>
          <a:solidFill>
            <a:srgbClr val="14161C">
              <a:alpha val="28000"/>
            </a:srgbClr>
          </a:solidFill>
          <a:ln/>
        </p:spPr>
      </p:sp>
      <p:sp>
        <p:nvSpPr>
          <p:cNvPr id="60" name="Shape 58"/>
          <p:cNvSpPr/>
          <p:nvPr/>
        </p:nvSpPr>
        <p:spPr>
          <a:xfrm>
            <a:off x="6636289" y="9580836"/>
            <a:ext cx="78828" cy="78828"/>
          </a:xfrm>
          <a:prstGeom prst="ellipse">
            <a:avLst/>
          </a:prstGeom>
          <a:solidFill>
            <a:srgbClr val="14161C">
              <a:alpha val="28000"/>
            </a:srgbClr>
          </a:solidFill>
          <a:ln/>
        </p:spPr>
      </p:sp>
      <p:sp>
        <p:nvSpPr>
          <p:cNvPr id="61" name="Shape 59"/>
          <p:cNvSpPr/>
          <p:nvPr/>
        </p:nvSpPr>
        <p:spPr>
          <a:xfrm>
            <a:off x="6793944" y="9580836"/>
            <a:ext cx="78828" cy="78828"/>
          </a:xfrm>
          <a:prstGeom prst="ellipse">
            <a:avLst/>
          </a:prstGeom>
          <a:solidFill>
            <a:srgbClr val="14161C">
              <a:alpha val="28000"/>
            </a:srgbClr>
          </a:solidFill>
          <a:ln/>
        </p:spPr>
      </p:sp>
      <p:sp>
        <p:nvSpPr>
          <p:cNvPr id="62" name="Shape 60"/>
          <p:cNvSpPr/>
          <p:nvPr/>
        </p:nvSpPr>
        <p:spPr>
          <a:xfrm>
            <a:off x="6951599" y="9580836"/>
            <a:ext cx="78828" cy="78828"/>
          </a:xfrm>
          <a:prstGeom prst="ellipse">
            <a:avLst/>
          </a:prstGeom>
          <a:solidFill>
            <a:srgbClr val="14161C">
              <a:alpha val="28000"/>
            </a:srgbClr>
          </a:solidFill>
          <a:ln/>
        </p:spPr>
      </p:sp>
      <p:sp>
        <p:nvSpPr>
          <p:cNvPr id="63" name="Shape 61"/>
          <p:cNvSpPr/>
          <p:nvPr/>
        </p:nvSpPr>
        <p:spPr>
          <a:xfrm>
            <a:off x="7109254" y="9580836"/>
            <a:ext cx="78828" cy="78828"/>
          </a:xfrm>
          <a:prstGeom prst="ellipse">
            <a:avLst/>
          </a:prstGeom>
          <a:solidFill>
            <a:srgbClr val="14161C">
              <a:alpha val="28000"/>
            </a:srgbClr>
          </a:solidFill>
          <a:ln/>
        </p:spPr>
      </p:sp>
      <p:sp>
        <p:nvSpPr>
          <p:cNvPr id="64" name="Shape 62"/>
          <p:cNvSpPr/>
          <p:nvPr/>
        </p:nvSpPr>
        <p:spPr>
          <a:xfrm>
            <a:off x="7266909" y="9580836"/>
            <a:ext cx="78828" cy="78828"/>
          </a:xfrm>
          <a:prstGeom prst="ellipse">
            <a:avLst/>
          </a:prstGeom>
          <a:solidFill>
            <a:srgbClr val="14161C">
              <a:alpha val="28000"/>
            </a:srgbClr>
          </a:solidFill>
          <a:ln/>
        </p:spPr>
      </p:sp>
      <p:sp>
        <p:nvSpPr>
          <p:cNvPr id="65" name="Shape 63"/>
          <p:cNvSpPr/>
          <p:nvPr/>
        </p:nvSpPr>
        <p:spPr>
          <a:xfrm>
            <a:off x="7424564" y="9580836"/>
            <a:ext cx="78828" cy="78828"/>
          </a:xfrm>
          <a:prstGeom prst="ellipse">
            <a:avLst/>
          </a:prstGeom>
          <a:solidFill>
            <a:srgbClr val="14161C">
              <a:alpha val="28000"/>
            </a:srgbClr>
          </a:solidFill>
          <a:ln/>
        </p:spPr>
      </p:sp>
      <p:sp>
        <p:nvSpPr>
          <p:cNvPr id="66" name="Shape 64"/>
          <p:cNvSpPr/>
          <p:nvPr/>
        </p:nvSpPr>
        <p:spPr>
          <a:xfrm>
            <a:off x="7582219" y="9580836"/>
            <a:ext cx="78828" cy="78828"/>
          </a:xfrm>
          <a:prstGeom prst="ellipse">
            <a:avLst/>
          </a:prstGeom>
          <a:solidFill>
            <a:srgbClr val="14161C">
              <a:alpha val="28000"/>
            </a:srgbClr>
          </a:solidFill>
          <a:ln/>
        </p:spPr>
      </p:sp>
      <p:sp>
        <p:nvSpPr>
          <p:cNvPr id="67" name="Shape 65"/>
          <p:cNvSpPr/>
          <p:nvPr/>
        </p:nvSpPr>
        <p:spPr>
          <a:xfrm>
            <a:off x="7739874" y="9580836"/>
            <a:ext cx="78828" cy="78828"/>
          </a:xfrm>
          <a:prstGeom prst="ellipse">
            <a:avLst/>
          </a:prstGeom>
          <a:solidFill>
            <a:srgbClr val="14161C">
              <a:alpha val="28000"/>
            </a:srgbClr>
          </a:solidFill>
          <a:ln/>
        </p:spPr>
      </p:sp>
      <p:sp>
        <p:nvSpPr>
          <p:cNvPr id="68" name="Shape 66"/>
          <p:cNvSpPr/>
          <p:nvPr/>
        </p:nvSpPr>
        <p:spPr>
          <a:xfrm>
            <a:off x="7897529" y="9580836"/>
            <a:ext cx="78828" cy="78828"/>
          </a:xfrm>
          <a:prstGeom prst="ellipse">
            <a:avLst/>
          </a:prstGeom>
          <a:solidFill>
            <a:srgbClr val="14161C">
              <a:alpha val="28000"/>
            </a:srgbClr>
          </a:solidFill>
          <a:ln/>
        </p:spPr>
      </p:sp>
      <p:sp>
        <p:nvSpPr>
          <p:cNvPr id="69" name="Shape 67"/>
          <p:cNvSpPr/>
          <p:nvPr/>
        </p:nvSpPr>
        <p:spPr>
          <a:xfrm>
            <a:off x="8055184" y="9580836"/>
            <a:ext cx="78828" cy="78828"/>
          </a:xfrm>
          <a:prstGeom prst="ellipse">
            <a:avLst/>
          </a:prstGeom>
          <a:solidFill>
            <a:srgbClr val="14161C">
              <a:alpha val="28000"/>
            </a:srgbClr>
          </a:solidFill>
          <a:ln/>
        </p:spPr>
      </p:sp>
      <p:sp>
        <p:nvSpPr>
          <p:cNvPr id="70" name="Shape 68"/>
          <p:cNvSpPr/>
          <p:nvPr/>
        </p:nvSpPr>
        <p:spPr>
          <a:xfrm>
            <a:off x="8212839" y="9580836"/>
            <a:ext cx="78828" cy="78828"/>
          </a:xfrm>
          <a:prstGeom prst="ellipse">
            <a:avLst/>
          </a:prstGeom>
          <a:solidFill>
            <a:srgbClr val="14161C">
              <a:alpha val="28000"/>
            </a:srgbClr>
          </a:solidFill>
          <a:ln/>
        </p:spPr>
      </p:sp>
      <p:sp>
        <p:nvSpPr>
          <p:cNvPr id="71" name="Shape 69"/>
          <p:cNvSpPr/>
          <p:nvPr/>
        </p:nvSpPr>
        <p:spPr>
          <a:xfrm>
            <a:off x="8370494" y="9580836"/>
            <a:ext cx="78828" cy="78828"/>
          </a:xfrm>
          <a:prstGeom prst="ellipse">
            <a:avLst/>
          </a:prstGeom>
          <a:solidFill>
            <a:srgbClr val="14161C">
              <a:alpha val="28000"/>
            </a:srgbClr>
          </a:solidFill>
          <a:ln/>
        </p:spPr>
      </p:sp>
      <p:sp>
        <p:nvSpPr>
          <p:cNvPr id="72" name="Shape 70"/>
          <p:cNvSpPr/>
          <p:nvPr/>
        </p:nvSpPr>
        <p:spPr>
          <a:xfrm>
            <a:off x="8528148" y="9580836"/>
            <a:ext cx="78828" cy="78828"/>
          </a:xfrm>
          <a:prstGeom prst="ellipse">
            <a:avLst/>
          </a:prstGeom>
          <a:solidFill>
            <a:srgbClr val="14161C">
              <a:alpha val="28000"/>
            </a:srgbClr>
          </a:solidFill>
          <a:ln/>
        </p:spPr>
      </p:sp>
      <p:sp>
        <p:nvSpPr>
          <p:cNvPr id="73" name="Shape 71"/>
          <p:cNvSpPr/>
          <p:nvPr/>
        </p:nvSpPr>
        <p:spPr>
          <a:xfrm>
            <a:off x="8685803" y="9580836"/>
            <a:ext cx="78828" cy="78828"/>
          </a:xfrm>
          <a:prstGeom prst="ellipse">
            <a:avLst/>
          </a:prstGeom>
          <a:solidFill>
            <a:srgbClr val="14161C">
              <a:alpha val="28000"/>
            </a:srgbClr>
          </a:solidFill>
          <a:ln/>
        </p:spPr>
      </p:sp>
      <p:sp>
        <p:nvSpPr>
          <p:cNvPr id="74" name="Shape 72"/>
          <p:cNvSpPr/>
          <p:nvPr/>
        </p:nvSpPr>
        <p:spPr>
          <a:xfrm>
            <a:off x="8843458" y="9580836"/>
            <a:ext cx="78828" cy="78828"/>
          </a:xfrm>
          <a:prstGeom prst="ellipse">
            <a:avLst/>
          </a:prstGeom>
          <a:solidFill>
            <a:srgbClr val="14161C">
              <a:alpha val="28000"/>
            </a:srgbClr>
          </a:solidFill>
          <a:ln/>
        </p:spPr>
      </p:sp>
      <p:sp>
        <p:nvSpPr>
          <p:cNvPr id="75" name="Shape 73"/>
          <p:cNvSpPr/>
          <p:nvPr/>
        </p:nvSpPr>
        <p:spPr>
          <a:xfrm>
            <a:off x="9001113" y="9580836"/>
            <a:ext cx="78828" cy="78828"/>
          </a:xfrm>
          <a:prstGeom prst="ellipse">
            <a:avLst/>
          </a:prstGeom>
          <a:solidFill>
            <a:srgbClr val="14161C">
              <a:alpha val="28000"/>
            </a:srgbClr>
          </a:solidFill>
          <a:ln/>
        </p:spPr>
      </p:sp>
      <p:sp>
        <p:nvSpPr>
          <p:cNvPr id="76" name="Shape 74"/>
          <p:cNvSpPr/>
          <p:nvPr/>
        </p:nvSpPr>
        <p:spPr>
          <a:xfrm>
            <a:off x="9158768" y="9580836"/>
            <a:ext cx="78828" cy="78828"/>
          </a:xfrm>
          <a:prstGeom prst="ellipse">
            <a:avLst/>
          </a:prstGeom>
          <a:solidFill>
            <a:srgbClr val="14161C">
              <a:alpha val="28000"/>
            </a:srgbClr>
          </a:solidFill>
          <a:ln/>
        </p:spPr>
      </p:sp>
      <p:sp>
        <p:nvSpPr>
          <p:cNvPr id="77" name="Shape 75"/>
          <p:cNvSpPr/>
          <p:nvPr/>
        </p:nvSpPr>
        <p:spPr>
          <a:xfrm>
            <a:off x="9316423" y="9580836"/>
            <a:ext cx="78828" cy="78828"/>
          </a:xfrm>
          <a:prstGeom prst="ellipse">
            <a:avLst/>
          </a:prstGeom>
          <a:solidFill>
            <a:srgbClr val="14161C">
              <a:alpha val="28000"/>
            </a:srgbClr>
          </a:solidFill>
          <a:ln/>
        </p:spPr>
      </p:sp>
      <p:sp>
        <p:nvSpPr>
          <p:cNvPr id="78" name="Shape 76"/>
          <p:cNvSpPr/>
          <p:nvPr/>
        </p:nvSpPr>
        <p:spPr>
          <a:xfrm>
            <a:off x="9474078" y="9580836"/>
            <a:ext cx="78828" cy="78828"/>
          </a:xfrm>
          <a:prstGeom prst="ellipse">
            <a:avLst/>
          </a:prstGeom>
          <a:solidFill>
            <a:srgbClr val="14161C">
              <a:alpha val="28000"/>
            </a:srgbClr>
          </a:solidFill>
          <a:ln/>
        </p:spPr>
      </p:sp>
      <p:sp>
        <p:nvSpPr>
          <p:cNvPr id="79" name="Shape 77"/>
          <p:cNvSpPr/>
          <p:nvPr/>
        </p:nvSpPr>
        <p:spPr>
          <a:xfrm>
            <a:off x="9631733" y="9580836"/>
            <a:ext cx="78828" cy="78828"/>
          </a:xfrm>
          <a:prstGeom prst="ellipse">
            <a:avLst/>
          </a:prstGeom>
          <a:solidFill>
            <a:srgbClr val="14161C">
              <a:alpha val="28000"/>
            </a:srgbClr>
          </a:solidFill>
          <a:ln/>
        </p:spPr>
      </p:sp>
      <p:sp>
        <p:nvSpPr>
          <p:cNvPr id="80" name="Shape 78"/>
          <p:cNvSpPr/>
          <p:nvPr/>
        </p:nvSpPr>
        <p:spPr>
          <a:xfrm>
            <a:off x="9789388" y="9580836"/>
            <a:ext cx="78828" cy="78828"/>
          </a:xfrm>
          <a:prstGeom prst="ellipse">
            <a:avLst/>
          </a:prstGeom>
          <a:solidFill>
            <a:srgbClr val="14161C">
              <a:alpha val="28000"/>
            </a:srgbClr>
          </a:solidFill>
          <a:ln/>
        </p:spPr>
      </p:sp>
      <p:sp>
        <p:nvSpPr>
          <p:cNvPr id="81" name="Shape 79"/>
          <p:cNvSpPr/>
          <p:nvPr/>
        </p:nvSpPr>
        <p:spPr>
          <a:xfrm>
            <a:off x="9947043" y="9580836"/>
            <a:ext cx="78828" cy="78828"/>
          </a:xfrm>
          <a:prstGeom prst="ellipse">
            <a:avLst/>
          </a:prstGeom>
          <a:solidFill>
            <a:srgbClr val="14161C">
              <a:alpha val="28000"/>
            </a:srgbClr>
          </a:solidFill>
          <a:ln/>
        </p:spPr>
      </p:sp>
      <p:sp>
        <p:nvSpPr>
          <p:cNvPr id="82" name="Text 80"/>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12/58</a:t>
            </a:r>
            <a:endParaRPr lang="en-US" sz="1800" dirty="0"/>
          </a:p>
        </p:txBody>
      </p:sp>
      <p:sp>
        <p:nvSpPr>
          <p:cNvPr id="83" name="Shape 81"/>
          <p:cNvSpPr/>
          <p:nvPr/>
        </p:nvSpPr>
        <p:spPr>
          <a:xfrm>
            <a:off x="15983712" y="9076331"/>
            <a:ext cx="1645920" cy="552301"/>
          </a:xfrm>
          <a:prstGeom prst="roundRect">
            <a:avLst>
              <a:gd name="adj" fmla="val 28000"/>
            </a:avLst>
          </a:prstGeom>
          <a:solidFill>
            <a:srgbClr val="FFFFFF">
              <a:alpha val="82000"/>
            </a:srgbClr>
          </a:solidFill>
          <a:ln/>
        </p:spPr>
      </p:sp>
      <p:pic>
        <p:nvPicPr>
          <p:cNvPr id="84" name="Moda image moda-export-watermark-dc134513-3bc3-449b-b1f8-5655c3f207da"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AdBlueの</a:t>
            </a:r>
            <a:r>
              <a:rPr lang="en-US" sz="5700" dirty="0" spc="0" kern="0">
                <a:solidFill>
                  <a:srgbClr val="F3EEE3"/>
                </a:solidFill>
                <a:latin typeface="Noto Sans JP ExtraBold" pitchFamily="34" charset="0"/>
                <a:ea typeface="Noto Sans JP ExtraBold" pitchFamily="34" charset="-122"/>
                <a:cs typeface="Noto Sans JP ExtraBold" pitchFamily="34" charset="-120"/>
              </a:rPr>
              <a:t> 凍結の 温度目盛り</a:t>
            </a:r>
            <a:endParaRPr lang="en-US" sz="5700" dirty="0"/>
          </a:p>
        </p:txBody>
      </p:sp>
      <p:sp>
        <p:nvSpPr>
          <p:cNvPr id="3" name="Shape 1"/>
          <p:cNvSpPr/>
          <p:nvPr/>
        </p:nvSpPr>
        <p:spPr>
          <a:xfrm>
            <a:off x="914400" y="2247900"/>
            <a:ext cx="8953500" cy="6096000"/>
          </a:xfrm>
          <a:prstGeom prst="roundRect">
            <a:avLst>
              <a:gd name="adj" fmla="val 4375"/>
            </a:avLst>
          </a:prstGeom>
          <a:solidFill>
            <a:srgbClr val="FFFFFF"/>
          </a:solidFill>
          <a:ln w="28575">
            <a:solidFill>
              <a:srgbClr val="2C3040"/>
            </a:solidFill>
            <a:prstDash val="solid"/>
          </a:ln>
        </p:spPr>
      </p:sp>
      <p:pic>
        <p:nvPicPr>
          <p:cNvPr id="4" name="Moda image rect-1793249140602-250637641" descr="">    </p:cNvPr>
          <p:cNvPicPr>
            <a:picLocks noChangeAspect="1"/>
          </p:cNvPicPr>
          <p:nvPr/>
        </p:nvPicPr>
        <p:blipFill>
          <a:blip r:embed="rId1"/>
          <a:srcRect l="0" r="0" t="0" b="0"/>
          <a:stretch/>
        </p:blipFill>
        <p:spPr>
          <a:xfrm>
            <a:off x="1104900" y="2438400"/>
            <a:ext cx="8572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9AA0B5"/>
                </a:solidFill>
                <a:latin typeface="Noto Sans JP" pitchFamily="34" charset="0"/>
                <a:ea typeface="Noto Sans JP" pitchFamily="34" charset="-122"/>
                <a:cs typeface="Noto Sans JP" pitchFamily="34" charset="-120"/>
              </a:rPr>
              <a:t>図:</a:t>
            </a:r>
            <a:r>
              <a:rPr lang="en-US" sz="1650" dirty="0" spc="-1" kern="0">
                <a:solidFill>
                  <a:srgbClr val="9AA0B5"/>
                </a:solidFill>
                <a:latin typeface="Noto Sans JP" pitchFamily="34" charset="0"/>
                <a:ea typeface="Noto Sans JP" pitchFamily="34" charset="-122"/>
                <a:cs typeface="Noto Sans JP" pitchFamily="34" charset="-120"/>
              </a:rPr>
              <a:t> 自作、 Cefic、 OCI、</a:t>
            </a:r>
            <a:r>
              <a:rPr lang="en-US" sz="1650" dirty="0" spc="-3" kern="0">
                <a:solidFill>
                  <a:srgbClr val="9AA0B5"/>
                </a:solidFill>
                <a:latin typeface="Noto Sans JP" pitchFamily="34" charset="0"/>
                <a:ea typeface="Noto Sans JP" pitchFamily="34" charset="-122"/>
                <a:cs typeface="Noto Sans JP" pitchFamily="34" charset="-120"/>
              </a:rPr>
              <a:t> DieselNetより[S6][S7][S13]</a:t>
            </a:r>
            <a:endParaRPr lang="en-US" sz="1650" dirty="0"/>
          </a:p>
        </p:txBody>
      </p:sp>
      <p:sp>
        <p:nvSpPr>
          <p:cNvPr id="6" name="Shape 3"/>
          <p:cNvSpPr/>
          <p:nvPr/>
        </p:nvSpPr>
        <p:spPr>
          <a:xfrm>
            <a:off x="10248900" y="2247900"/>
            <a:ext cx="7124700" cy="838200"/>
          </a:xfrm>
          <a:prstGeom prst="roundRect">
            <a:avLst>
              <a:gd name="adj" fmla="val 22727"/>
            </a:avLst>
          </a:prstGeom>
          <a:solidFill>
            <a:srgbClr val="1E212B"/>
          </a:solidFill>
          <a:ln/>
        </p:spPr>
      </p:sp>
      <p:sp>
        <p:nvSpPr>
          <p:cNvPr id="7" name="Shape 4"/>
          <p:cNvSpPr/>
          <p:nvPr/>
        </p:nvSpPr>
        <p:spPr>
          <a:xfrm>
            <a:off x="10248900" y="2247900"/>
            <a:ext cx="114300" cy="838200"/>
          </a:xfrm>
          <a:prstGeom prst="roundRect">
            <a:avLst>
              <a:gd name="adj" fmla="val 50000"/>
            </a:avLst>
          </a:prstGeom>
          <a:solidFill>
            <a:srgbClr val="3DD6A0"/>
          </a:solidFill>
          <a:ln/>
        </p:spPr>
      </p:sp>
      <p:sp>
        <p:nvSpPr>
          <p:cNvPr id="8" name="Text 5"/>
          <p:cNvSpPr/>
          <p:nvPr/>
        </p:nvSpPr>
        <p:spPr>
          <a:xfrm>
            <a:off x="10591800" y="2247900"/>
            <a:ext cx="6591300" cy="838200"/>
          </a:xfrm>
          <a:prstGeom prst="rect">
            <a:avLst/>
          </a:prstGeom>
          <a:noFill/>
          <a:ln/>
        </p:spPr>
        <p:txBody>
          <a:bodyPr wrap="square" lIns="0" tIns="0" rIns="0" bIns="0" rtlCol="0" anchor="ctr"/>
          <a:lstStyle/>
          <a:p>
            <a:pPr algn="l" indent="0" marL="0">
              <a:buNone/>
            </a:pPr>
            <a:r>
              <a:rPr lang="en-US" sz="2550" dirty="0" spc="2" kern="0">
                <a:solidFill>
                  <a:srgbClr val="F3EEE3"/>
                </a:solidFill>
                <a:latin typeface="Noto Sans JP SemiBold" pitchFamily="34" charset="0"/>
                <a:ea typeface="Noto Sans JP SemiBold" pitchFamily="34" charset="-122"/>
                <a:cs typeface="Noto Sans JP SemiBold" pitchFamily="34" charset="-120"/>
              </a:rPr>
              <a:t>-5°C超に</a:t>
            </a:r>
            <a:r>
              <a:rPr lang="en-US" sz="2550" dirty="0" spc="-1" kern="0">
                <a:solidFill>
                  <a:srgbClr val="F3EEE3"/>
                </a:solidFill>
                <a:latin typeface="Noto Sans JP SemiBold" pitchFamily="34" charset="0"/>
                <a:ea typeface="Noto Sans JP SemiBold" pitchFamily="34" charset="-122"/>
                <a:cs typeface="Noto Sans JP SemiBold" pitchFamily="34" charset="-120"/>
              </a:rPr>
              <a:t> 保つ[S6]</a:t>
            </a:r>
            <a:endParaRPr lang="en-US" sz="2550" dirty="0"/>
          </a:p>
        </p:txBody>
      </p:sp>
      <p:sp>
        <p:nvSpPr>
          <p:cNvPr id="9" name="Shape 6"/>
          <p:cNvSpPr/>
          <p:nvPr/>
        </p:nvSpPr>
        <p:spPr>
          <a:xfrm>
            <a:off x="10248900" y="3219450"/>
            <a:ext cx="7124700" cy="838200"/>
          </a:xfrm>
          <a:prstGeom prst="roundRect">
            <a:avLst>
              <a:gd name="adj" fmla="val 22727"/>
            </a:avLst>
          </a:prstGeom>
          <a:solidFill>
            <a:srgbClr val="1E212B"/>
          </a:solidFill>
          <a:ln/>
        </p:spPr>
      </p:sp>
      <p:sp>
        <p:nvSpPr>
          <p:cNvPr id="10" name="Shape 7"/>
          <p:cNvSpPr/>
          <p:nvPr/>
        </p:nvSpPr>
        <p:spPr>
          <a:xfrm>
            <a:off x="10248900" y="3219450"/>
            <a:ext cx="114300" cy="838200"/>
          </a:xfrm>
          <a:prstGeom prst="roundRect">
            <a:avLst>
              <a:gd name="adj" fmla="val 50000"/>
            </a:avLst>
          </a:prstGeom>
          <a:solidFill>
            <a:srgbClr val="FF6A4D"/>
          </a:solidFill>
          <a:ln/>
        </p:spPr>
      </p:sp>
      <p:sp>
        <p:nvSpPr>
          <p:cNvPr id="11" name="Text 8"/>
          <p:cNvSpPr/>
          <p:nvPr/>
        </p:nvSpPr>
        <p:spPr>
          <a:xfrm>
            <a:off x="10591800" y="3219450"/>
            <a:ext cx="6591300" cy="838200"/>
          </a:xfrm>
          <a:prstGeom prst="rect">
            <a:avLst/>
          </a:prstGeom>
          <a:noFill/>
          <a:ln/>
        </p:spPr>
        <p:txBody>
          <a:bodyPr wrap="square" lIns="0" tIns="0" rIns="0" bIns="0" rtlCol="0" anchor="ctr"/>
          <a:lstStyle/>
          <a:p>
            <a:pPr algn="l" indent="0" marL="0">
              <a:buNone/>
            </a:pPr>
            <a:r>
              <a:rPr lang="en-US" sz="2550" dirty="0" spc="3" kern="0">
                <a:solidFill>
                  <a:srgbClr val="F3EEE3"/>
                </a:solidFill>
                <a:latin typeface="Noto Sans JP SemiBold" pitchFamily="34" charset="0"/>
                <a:ea typeface="Noto Sans JP SemiBold" pitchFamily="34" charset="-122"/>
                <a:cs typeface="Noto Sans JP SemiBold" pitchFamily="34" charset="-120"/>
              </a:rPr>
              <a:t>-11.5°Cから</a:t>
            </a:r>
            <a:r>
              <a:rPr lang="en-US" sz="2550" dirty="0" spc="-1" kern="0">
                <a:solidFill>
                  <a:srgbClr val="F3EEE3"/>
                </a:solidFill>
                <a:latin typeface="Noto Sans JP SemiBold" pitchFamily="34" charset="0"/>
                <a:ea typeface="Noto Sans JP SemiBold" pitchFamily="34" charset="-122"/>
                <a:cs typeface="Noto Sans JP SemiBold" pitchFamily="34" charset="-120"/>
              </a:rPr>
              <a:t> 結晶化[S6]</a:t>
            </a:r>
            <a:endParaRPr lang="en-US" sz="2550" dirty="0"/>
          </a:p>
        </p:txBody>
      </p:sp>
      <p:sp>
        <p:nvSpPr>
          <p:cNvPr id="12" name="Shape 9"/>
          <p:cNvSpPr/>
          <p:nvPr/>
        </p:nvSpPr>
        <p:spPr>
          <a:xfrm>
            <a:off x="10248900" y="4191000"/>
            <a:ext cx="7124700" cy="838200"/>
          </a:xfrm>
          <a:prstGeom prst="roundRect">
            <a:avLst>
              <a:gd name="adj" fmla="val 22727"/>
            </a:avLst>
          </a:prstGeom>
          <a:solidFill>
            <a:srgbClr val="1E212B"/>
          </a:solidFill>
          <a:ln/>
        </p:spPr>
      </p:sp>
      <p:sp>
        <p:nvSpPr>
          <p:cNvPr id="13" name="Shape 10"/>
          <p:cNvSpPr/>
          <p:nvPr/>
        </p:nvSpPr>
        <p:spPr>
          <a:xfrm>
            <a:off x="10248900" y="4191000"/>
            <a:ext cx="114300" cy="838200"/>
          </a:xfrm>
          <a:prstGeom prst="roundRect">
            <a:avLst>
              <a:gd name="adj" fmla="val 50000"/>
            </a:avLst>
          </a:prstGeom>
          <a:solidFill>
            <a:srgbClr val="7C93FF"/>
          </a:solidFill>
          <a:ln/>
        </p:spPr>
      </p:sp>
      <p:sp>
        <p:nvSpPr>
          <p:cNvPr id="14" name="Text 11"/>
          <p:cNvSpPr/>
          <p:nvPr/>
        </p:nvSpPr>
        <p:spPr>
          <a:xfrm>
            <a:off x="10591800" y="4191000"/>
            <a:ext cx="6591300" cy="838200"/>
          </a:xfrm>
          <a:prstGeom prst="rect">
            <a:avLst/>
          </a:prstGeom>
          <a:noFill/>
          <a:ln/>
        </p:spPr>
        <p:txBody>
          <a:bodyPr wrap="square" lIns="0" tIns="0" rIns="0" bIns="0" rtlCol="0" anchor="ctr"/>
          <a:lstStyle/>
          <a:p>
            <a:pPr algn="l" indent="0" marL="0">
              <a:buNone/>
            </a:pPr>
            <a:r>
              <a:rPr lang="en-US" sz="2550" dirty="0" kern="0">
                <a:solidFill>
                  <a:srgbClr val="F3EEE3"/>
                </a:solidFill>
                <a:latin typeface="Noto Sans JP SemiBold" pitchFamily="34" charset="0"/>
                <a:ea typeface="Noto Sans JP SemiBold" pitchFamily="34" charset="-122"/>
                <a:cs typeface="Noto Sans JP SemiBold" pitchFamily="34" charset="-120"/>
              </a:rPr>
              <a:t>凍ると 約7%膨張[S6]</a:t>
            </a:r>
            <a:endParaRPr lang="en-US" sz="2550" dirty="0"/>
          </a:p>
        </p:txBody>
      </p:sp>
      <p:sp>
        <p:nvSpPr>
          <p:cNvPr id="15" name="Shape 12"/>
          <p:cNvSpPr/>
          <p:nvPr/>
        </p:nvSpPr>
        <p:spPr>
          <a:xfrm>
            <a:off x="10248900" y="5162550"/>
            <a:ext cx="7124700" cy="3181350"/>
          </a:xfrm>
          <a:prstGeom prst="roundRect">
            <a:avLst>
              <a:gd name="adj" fmla="val 5988"/>
            </a:avLst>
          </a:prstGeom>
          <a:solidFill>
            <a:srgbClr val="1C4236"/>
          </a:solidFill>
          <a:ln/>
        </p:spPr>
      </p:sp>
      <p:sp>
        <p:nvSpPr>
          <p:cNvPr id="16" name="Text 13"/>
          <p:cNvSpPr/>
          <p:nvPr/>
        </p:nvSpPr>
        <p:spPr>
          <a:xfrm>
            <a:off x="10553700" y="5429250"/>
            <a:ext cx="6515100" cy="2647950"/>
          </a:xfrm>
          <a:prstGeom prst="rect">
            <a:avLst/>
          </a:prstGeom>
          <a:noFill/>
          <a:ln/>
        </p:spPr>
        <p:txBody>
          <a:bodyPr wrap="square" lIns="0" tIns="31718" rIns="0" bIns="-31718" rtlCol="0" anchor="t"/>
          <a:lstStyle/>
          <a:p>
            <a:pPr algn="l" indent="0" marL="0">
              <a:lnSpc>
                <a:spcPts val="2925"/>
              </a:lnSpc>
              <a:buNone/>
            </a:pPr>
            <a:r>
              <a:rPr lang="en-US" sz="2250" b="1" dirty="0" kern="0">
                <a:solidFill>
                  <a:srgbClr val="3DD6A0"/>
                </a:solidFill>
                <a:latin typeface="Noto Sans JP" pitchFamily="34" charset="0"/>
                <a:ea typeface="Noto Sans JP" pitchFamily="34" charset="-122"/>
                <a:cs typeface="Noto Sans JP" pitchFamily="34" charset="-120"/>
              </a:rPr>
              <a:t>共晶</a:t>
            </a:r>
            <a:pPr algn="l" indent="0" marL="0">
              <a:lnSpc>
                <a:spcPts val="2925"/>
              </a:lnSpc>
              <a:buNone/>
            </a:pPr>
            <a:r>
              <a:rPr lang="en-US" sz="2250" dirty="0" spc="0" kern="0">
                <a:solidFill>
                  <a:srgbClr val="F3EEE3"/>
                </a:solidFill>
                <a:latin typeface="Noto Sans JP" pitchFamily="34" charset="0"/>
                <a:ea typeface="Noto Sans JP" pitchFamily="34" charset="-122"/>
                <a:cs typeface="Noto Sans JP" pitchFamily="34" charset="-120"/>
              </a:rPr>
              <a:t>溶液は、かなりはっきりした</a:t>
            </a:r>
            <a:r>
              <a:rPr lang="en-US" sz="2250" dirty="0" spc="1" kern="0">
                <a:solidFill>
                  <a:srgbClr val="F3EEE3"/>
                </a:solidFill>
                <a:latin typeface="Noto Sans JP" pitchFamily="34" charset="0"/>
                <a:ea typeface="Noto Sans JP" pitchFamily="34" charset="-122"/>
                <a:cs typeface="Noto Sans JP" pitchFamily="34" charset="-120"/>
              </a:rPr>
              <a:t> 温度で 凍る。 結晶化を</a:t>
            </a:r>
            <a:r>
              <a:rPr lang="en-US" sz="2250" dirty="0" spc="0" kern="0">
                <a:solidFill>
                  <a:srgbClr val="F3EEE3"/>
                </a:solidFill>
                <a:latin typeface="Noto Sans JP" pitchFamily="34" charset="0"/>
                <a:ea typeface="Noto Sans JP" pitchFamily="34" charset="-122"/>
                <a:cs typeface="Noto Sans JP" pitchFamily="34" charset="-120"/>
              </a:rPr>
              <a:t> 避けるには-5°C超に</a:t>
            </a:r>
            <a:r>
              <a:rPr lang="en-US" sz="2250" dirty="0" spc="1" kern="0">
                <a:solidFill>
                  <a:srgbClr val="F3EEE3"/>
                </a:solidFill>
                <a:latin typeface="Noto Sans JP" pitchFamily="34" charset="0"/>
                <a:ea typeface="Noto Sans JP" pitchFamily="34" charset="-122"/>
                <a:cs typeface="Noto Sans JP" pitchFamily="34" charset="-120"/>
              </a:rPr>
              <a:t> 保ち、 尿素の</a:t>
            </a:r>
            <a:r>
              <a:rPr lang="en-US" sz="2250" dirty="0" spc="0" kern="0">
                <a:solidFill>
                  <a:srgbClr val="F3EEE3"/>
                </a:solidFill>
                <a:latin typeface="Noto Sans JP" pitchFamily="34" charset="0"/>
                <a:ea typeface="Noto Sans JP" pitchFamily="34" charset="-122"/>
                <a:cs typeface="Noto Sans JP" pitchFamily="34" charset="-120"/>
              </a:rPr>
              <a:t> 結晶化は-11.5°C付近で</a:t>
            </a:r>
            <a:r>
              <a:rPr lang="en-US" sz="2250" dirty="0" spc="1" kern="0">
                <a:solidFill>
                  <a:srgbClr val="F3EEE3"/>
                </a:solidFill>
                <a:latin typeface="Noto Sans JP" pitchFamily="34" charset="0"/>
                <a:ea typeface="Noto Sans JP" pitchFamily="34" charset="-122"/>
                <a:cs typeface="Noto Sans JP" pitchFamily="34" charset="-120"/>
              </a:rPr>
              <a:t> 始まる</a:t>
            </a:r>
            <a:pPr algn="l" indent="0" marL="0">
              <a:lnSpc>
                <a:spcPts val="2925"/>
              </a:lnSpc>
              <a:buNone/>
            </a:pPr>
            <a:r>
              <a:rPr lang="en-US" sz="2250" dirty="0" kern="0">
                <a:solidFill>
                  <a:srgbClr val="9AA0B5"/>
                </a:solidFill>
                <a:latin typeface="Noto Sans JP" pitchFamily="34" charset="0"/>
                <a:ea typeface="Noto Sans JP" pitchFamily="34" charset="-122"/>
                <a:cs typeface="Noto Sans JP" pitchFamily="34" charset="-120"/>
              </a:rPr>
              <a:t>[S6]</a:t>
            </a:r>
            <a:pPr algn="l" indent="0" marL="0">
              <a:lnSpc>
                <a:spcPts val="2925"/>
              </a:lnSpc>
              <a:buNone/>
            </a:pPr>
            <a:r>
              <a:rPr lang="en-US" sz="2250" dirty="0" spc="0" kern="0">
                <a:solidFill>
                  <a:srgbClr val="F3EEE3"/>
                </a:solidFill>
                <a:latin typeface="Noto Sans JP" pitchFamily="34" charset="0"/>
                <a:ea typeface="Noto Sans JP" pitchFamily="34" charset="-122"/>
                <a:cs typeface="Noto Sans JP" pitchFamily="34" charset="-120"/>
              </a:rPr>
              <a:t>。</a:t>
            </a:r>
            <a:r>
              <a:rPr lang="en-US" sz="2250" dirty="0" spc="1" kern="0">
                <a:solidFill>
                  <a:srgbClr val="F3EEE3"/>
                </a:solidFill>
                <a:latin typeface="Noto Sans JP" pitchFamily="34" charset="0"/>
                <a:ea typeface="Noto Sans JP" pitchFamily="34" charset="-122"/>
                <a:cs typeface="Noto Sans JP" pitchFamily="34" charset="-120"/>
              </a:rPr>
              <a:t> 別の</a:t>
            </a:r>
            <a:r>
              <a:rPr lang="en-US" sz="2250" dirty="0" spc="0" kern="0">
                <a:solidFill>
                  <a:srgbClr val="F3EEE3"/>
                </a:solidFill>
                <a:latin typeface="Noto Sans JP" pitchFamily="34" charset="0"/>
                <a:ea typeface="Noto Sans JP" pitchFamily="34" charset="-122"/>
                <a:cs typeface="Noto Sans JP" pitchFamily="34" charset="-120"/>
              </a:rPr>
              <a:t> 出典は-11°C、または-11〜-15°Cと</a:t>
            </a:r>
            <a:r>
              <a:rPr lang="en-US" sz="2250" dirty="0" spc="2" kern="0">
                <a:solidFill>
                  <a:srgbClr val="F3EEE3"/>
                </a:solidFill>
                <a:latin typeface="Noto Sans JP" pitchFamily="34" charset="0"/>
                <a:ea typeface="Noto Sans JP" pitchFamily="34" charset="-122"/>
                <a:cs typeface="Noto Sans JP" pitchFamily="34" charset="-120"/>
              </a:rPr>
              <a:t> 書く</a:t>
            </a:r>
            <a:pPr algn="l" indent="0" marL="0">
              <a:lnSpc>
                <a:spcPts val="2925"/>
              </a:lnSpc>
              <a:buNone/>
            </a:pPr>
            <a:r>
              <a:rPr lang="en-US" sz="2250" dirty="0" spc="-1" kern="0">
                <a:solidFill>
                  <a:srgbClr val="9AA0B5"/>
                </a:solidFill>
                <a:latin typeface="Noto Sans JP" pitchFamily="34" charset="0"/>
                <a:ea typeface="Noto Sans JP" pitchFamily="34" charset="-122"/>
                <a:cs typeface="Noto Sans JP" pitchFamily="34" charset="-120"/>
              </a:rPr>
              <a:t>[S7][S13]</a:t>
            </a:r>
            <a:pPr algn="l" indent="0" marL="0">
              <a:lnSpc>
                <a:spcPts val="2925"/>
              </a:lnSpc>
              <a:buNone/>
            </a:pPr>
            <a:r>
              <a:rPr lang="en-US" sz="2250" dirty="0" spc="0" kern="0">
                <a:solidFill>
                  <a:srgbClr val="F3EEE3"/>
                </a:solidFill>
                <a:latin typeface="Noto Sans JP" pitchFamily="34" charset="0"/>
                <a:ea typeface="Noto Sans JP" pitchFamily="34" charset="-122"/>
                <a:cs typeface="Noto Sans JP" pitchFamily="34" charset="-120"/>
              </a:rPr>
              <a:t>。</a:t>
            </a:r>
            <a:r>
              <a:rPr lang="en-US" sz="2250" dirty="0" spc="1" kern="0">
                <a:solidFill>
                  <a:srgbClr val="F3EEE3"/>
                </a:solidFill>
                <a:latin typeface="Noto Sans JP" pitchFamily="34" charset="0"/>
                <a:ea typeface="Noto Sans JP" pitchFamily="34" charset="-122"/>
                <a:cs typeface="Noto Sans JP" pitchFamily="34" charset="-120"/>
              </a:rPr>
              <a:t> 凍ると 体積が</a:t>
            </a:r>
            <a:r>
              <a:rPr lang="en-US" sz="2250" dirty="0" spc="-10" kern="0">
                <a:solidFill>
                  <a:srgbClr val="F3EEE3"/>
                </a:solidFill>
                <a:latin typeface="Noto Sans JP" pitchFamily="34" charset="0"/>
                <a:ea typeface="Noto Sans JP" pitchFamily="34" charset="-122"/>
                <a:cs typeface="Noto Sans JP" pitchFamily="34" charset="-120"/>
              </a:rPr>
              <a:t> 約7%増える</a:t>
            </a:r>
            <a:pPr algn="l" indent="0" marL="0">
              <a:lnSpc>
                <a:spcPts val="2925"/>
              </a:lnSpc>
              <a:buNone/>
            </a:pPr>
            <a:r>
              <a:rPr lang="en-US" sz="2250" dirty="0" kern="0">
                <a:solidFill>
                  <a:srgbClr val="9AA0B5"/>
                </a:solidFill>
                <a:latin typeface="Noto Sans JP" pitchFamily="34" charset="0"/>
                <a:ea typeface="Noto Sans JP" pitchFamily="34" charset="-122"/>
                <a:cs typeface="Noto Sans JP" pitchFamily="34" charset="-120"/>
              </a:rPr>
              <a:t>[S6]</a:t>
            </a:r>
            <a:pPr algn="l" indent="0" marL="0">
              <a:lnSpc>
                <a:spcPts val="2925"/>
              </a:lnSpc>
              <a:buNone/>
            </a:pPr>
            <a:r>
              <a:rPr lang="en-US" sz="2250" dirty="0" spc="-30" kern="0">
                <a:solidFill>
                  <a:srgbClr val="F3EEE3"/>
                </a:solidFill>
                <a:latin typeface="Noto Sans JP" pitchFamily="34" charset="0"/>
                <a:ea typeface="Noto Sans JP" pitchFamily="34" charset="-122"/>
                <a:cs typeface="Noto Sans JP" pitchFamily="34" charset="-120"/>
              </a:rPr>
              <a:t>ので、</a:t>
            </a:r>
            <a:r>
              <a:rPr lang="en-US" sz="2250" dirty="0" spc="1" kern="0">
                <a:solidFill>
                  <a:srgbClr val="F3EEE3"/>
                </a:solidFill>
                <a:latin typeface="Noto Sans JP" pitchFamily="34" charset="0"/>
                <a:ea typeface="Noto Sans JP" pitchFamily="34" charset="-122"/>
                <a:cs typeface="Noto Sans JP" pitchFamily="34" charset="-120"/>
              </a:rPr>
              <a:t> タンクと 配管は 氷に</a:t>
            </a:r>
            <a:r>
              <a:rPr lang="en-US" sz="2250" dirty="0" spc="-16" kern="0">
                <a:solidFill>
                  <a:srgbClr val="F3EEE3"/>
                </a:solidFill>
                <a:latin typeface="Noto Sans JP" pitchFamily="34" charset="0"/>
                <a:ea typeface="Noto Sans JP" pitchFamily="34" charset="-122"/>
                <a:cs typeface="Noto Sans JP" pitchFamily="34" charset="-120"/>
              </a:rPr>
              <a:t> 耐える</a:t>
            </a:r>
            <a:r>
              <a:rPr lang="en-US" sz="2250" dirty="0" spc="1" kern="0">
                <a:solidFill>
                  <a:srgbClr val="F3EEE3"/>
                </a:solidFill>
                <a:latin typeface="Noto Sans JP" pitchFamily="34" charset="0"/>
                <a:ea typeface="Noto Sans JP" pitchFamily="34" charset="-122"/>
                <a:cs typeface="Noto Sans JP" pitchFamily="34" charset="-120"/>
              </a:rPr>
              <a:t> 設計が</a:t>
            </a:r>
            <a:r>
              <a:rPr lang="en-US" sz="2250" dirty="0" spc="-3" kern="0">
                <a:solidFill>
                  <a:srgbClr val="F3EEE3"/>
                </a:solidFill>
                <a:latin typeface="Noto Sans JP" pitchFamily="34" charset="0"/>
                <a:ea typeface="Noto Sans JP" pitchFamily="34" charset="-122"/>
                <a:cs typeface="Noto Sans JP" pitchFamily="34" charset="-120"/>
              </a:rPr>
              <a:t> 必要である。</a:t>
            </a:r>
            <a:endParaRPr lang="en-US" sz="2250" dirty="0"/>
          </a:p>
        </p:txBody>
      </p:sp>
      <p:sp>
        <p:nvSpPr>
          <p:cNvPr id="17" name="Text 14"/>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[S6]</a:t>
            </a:r>
            <a:r>
              <a:rPr lang="en-US" sz="1800" dirty="0" spc="-1" kern="0">
                <a:solidFill>
                  <a:srgbClr val="9AA0B5"/>
                </a:solidFill>
                <a:latin typeface="Noto Sans JP" pitchFamily="34" charset="0"/>
                <a:ea typeface="Noto Sans JP" pitchFamily="34" charset="-122"/>
                <a:cs typeface="Noto Sans JP" pitchFamily="34" charset="-120"/>
              </a:rPr>
              <a:t> [S7]</a:t>
            </a:r>
            <a:r>
              <a:rPr lang="en-US" sz="1800" dirty="0" spc="-2" kern="0">
                <a:solidFill>
                  <a:srgbClr val="9AA0B5"/>
                </a:solidFill>
                <a:latin typeface="Noto Sans JP" pitchFamily="34" charset="0"/>
                <a:ea typeface="Noto Sans JP" pitchFamily="34" charset="-122"/>
                <a:cs typeface="Noto Sans JP" pitchFamily="34" charset="-120"/>
              </a:rPr>
              <a:t> [S13]</a:t>
            </a:r>
            <a:endParaRPr lang="en-US" sz="1800" dirty="0"/>
          </a:p>
        </p:txBody>
      </p:sp>
      <p:sp>
        <p:nvSpPr>
          <p:cNvPr id="18" name="Shape 15"/>
          <p:cNvSpPr/>
          <p:nvPr/>
        </p:nvSpPr>
        <p:spPr>
          <a:xfrm>
            <a:off x="960711" y="9580836"/>
            <a:ext cx="78828" cy="78828"/>
          </a:xfrm>
          <a:prstGeom prst="ellipse">
            <a:avLst/>
          </a:prstGeom>
          <a:solidFill>
            <a:srgbClr val="F3EEE3">
              <a:alpha val="28000"/>
            </a:srgbClr>
          </a:solidFill>
          <a:ln/>
        </p:spPr>
      </p:sp>
      <p:sp>
        <p:nvSpPr>
          <p:cNvPr id="19" name="Shape 16"/>
          <p:cNvSpPr/>
          <p:nvPr/>
        </p:nvSpPr>
        <p:spPr>
          <a:xfrm>
            <a:off x="1118366" y="9580836"/>
            <a:ext cx="78828" cy="78828"/>
          </a:xfrm>
          <a:prstGeom prst="ellipse">
            <a:avLst/>
          </a:prstGeom>
          <a:solidFill>
            <a:srgbClr val="F3EEE3">
              <a:alpha val="28000"/>
            </a:srgbClr>
          </a:solidFill>
          <a:ln/>
        </p:spPr>
      </p:sp>
      <p:sp>
        <p:nvSpPr>
          <p:cNvPr id="20" name="Shape 17"/>
          <p:cNvSpPr/>
          <p:nvPr/>
        </p:nvSpPr>
        <p:spPr>
          <a:xfrm>
            <a:off x="1276021" y="9580836"/>
            <a:ext cx="78828" cy="78828"/>
          </a:xfrm>
          <a:prstGeom prst="ellipse">
            <a:avLst/>
          </a:prstGeom>
          <a:solidFill>
            <a:srgbClr val="F3EEE3">
              <a:alpha val="28000"/>
            </a:srgbClr>
          </a:solidFill>
          <a:ln/>
        </p:spPr>
      </p:sp>
      <p:sp>
        <p:nvSpPr>
          <p:cNvPr id="21" name="Shape 18"/>
          <p:cNvSpPr/>
          <p:nvPr/>
        </p:nvSpPr>
        <p:spPr>
          <a:xfrm>
            <a:off x="1433676" y="9580836"/>
            <a:ext cx="78828" cy="78828"/>
          </a:xfrm>
          <a:prstGeom prst="ellipse">
            <a:avLst/>
          </a:prstGeom>
          <a:solidFill>
            <a:srgbClr val="F3EEE3">
              <a:alpha val="28000"/>
            </a:srgbClr>
          </a:solidFill>
          <a:ln/>
        </p:spPr>
      </p:sp>
      <p:sp>
        <p:nvSpPr>
          <p:cNvPr id="22" name="Shape 19"/>
          <p:cNvSpPr/>
          <p:nvPr/>
        </p:nvSpPr>
        <p:spPr>
          <a:xfrm>
            <a:off x="1591331" y="9580836"/>
            <a:ext cx="78828" cy="78828"/>
          </a:xfrm>
          <a:prstGeom prst="ellipse">
            <a:avLst/>
          </a:prstGeom>
          <a:solidFill>
            <a:srgbClr val="F3EEE3">
              <a:alpha val="28000"/>
            </a:srgbClr>
          </a:solidFill>
          <a:ln/>
        </p:spPr>
      </p:sp>
      <p:sp>
        <p:nvSpPr>
          <p:cNvPr id="23" name="Shape 20"/>
          <p:cNvSpPr/>
          <p:nvPr/>
        </p:nvSpPr>
        <p:spPr>
          <a:xfrm>
            <a:off x="1748986" y="9580836"/>
            <a:ext cx="78828" cy="78828"/>
          </a:xfrm>
          <a:prstGeom prst="ellipse">
            <a:avLst/>
          </a:prstGeom>
          <a:solidFill>
            <a:srgbClr val="F3EEE3">
              <a:alpha val="28000"/>
            </a:srgbClr>
          </a:solidFill>
          <a:ln/>
        </p:spPr>
      </p:sp>
      <p:sp>
        <p:nvSpPr>
          <p:cNvPr id="24" name="Shape 21"/>
          <p:cNvSpPr/>
          <p:nvPr/>
        </p:nvSpPr>
        <p:spPr>
          <a:xfrm>
            <a:off x="1906641" y="9580836"/>
            <a:ext cx="78828" cy="78828"/>
          </a:xfrm>
          <a:prstGeom prst="ellipse">
            <a:avLst/>
          </a:prstGeom>
          <a:solidFill>
            <a:srgbClr val="F3EEE3">
              <a:alpha val="28000"/>
            </a:srgbClr>
          </a:solidFill>
          <a:ln/>
        </p:spPr>
      </p:sp>
      <p:sp>
        <p:nvSpPr>
          <p:cNvPr id="25" name="Shape 22"/>
          <p:cNvSpPr/>
          <p:nvPr/>
        </p:nvSpPr>
        <p:spPr>
          <a:xfrm>
            <a:off x="2064296" y="9580836"/>
            <a:ext cx="78828" cy="78828"/>
          </a:xfrm>
          <a:prstGeom prst="ellipse">
            <a:avLst/>
          </a:prstGeom>
          <a:solidFill>
            <a:srgbClr val="F3EEE3">
              <a:alpha val="28000"/>
            </a:srgbClr>
          </a:solidFill>
          <a:ln/>
        </p:spPr>
      </p:sp>
      <p:sp>
        <p:nvSpPr>
          <p:cNvPr id="26" name="Shape 23"/>
          <p:cNvSpPr/>
          <p:nvPr/>
        </p:nvSpPr>
        <p:spPr>
          <a:xfrm>
            <a:off x="2221951" y="9580836"/>
            <a:ext cx="78828" cy="78828"/>
          </a:xfrm>
          <a:prstGeom prst="ellipse">
            <a:avLst/>
          </a:prstGeom>
          <a:solidFill>
            <a:srgbClr val="F3EEE3">
              <a:alpha val="28000"/>
            </a:srgbClr>
          </a:solidFill>
          <a:ln/>
        </p:spPr>
      </p:sp>
      <p:sp>
        <p:nvSpPr>
          <p:cNvPr id="27" name="Shape 24"/>
          <p:cNvSpPr/>
          <p:nvPr/>
        </p:nvSpPr>
        <p:spPr>
          <a:xfrm>
            <a:off x="2379606" y="9580836"/>
            <a:ext cx="78828" cy="78828"/>
          </a:xfrm>
          <a:prstGeom prst="ellipse">
            <a:avLst/>
          </a:prstGeom>
          <a:solidFill>
            <a:srgbClr val="F3EEE3">
              <a:alpha val="28000"/>
            </a:srgbClr>
          </a:solidFill>
          <a:ln/>
        </p:spPr>
      </p:sp>
      <p:sp>
        <p:nvSpPr>
          <p:cNvPr id="28" name="Shape 25"/>
          <p:cNvSpPr/>
          <p:nvPr/>
        </p:nvSpPr>
        <p:spPr>
          <a:xfrm>
            <a:off x="2537261" y="9580836"/>
            <a:ext cx="78828" cy="78828"/>
          </a:xfrm>
          <a:prstGeom prst="ellipse">
            <a:avLst/>
          </a:prstGeom>
          <a:solidFill>
            <a:srgbClr val="F3EEE3">
              <a:alpha val="28000"/>
            </a:srgbClr>
          </a:solidFill>
          <a:ln/>
        </p:spPr>
      </p:sp>
      <p:sp>
        <p:nvSpPr>
          <p:cNvPr id="29" name="Shape 26"/>
          <p:cNvSpPr/>
          <p:nvPr/>
        </p:nvSpPr>
        <p:spPr>
          <a:xfrm>
            <a:off x="2694916" y="9580836"/>
            <a:ext cx="78828" cy="78828"/>
          </a:xfrm>
          <a:prstGeom prst="ellipse">
            <a:avLst/>
          </a:prstGeom>
          <a:solidFill>
            <a:srgbClr val="F3EEE3">
              <a:alpha val="28000"/>
            </a:srgbClr>
          </a:solidFill>
          <a:ln/>
        </p:spPr>
      </p:sp>
      <p:sp>
        <p:nvSpPr>
          <p:cNvPr id="30" name="Shape 27"/>
          <p:cNvSpPr/>
          <p:nvPr/>
        </p:nvSpPr>
        <p:spPr>
          <a:xfrm>
            <a:off x="2839433" y="9567698"/>
            <a:ext cx="105103" cy="105103"/>
          </a:xfrm>
          <a:prstGeom prst="ellipse">
            <a:avLst/>
          </a:prstGeom>
          <a:solidFill>
            <a:srgbClr val="FF6A4D"/>
          </a:solidFill>
          <a:ln/>
        </p:spPr>
      </p:sp>
      <p:sp>
        <p:nvSpPr>
          <p:cNvPr id="31" name="Shape 28"/>
          <p:cNvSpPr/>
          <p:nvPr/>
        </p:nvSpPr>
        <p:spPr>
          <a:xfrm>
            <a:off x="3010225" y="9580836"/>
            <a:ext cx="78828" cy="78828"/>
          </a:xfrm>
          <a:prstGeom prst="ellipse">
            <a:avLst/>
          </a:prstGeom>
          <a:solidFill>
            <a:srgbClr val="F3EEE3">
              <a:alpha val="28000"/>
            </a:srgbClr>
          </a:solidFill>
          <a:ln/>
        </p:spPr>
      </p:sp>
      <p:sp>
        <p:nvSpPr>
          <p:cNvPr id="32" name="Shape 29"/>
          <p:cNvSpPr/>
          <p:nvPr/>
        </p:nvSpPr>
        <p:spPr>
          <a:xfrm>
            <a:off x="3167880" y="9580836"/>
            <a:ext cx="78828" cy="78828"/>
          </a:xfrm>
          <a:prstGeom prst="ellipse">
            <a:avLst/>
          </a:prstGeom>
          <a:solidFill>
            <a:srgbClr val="F3EEE3">
              <a:alpha val="28000"/>
            </a:srgbClr>
          </a:solidFill>
          <a:ln/>
        </p:spPr>
      </p:sp>
      <p:sp>
        <p:nvSpPr>
          <p:cNvPr id="33" name="Shape 30"/>
          <p:cNvSpPr/>
          <p:nvPr/>
        </p:nvSpPr>
        <p:spPr>
          <a:xfrm>
            <a:off x="3325535" y="9580836"/>
            <a:ext cx="78828" cy="78828"/>
          </a:xfrm>
          <a:prstGeom prst="ellipse">
            <a:avLst/>
          </a:prstGeom>
          <a:solidFill>
            <a:srgbClr val="F3EEE3">
              <a:alpha val="28000"/>
            </a:srgbClr>
          </a:solidFill>
          <a:ln/>
        </p:spPr>
      </p:sp>
      <p:sp>
        <p:nvSpPr>
          <p:cNvPr id="34" name="Shape 31"/>
          <p:cNvSpPr/>
          <p:nvPr/>
        </p:nvSpPr>
        <p:spPr>
          <a:xfrm>
            <a:off x="3483190" y="9580836"/>
            <a:ext cx="78828" cy="78828"/>
          </a:xfrm>
          <a:prstGeom prst="ellipse">
            <a:avLst/>
          </a:prstGeom>
          <a:solidFill>
            <a:srgbClr val="F3EEE3">
              <a:alpha val="28000"/>
            </a:srgbClr>
          </a:solidFill>
          <a:ln/>
        </p:spPr>
      </p:sp>
      <p:sp>
        <p:nvSpPr>
          <p:cNvPr id="35" name="Shape 32"/>
          <p:cNvSpPr/>
          <p:nvPr/>
        </p:nvSpPr>
        <p:spPr>
          <a:xfrm>
            <a:off x="3640845" y="9580836"/>
            <a:ext cx="78828" cy="78828"/>
          </a:xfrm>
          <a:prstGeom prst="ellipse">
            <a:avLst/>
          </a:prstGeom>
          <a:solidFill>
            <a:srgbClr val="F3EEE3">
              <a:alpha val="28000"/>
            </a:srgbClr>
          </a:solidFill>
          <a:ln/>
        </p:spPr>
      </p:sp>
      <p:sp>
        <p:nvSpPr>
          <p:cNvPr id="36" name="Shape 33"/>
          <p:cNvSpPr/>
          <p:nvPr/>
        </p:nvSpPr>
        <p:spPr>
          <a:xfrm>
            <a:off x="3798500" y="9580836"/>
            <a:ext cx="78828" cy="78828"/>
          </a:xfrm>
          <a:prstGeom prst="ellipse">
            <a:avLst/>
          </a:prstGeom>
          <a:solidFill>
            <a:srgbClr val="F3EEE3">
              <a:alpha val="28000"/>
            </a:srgbClr>
          </a:solidFill>
          <a:ln/>
        </p:spPr>
      </p:sp>
      <p:sp>
        <p:nvSpPr>
          <p:cNvPr id="37" name="Shape 34"/>
          <p:cNvSpPr/>
          <p:nvPr/>
        </p:nvSpPr>
        <p:spPr>
          <a:xfrm>
            <a:off x="3956155" y="9580836"/>
            <a:ext cx="78828" cy="78828"/>
          </a:xfrm>
          <a:prstGeom prst="ellipse">
            <a:avLst/>
          </a:prstGeom>
          <a:solidFill>
            <a:srgbClr val="F3EEE3">
              <a:alpha val="28000"/>
            </a:srgbClr>
          </a:solidFill>
          <a:ln/>
        </p:spPr>
      </p:sp>
      <p:sp>
        <p:nvSpPr>
          <p:cNvPr id="38" name="Shape 35"/>
          <p:cNvSpPr/>
          <p:nvPr/>
        </p:nvSpPr>
        <p:spPr>
          <a:xfrm>
            <a:off x="4113810" y="9580836"/>
            <a:ext cx="78828" cy="78828"/>
          </a:xfrm>
          <a:prstGeom prst="ellipse">
            <a:avLst/>
          </a:prstGeom>
          <a:solidFill>
            <a:srgbClr val="F3EEE3">
              <a:alpha val="28000"/>
            </a:srgbClr>
          </a:solidFill>
          <a:ln/>
        </p:spPr>
      </p:sp>
      <p:sp>
        <p:nvSpPr>
          <p:cNvPr id="39" name="Shape 36"/>
          <p:cNvSpPr/>
          <p:nvPr/>
        </p:nvSpPr>
        <p:spPr>
          <a:xfrm>
            <a:off x="4271465" y="9580836"/>
            <a:ext cx="78828" cy="78828"/>
          </a:xfrm>
          <a:prstGeom prst="ellipse">
            <a:avLst/>
          </a:prstGeom>
          <a:solidFill>
            <a:srgbClr val="F3EEE3">
              <a:alpha val="28000"/>
            </a:srgbClr>
          </a:solidFill>
          <a:ln/>
        </p:spPr>
      </p:sp>
      <p:sp>
        <p:nvSpPr>
          <p:cNvPr id="40" name="Shape 37"/>
          <p:cNvSpPr/>
          <p:nvPr/>
        </p:nvSpPr>
        <p:spPr>
          <a:xfrm>
            <a:off x="4429120" y="9580836"/>
            <a:ext cx="78828" cy="78828"/>
          </a:xfrm>
          <a:prstGeom prst="ellipse">
            <a:avLst/>
          </a:prstGeom>
          <a:solidFill>
            <a:srgbClr val="F3EEE3">
              <a:alpha val="28000"/>
            </a:srgbClr>
          </a:solidFill>
          <a:ln/>
        </p:spPr>
      </p:sp>
      <p:sp>
        <p:nvSpPr>
          <p:cNvPr id="41" name="Shape 38"/>
          <p:cNvSpPr/>
          <p:nvPr/>
        </p:nvSpPr>
        <p:spPr>
          <a:xfrm>
            <a:off x="4586775" y="9580836"/>
            <a:ext cx="78828" cy="78828"/>
          </a:xfrm>
          <a:prstGeom prst="ellipse">
            <a:avLst/>
          </a:prstGeom>
          <a:solidFill>
            <a:srgbClr val="F3EEE3">
              <a:alpha val="28000"/>
            </a:srgbClr>
          </a:solidFill>
          <a:ln/>
        </p:spPr>
      </p:sp>
      <p:sp>
        <p:nvSpPr>
          <p:cNvPr id="42" name="Shape 39"/>
          <p:cNvSpPr/>
          <p:nvPr/>
        </p:nvSpPr>
        <p:spPr>
          <a:xfrm>
            <a:off x="4744430" y="9580836"/>
            <a:ext cx="78828" cy="78828"/>
          </a:xfrm>
          <a:prstGeom prst="ellipse">
            <a:avLst/>
          </a:prstGeom>
          <a:solidFill>
            <a:srgbClr val="F3EEE3">
              <a:alpha val="28000"/>
            </a:srgbClr>
          </a:solidFill>
          <a:ln/>
        </p:spPr>
      </p:sp>
      <p:sp>
        <p:nvSpPr>
          <p:cNvPr id="43" name="Shape 40"/>
          <p:cNvSpPr/>
          <p:nvPr/>
        </p:nvSpPr>
        <p:spPr>
          <a:xfrm>
            <a:off x="4902085" y="9580836"/>
            <a:ext cx="78828" cy="78828"/>
          </a:xfrm>
          <a:prstGeom prst="ellipse">
            <a:avLst/>
          </a:prstGeom>
          <a:solidFill>
            <a:srgbClr val="F3EEE3">
              <a:alpha val="28000"/>
            </a:srgbClr>
          </a:solidFill>
          <a:ln/>
        </p:spPr>
      </p:sp>
      <p:sp>
        <p:nvSpPr>
          <p:cNvPr id="44" name="Shape 41"/>
          <p:cNvSpPr/>
          <p:nvPr/>
        </p:nvSpPr>
        <p:spPr>
          <a:xfrm>
            <a:off x="5059740" y="9580836"/>
            <a:ext cx="78828" cy="78828"/>
          </a:xfrm>
          <a:prstGeom prst="ellipse">
            <a:avLst/>
          </a:prstGeom>
          <a:solidFill>
            <a:srgbClr val="F3EEE3">
              <a:alpha val="28000"/>
            </a:srgbClr>
          </a:solidFill>
          <a:ln/>
        </p:spPr>
      </p:sp>
      <p:sp>
        <p:nvSpPr>
          <p:cNvPr id="45" name="Shape 42"/>
          <p:cNvSpPr/>
          <p:nvPr/>
        </p:nvSpPr>
        <p:spPr>
          <a:xfrm>
            <a:off x="5217395" y="9580836"/>
            <a:ext cx="78828" cy="78828"/>
          </a:xfrm>
          <a:prstGeom prst="ellipse">
            <a:avLst/>
          </a:prstGeom>
          <a:solidFill>
            <a:srgbClr val="F3EEE3">
              <a:alpha val="28000"/>
            </a:srgbClr>
          </a:solidFill>
          <a:ln/>
        </p:spPr>
      </p:sp>
      <p:sp>
        <p:nvSpPr>
          <p:cNvPr id="46" name="Shape 43"/>
          <p:cNvSpPr/>
          <p:nvPr/>
        </p:nvSpPr>
        <p:spPr>
          <a:xfrm>
            <a:off x="5375050" y="9580836"/>
            <a:ext cx="78828" cy="78828"/>
          </a:xfrm>
          <a:prstGeom prst="ellipse">
            <a:avLst/>
          </a:prstGeom>
          <a:solidFill>
            <a:srgbClr val="F3EEE3">
              <a:alpha val="28000"/>
            </a:srgbClr>
          </a:solidFill>
          <a:ln/>
        </p:spPr>
      </p:sp>
      <p:sp>
        <p:nvSpPr>
          <p:cNvPr id="47" name="Shape 44"/>
          <p:cNvSpPr/>
          <p:nvPr/>
        </p:nvSpPr>
        <p:spPr>
          <a:xfrm>
            <a:off x="5532705" y="9580836"/>
            <a:ext cx="78828" cy="78828"/>
          </a:xfrm>
          <a:prstGeom prst="ellipse">
            <a:avLst/>
          </a:prstGeom>
          <a:solidFill>
            <a:srgbClr val="F3EEE3">
              <a:alpha val="28000"/>
            </a:srgbClr>
          </a:solidFill>
          <a:ln/>
        </p:spPr>
      </p:sp>
      <p:sp>
        <p:nvSpPr>
          <p:cNvPr id="48" name="Shape 45"/>
          <p:cNvSpPr/>
          <p:nvPr/>
        </p:nvSpPr>
        <p:spPr>
          <a:xfrm>
            <a:off x="5690359" y="9580836"/>
            <a:ext cx="78828" cy="78828"/>
          </a:xfrm>
          <a:prstGeom prst="ellipse">
            <a:avLst/>
          </a:prstGeom>
          <a:solidFill>
            <a:srgbClr val="F3EEE3">
              <a:alpha val="28000"/>
            </a:srgbClr>
          </a:solidFill>
          <a:ln/>
        </p:spPr>
      </p:sp>
      <p:sp>
        <p:nvSpPr>
          <p:cNvPr id="49" name="Shape 46"/>
          <p:cNvSpPr/>
          <p:nvPr/>
        </p:nvSpPr>
        <p:spPr>
          <a:xfrm>
            <a:off x="5848014" y="9580836"/>
            <a:ext cx="78828" cy="78828"/>
          </a:xfrm>
          <a:prstGeom prst="ellipse">
            <a:avLst/>
          </a:prstGeom>
          <a:solidFill>
            <a:srgbClr val="F3EEE3">
              <a:alpha val="28000"/>
            </a:srgbClr>
          </a:solidFill>
          <a:ln/>
        </p:spPr>
      </p:sp>
      <p:sp>
        <p:nvSpPr>
          <p:cNvPr id="50" name="Shape 47"/>
          <p:cNvSpPr/>
          <p:nvPr/>
        </p:nvSpPr>
        <p:spPr>
          <a:xfrm>
            <a:off x="6005669" y="9580836"/>
            <a:ext cx="78828" cy="78828"/>
          </a:xfrm>
          <a:prstGeom prst="ellipse">
            <a:avLst/>
          </a:prstGeom>
          <a:solidFill>
            <a:srgbClr val="F3EEE3">
              <a:alpha val="28000"/>
            </a:srgbClr>
          </a:solidFill>
          <a:ln/>
        </p:spPr>
      </p:sp>
      <p:sp>
        <p:nvSpPr>
          <p:cNvPr id="51" name="Shape 48"/>
          <p:cNvSpPr/>
          <p:nvPr/>
        </p:nvSpPr>
        <p:spPr>
          <a:xfrm>
            <a:off x="6163324" y="9580836"/>
            <a:ext cx="78828" cy="78828"/>
          </a:xfrm>
          <a:prstGeom prst="ellipse">
            <a:avLst/>
          </a:prstGeom>
          <a:solidFill>
            <a:srgbClr val="F3EEE3">
              <a:alpha val="28000"/>
            </a:srgbClr>
          </a:solidFill>
          <a:ln/>
        </p:spPr>
      </p:sp>
      <p:sp>
        <p:nvSpPr>
          <p:cNvPr id="52" name="Shape 49"/>
          <p:cNvSpPr/>
          <p:nvPr/>
        </p:nvSpPr>
        <p:spPr>
          <a:xfrm>
            <a:off x="6320979" y="9580836"/>
            <a:ext cx="78828" cy="78828"/>
          </a:xfrm>
          <a:prstGeom prst="ellipse">
            <a:avLst/>
          </a:prstGeom>
          <a:solidFill>
            <a:srgbClr val="F3EEE3">
              <a:alpha val="28000"/>
            </a:srgbClr>
          </a:solidFill>
          <a:ln/>
        </p:spPr>
      </p:sp>
      <p:sp>
        <p:nvSpPr>
          <p:cNvPr id="53" name="Shape 50"/>
          <p:cNvSpPr/>
          <p:nvPr/>
        </p:nvSpPr>
        <p:spPr>
          <a:xfrm>
            <a:off x="6478634" y="9580836"/>
            <a:ext cx="78828" cy="78828"/>
          </a:xfrm>
          <a:prstGeom prst="ellipse">
            <a:avLst/>
          </a:prstGeom>
          <a:solidFill>
            <a:srgbClr val="F3EEE3">
              <a:alpha val="28000"/>
            </a:srgbClr>
          </a:solidFill>
          <a:ln/>
        </p:spPr>
      </p:sp>
      <p:sp>
        <p:nvSpPr>
          <p:cNvPr id="54" name="Shape 51"/>
          <p:cNvSpPr/>
          <p:nvPr/>
        </p:nvSpPr>
        <p:spPr>
          <a:xfrm>
            <a:off x="6636289" y="9580836"/>
            <a:ext cx="78828" cy="78828"/>
          </a:xfrm>
          <a:prstGeom prst="ellipse">
            <a:avLst/>
          </a:prstGeom>
          <a:solidFill>
            <a:srgbClr val="F3EEE3">
              <a:alpha val="28000"/>
            </a:srgbClr>
          </a:solidFill>
          <a:ln/>
        </p:spPr>
      </p:sp>
      <p:sp>
        <p:nvSpPr>
          <p:cNvPr id="55" name="Shape 52"/>
          <p:cNvSpPr/>
          <p:nvPr/>
        </p:nvSpPr>
        <p:spPr>
          <a:xfrm>
            <a:off x="6793944" y="9580836"/>
            <a:ext cx="78828" cy="78828"/>
          </a:xfrm>
          <a:prstGeom prst="ellipse">
            <a:avLst/>
          </a:prstGeom>
          <a:solidFill>
            <a:srgbClr val="F3EEE3">
              <a:alpha val="28000"/>
            </a:srgbClr>
          </a:solidFill>
          <a:ln/>
        </p:spPr>
      </p:sp>
      <p:sp>
        <p:nvSpPr>
          <p:cNvPr id="56" name="Shape 53"/>
          <p:cNvSpPr/>
          <p:nvPr/>
        </p:nvSpPr>
        <p:spPr>
          <a:xfrm>
            <a:off x="6951599" y="9580836"/>
            <a:ext cx="78828" cy="78828"/>
          </a:xfrm>
          <a:prstGeom prst="ellipse">
            <a:avLst/>
          </a:prstGeom>
          <a:solidFill>
            <a:srgbClr val="F3EEE3">
              <a:alpha val="28000"/>
            </a:srgbClr>
          </a:solidFill>
          <a:ln/>
        </p:spPr>
      </p:sp>
      <p:sp>
        <p:nvSpPr>
          <p:cNvPr id="57" name="Shape 54"/>
          <p:cNvSpPr/>
          <p:nvPr/>
        </p:nvSpPr>
        <p:spPr>
          <a:xfrm>
            <a:off x="7109254" y="9580836"/>
            <a:ext cx="78828" cy="78828"/>
          </a:xfrm>
          <a:prstGeom prst="ellipse">
            <a:avLst/>
          </a:prstGeom>
          <a:solidFill>
            <a:srgbClr val="F3EEE3">
              <a:alpha val="28000"/>
            </a:srgbClr>
          </a:solidFill>
          <a:ln/>
        </p:spPr>
      </p:sp>
      <p:sp>
        <p:nvSpPr>
          <p:cNvPr id="58" name="Shape 55"/>
          <p:cNvSpPr/>
          <p:nvPr/>
        </p:nvSpPr>
        <p:spPr>
          <a:xfrm>
            <a:off x="7266909" y="9580836"/>
            <a:ext cx="78828" cy="78828"/>
          </a:xfrm>
          <a:prstGeom prst="ellipse">
            <a:avLst/>
          </a:prstGeom>
          <a:solidFill>
            <a:srgbClr val="F3EEE3">
              <a:alpha val="28000"/>
            </a:srgbClr>
          </a:solidFill>
          <a:ln/>
        </p:spPr>
      </p:sp>
      <p:sp>
        <p:nvSpPr>
          <p:cNvPr id="59" name="Shape 56"/>
          <p:cNvSpPr/>
          <p:nvPr/>
        </p:nvSpPr>
        <p:spPr>
          <a:xfrm>
            <a:off x="7424564" y="9580836"/>
            <a:ext cx="78828" cy="78828"/>
          </a:xfrm>
          <a:prstGeom prst="ellipse">
            <a:avLst/>
          </a:prstGeom>
          <a:solidFill>
            <a:srgbClr val="F3EEE3">
              <a:alpha val="28000"/>
            </a:srgbClr>
          </a:solidFill>
          <a:ln/>
        </p:spPr>
      </p:sp>
      <p:sp>
        <p:nvSpPr>
          <p:cNvPr id="60" name="Shape 57"/>
          <p:cNvSpPr/>
          <p:nvPr/>
        </p:nvSpPr>
        <p:spPr>
          <a:xfrm>
            <a:off x="7582219" y="9580836"/>
            <a:ext cx="78828" cy="78828"/>
          </a:xfrm>
          <a:prstGeom prst="ellipse">
            <a:avLst/>
          </a:prstGeom>
          <a:solidFill>
            <a:srgbClr val="F3EEE3">
              <a:alpha val="28000"/>
            </a:srgbClr>
          </a:solidFill>
          <a:ln/>
        </p:spPr>
      </p:sp>
      <p:sp>
        <p:nvSpPr>
          <p:cNvPr id="61" name="Shape 58"/>
          <p:cNvSpPr/>
          <p:nvPr/>
        </p:nvSpPr>
        <p:spPr>
          <a:xfrm>
            <a:off x="7739874" y="9580836"/>
            <a:ext cx="78828" cy="78828"/>
          </a:xfrm>
          <a:prstGeom prst="ellipse">
            <a:avLst/>
          </a:prstGeom>
          <a:solidFill>
            <a:srgbClr val="F3EEE3">
              <a:alpha val="28000"/>
            </a:srgbClr>
          </a:solidFill>
          <a:ln/>
        </p:spPr>
      </p:sp>
      <p:sp>
        <p:nvSpPr>
          <p:cNvPr id="62" name="Shape 59"/>
          <p:cNvSpPr/>
          <p:nvPr/>
        </p:nvSpPr>
        <p:spPr>
          <a:xfrm>
            <a:off x="7897529" y="9580836"/>
            <a:ext cx="78828" cy="78828"/>
          </a:xfrm>
          <a:prstGeom prst="ellipse">
            <a:avLst/>
          </a:prstGeom>
          <a:solidFill>
            <a:srgbClr val="F3EEE3">
              <a:alpha val="28000"/>
            </a:srgbClr>
          </a:solidFill>
          <a:ln/>
        </p:spPr>
      </p:sp>
      <p:sp>
        <p:nvSpPr>
          <p:cNvPr id="63" name="Shape 60"/>
          <p:cNvSpPr/>
          <p:nvPr/>
        </p:nvSpPr>
        <p:spPr>
          <a:xfrm>
            <a:off x="8055184" y="9580836"/>
            <a:ext cx="78828" cy="78828"/>
          </a:xfrm>
          <a:prstGeom prst="ellipse">
            <a:avLst/>
          </a:prstGeom>
          <a:solidFill>
            <a:srgbClr val="F3EEE3">
              <a:alpha val="28000"/>
            </a:srgbClr>
          </a:solidFill>
          <a:ln/>
        </p:spPr>
      </p:sp>
      <p:sp>
        <p:nvSpPr>
          <p:cNvPr id="64" name="Shape 61"/>
          <p:cNvSpPr/>
          <p:nvPr/>
        </p:nvSpPr>
        <p:spPr>
          <a:xfrm>
            <a:off x="8212839" y="9580836"/>
            <a:ext cx="78828" cy="78828"/>
          </a:xfrm>
          <a:prstGeom prst="ellipse">
            <a:avLst/>
          </a:prstGeom>
          <a:solidFill>
            <a:srgbClr val="F3EEE3">
              <a:alpha val="28000"/>
            </a:srgbClr>
          </a:solidFill>
          <a:ln/>
        </p:spPr>
      </p:sp>
      <p:sp>
        <p:nvSpPr>
          <p:cNvPr id="65" name="Shape 62"/>
          <p:cNvSpPr/>
          <p:nvPr/>
        </p:nvSpPr>
        <p:spPr>
          <a:xfrm>
            <a:off x="8370494" y="9580836"/>
            <a:ext cx="78828" cy="78828"/>
          </a:xfrm>
          <a:prstGeom prst="ellipse">
            <a:avLst/>
          </a:prstGeom>
          <a:solidFill>
            <a:srgbClr val="F3EEE3">
              <a:alpha val="28000"/>
            </a:srgbClr>
          </a:solidFill>
          <a:ln/>
        </p:spPr>
      </p:sp>
      <p:sp>
        <p:nvSpPr>
          <p:cNvPr id="66" name="Shape 63"/>
          <p:cNvSpPr/>
          <p:nvPr/>
        </p:nvSpPr>
        <p:spPr>
          <a:xfrm>
            <a:off x="8528148" y="9580836"/>
            <a:ext cx="78828" cy="78828"/>
          </a:xfrm>
          <a:prstGeom prst="ellipse">
            <a:avLst/>
          </a:prstGeom>
          <a:solidFill>
            <a:srgbClr val="F3EEE3">
              <a:alpha val="28000"/>
            </a:srgbClr>
          </a:solidFill>
          <a:ln/>
        </p:spPr>
      </p:sp>
      <p:sp>
        <p:nvSpPr>
          <p:cNvPr id="67" name="Shape 64"/>
          <p:cNvSpPr/>
          <p:nvPr/>
        </p:nvSpPr>
        <p:spPr>
          <a:xfrm>
            <a:off x="8685803" y="9580836"/>
            <a:ext cx="78828" cy="78828"/>
          </a:xfrm>
          <a:prstGeom prst="ellipse">
            <a:avLst/>
          </a:prstGeom>
          <a:solidFill>
            <a:srgbClr val="F3EEE3">
              <a:alpha val="28000"/>
            </a:srgbClr>
          </a:solidFill>
          <a:ln/>
        </p:spPr>
      </p:sp>
      <p:sp>
        <p:nvSpPr>
          <p:cNvPr id="68" name="Shape 65"/>
          <p:cNvSpPr/>
          <p:nvPr/>
        </p:nvSpPr>
        <p:spPr>
          <a:xfrm>
            <a:off x="8843458" y="9580836"/>
            <a:ext cx="78828" cy="78828"/>
          </a:xfrm>
          <a:prstGeom prst="ellipse">
            <a:avLst/>
          </a:prstGeom>
          <a:solidFill>
            <a:srgbClr val="F3EEE3">
              <a:alpha val="28000"/>
            </a:srgbClr>
          </a:solidFill>
          <a:ln/>
        </p:spPr>
      </p:sp>
      <p:sp>
        <p:nvSpPr>
          <p:cNvPr id="69" name="Shape 66"/>
          <p:cNvSpPr/>
          <p:nvPr/>
        </p:nvSpPr>
        <p:spPr>
          <a:xfrm>
            <a:off x="9001113" y="9580836"/>
            <a:ext cx="78828" cy="78828"/>
          </a:xfrm>
          <a:prstGeom prst="ellipse">
            <a:avLst/>
          </a:prstGeom>
          <a:solidFill>
            <a:srgbClr val="F3EEE3">
              <a:alpha val="28000"/>
            </a:srgbClr>
          </a:solidFill>
          <a:ln/>
        </p:spPr>
      </p:sp>
      <p:sp>
        <p:nvSpPr>
          <p:cNvPr id="70" name="Shape 67"/>
          <p:cNvSpPr/>
          <p:nvPr/>
        </p:nvSpPr>
        <p:spPr>
          <a:xfrm>
            <a:off x="9158768" y="9580836"/>
            <a:ext cx="78828" cy="78828"/>
          </a:xfrm>
          <a:prstGeom prst="ellipse">
            <a:avLst/>
          </a:prstGeom>
          <a:solidFill>
            <a:srgbClr val="F3EEE3">
              <a:alpha val="28000"/>
            </a:srgbClr>
          </a:solidFill>
          <a:ln/>
        </p:spPr>
      </p:sp>
      <p:sp>
        <p:nvSpPr>
          <p:cNvPr id="71" name="Shape 68"/>
          <p:cNvSpPr/>
          <p:nvPr/>
        </p:nvSpPr>
        <p:spPr>
          <a:xfrm>
            <a:off x="9316423" y="9580836"/>
            <a:ext cx="78828" cy="78828"/>
          </a:xfrm>
          <a:prstGeom prst="ellipse">
            <a:avLst/>
          </a:prstGeom>
          <a:solidFill>
            <a:srgbClr val="F3EEE3">
              <a:alpha val="28000"/>
            </a:srgbClr>
          </a:solidFill>
          <a:ln/>
        </p:spPr>
      </p:sp>
      <p:sp>
        <p:nvSpPr>
          <p:cNvPr id="72" name="Shape 69"/>
          <p:cNvSpPr/>
          <p:nvPr/>
        </p:nvSpPr>
        <p:spPr>
          <a:xfrm>
            <a:off x="9474078" y="9580836"/>
            <a:ext cx="78828" cy="78828"/>
          </a:xfrm>
          <a:prstGeom prst="ellipse">
            <a:avLst/>
          </a:prstGeom>
          <a:solidFill>
            <a:srgbClr val="F3EEE3">
              <a:alpha val="28000"/>
            </a:srgbClr>
          </a:solidFill>
          <a:ln/>
        </p:spPr>
      </p:sp>
      <p:sp>
        <p:nvSpPr>
          <p:cNvPr id="73" name="Shape 70"/>
          <p:cNvSpPr/>
          <p:nvPr/>
        </p:nvSpPr>
        <p:spPr>
          <a:xfrm>
            <a:off x="9631733" y="9580836"/>
            <a:ext cx="78828" cy="78828"/>
          </a:xfrm>
          <a:prstGeom prst="ellipse">
            <a:avLst/>
          </a:prstGeom>
          <a:solidFill>
            <a:srgbClr val="F3EEE3">
              <a:alpha val="28000"/>
            </a:srgbClr>
          </a:solidFill>
          <a:ln/>
        </p:spPr>
      </p:sp>
      <p:sp>
        <p:nvSpPr>
          <p:cNvPr id="74" name="Shape 71"/>
          <p:cNvSpPr/>
          <p:nvPr/>
        </p:nvSpPr>
        <p:spPr>
          <a:xfrm>
            <a:off x="9789388" y="9580836"/>
            <a:ext cx="78828" cy="78828"/>
          </a:xfrm>
          <a:prstGeom prst="ellipse">
            <a:avLst/>
          </a:prstGeom>
          <a:solidFill>
            <a:srgbClr val="F3EEE3">
              <a:alpha val="28000"/>
            </a:srgbClr>
          </a:solidFill>
          <a:ln/>
        </p:spPr>
      </p:sp>
      <p:sp>
        <p:nvSpPr>
          <p:cNvPr id="75" name="Shape 72"/>
          <p:cNvSpPr/>
          <p:nvPr/>
        </p:nvSpPr>
        <p:spPr>
          <a:xfrm>
            <a:off x="9947043" y="9580836"/>
            <a:ext cx="78828" cy="78828"/>
          </a:xfrm>
          <a:prstGeom prst="ellipse">
            <a:avLst/>
          </a:prstGeom>
          <a:solidFill>
            <a:srgbClr val="F3EEE3">
              <a:alpha val="28000"/>
            </a:srgbClr>
          </a:solidFill>
          <a:ln/>
        </p:spPr>
      </p:sp>
      <p:sp>
        <p:nvSpPr>
          <p:cNvPr id="76"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13/58</a:t>
            </a:r>
            <a:endParaRPr lang="en-US" sz="1800" dirty="0"/>
          </a:p>
        </p:txBody>
      </p:sp>
      <p:sp>
        <p:nvSpPr>
          <p:cNvPr id="77"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8" name="Moda image moda-export-watermark-0984e9df-60c8-4a06-9199-13e1cd84b9e9"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0" kern="0">
                <a:solidFill>
                  <a:srgbClr val="14161C"/>
                </a:solidFill>
                <a:latin typeface="Noto Sans JP ExtraBold" pitchFamily="34" charset="0"/>
                <a:ea typeface="Noto Sans JP ExtraBold" pitchFamily="34" charset="-122"/>
                <a:cs typeface="Noto Sans JP ExtraBold" pitchFamily="34" charset="-120"/>
              </a:rPr>
              <a:t>解凍： 数値のある</a:t>
            </a:r>
            <a:r>
              <a:rPr lang="en-US" sz="5700" dirty="0" spc="-29" kern="0">
                <a:solidFill>
                  <a:srgbClr val="14161C"/>
                </a:solidFill>
                <a:latin typeface="Noto Sans JP ExtraBold" pitchFamily="34" charset="0"/>
                <a:ea typeface="Noto Sans JP ExtraBold" pitchFamily="34" charset="-122"/>
                <a:cs typeface="Noto Sans JP ExtraBold" pitchFamily="34" charset="-120"/>
              </a:rPr>
              <a:t> 対策とない</a:t>
            </a:r>
            <a:r>
              <a:rPr lang="en-US" sz="5700" dirty="0" spc="1" kern="0">
                <a:solidFill>
                  <a:srgbClr val="14161C"/>
                </a:solidFill>
                <a:latin typeface="Noto Sans JP ExtraBold" pitchFamily="34" charset="0"/>
                <a:ea typeface="Noto Sans JP ExtraBold" pitchFamily="34" charset="-122"/>
                <a:cs typeface="Noto Sans JP ExtraBold" pitchFamily="34" charset="-120"/>
              </a:rPr>
              <a:t> 対策</a:t>
            </a:r>
            <a:endParaRPr lang="en-US" sz="5700" dirty="0"/>
          </a:p>
        </p:txBody>
      </p:sp>
      <p:sp>
        <p:nvSpPr>
          <p:cNvPr id="3" name="Shape 1"/>
          <p:cNvSpPr/>
          <p:nvPr/>
        </p:nvSpPr>
        <p:spPr>
          <a:xfrm>
            <a:off x="914400" y="2857500"/>
            <a:ext cx="8058150" cy="4191000"/>
          </a:xfrm>
          <a:prstGeom prst="roundRect">
            <a:avLst>
              <a:gd name="adj" fmla="val 6364"/>
            </a:avLst>
          </a:prstGeom>
          <a:solidFill>
            <a:srgbClr val="CFE8E2"/>
          </a:solidFill>
          <a:ln/>
        </p:spPr>
      </p:sp>
      <p:sp>
        <p:nvSpPr>
          <p:cNvPr id="4" name="Shape 2"/>
          <p:cNvSpPr/>
          <p:nvPr/>
        </p:nvSpPr>
        <p:spPr>
          <a:xfrm>
            <a:off x="914400" y="2857500"/>
            <a:ext cx="133350" cy="4191000"/>
          </a:xfrm>
          <a:prstGeom prst="roundRect">
            <a:avLst>
              <a:gd name="adj" fmla="val 50000"/>
            </a:avLst>
          </a:prstGeom>
          <a:solidFill>
            <a:srgbClr val="0F766E"/>
          </a:solidFill>
          <a:ln/>
        </p:spPr>
      </p:sp>
      <p:sp>
        <p:nvSpPr>
          <p:cNvPr id="5" name="Text 3"/>
          <p:cNvSpPr/>
          <p:nvPr/>
        </p:nvSpPr>
        <p:spPr>
          <a:xfrm>
            <a:off x="1371600" y="3200400"/>
            <a:ext cx="7143750" cy="952500"/>
          </a:xfrm>
          <a:prstGeom prst="rect">
            <a:avLst/>
          </a:prstGeom>
          <a:noFill/>
          <a:ln/>
        </p:spPr>
        <p:txBody>
          <a:bodyPr wrap="square" lIns="0" tIns="0" rIns="0" bIns="0" rtlCol="0" anchor="t"/>
          <a:lstStyle/>
          <a:p>
            <a:pPr algn="l" indent="0" marL="0">
              <a:buNone/>
            </a:pPr>
            <a:r>
              <a:rPr lang="en-US" sz="4200" dirty="0" kern="0">
                <a:solidFill>
                  <a:srgbClr val="0F766E"/>
                </a:solidFill>
                <a:latin typeface="Noto Sans JP ExtraBold" pitchFamily="34" charset="0"/>
                <a:ea typeface="Noto Sans JP ExtraBold" pitchFamily="34" charset="-122"/>
                <a:cs typeface="Noto Sans JP ExtraBold" pitchFamily="34" charset="-120"/>
              </a:rPr>
              <a:t>出典あり</a:t>
            </a:r>
            <a:endParaRPr lang="en-US" sz="4200" dirty="0"/>
          </a:p>
        </p:txBody>
      </p:sp>
      <p:sp>
        <p:nvSpPr>
          <p:cNvPr id="6" name="Text 4"/>
          <p:cNvSpPr/>
          <p:nvPr/>
        </p:nvSpPr>
        <p:spPr>
          <a:xfrm>
            <a:off x="1371600" y="4286250"/>
            <a:ext cx="7143750" cy="2286000"/>
          </a:xfrm>
          <a:prstGeom prst="rect">
            <a:avLst/>
          </a:prstGeom>
          <a:noFill/>
          <a:ln/>
        </p:spPr>
        <p:txBody>
          <a:bodyPr wrap="square" lIns="0" tIns="38062" rIns="0" bIns="-38062" rtlCol="0" anchor="t"/>
          <a:lstStyle/>
          <a:p>
            <a:pPr algn="l" indent="0" marL="0">
              <a:lnSpc>
                <a:spcPts val="3510"/>
              </a:lnSpc>
              <a:buNone/>
            </a:pPr>
            <a:r>
              <a:rPr lang="en-US" sz="2700" dirty="0" spc="-61" kern="0">
                <a:solidFill>
                  <a:srgbClr val="14161C"/>
                </a:solidFill>
                <a:latin typeface="Noto Sans JP" pitchFamily="34" charset="0"/>
                <a:ea typeface="Noto Sans JP" pitchFamily="34" charset="-122"/>
                <a:cs typeface="Noto Sans JP" pitchFamily="34" charset="-120"/>
              </a:rPr>
              <a:t>タンク、</a:t>
            </a:r>
            <a:r>
              <a:rPr lang="en-US" sz="2700" dirty="0" spc="1" kern="0">
                <a:solidFill>
                  <a:srgbClr val="14161C"/>
                </a:solidFill>
                <a:latin typeface="Noto Sans JP" pitchFamily="34" charset="0"/>
                <a:ea typeface="Noto Sans JP" pitchFamily="34" charset="-122"/>
                <a:cs typeface="Noto Sans JP" pitchFamily="34" charset="-120"/>
              </a:rPr>
              <a:t> 配管、</a:t>
            </a:r>
            <a:r>
              <a:rPr lang="en-US" sz="2700" dirty="0" spc="-15" kern="0">
                <a:solidFill>
                  <a:srgbClr val="14161C"/>
                </a:solidFill>
                <a:latin typeface="Noto Sans JP" pitchFamily="34" charset="0"/>
                <a:ea typeface="Noto Sans JP" pitchFamily="34" charset="-122"/>
                <a:cs typeface="Noto Sans JP" pitchFamily="34" charset="-120"/>
              </a:rPr>
              <a:t> ポンプは</a:t>
            </a:r>
            <a:r>
              <a:rPr lang="en-US" sz="2700" dirty="0" spc="1" kern="0">
                <a:solidFill>
                  <a:srgbClr val="14161C"/>
                </a:solidFill>
                <a:latin typeface="Noto Sans JP" pitchFamily="34" charset="0"/>
                <a:ea typeface="Noto Sans JP" pitchFamily="34" charset="-122"/>
                <a:cs typeface="Noto Sans JP" pitchFamily="34" charset="-120"/>
              </a:rPr>
              <a:t> 加熱が</a:t>
            </a:r>
            <a:r>
              <a:rPr lang="en-US" sz="2700" dirty="0" spc="2" kern="0">
                <a:solidFill>
                  <a:srgbClr val="14161C"/>
                </a:solidFill>
                <a:latin typeface="Noto Sans JP" pitchFamily="34" charset="0"/>
                <a:ea typeface="Noto Sans JP" pitchFamily="34" charset="-122"/>
                <a:cs typeface="Noto Sans JP" pitchFamily="34" charset="-120"/>
              </a:rPr>
              <a:t> 必要。</a:t>
            </a:r>
            <a:r>
              <a:rPr lang="en-US" sz="2700" dirty="0" spc="1" kern="0">
                <a:solidFill>
                  <a:srgbClr val="14161C"/>
                </a:solidFill>
                <a:latin typeface="Noto Sans JP" pitchFamily="34" charset="0"/>
                <a:ea typeface="Noto Sans JP" pitchFamily="34" charset="-122"/>
                <a:cs typeface="Noto Sans JP" pitchFamily="34" charset="-120"/>
              </a:rPr>
              <a:t> 停止時は</a:t>
            </a:r>
            <a:r>
              <a:rPr lang="en-US" sz="2700" dirty="0" spc="0" kern="0">
                <a:solidFill>
                  <a:srgbClr val="14161C"/>
                </a:solidFill>
                <a:latin typeface="Noto Sans JP" pitchFamily="34" charset="0"/>
                <a:ea typeface="Noto Sans JP" pitchFamily="34" charset="-122"/>
                <a:cs typeface="Noto Sans JP" pitchFamily="34" charset="-120"/>
              </a:rPr>
              <a:t> 排出または</a:t>
            </a:r>
            <a:r>
              <a:rPr lang="en-US" sz="2700" dirty="0" spc="2" kern="0">
                <a:solidFill>
                  <a:srgbClr val="14161C"/>
                </a:solidFill>
                <a:latin typeface="Noto Sans JP" pitchFamily="34" charset="0"/>
                <a:ea typeface="Noto Sans JP" pitchFamily="34" charset="-122"/>
                <a:cs typeface="Noto Sans JP" pitchFamily="34" charset="-120"/>
              </a:rPr>
              <a:t> 凍結に</a:t>
            </a:r>
            <a:r>
              <a:rPr lang="en-US" sz="2700" dirty="0" spc="-19" kern="0">
                <a:solidFill>
                  <a:srgbClr val="14161C"/>
                </a:solidFill>
                <a:latin typeface="Noto Sans JP" pitchFamily="34" charset="0"/>
                <a:ea typeface="Noto Sans JP" pitchFamily="34" charset="-122"/>
                <a:cs typeface="Noto Sans JP" pitchFamily="34" charset="-120"/>
              </a:rPr>
              <a:t> 耐える</a:t>
            </a:r>
            <a:r>
              <a:rPr lang="en-US" sz="2700" dirty="0" spc="0" kern="0">
                <a:solidFill>
                  <a:srgbClr val="14161C"/>
                </a:solidFill>
                <a:latin typeface="Noto Sans JP" pitchFamily="34" charset="0"/>
                <a:ea typeface="Noto Sans JP" pitchFamily="34" charset="-122"/>
                <a:cs typeface="Noto Sans JP" pitchFamily="34" charset="-120"/>
              </a:rPr>
              <a:t> 設計[S13]。 ヒーターの</a:t>
            </a:r>
            <a:r>
              <a:rPr lang="en-US" sz="2700" dirty="0" spc="2" kern="0">
                <a:solidFill>
                  <a:srgbClr val="14161C"/>
                </a:solidFill>
                <a:latin typeface="Noto Sans JP" pitchFamily="34" charset="0"/>
                <a:ea typeface="Noto Sans JP" pitchFamily="34" charset="-122"/>
                <a:cs typeface="Noto Sans JP" pitchFamily="34" charset="-120"/>
              </a:rPr>
              <a:t> 過熱を</a:t>
            </a:r>
            <a:r>
              <a:rPr lang="en-US" sz="2700" dirty="0" spc="0" kern="0">
                <a:solidFill>
                  <a:srgbClr val="14161C"/>
                </a:solidFill>
                <a:latin typeface="Noto Sans JP" pitchFamily="34" charset="0"/>
                <a:ea typeface="Noto Sans JP" pitchFamily="34" charset="-122"/>
                <a:cs typeface="Noto Sans JP" pitchFamily="34" charset="-120"/>
              </a:rPr>
              <a:t> 避ける[S6]。</a:t>
            </a:r>
            <a:r>
              <a:rPr lang="en-US" sz="2700" dirty="0" spc="-1" kern="0">
                <a:solidFill>
                  <a:srgbClr val="14161C"/>
                </a:solidFill>
                <a:latin typeface="Noto Sans JP" pitchFamily="34" charset="0"/>
                <a:ea typeface="Noto Sans JP" pitchFamily="34" charset="-122"/>
                <a:cs typeface="Noto Sans JP" pitchFamily="34" charset="-120"/>
              </a:rPr>
              <a:t> Boschは</a:t>
            </a:r>
            <a:r>
              <a:rPr lang="en-US" sz="2700" dirty="0" spc="1" kern="0">
                <a:solidFill>
                  <a:srgbClr val="14161C"/>
                </a:solidFill>
                <a:latin typeface="Noto Sans JP" pitchFamily="34" charset="0"/>
                <a:ea typeface="Noto Sans JP" pitchFamily="34" charset="-122"/>
                <a:cs typeface="Noto Sans JP" pitchFamily="34" charset="-120"/>
              </a:rPr>
              <a:t> 凍結に</a:t>
            </a:r>
            <a:r>
              <a:rPr lang="en-US" sz="2700" dirty="0" spc="-19" kern="0">
                <a:solidFill>
                  <a:srgbClr val="14161C"/>
                </a:solidFill>
                <a:latin typeface="Noto Sans JP" pitchFamily="34" charset="0"/>
                <a:ea typeface="Noto Sans JP" pitchFamily="34" charset="-122"/>
                <a:cs typeface="Noto Sans JP" pitchFamily="34" charset="-120"/>
              </a:rPr>
              <a:t> 耐える</a:t>
            </a:r>
            <a:r>
              <a:rPr lang="en-US" sz="2700" dirty="0" spc="1" kern="0">
                <a:solidFill>
                  <a:srgbClr val="14161C"/>
                </a:solidFill>
                <a:latin typeface="Noto Sans JP" pitchFamily="34" charset="0"/>
                <a:ea typeface="Noto Sans JP" pitchFamily="34" charset="-122"/>
                <a:cs typeface="Noto Sans JP" pitchFamily="34" charset="-120"/>
              </a:rPr>
              <a:t> 補償素子を</a:t>
            </a:r>
            <a:r>
              <a:rPr lang="en-US" sz="2700" dirty="0" spc="0" kern="0">
                <a:solidFill>
                  <a:srgbClr val="14161C"/>
                </a:solidFill>
                <a:latin typeface="Noto Sans JP" pitchFamily="34" charset="0"/>
                <a:ea typeface="Noto Sans JP" pitchFamily="34" charset="-122"/>
                <a:cs typeface="Noto Sans JP" pitchFamily="34" charset="-120"/>
              </a:rPr>
              <a:t> 使う[S16]</a:t>
            </a:r>
            <a:endParaRPr lang="en-US" sz="2700" dirty="0"/>
          </a:p>
        </p:txBody>
      </p:sp>
      <p:sp>
        <p:nvSpPr>
          <p:cNvPr id="7" name="Shape 5"/>
          <p:cNvSpPr/>
          <p:nvPr/>
        </p:nvSpPr>
        <p:spPr>
          <a:xfrm>
            <a:off x="9315450" y="2857500"/>
            <a:ext cx="8058150" cy="4191000"/>
          </a:xfrm>
          <a:prstGeom prst="roundRect">
            <a:avLst>
              <a:gd name="adj" fmla="val 6364"/>
            </a:avLst>
          </a:prstGeom>
          <a:solidFill>
            <a:srgbClr val="F8D9D0"/>
          </a:solidFill>
          <a:ln/>
        </p:spPr>
      </p:sp>
      <p:sp>
        <p:nvSpPr>
          <p:cNvPr id="8" name="Shape 6"/>
          <p:cNvSpPr/>
          <p:nvPr/>
        </p:nvSpPr>
        <p:spPr>
          <a:xfrm>
            <a:off x="9315450" y="2857500"/>
            <a:ext cx="133350" cy="4191000"/>
          </a:xfrm>
          <a:prstGeom prst="roundRect">
            <a:avLst>
              <a:gd name="adj" fmla="val 50000"/>
            </a:avLst>
          </a:prstGeom>
          <a:solidFill>
            <a:srgbClr val="E8472B"/>
          </a:solidFill>
          <a:ln/>
        </p:spPr>
      </p:sp>
      <p:sp>
        <p:nvSpPr>
          <p:cNvPr id="9" name="Text 7"/>
          <p:cNvSpPr/>
          <p:nvPr/>
        </p:nvSpPr>
        <p:spPr>
          <a:xfrm>
            <a:off x="9772650" y="3200400"/>
            <a:ext cx="7143750" cy="952500"/>
          </a:xfrm>
          <a:prstGeom prst="rect">
            <a:avLst/>
          </a:prstGeom>
          <a:noFill/>
          <a:ln/>
        </p:spPr>
        <p:txBody>
          <a:bodyPr wrap="square" lIns="0" tIns="0" rIns="0" bIns="0" rtlCol="0" anchor="t"/>
          <a:lstStyle/>
          <a:p>
            <a:pPr algn="l" indent="0" marL="0">
              <a:buNone/>
            </a:pPr>
            <a:r>
              <a:rPr lang="en-US" sz="4200" dirty="0" kern="0">
                <a:solidFill>
                  <a:srgbClr val="E8472B"/>
                </a:solidFill>
                <a:latin typeface="Noto Sans JP ExtraBold" pitchFamily="34" charset="0"/>
                <a:ea typeface="Noto Sans JP ExtraBold" pitchFamily="34" charset="-122"/>
                <a:cs typeface="Noto Sans JP ExtraBold" pitchFamily="34" charset="-120"/>
              </a:rPr>
              <a:t>数値なし</a:t>
            </a:r>
            <a:endParaRPr lang="en-US" sz="4200" dirty="0"/>
          </a:p>
        </p:txBody>
      </p:sp>
      <p:sp>
        <p:nvSpPr>
          <p:cNvPr id="10" name="Text 8"/>
          <p:cNvSpPr/>
          <p:nvPr/>
        </p:nvSpPr>
        <p:spPr>
          <a:xfrm>
            <a:off x="9772650" y="4286250"/>
            <a:ext cx="7143750" cy="2286000"/>
          </a:xfrm>
          <a:prstGeom prst="rect">
            <a:avLst/>
          </a:prstGeom>
          <a:noFill/>
          <a:ln/>
        </p:spPr>
        <p:txBody>
          <a:bodyPr wrap="square" lIns="0" tIns="38548" rIns="0" bIns="-38548" rtlCol="0" anchor="t"/>
          <a:lstStyle/>
          <a:p>
            <a:pPr algn="l" indent="0" marL="0">
              <a:lnSpc>
                <a:spcPts val="3554"/>
              </a:lnSpc>
              <a:buNone/>
            </a:pPr>
            <a:r>
              <a:rPr lang="en-US" sz="2734" dirty="0" spc="-3" kern="0">
                <a:solidFill>
                  <a:srgbClr val="14161C"/>
                </a:solidFill>
                <a:latin typeface="Noto Sans JP" pitchFamily="34" charset="0"/>
                <a:ea typeface="Noto Sans JP" pitchFamily="34" charset="-122"/>
                <a:cs typeface="Noto Sans JP" pitchFamily="34" charset="-120"/>
              </a:rPr>
              <a:t>解凍時間（EUは 見積りを 要求、</a:t>
            </a:r>
            <a:r>
              <a:rPr lang="en-US" sz="2734" dirty="0" spc="-5" kern="0">
                <a:solidFill>
                  <a:srgbClr val="14161C"/>
                </a:solidFill>
                <a:latin typeface="Noto Sans JP" pitchFamily="34" charset="0"/>
                <a:ea typeface="Noto Sans JP" pitchFamily="34" charset="-122"/>
                <a:cs typeface="Noto Sans JP" pitchFamily="34" charset="-120"/>
              </a:rPr>
              <a:t> CFDシミュレーション[S15]）、-11.5°C未満の</a:t>
            </a:r>
            <a:r>
              <a:rPr lang="en-US" sz="2734" dirty="0" spc="-2" kern="0">
                <a:solidFill>
                  <a:srgbClr val="14161C"/>
                </a:solidFill>
                <a:latin typeface="Noto Sans JP" pitchFamily="34" charset="0"/>
                <a:ea typeface="Noto Sans JP" pitchFamily="34" charset="-122"/>
                <a:cs typeface="Noto Sans JP" pitchFamily="34" charset="-120"/>
              </a:rPr>
              <a:t> 挙動、</a:t>
            </a:r>
            <a:r>
              <a:rPr lang="en-US" sz="2734" dirty="0" spc="-3" kern="0">
                <a:solidFill>
                  <a:srgbClr val="14161C"/>
                </a:solidFill>
                <a:latin typeface="Noto Sans JP" pitchFamily="34" charset="0"/>
                <a:ea typeface="Noto Sans JP" pitchFamily="34" charset="-122"/>
                <a:cs typeface="Noto Sans JP" pitchFamily="34" charset="-120"/>
              </a:rPr>
              <a:t> 加熱の</a:t>
            </a:r>
            <a:r>
              <a:rPr lang="en-US" sz="2734" dirty="0" spc="-2" kern="0">
                <a:solidFill>
                  <a:srgbClr val="14161C"/>
                </a:solidFill>
                <a:latin typeface="Noto Sans JP" pitchFamily="34" charset="0"/>
                <a:ea typeface="Noto Sans JP" pitchFamily="34" charset="-122"/>
                <a:cs typeface="Noto Sans JP" pitchFamily="34" charset="-120"/>
              </a:rPr>
              <a:t> 出力：</a:t>
            </a:r>
            <a:r>
              <a:rPr lang="en-US" sz="2734" dirty="0" spc="-3" kern="0">
                <a:solidFill>
                  <a:srgbClr val="14161C"/>
                </a:solidFill>
                <a:latin typeface="Noto Sans JP" pitchFamily="34" charset="0"/>
                <a:ea typeface="Noto Sans JP" pitchFamily="34" charset="-122"/>
                <a:cs typeface="Noto Sans JP" pitchFamily="34" charset="-120"/>
              </a:rPr>
              <a:t> 未確認</a:t>
            </a:r>
            <a:endParaRPr lang="en-US" sz="2734" dirty="0"/>
          </a:p>
        </p:txBody>
      </p:sp>
      <p:sp>
        <p:nvSpPr>
          <p:cNvPr id="11" name="Shape 9"/>
          <p:cNvSpPr/>
          <p:nvPr/>
        </p:nvSpPr>
        <p:spPr>
          <a:xfrm>
            <a:off x="914400" y="7429500"/>
            <a:ext cx="16459200" cy="1238250"/>
          </a:xfrm>
          <a:prstGeom prst="roundRect">
            <a:avLst>
              <a:gd name="adj" fmla="val 18462"/>
            </a:avLst>
          </a:prstGeom>
          <a:solidFill>
            <a:srgbClr val="E8E0CF"/>
          </a:solidFill>
          <a:ln/>
        </p:spPr>
      </p:sp>
      <p:sp>
        <p:nvSpPr>
          <p:cNvPr id="12" name="Text 10"/>
          <p:cNvSpPr/>
          <p:nvPr/>
        </p:nvSpPr>
        <p:spPr>
          <a:xfrm>
            <a:off x="1295400" y="7429500"/>
            <a:ext cx="15697200" cy="1238250"/>
          </a:xfrm>
          <a:prstGeom prst="rect">
            <a:avLst/>
          </a:prstGeom>
          <a:noFill/>
          <a:ln/>
        </p:spPr>
        <p:txBody>
          <a:bodyPr wrap="square" lIns="0" tIns="0" rIns="0" bIns="0" rtlCol="0" anchor="ctr"/>
          <a:lstStyle/>
          <a:p>
            <a:pPr algn="l" indent="0" marL="0">
              <a:buNone/>
            </a:pPr>
            <a:r>
              <a:rPr lang="en-US" sz="2850" dirty="0" spc="0" kern="0">
                <a:solidFill>
                  <a:srgbClr val="14161C"/>
                </a:solidFill>
                <a:latin typeface="Noto Sans JP SemiBold" pitchFamily="34" charset="0"/>
                <a:ea typeface="Noto Sans JP SemiBold" pitchFamily="34" charset="-122"/>
                <a:cs typeface="Noto Sans JP SemiBold" pitchFamily="34" charset="-120"/>
              </a:rPr>
              <a:t>関係:</a:t>
            </a:r>
            <a:r>
              <a:rPr lang="en-US" sz="2850" dirty="0" spc="-1" kern="0">
                <a:solidFill>
                  <a:srgbClr val="14161C"/>
                </a:solidFill>
                <a:latin typeface="Noto Sans JP SemiBold" pitchFamily="34" charset="0"/>
                <a:ea typeface="Noto Sans JP SemiBold" pitchFamily="34" charset="-122"/>
                <a:cs typeface="Noto Sans JP SemiBold" pitchFamily="34" charset="-120"/>
              </a:rPr>
              <a:t> 数値がないことは</a:t>
            </a:r>
            <a:r>
              <a:rPr lang="en-US" sz="2850" dirty="0" spc="-7" kern="0">
                <a:solidFill>
                  <a:srgbClr val="14161C"/>
                </a:solidFill>
                <a:latin typeface="Noto Sans JP SemiBold" pitchFamily="34" charset="0"/>
                <a:ea typeface="Noto Sans JP SemiBold" pitchFamily="34" charset="-122"/>
                <a:cs typeface="Noto Sans JP SemiBold" pitchFamily="34" charset="-120"/>
              </a:rPr>
              <a:t> 問題がないことではない。</a:t>
            </a:r>
            <a:r>
              <a:rPr lang="en-US" sz="2850" dirty="0" spc="-1" kern="0">
                <a:solidFill>
                  <a:srgbClr val="14161C"/>
                </a:solidFill>
                <a:latin typeface="Noto Sans JP SemiBold" pitchFamily="34" charset="0"/>
                <a:ea typeface="Noto Sans JP SemiBold" pitchFamily="34" charset="-122"/>
                <a:cs typeface="Noto Sans JP SemiBold" pitchFamily="34" charset="-120"/>
              </a:rPr>
              <a:t> 技術者は 自分の</a:t>
            </a:r>
            <a:r>
              <a:rPr lang="en-US" sz="2850" dirty="0" spc="-15" kern="0">
                <a:solidFill>
                  <a:srgbClr val="14161C"/>
                </a:solidFill>
                <a:latin typeface="Noto Sans JP SemiBold" pitchFamily="34" charset="0"/>
                <a:ea typeface="Noto Sans JP SemiBold" pitchFamily="34" charset="-122"/>
                <a:cs typeface="Noto Sans JP SemiBold" pitchFamily="34" charset="-120"/>
              </a:rPr>
              <a:t> システムの</a:t>
            </a:r>
            <a:r>
              <a:rPr lang="en-US" sz="2850" dirty="0" spc="-2" kern="0">
                <a:solidFill>
                  <a:srgbClr val="14161C"/>
                </a:solidFill>
                <a:latin typeface="Noto Sans JP SemiBold" pitchFamily="34" charset="0"/>
                <a:ea typeface="Noto Sans JP SemiBold" pitchFamily="34" charset="-122"/>
                <a:cs typeface="Noto Sans JP SemiBold" pitchFamily="34" charset="-120"/>
              </a:rPr>
              <a:t> 数値が 必要</a:t>
            </a:r>
            <a:endParaRPr lang="en-US" sz="2850" dirty="0"/>
          </a:p>
        </p:txBody>
      </p:sp>
      <p:sp>
        <p:nvSpPr>
          <p:cNvPr id="13" name="Text 1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[S6]</a:t>
            </a:r>
            <a:r>
              <a:rPr lang="en-US" sz="1800" dirty="0" spc="-1" kern="0">
                <a:solidFill>
                  <a:srgbClr val="6B6A66"/>
                </a:solidFill>
                <a:latin typeface="Noto Sans JP" pitchFamily="34" charset="0"/>
                <a:ea typeface="Noto Sans JP" pitchFamily="34" charset="-122"/>
                <a:cs typeface="Noto Sans JP" pitchFamily="34" charset="-120"/>
              </a:rPr>
              <a:t> [S13]</a:t>
            </a:r>
            <a:r>
              <a:rPr lang="en-US" sz="1800" dirty="0" spc="-2" kern="0">
                <a:solidFill>
                  <a:srgbClr val="6B6A66"/>
                </a:solidFill>
                <a:latin typeface="Noto Sans JP" pitchFamily="34" charset="0"/>
                <a:ea typeface="Noto Sans JP" pitchFamily="34" charset="-122"/>
                <a:cs typeface="Noto Sans JP" pitchFamily="34" charset="-120"/>
              </a:rPr>
              <a:t> [S15]</a:t>
            </a:r>
            <a:r>
              <a:rPr lang="en-US" sz="1800" dirty="0" spc="-1" kern="0">
                <a:solidFill>
                  <a:srgbClr val="6B6A66"/>
                </a:solidFill>
                <a:latin typeface="Noto Sans JP" pitchFamily="34" charset="0"/>
                <a:ea typeface="Noto Sans JP" pitchFamily="34" charset="-122"/>
                <a:cs typeface="Noto Sans JP" pitchFamily="34" charset="-120"/>
              </a:rPr>
              <a:t> [S16]</a:t>
            </a:r>
            <a:endParaRPr lang="en-US" sz="1800" dirty="0"/>
          </a:p>
        </p:txBody>
      </p:sp>
      <p:sp>
        <p:nvSpPr>
          <p:cNvPr id="14" name="Shape 12"/>
          <p:cNvSpPr/>
          <p:nvPr/>
        </p:nvSpPr>
        <p:spPr>
          <a:xfrm>
            <a:off x="960711" y="9580836"/>
            <a:ext cx="78828" cy="78828"/>
          </a:xfrm>
          <a:prstGeom prst="ellipse">
            <a:avLst/>
          </a:prstGeom>
          <a:solidFill>
            <a:srgbClr val="14161C">
              <a:alpha val="28000"/>
            </a:srgbClr>
          </a:solidFill>
          <a:ln/>
        </p:spPr>
      </p:sp>
      <p:sp>
        <p:nvSpPr>
          <p:cNvPr id="15" name="Shape 13"/>
          <p:cNvSpPr/>
          <p:nvPr/>
        </p:nvSpPr>
        <p:spPr>
          <a:xfrm>
            <a:off x="1118366" y="9580836"/>
            <a:ext cx="78828" cy="78828"/>
          </a:xfrm>
          <a:prstGeom prst="ellipse">
            <a:avLst/>
          </a:prstGeom>
          <a:solidFill>
            <a:srgbClr val="14161C">
              <a:alpha val="28000"/>
            </a:srgbClr>
          </a:solidFill>
          <a:ln/>
        </p:spPr>
      </p:sp>
      <p:sp>
        <p:nvSpPr>
          <p:cNvPr id="16" name="Shape 14"/>
          <p:cNvSpPr/>
          <p:nvPr/>
        </p:nvSpPr>
        <p:spPr>
          <a:xfrm>
            <a:off x="1276021" y="9580836"/>
            <a:ext cx="78828" cy="78828"/>
          </a:xfrm>
          <a:prstGeom prst="ellipse">
            <a:avLst/>
          </a:prstGeom>
          <a:solidFill>
            <a:srgbClr val="14161C">
              <a:alpha val="28000"/>
            </a:srgbClr>
          </a:solidFill>
          <a:ln/>
        </p:spPr>
      </p:sp>
      <p:sp>
        <p:nvSpPr>
          <p:cNvPr id="17" name="Shape 15"/>
          <p:cNvSpPr/>
          <p:nvPr/>
        </p:nvSpPr>
        <p:spPr>
          <a:xfrm>
            <a:off x="1433676" y="9580836"/>
            <a:ext cx="78828" cy="78828"/>
          </a:xfrm>
          <a:prstGeom prst="ellipse">
            <a:avLst/>
          </a:prstGeom>
          <a:solidFill>
            <a:srgbClr val="14161C">
              <a:alpha val="28000"/>
            </a:srgbClr>
          </a:solidFill>
          <a:ln/>
        </p:spPr>
      </p:sp>
      <p:sp>
        <p:nvSpPr>
          <p:cNvPr id="18" name="Shape 16"/>
          <p:cNvSpPr/>
          <p:nvPr/>
        </p:nvSpPr>
        <p:spPr>
          <a:xfrm>
            <a:off x="1591331" y="9580836"/>
            <a:ext cx="78828" cy="78828"/>
          </a:xfrm>
          <a:prstGeom prst="ellipse">
            <a:avLst/>
          </a:prstGeom>
          <a:solidFill>
            <a:srgbClr val="14161C">
              <a:alpha val="28000"/>
            </a:srgbClr>
          </a:solidFill>
          <a:ln/>
        </p:spPr>
      </p:sp>
      <p:sp>
        <p:nvSpPr>
          <p:cNvPr id="19" name="Shape 17"/>
          <p:cNvSpPr/>
          <p:nvPr/>
        </p:nvSpPr>
        <p:spPr>
          <a:xfrm>
            <a:off x="1748986" y="9580836"/>
            <a:ext cx="78828" cy="78828"/>
          </a:xfrm>
          <a:prstGeom prst="ellipse">
            <a:avLst/>
          </a:prstGeom>
          <a:solidFill>
            <a:srgbClr val="14161C">
              <a:alpha val="28000"/>
            </a:srgbClr>
          </a:solidFill>
          <a:ln/>
        </p:spPr>
      </p:sp>
      <p:sp>
        <p:nvSpPr>
          <p:cNvPr id="20" name="Shape 18"/>
          <p:cNvSpPr/>
          <p:nvPr/>
        </p:nvSpPr>
        <p:spPr>
          <a:xfrm>
            <a:off x="1906641" y="9580836"/>
            <a:ext cx="78828" cy="78828"/>
          </a:xfrm>
          <a:prstGeom prst="ellipse">
            <a:avLst/>
          </a:prstGeom>
          <a:solidFill>
            <a:srgbClr val="14161C">
              <a:alpha val="28000"/>
            </a:srgbClr>
          </a:solidFill>
          <a:ln/>
        </p:spPr>
      </p:sp>
      <p:sp>
        <p:nvSpPr>
          <p:cNvPr id="21" name="Shape 19"/>
          <p:cNvSpPr/>
          <p:nvPr/>
        </p:nvSpPr>
        <p:spPr>
          <a:xfrm>
            <a:off x="2064296" y="9580836"/>
            <a:ext cx="78828" cy="78828"/>
          </a:xfrm>
          <a:prstGeom prst="ellipse">
            <a:avLst/>
          </a:prstGeom>
          <a:solidFill>
            <a:srgbClr val="14161C">
              <a:alpha val="28000"/>
            </a:srgbClr>
          </a:solidFill>
          <a:ln/>
        </p:spPr>
      </p:sp>
      <p:sp>
        <p:nvSpPr>
          <p:cNvPr id="22" name="Shape 20"/>
          <p:cNvSpPr/>
          <p:nvPr/>
        </p:nvSpPr>
        <p:spPr>
          <a:xfrm>
            <a:off x="2221951" y="9580836"/>
            <a:ext cx="78828" cy="78828"/>
          </a:xfrm>
          <a:prstGeom prst="ellipse">
            <a:avLst/>
          </a:prstGeom>
          <a:solidFill>
            <a:srgbClr val="14161C">
              <a:alpha val="28000"/>
            </a:srgbClr>
          </a:solidFill>
          <a:ln/>
        </p:spPr>
      </p:sp>
      <p:sp>
        <p:nvSpPr>
          <p:cNvPr id="23" name="Shape 21"/>
          <p:cNvSpPr/>
          <p:nvPr/>
        </p:nvSpPr>
        <p:spPr>
          <a:xfrm>
            <a:off x="2379606" y="9580836"/>
            <a:ext cx="78828" cy="78828"/>
          </a:xfrm>
          <a:prstGeom prst="ellipse">
            <a:avLst/>
          </a:prstGeom>
          <a:solidFill>
            <a:srgbClr val="14161C">
              <a:alpha val="28000"/>
            </a:srgbClr>
          </a:solidFill>
          <a:ln/>
        </p:spPr>
      </p:sp>
      <p:sp>
        <p:nvSpPr>
          <p:cNvPr id="24" name="Shape 22"/>
          <p:cNvSpPr/>
          <p:nvPr/>
        </p:nvSpPr>
        <p:spPr>
          <a:xfrm>
            <a:off x="2537261" y="9580836"/>
            <a:ext cx="78828" cy="78828"/>
          </a:xfrm>
          <a:prstGeom prst="ellipse">
            <a:avLst/>
          </a:prstGeom>
          <a:solidFill>
            <a:srgbClr val="14161C">
              <a:alpha val="28000"/>
            </a:srgbClr>
          </a:solidFill>
          <a:ln/>
        </p:spPr>
      </p:sp>
      <p:sp>
        <p:nvSpPr>
          <p:cNvPr id="25" name="Shape 23"/>
          <p:cNvSpPr/>
          <p:nvPr/>
        </p:nvSpPr>
        <p:spPr>
          <a:xfrm>
            <a:off x="2694916" y="9580836"/>
            <a:ext cx="78828" cy="78828"/>
          </a:xfrm>
          <a:prstGeom prst="ellipse">
            <a:avLst/>
          </a:prstGeom>
          <a:solidFill>
            <a:srgbClr val="14161C">
              <a:alpha val="28000"/>
            </a:srgbClr>
          </a:solidFill>
          <a:ln/>
        </p:spPr>
      </p:sp>
      <p:sp>
        <p:nvSpPr>
          <p:cNvPr id="26" name="Shape 24"/>
          <p:cNvSpPr/>
          <p:nvPr/>
        </p:nvSpPr>
        <p:spPr>
          <a:xfrm>
            <a:off x="2852571" y="9580836"/>
            <a:ext cx="78828" cy="78828"/>
          </a:xfrm>
          <a:prstGeom prst="ellipse">
            <a:avLst/>
          </a:prstGeom>
          <a:solidFill>
            <a:srgbClr val="14161C">
              <a:alpha val="28000"/>
            </a:srgbClr>
          </a:solidFill>
          <a:ln/>
        </p:spPr>
      </p:sp>
      <p:sp>
        <p:nvSpPr>
          <p:cNvPr id="27" name="Shape 25"/>
          <p:cNvSpPr/>
          <p:nvPr/>
        </p:nvSpPr>
        <p:spPr>
          <a:xfrm>
            <a:off x="2997088" y="9567698"/>
            <a:ext cx="105103" cy="105103"/>
          </a:xfrm>
          <a:prstGeom prst="ellipse">
            <a:avLst/>
          </a:prstGeom>
          <a:solidFill>
            <a:srgbClr val="E8472B"/>
          </a:solidFill>
          <a:ln/>
        </p:spPr>
      </p:sp>
      <p:sp>
        <p:nvSpPr>
          <p:cNvPr id="28" name="Shape 26"/>
          <p:cNvSpPr/>
          <p:nvPr/>
        </p:nvSpPr>
        <p:spPr>
          <a:xfrm>
            <a:off x="3167880" y="9580836"/>
            <a:ext cx="78828" cy="78828"/>
          </a:xfrm>
          <a:prstGeom prst="ellipse">
            <a:avLst/>
          </a:prstGeom>
          <a:solidFill>
            <a:srgbClr val="14161C">
              <a:alpha val="28000"/>
            </a:srgbClr>
          </a:solidFill>
          <a:ln/>
        </p:spPr>
      </p:sp>
      <p:sp>
        <p:nvSpPr>
          <p:cNvPr id="29" name="Shape 27"/>
          <p:cNvSpPr/>
          <p:nvPr/>
        </p:nvSpPr>
        <p:spPr>
          <a:xfrm>
            <a:off x="3325535" y="9580836"/>
            <a:ext cx="78828" cy="78828"/>
          </a:xfrm>
          <a:prstGeom prst="ellipse">
            <a:avLst/>
          </a:prstGeom>
          <a:solidFill>
            <a:srgbClr val="14161C">
              <a:alpha val="28000"/>
            </a:srgbClr>
          </a:solidFill>
          <a:ln/>
        </p:spPr>
      </p:sp>
      <p:sp>
        <p:nvSpPr>
          <p:cNvPr id="30" name="Shape 28"/>
          <p:cNvSpPr/>
          <p:nvPr/>
        </p:nvSpPr>
        <p:spPr>
          <a:xfrm>
            <a:off x="3483190" y="9580836"/>
            <a:ext cx="78828" cy="78828"/>
          </a:xfrm>
          <a:prstGeom prst="ellipse">
            <a:avLst/>
          </a:prstGeom>
          <a:solidFill>
            <a:srgbClr val="14161C">
              <a:alpha val="28000"/>
            </a:srgbClr>
          </a:solidFill>
          <a:ln/>
        </p:spPr>
      </p:sp>
      <p:sp>
        <p:nvSpPr>
          <p:cNvPr id="31" name="Shape 29"/>
          <p:cNvSpPr/>
          <p:nvPr/>
        </p:nvSpPr>
        <p:spPr>
          <a:xfrm>
            <a:off x="3640845" y="9580836"/>
            <a:ext cx="78828" cy="78828"/>
          </a:xfrm>
          <a:prstGeom prst="ellipse">
            <a:avLst/>
          </a:prstGeom>
          <a:solidFill>
            <a:srgbClr val="14161C">
              <a:alpha val="28000"/>
            </a:srgbClr>
          </a:solidFill>
          <a:ln/>
        </p:spPr>
      </p:sp>
      <p:sp>
        <p:nvSpPr>
          <p:cNvPr id="32" name="Shape 30"/>
          <p:cNvSpPr/>
          <p:nvPr/>
        </p:nvSpPr>
        <p:spPr>
          <a:xfrm>
            <a:off x="3798500" y="9580836"/>
            <a:ext cx="78828" cy="78828"/>
          </a:xfrm>
          <a:prstGeom prst="ellipse">
            <a:avLst/>
          </a:prstGeom>
          <a:solidFill>
            <a:srgbClr val="14161C">
              <a:alpha val="28000"/>
            </a:srgbClr>
          </a:solidFill>
          <a:ln/>
        </p:spPr>
      </p:sp>
      <p:sp>
        <p:nvSpPr>
          <p:cNvPr id="33" name="Shape 31"/>
          <p:cNvSpPr/>
          <p:nvPr/>
        </p:nvSpPr>
        <p:spPr>
          <a:xfrm>
            <a:off x="3956155" y="9580836"/>
            <a:ext cx="78828" cy="78828"/>
          </a:xfrm>
          <a:prstGeom prst="ellipse">
            <a:avLst/>
          </a:prstGeom>
          <a:solidFill>
            <a:srgbClr val="14161C">
              <a:alpha val="28000"/>
            </a:srgbClr>
          </a:solidFill>
          <a:ln/>
        </p:spPr>
      </p:sp>
      <p:sp>
        <p:nvSpPr>
          <p:cNvPr id="34" name="Shape 32"/>
          <p:cNvSpPr/>
          <p:nvPr/>
        </p:nvSpPr>
        <p:spPr>
          <a:xfrm>
            <a:off x="4113810" y="9580836"/>
            <a:ext cx="78828" cy="78828"/>
          </a:xfrm>
          <a:prstGeom prst="ellipse">
            <a:avLst/>
          </a:prstGeom>
          <a:solidFill>
            <a:srgbClr val="14161C">
              <a:alpha val="28000"/>
            </a:srgbClr>
          </a:solidFill>
          <a:ln/>
        </p:spPr>
      </p:sp>
      <p:sp>
        <p:nvSpPr>
          <p:cNvPr id="35" name="Shape 33"/>
          <p:cNvSpPr/>
          <p:nvPr/>
        </p:nvSpPr>
        <p:spPr>
          <a:xfrm>
            <a:off x="4271465" y="9580836"/>
            <a:ext cx="78828" cy="78828"/>
          </a:xfrm>
          <a:prstGeom prst="ellipse">
            <a:avLst/>
          </a:prstGeom>
          <a:solidFill>
            <a:srgbClr val="14161C">
              <a:alpha val="28000"/>
            </a:srgbClr>
          </a:solidFill>
          <a:ln/>
        </p:spPr>
      </p:sp>
      <p:sp>
        <p:nvSpPr>
          <p:cNvPr id="36" name="Shape 34"/>
          <p:cNvSpPr/>
          <p:nvPr/>
        </p:nvSpPr>
        <p:spPr>
          <a:xfrm>
            <a:off x="4429120" y="9580836"/>
            <a:ext cx="78828" cy="78828"/>
          </a:xfrm>
          <a:prstGeom prst="ellipse">
            <a:avLst/>
          </a:prstGeom>
          <a:solidFill>
            <a:srgbClr val="14161C">
              <a:alpha val="28000"/>
            </a:srgbClr>
          </a:solidFill>
          <a:ln/>
        </p:spPr>
      </p:sp>
      <p:sp>
        <p:nvSpPr>
          <p:cNvPr id="37" name="Shape 35"/>
          <p:cNvSpPr/>
          <p:nvPr/>
        </p:nvSpPr>
        <p:spPr>
          <a:xfrm>
            <a:off x="4586775" y="9580836"/>
            <a:ext cx="78828" cy="78828"/>
          </a:xfrm>
          <a:prstGeom prst="ellipse">
            <a:avLst/>
          </a:prstGeom>
          <a:solidFill>
            <a:srgbClr val="14161C">
              <a:alpha val="28000"/>
            </a:srgbClr>
          </a:solidFill>
          <a:ln/>
        </p:spPr>
      </p:sp>
      <p:sp>
        <p:nvSpPr>
          <p:cNvPr id="38" name="Shape 36"/>
          <p:cNvSpPr/>
          <p:nvPr/>
        </p:nvSpPr>
        <p:spPr>
          <a:xfrm>
            <a:off x="4744430" y="9580836"/>
            <a:ext cx="78828" cy="78828"/>
          </a:xfrm>
          <a:prstGeom prst="ellipse">
            <a:avLst/>
          </a:prstGeom>
          <a:solidFill>
            <a:srgbClr val="14161C">
              <a:alpha val="28000"/>
            </a:srgbClr>
          </a:solidFill>
          <a:ln/>
        </p:spPr>
      </p:sp>
      <p:sp>
        <p:nvSpPr>
          <p:cNvPr id="39" name="Shape 37"/>
          <p:cNvSpPr/>
          <p:nvPr/>
        </p:nvSpPr>
        <p:spPr>
          <a:xfrm>
            <a:off x="4902085" y="9580836"/>
            <a:ext cx="78828" cy="78828"/>
          </a:xfrm>
          <a:prstGeom prst="ellipse">
            <a:avLst/>
          </a:prstGeom>
          <a:solidFill>
            <a:srgbClr val="14161C">
              <a:alpha val="28000"/>
            </a:srgbClr>
          </a:solidFill>
          <a:ln/>
        </p:spPr>
      </p:sp>
      <p:sp>
        <p:nvSpPr>
          <p:cNvPr id="40" name="Shape 38"/>
          <p:cNvSpPr/>
          <p:nvPr/>
        </p:nvSpPr>
        <p:spPr>
          <a:xfrm>
            <a:off x="5059740" y="9580836"/>
            <a:ext cx="78828" cy="78828"/>
          </a:xfrm>
          <a:prstGeom prst="ellipse">
            <a:avLst/>
          </a:prstGeom>
          <a:solidFill>
            <a:srgbClr val="14161C">
              <a:alpha val="28000"/>
            </a:srgbClr>
          </a:solidFill>
          <a:ln/>
        </p:spPr>
      </p:sp>
      <p:sp>
        <p:nvSpPr>
          <p:cNvPr id="41" name="Shape 39"/>
          <p:cNvSpPr/>
          <p:nvPr/>
        </p:nvSpPr>
        <p:spPr>
          <a:xfrm>
            <a:off x="5217395" y="9580836"/>
            <a:ext cx="78828" cy="78828"/>
          </a:xfrm>
          <a:prstGeom prst="ellipse">
            <a:avLst/>
          </a:prstGeom>
          <a:solidFill>
            <a:srgbClr val="14161C">
              <a:alpha val="28000"/>
            </a:srgbClr>
          </a:solidFill>
          <a:ln/>
        </p:spPr>
      </p:sp>
      <p:sp>
        <p:nvSpPr>
          <p:cNvPr id="42" name="Shape 40"/>
          <p:cNvSpPr/>
          <p:nvPr/>
        </p:nvSpPr>
        <p:spPr>
          <a:xfrm>
            <a:off x="5375050" y="9580836"/>
            <a:ext cx="78828" cy="78828"/>
          </a:xfrm>
          <a:prstGeom prst="ellipse">
            <a:avLst/>
          </a:prstGeom>
          <a:solidFill>
            <a:srgbClr val="14161C">
              <a:alpha val="28000"/>
            </a:srgbClr>
          </a:solidFill>
          <a:ln/>
        </p:spPr>
      </p:sp>
      <p:sp>
        <p:nvSpPr>
          <p:cNvPr id="43" name="Shape 41"/>
          <p:cNvSpPr/>
          <p:nvPr/>
        </p:nvSpPr>
        <p:spPr>
          <a:xfrm>
            <a:off x="5532705" y="9580836"/>
            <a:ext cx="78828" cy="78828"/>
          </a:xfrm>
          <a:prstGeom prst="ellipse">
            <a:avLst/>
          </a:prstGeom>
          <a:solidFill>
            <a:srgbClr val="14161C">
              <a:alpha val="28000"/>
            </a:srgbClr>
          </a:solidFill>
          <a:ln/>
        </p:spPr>
      </p:sp>
      <p:sp>
        <p:nvSpPr>
          <p:cNvPr id="44" name="Shape 42"/>
          <p:cNvSpPr/>
          <p:nvPr/>
        </p:nvSpPr>
        <p:spPr>
          <a:xfrm>
            <a:off x="5690359" y="9580836"/>
            <a:ext cx="78828" cy="78828"/>
          </a:xfrm>
          <a:prstGeom prst="ellipse">
            <a:avLst/>
          </a:prstGeom>
          <a:solidFill>
            <a:srgbClr val="14161C">
              <a:alpha val="28000"/>
            </a:srgbClr>
          </a:solidFill>
          <a:ln/>
        </p:spPr>
      </p:sp>
      <p:sp>
        <p:nvSpPr>
          <p:cNvPr id="45" name="Shape 43"/>
          <p:cNvSpPr/>
          <p:nvPr/>
        </p:nvSpPr>
        <p:spPr>
          <a:xfrm>
            <a:off x="5848014" y="9580836"/>
            <a:ext cx="78828" cy="78828"/>
          </a:xfrm>
          <a:prstGeom prst="ellipse">
            <a:avLst/>
          </a:prstGeom>
          <a:solidFill>
            <a:srgbClr val="14161C">
              <a:alpha val="28000"/>
            </a:srgbClr>
          </a:solidFill>
          <a:ln/>
        </p:spPr>
      </p:sp>
      <p:sp>
        <p:nvSpPr>
          <p:cNvPr id="46" name="Shape 44"/>
          <p:cNvSpPr/>
          <p:nvPr/>
        </p:nvSpPr>
        <p:spPr>
          <a:xfrm>
            <a:off x="6005669" y="9580836"/>
            <a:ext cx="78828" cy="78828"/>
          </a:xfrm>
          <a:prstGeom prst="ellipse">
            <a:avLst/>
          </a:prstGeom>
          <a:solidFill>
            <a:srgbClr val="14161C">
              <a:alpha val="28000"/>
            </a:srgbClr>
          </a:solidFill>
          <a:ln/>
        </p:spPr>
      </p:sp>
      <p:sp>
        <p:nvSpPr>
          <p:cNvPr id="47" name="Shape 45"/>
          <p:cNvSpPr/>
          <p:nvPr/>
        </p:nvSpPr>
        <p:spPr>
          <a:xfrm>
            <a:off x="6163324" y="9580836"/>
            <a:ext cx="78828" cy="78828"/>
          </a:xfrm>
          <a:prstGeom prst="ellipse">
            <a:avLst/>
          </a:prstGeom>
          <a:solidFill>
            <a:srgbClr val="14161C">
              <a:alpha val="28000"/>
            </a:srgbClr>
          </a:solidFill>
          <a:ln/>
        </p:spPr>
      </p:sp>
      <p:sp>
        <p:nvSpPr>
          <p:cNvPr id="48" name="Shape 46"/>
          <p:cNvSpPr/>
          <p:nvPr/>
        </p:nvSpPr>
        <p:spPr>
          <a:xfrm>
            <a:off x="6320979" y="9580836"/>
            <a:ext cx="78828" cy="78828"/>
          </a:xfrm>
          <a:prstGeom prst="ellipse">
            <a:avLst/>
          </a:prstGeom>
          <a:solidFill>
            <a:srgbClr val="14161C">
              <a:alpha val="28000"/>
            </a:srgbClr>
          </a:solidFill>
          <a:ln/>
        </p:spPr>
      </p:sp>
      <p:sp>
        <p:nvSpPr>
          <p:cNvPr id="49" name="Shape 47"/>
          <p:cNvSpPr/>
          <p:nvPr/>
        </p:nvSpPr>
        <p:spPr>
          <a:xfrm>
            <a:off x="6478634" y="9580836"/>
            <a:ext cx="78828" cy="78828"/>
          </a:xfrm>
          <a:prstGeom prst="ellipse">
            <a:avLst/>
          </a:prstGeom>
          <a:solidFill>
            <a:srgbClr val="14161C">
              <a:alpha val="28000"/>
            </a:srgbClr>
          </a:solidFill>
          <a:ln/>
        </p:spPr>
      </p:sp>
      <p:sp>
        <p:nvSpPr>
          <p:cNvPr id="50" name="Shape 48"/>
          <p:cNvSpPr/>
          <p:nvPr/>
        </p:nvSpPr>
        <p:spPr>
          <a:xfrm>
            <a:off x="6636289" y="9580836"/>
            <a:ext cx="78828" cy="78828"/>
          </a:xfrm>
          <a:prstGeom prst="ellipse">
            <a:avLst/>
          </a:prstGeom>
          <a:solidFill>
            <a:srgbClr val="14161C">
              <a:alpha val="28000"/>
            </a:srgbClr>
          </a:solidFill>
          <a:ln/>
        </p:spPr>
      </p:sp>
      <p:sp>
        <p:nvSpPr>
          <p:cNvPr id="51" name="Shape 49"/>
          <p:cNvSpPr/>
          <p:nvPr/>
        </p:nvSpPr>
        <p:spPr>
          <a:xfrm>
            <a:off x="6793944" y="9580836"/>
            <a:ext cx="78828" cy="78828"/>
          </a:xfrm>
          <a:prstGeom prst="ellipse">
            <a:avLst/>
          </a:prstGeom>
          <a:solidFill>
            <a:srgbClr val="14161C">
              <a:alpha val="28000"/>
            </a:srgbClr>
          </a:solidFill>
          <a:ln/>
        </p:spPr>
      </p:sp>
      <p:sp>
        <p:nvSpPr>
          <p:cNvPr id="52" name="Shape 50"/>
          <p:cNvSpPr/>
          <p:nvPr/>
        </p:nvSpPr>
        <p:spPr>
          <a:xfrm>
            <a:off x="6951599" y="9580836"/>
            <a:ext cx="78828" cy="78828"/>
          </a:xfrm>
          <a:prstGeom prst="ellipse">
            <a:avLst/>
          </a:prstGeom>
          <a:solidFill>
            <a:srgbClr val="14161C">
              <a:alpha val="28000"/>
            </a:srgbClr>
          </a:solidFill>
          <a:ln/>
        </p:spPr>
      </p:sp>
      <p:sp>
        <p:nvSpPr>
          <p:cNvPr id="53" name="Shape 51"/>
          <p:cNvSpPr/>
          <p:nvPr/>
        </p:nvSpPr>
        <p:spPr>
          <a:xfrm>
            <a:off x="7109254" y="9580836"/>
            <a:ext cx="78828" cy="78828"/>
          </a:xfrm>
          <a:prstGeom prst="ellipse">
            <a:avLst/>
          </a:prstGeom>
          <a:solidFill>
            <a:srgbClr val="14161C">
              <a:alpha val="28000"/>
            </a:srgbClr>
          </a:solidFill>
          <a:ln/>
        </p:spPr>
      </p:sp>
      <p:sp>
        <p:nvSpPr>
          <p:cNvPr id="54" name="Shape 52"/>
          <p:cNvSpPr/>
          <p:nvPr/>
        </p:nvSpPr>
        <p:spPr>
          <a:xfrm>
            <a:off x="7266909" y="9580836"/>
            <a:ext cx="78828" cy="78828"/>
          </a:xfrm>
          <a:prstGeom prst="ellipse">
            <a:avLst/>
          </a:prstGeom>
          <a:solidFill>
            <a:srgbClr val="14161C">
              <a:alpha val="28000"/>
            </a:srgbClr>
          </a:solidFill>
          <a:ln/>
        </p:spPr>
      </p:sp>
      <p:sp>
        <p:nvSpPr>
          <p:cNvPr id="55" name="Shape 53"/>
          <p:cNvSpPr/>
          <p:nvPr/>
        </p:nvSpPr>
        <p:spPr>
          <a:xfrm>
            <a:off x="7424564" y="9580836"/>
            <a:ext cx="78828" cy="78828"/>
          </a:xfrm>
          <a:prstGeom prst="ellipse">
            <a:avLst/>
          </a:prstGeom>
          <a:solidFill>
            <a:srgbClr val="14161C">
              <a:alpha val="28000"/>
            </a:srgbClr>
          </a:solidFill>
          <a:ln/>
        </p:spPr>
      </p:sp>
      <p:sp>
        <p:nvSpPr>
          <p:cNvPr id="56" name="Shape 54"/>
          <p:cNvSpPr/>
          <p:nvPr/>
        </p:nvSpPr>
        <p:spPr>
          <a:xfrm>
            <a:off x="7582219" y="9580836"/>
            <a:ext cx="78828" cy="78828"/>
          </a:xfrm>
          <a:prstGeom prst="ellipse">
            <a:avLst/>
          </a:prstGeom>
          <a:solidFill>
            <a:srgbClr val="14161C">
              <a:alpha val="28000"/>
            </a:srgbClr>
          </a:solidFill>
          <a:ln/>
        </p:spPr>
      </p:sp>
      <p:sp>
        <p:nvSpPr>
          <p:cNvPr id="57" name="Shape 55"/>
          <p:cNvSpPr/>
          <p:nvPr/>
        </p:nvSpPr>
        <p:spPr>
          <a:xfrm>
            <a:off x="7739874" y="9580836"/>
            <a:ext cx="78828" cy="78828"/>
          </a:xfrm>
          <a:prstGeom prst="ellipse">
            <a:avLst/>
          </a:prstGeom>
          <a:solidFill>
            <a:srgbClr val="14161C">
              <a:alpha val="28000"/>
            </a:srgbClr>
          </a:solidFill>
          <a:ln/>
        </p:spPr>
      </p:sp>
      <p:sp>
        <p:nvSpPr>
          <p:cNvPr id="58" name="Shape 56"/>
          <p:cNvSpPr/>
          <p:nvPr/>
        </p:nvSpPr>
        <p:spPr>
          <a:xfrm>
            <a:off x="7897529" y="9580836"/>
            <a:ext cx="78828" cy="78828"/>
          </a:xfrm>
          <a:prstGeom prst="ellipse">
            <a:avLst/>
          </a:prstGeom>
          <a:solidFill>
            <a:srgbClr val="14161C">
              <a:alpha val="28000"/>
            </a:srgbClr>
          </a:solidFill>
          <a:ln/>
        </p:spPr>
      </p:sp>
      <p:sp>
        <p:nvSpPr>
          <p:cNvPr id="59" name="Shape 57"/>
          <p:cNvSpPr/>
          <p:nvPr/>
        </p:nvSpPr>
        <p:spPr>
          <a:xfrm>
            <a:off x="8055184" y="9580836"/>
            <a:ext cx="78828" cy="78828"/>
          </a:xfrm>
          <a:prstGeom prst="ellipse">
            <a:avLst/>
          </a:prstGeom>
          <a:solidFill>
            <a:srgbClr val="14161C">
              <a:alpha val="28000"/>
            </a:srgbClr>
          </a:solidFill>
          <a:ln/>
        </p:spPr>
      </p:sp>
      <p:sp>
        <p:nvSpPr>
          <p:cNvPr id="60" name="Shape 58"/>
          <p:cNvSpPr/>
          <p:nvPr/>
        </p:nvSpPr>
        <p:spPr>
          <a:xfrm>
            <a:off x="8212839" y="9580836"/>
            <a:ext cx="78828" cy="78828"/>
          </a:xfrm>
          <a:prstGeom prst="ellipse">
            <a:avLst/>
          </a:prstGeom>
          <a:solidFill>
            <a:srgbClr val="14161C">
              <a:alpha val="28000"/>
            </a:srgbClr>
          </a:solidFill>
          <a:ln/>
        </p:spPr>
      </p:sp>
      <p:sp>
        <p:nvSpPr>
          <p:cNvPr id="61" name="Shape 59"/>
          <p:cNvSpPr/>
          <p:nvPr/>
        </p:nvSpPr>
        <p:spPr>
          <a:xfrm>
            <a:off x="8370494" y="9580836"/>
            <a:ext cx="78828" cy="78828"/>
          </a:xfrm>
          <a:prstGeom prst="ellipse">
            <a:avLst/>
          </a:prstGeom>
          <a:solidFill>
            <a:srgbClr val="14161C">
              <a:alpha val="28000"/>
            </a:srgbClr>
          </a:solidFill>
          <a:ln/>
        </p:spPr>
      </p:sp>
      <p:sp>
        <p:nvSpPr>
          <p:cNvPr id="62" name="Shape 60"/>
          <p:cNvSpPr/>
          <p:nvPr/>
        </p:nvSpPr>
        <p:spPr>
          <a:xfrm>
            <a:off x="8528148" y="9580836"/>
            <a:ext cx="78828" cy="78828"/>
          </a:xfrm>
          <a:prstGeom prst="ellipse">
            <a:avLst/>
          </a:prstGeom>
          <a:solidFill>
            <a:srgbClr val="14161C">
              <a:alpha val="28000"/>
            </a:srgbClr>
          </a:solidFill>
          <a:ln/>
        </p:spPr>
      </p:sp>
      <p:sp>
        <p:nvSpPr>
          <p:cNvPr id="63" name="Shape 61"/>
          <p:cNvSpPr/>
          <p:nvPr/>
        </p:nvSpPr>
        <p:spPr>
          <a:xfrm>
            <a:off x="8685803" y="9580836"/>
            <a:ext cx="78828" cy="78828"/>
          </a:xfrm>
          <a:prstGeom prst="ellipse">
            <a:avLst/>
          </a:prstGeom>
          <a:solidFill>
            <a:srgbClr val="14161C">
              <a:alpha val="28000"/>
            </a:srgbClr>
          </a:solidFill>
          <a:ln/>
        </p:spPr>
      </p:sp>
      <p:sp>
        <p:nvSpPr>
          <p:cNvPr id="64" name="Shape 62"/>
          <p:cNvSpPr/>
          <p:nvPr/>
        </p:nvSpPr>
        <p:spPr>
          <a:xfrm>
            <a:off x="8843458" y="9580836"/>
            <a:ext cx="78828" cy="78828"/>
          </a:xfrm>
          <a:prstGeom prst="ellipse">
            <a:avLst/>
          </a:prstGeom>
          <a:solidFill>
            <a:srgbClr val="14161C">
              <a:alpha val="28000"/>
            </a:srgbClr>
          </a:solidFill>
          <a:ln/>
        </p:spPr>
      </p:sp>
      <p:sp>
        <p:nvSpPr>
          <p:cNvPr id="65" name="Shape 63"/>
          <p:cNvSpPr/>
          <p:nvPr/>
        </p:nvSpPr>
        <p:spPr>
          <a:xfrm>
            <a:off x="9001113" y="9580836"/>
            <a:ext cx="78828" cy="78828"/>
          </a:xfrm>
          <a:prstGeom prst="ellipse">
            <a:avLst/>
          </a:prstGeom>
          <a:solidFill>
            <a:srgbClr val="14161C">
              <a:alpha val="28000"/>
            </a:srgbClr>
          </a:solidFill>
          <a:ln/>
        </p:spPr>
      </p:sp>
      <p:sp>
        <p:nvSpPr>
          <p:cNvPr id="66" name="Shape 64"/>
          <p:cNvSpPr/>
          <p:nvPr/>
        </p:nvSpPr>
        <p:spPr>
          <a:xfrm>
            <a:off x="9158768" y="9580836"/>
            <a:ext cx="78828" cy="78828"/>
          </a:xfrm>
          <a:prstGeom prst="ellipse">
            <a:avLst/>
          </a:prstGeom>
          <a:solidFill>
            <a:srgbClr val="14161C">
              <a:alpha val="28000"/>
            </a:srgbClr>
          </a:solidFill>
          <a:ln/>
        </p:spPr>
      </p:sp>
      <p:sp>
        <p:nvSpPr>
          <p:cNvPr id="67" name="Shape 65"/>
          <p:cNvSpPr/>
          <p:nvPr/>
        </p:nvSpPr>
        <p:spPr>
          <a:xfrm>
            <a:off x="9316423" y="9580836"/>
            <a:ext cx="78828" cy="78828"/>
          </a:xfrm>
          <a:prstGeom prst="ellipse">
            <a:avLst/>
          </a:prstGeom>
          <a:solidFill>
            <a:srgbClr val="14161C">
              <a:alpha val="28000"/>
            </a:srgbClr>
          </a:solidFill>
          <a:ln/>
        </p:spPr>
      </p:sp>
      <p:sp>
        <p:nvSpPr>
          <p:cNvPr id="68" name="Shape 66"/>
          <p:cNvSpPr/>
          <p:nvPr/>
        </p:nvSpPr>
        <p:spPr>
          <a:xfrm>
            <a:off x="9474078" y="9580836"/>
            <a:ext cx="78828" cy="78828"/>
          </a:xfrm>
          <a:prstGeom prst="ellipse">
            <a:avLst/>
          </a:prstGeom>
          <a:solidFill>
            <a:srgbClr val="14161C">
              <a:alpha val="28000"/>
            </a:srgbClr>
          </a:solidFill>
          <a:ln/>
        </p:spPr>
      </p:sp>
      <p:sp>
        <p:nvSpPr>
          <p:cNvPr id="69" name="Shape 67"/>
          <p:cNvSpPr/>
          <p:nvPr/>
        </p:nvSpPr>
        <p:spPr>
          <a:xfrm>
            <a:off x="9631733" y="9580836"/>
            <a:ext cx="78828" cy="78828"/>
          </a:xfrm>
          <a:prstGeom prst="ellipse">
            <a:avLst/>
          </a:prstGeom>
          <a:solidFill>
            <a:srgbClr val="14161C">
              <a:alpha val="28000"/>
            </a:srgbClr>
          </a:solidFill>
          <a:ln/>
        </p:spPr>
      </p:sp>
      <p:sp>
        <p:nvSpPr>
          <p:cNvPr id="70" name="Shape 68"/>
          <p:cNvSpPr/>
          <p:nvPr/>
        </p:nvSpPr>
        <p:spPr>
          <a:xfrm>
            <a:off x="9789388" y="9580836"/>
            <a:ext cx="78828" cy="78828"/>
          </a:xfrm>
          <a:prstGeom prst="ellipse">
            <a:avLst/>
          </a:prstGeom>
          <a:solidFill>
            <a:srgbClr val="14161C">
              <a:alpha val="28000"/>
            </a:srgbClr>
          </a:solidFill>
          <a:ln/>
        </p:spPr>
      </p:sp>
      <p:sp>
        <p:nvSpPr>
          <p:cNvPr id="71" name="Shape 69"/>
          <p:cNvSpPr/>
          <p:nvPr/>
        </p:nvSpPr>
        <p:spPr>
          <a:xfrm>
            <a:off x="9947043" y="9580836"/>
            <a:ext cx="78828" cy="78828"/>
          </a:xfrm>
          <a:prstGeom prst="ellipse">
            <a:avLst/>
          </a:prstGeom>
          <a:solidFill>
            <a:srgbClr val="14161C">
              <a:alpha val="28000"/>
            </a:srgbClr>
          </a:solidFill>
          <a:ln/>
        </p:spPr>
      </p:sp>
      <p:sp>
        <p:nvSpPr>
          <p:cNvPr id="72" name="Text 70"/>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14/58</a:t>
            </a:r>
            <a:endParaRPr lang="en-US" sz="1800" dirty="0"/>
          </a:p>
        </p:txBody>
      </p:sp>
      <p:sp>
        <p:nvSpPr>
          <p:cNvPr id="73" name="Shape 71"/>
          <p:cNvSpPr/>
          <p:nvPr/>
        </p:nvSpPr>
        <p:spPr>
          <a:xfrm>
            <a:off x="15983712" y="9076331"/>
            <a:ext cx="1645920" cy="552301"/>
          </a:xfrm>
          <a:prstGeom prst="roundRect">
            <a:avLst>
              <a:gd name="adj" fmla="val 28000"/>
            </a:avLst>
          </a:prstGeom>
          <a:solidFill>
            <a:srgbClr val="FFFFFF">
              <a:alpha val="82000"/>
            </a:srgbClr>
          </a:solidFill>
          <a:ln/>
        </p:spPr>
      </p:sp>
      <p:pic>
        <p:nvPicPr>
          <p:cNvPr id="74" name="Moda image moda-export-watermark-13a4cb4e-a6cd-43bf-8fdc-7c3963c204e0"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領域B：</a:t>
            </a:r>
            <a:r>
              <a:rPr lang="en-US" sz="5700" dirty="0" spc="0" kern="0">
                <a:solidFill>
                  <a:srgbClr val="F3EEE3"/>
                </a:solidFill>
                <a:latin typeface="Noto Sans JP ExtraBold" pitchFamily="34" charset="0"/>
                <a:ea typeface="Noto Sans JP ExtraBold" pitchFamily="34" charset="-122"/>
                <a:cs typeface="Noto Sans JP ExtraBold" pitchFamily="34" charset="-120"/>
              </a:rPr>
              <a:t> 穏やかな 液体</a:t>
            </a:r>
            <a:endParaRPr lang="en-US" sz="5700" dirty="0"/>
          </a:p>
        </p:txBody>
      </p:sp>
      <p:sp>
        <p:nvSpPr>
          <p:cNvPr id="3" name="Shape 1"/>
          <p:cNvSpPr/>
          <p:nvPr/>
        </p:nvSpPr>
        <p:spPr>
          <a:xfrm>
            <a:off x="914400" y="2819400"/>
            <a:ext cx="95250" cy="5505450"/>
          </a:xfrm>
          <a:prstGeom prst="roundRect">
            <a:avLst>
              <a:gd name="adj" fmla="val 50000"/>
            </a:avLst>
          </a:prstGeom>
          <a:solidFill>
            <a:srgbClr val="3DD6A0"/>
          </a:solidFill>
          <a:ln/>
        </p:spPr>
      </p:sp>
      <p:sp>
        <p:nvSpPr>
          <p:cNvPr id="4" name="Text 2"/>
          <p:cNvSpPr/>
          <p:nvPr/>
        </p:nvSpPr>
        <p:spPr>
          <a:xfrm>
            <a:off x="1295400" y="2762250"/>
            <a:ext cx="10572750" cy="5619750"/>
          </a:xfrm>
          <a:prstGeom prst="rect">
            <a:avLst/>
          </a:prstGeom>
          <a:noFill/>
          <a:ln/>
        </p:spPr>
        <p:txBody>
          <a:bodyPr wrap="square" lIns="0" tIns="35636" rIns="0" bIns="-35636" rtlCol="0" anchor="t"/>
          <a:lstStyle/>
          <a:p>
            <a:pPr algn="l" indent="0" marL="0">
              <a:lnSpc>
                <a:spcPts val="3848"/>
              </a:lnSpc>
              <a:buNone/>
            </a:pPr>
            <a:r>
              <a:rPr lang="en-US" sz="2850" dirty="0" kern="0">
                <a:solidFill>
                  <a:srgbClr val="F3EEE3"/>
                </a:solidFill>
                <a:latin typeface="Noto Sans JP" pitchFamily="34" charset="0"/>
                <a:ea typeface="Noto Sans JP" pitchFamily="34" charset="-122"/>
                <a:cs typeface="Noto Sans JP" pitchFamily="34" charset="-120"/>
              </a:rPr>
              <a:t>本当の</a:t>
            </a:r>
            <a:pPr algn="l" indent="0" marL="0">
              <a:lnSpc>
                <a:spcPts val="3848"/>
              </a:lnSpc>
              <a:buNone/>
            </a:pPr>
            <a:r>
              <a:rPr lang="en-US" sz="2850" b="1" dirty="0" kern="0">
                <a:solidFill>
                  <a:srgbClr val="3DD6A0"/>
                </a:solidFill>
                <a:latin typeface="Noto Sans JP" pitchFamily="34" charset="0"/>
                <a:ea typeface="Noto Sans JP" pitchFamily="34" charset="-122"/>
                <a:cs typeface="Noto Sans JP" pitchFamily="34" charset="-120"/>
              </a:rPr>
              <a:t>保管</a:t>
            </a:r>
            <a:pPr algn="l" indent="0" marL="0">
              <a:lnSpc>
                <a:spcPts val="3848"/>
              </a:lnSpc>
              <a:buNone/>
            </a:pPr>
            <a:r>
              <a:rPr lang="en-US" sz="2850" dirty="0" spc="-2" kern="0">
                <a:solidFill>
                  <a:srgbClr val="F3EEE3"/>
                </a:solidFill>
                <a:latin typeface="Noto Sans JP" pitchFamily="34" charset="0"/>
                <a:ea typeface="Noto Sans JP" pitchFamily="34" charset="-122"/>
                <a:cs typeface="Noto Sans JP" pitchFamily="34" charset="-120"/>
              </a:rPr>
              <a:t>領域は-5〜30°Cである。</a:t>
            </a:r>
            <a:r>
              <a:rPr lang="en-US" sz="2850" dirty="0" spc="-1" kern="0">
                <a:solidFill>
                  <a:srgbClr val="F3EEE3"/>
                </a:solidFill>
                <a:latin typeface="Noto Sans JP" pitchFamily="34" charset="0"/>
                <a:ea typeface="Noto Sans JP" pitchFamily="34" charset="-122"/>
                <a:cs typeface="Noto Sans JP" pitchFamily="34" charset="-120"/>
              </a:rPr>
              <a:t> 溶液は</a:t>
            </a:r>
            <a:r>
              <a:rPr lang="en-US" sz="2850" dirty="0" spc="0" kern="0">
                <a:solidFill>
                  <a:srgbClr val="F3EEE3"/>
                </a:solidFill>
                <a:latin typeface="Noto Sans JP" pitchFamily="34" charset="0"/>
                <a:ea typeface="Noto Sans JP" pitchFamily="34" charset="-122"/>
                <a:cs typeface="Noto Sans JP" pitchFamily="34" charset="-120"/>
              </a:rPr>
              <a:t> 透明な</a:t>
            </a:r>
            <a:r>
              <a:rPr lang="en-US" sz="2850" dirty="0" spc="-23" kern="0">
                <a:solidFill>
                  <a:srgbClr val="F3EEE3"/>
                </a:solidFill>
                <a:latin typeface="Noto Sans JP" pitchFamily="34" charset="0"/>
                <a:ea typeface="Noto Sans JP" pitchFamily="34" charset="-122"/>
                <a:cs typeface="Noto Sans JP" pitchFamily="34" charset="-120"/>
              </a:rPr>
              <a:t> 液体で、</a:t>
            </a:r>
            <a:r>
              <a:rPr lang="en-US" sz="2850" dirty="0" spc="1" kern="0">
                <a:solidFill>
                  <a:srgbClr val="F3EEE3"/>
                </a:solidFill>
                <a:latin typeface="Noto Sans JP" pitchFamily="34" charset="0"/>
                <a:ea typeface="Noto Sans JP" pitchFamily="34" charset="-122"/>
                <a:cs typeface="Noto Sans JP" pitchFamily="34" charset="-120"/>
              </a:rPr>
              <a:t> 粘度は</a:t>
            </a:r>
            <a:r>
              <a:rPr lang="en-US" sz="2850" dirty="0" spc="0" kern="0">
                <a:solidFill>
                  <a:srgbClr val="F3EEE3"/>
                </a:solidFill>
                <a:latin typeface="Noto Sans JP" pitchFamily="34" charset="0"/>
                <a:ea typeface="Noto Sans JP" pitchFamily="34" charset="-122"/>
                <a:cs typeface="Noto Sans JP" pitchFamily="34" charset="-120"/>
              </a:rPr>
              <a:t> 25°Cで</a:t>
            </a:r>
            <a:r>
              <a:rPr lang="en-US" sz="2850" dirty="0" spc="-2" kern="0">
                <a:solidFill>
                  <a:srgbClr val="F3EEE3"/>
                </a:solidFill>
                <a:latin typeface="Noto Sans JP" pitchFamily="34" charset="0"/>
                <a:ea typeface="Noto Sans JP" pitchFamily="34" charset="-122"/>
                <a:cs typeface="Noto Sans JP" pitchFamily="34" charset="-120"/>
              </a:rPr>
              <a:t> 約1.4</a:t>
            </a:r>
            <a:r>
              <a:rPr lang="en-US" sz="2850" dirty="0" spc="-23" kern="0">
                <a:solidFill>
                  <a:srgbClr val="F3EEE3"/>
                </a:solidFill>
                <a:latin typeface="Noto Sans JP" pitchFamily="34" charset="0"/>
                <a:ea typeface="Noto Sans JP" pitchFamily="34" charset="-122"/>
                <a:cs typeface="Noto Sans JP" pitchFamily="34" charset="-120"/>
              </a:rPr>
              <a:t> mPa·s</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[S6]</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 Ceficは、25°C超と-5°C未満で</a:t>
            </a:r>
            <a:r>
              <a:rPr lang="en-US" sz="2850" dirty="0" spc="1" kern="0">
                <a:solidFill>
                  <a:srgbClr val="F3EEE3"/>
                </a:solidFill>
                <a:latin typeface="Noto Sans JP" pitchFamily="34" charset="0"/>
                <a:ea typeface="Noto Sans JP" pitchFamily="34" charset="-122"/>
                <a:cs typeface="Noto Sans JP" pitchFamily="34" charset="-120"/>
              </a:rPr>
              <a:t> 長く</a:t>
            </a:r>
            <a:r>
              <a:rPr lang="en-US" sz="2850" dirty="0" spc="0" kern="0">
                <a:solidFill>
                  <a:srgbClr val="F3EEE3"/>
                </a:solidFill>
                <a:latin typeface="Noto Sans JP" pitchFamily="34" charset="0"/>
                <a:ea typeface="Noto Sans JP" pitchFamily="34" charset="-122"/>
                <a:cs typeface="Noto Sans JP" pitchFamily="34" charset="-120"/>
              </a:rPr>
              <a:t> 置くことを 避けるよう</a:t>
            </a:r>
            <a:r>
              <a:rPr lang="en-US" sz="2850" dirty="0" spc="1" kern="0">
                <a:solidFill>
                  <a:srgbClr val="F3EEE3"/>
                </a:solidFill>
                <a:latin typeface="Noto Sans JP" pitchFamily="34" charset="0"/>
                <a:ea typeface="Noto Sans JP" pitchFamily="34" charset="-122"/>
                <a:cs typeface="Noto Sans JP" pitchFamily="34" charset="-120"/>
              </a:rPr>
              <a:t> 勧め、</a:t>
            </a:r>
            <a:r>
              <a:rPr lang="en-US" sz="2850" dirty="0" spc="0" kern="0">
                <a:solidFill>
                  <a:srgbClr val="F3EEE3"/>
                </a:solidFill>
                <a:latin typeface="Noto Sans JP" pitchFamily="34" charset="0"/>
                <a:ea typeface="Noto Sans JP" pitchFamily="34" charset="-122"/>
                <a:cs typeface="Noto Sans JP" pitchFamily="34" charset="-120"/>
              </a:rPr>
              <a:t> 屋外の タンクは</a:t>
            </a:r>
            <a:r>
              <a:rPr lang="en-US" sz="2850" dirty="0" spc="-17" kern="0">
                <a:solidFill>
                  <a:srgbClr val="F3EEE3"/>
                </a:solidFill>
                <a:latin typeface="Noto Sans JP" pitchFamily="34" charset="0"/>
                <a:ea typeface="Noto Sans JP" pitchFamily="34" charset="-122"/>
                <a:cs typeface="Noto Sans JP" pitchFamily="34" charset="-120"/>
              </a:rPr>
              <a:t> 断熱して</a:t>
            </a:r>
            <a:r>
              <a:rPr lang="en-US" sz="2850" dirty="0" spc="0" kern="0">
                <a:solidFill>
                  <a:srgbClr val="F3EEE3"/>
                </a:solidFill>
                <a:latin typeface="Noto Sans JP" pitchFamily="34" charset="0"/>
                <a:ea typeface="Noto Sans JP" pitchFamily="34" charset="-122"/>
                <a:cs typeface="Noto Sans JP" pitchFamily="34" charset="-120"/>
              </a:rPr>
              <a:t> 直射日光を</a:t>
            </a:r>
            <a:r>
              <a:rPr lang="en-US" sz="2850" dirty="0" spc="1" kern="0">
                <a:solidFill>
                  <a:srgbClr val="F3EEE3"/>
                </a:solidFill>
                <a:latin typeface="Noto Sans JP" pitchFamily="34" charset="0"/>
                <a:ea typeface="Noto Sans JP" pitchFamily="34" charset="-122"/>
                <a:cs typeface="Noto Sans JP" pitchFamily="34" charset="-120"/>
              </a:rPr>
              <a:t> 避ける</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[S6]</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 炭素鋼、</a:t>
            </a:r>
            <a:r>
              <a:rPr lang="en-US" sz="2850" dirty="0" spc="1" kern="0">
                <a:solidFill>
                  <a:srgbClr val="F3EEE3"/>
                </a:solidFill>
                <a:latin typeface="Noto Sans JP" pitchFamily="34" charset="0"/>
                <a:ea typeface="Noto Sans JP" pitchFamily="34" charset="-122"/>
                <a:cs typeface="Noto Sans JP" pitchFamily="34" charset="-120"/>
              </a:rPr>
              <a:t> 銅、</a:t>
            </a:r>
            <a:r>
              <a:rPr lang="en-US" sz="2850" dirty="0" spc="-4" kern="0">
                <a:solidFill>
                  <a:srgbClr val="F3EEE3"/>
                </a:solidFill>
                <a:latin typeface="Noto Sans JP" pitchFamily="34" charset="0"/>
                <a:ea typeface="Noto Sans JP" pitchFamily="34" charset="-122"/>
                <a:cs typeface="Noto Sans JP" pitchFamily="34" charset="-120"/>
              </a:rPr>
              <a:t> アルミニウム、</a:t>
            </a:r>
            <a:r>
              <a:rPr lang="en-US" sz="2850" dirty="0" spc="1" kern="0">
                <a:solidFill>
                  <a:srgbClr val="F3EEE3"/>
                </a:solidFill>
                <a:latin typeface="Noto Sans JP" pitchFamily="34" charset="0"/>
                <a:ea typeface="Noto Sans JP" pitchFamily="34" charset="-122"/>
                <a:cs typeface="Noto Sans JP" pitchFamily="34" charset="-120"/>
              </a:rPr>
              <a:t> 亜鉛は</a:t>
            </a:r>
            <a:pPr algn="l" indent="0" marL="0">
              <a:lnSpc>
                <a:spcPts val="3848"/>
              </a:lnSpc>
              <a:buNone/>
            </a:pPr>
            <a:r>
              <a:rPr lang="en-US" sz="2850" b="1" dirty="0" spc="-5" kern="0">
                <a:solidFill>
                  <a:srgbClr val="3DD6A0"/>
                </a:solidFill>
                <a:latin typeface="Noto Sans JP" pitchFamily="34" charset="0"/>
                <a:ea typeface="Noto Sans JP" pitchFamily="34" charset="-122"/>
                <a:cs typeface="Noto Sans JP" pitchFamily="34" charset="-120"/>
              </a:rPr>
              <a:t>NH3</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と 反応するので 直接接触に 使えない。 ステンレス鋼と</a:t>
            </a:r>
            <a:r>
              <a:rPr lang="en-US" sz="2850" dirty="0" spc="1" kern="0">
                <a:solidFill>
                  <a:srgbClr val="F3EEE3"/>
                </a:solidFill>
                <a:latin typeface="Noto Sans JP" pitchFamily="34" charset="0"/>
                <a:ea typeface="Noto Sans JP" pitchFamily="34" charset="-122"/>
                <a:cs typeface="Noto Sans JP" pitchFamily="34" charset="-120"/>
              </a:rPr>
              <a:t> 添加剤のない</a:t>
            </a:r>
            <a:r>
              <a:rPr lang="en-US" sz="2850" dirty="0" spc="-7" kern="0">
                <a:solidFill>
                  <a:srgbClr val="F3EEE3"/>
                </a:solidFill>
                <a:latin typeface="Noto Sans JP" pitchFamily="34" charset="0"/>
                <a:ea typeface="Noto Sans JP" pitchFamily="34" charset="-122"/>
                <a:cs typeface="Noto Sans JP" pitchFamily="34" charset="-120"/>
              </a:rPr>
              <a:t> プラスチックは</a:t>
            </a:r>
            <a:r>
              <a:rPr lang="en-US" sz="2850" dirty="0" spc="-22" kern="0">
                <a:solidFill>
                  <a:srgbClr val="F3EEE3"/>
                </a:solidFill>
                <a:latin typeface="Noto Sans JP" pitchFamily="34" charset="0"/>
                <a:ea typeface="Noto Sans JP" pitchFamily="34" charset="-122"/>
                <a:cs typeface="Noto Sans JP" pitchFamily="34" charset="-120"/>
              </a:rPr>
              <a:t> 使える</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[S6]</a:t>
            </a:r>
            <a:pPr algn="l" indent="0" marL="0">
              <a:lnSpc>
                <a:spcPts val="3848"/>
              </a:lnSpc>
              <a:buNone/>
            </a:pPr>
            <a:r>
              <a:rPr lang="en-US" sz="2850" dirty="0" kern="0">
                <a:solidFill>
                  <a:srgbClr val="F3EEE3"/>
                </a:solidFill>
                <a:latin typeface="Noto Sans JP" pitchFamily="34" charset="0"/>
                <a:ea typeface="Noto Sans JP" pitchFamily="34" charset="-122"/>
                <a:cs typeface="Noto Sans JP" pitchFamily="34" charset="-120"/>
              </a:rPr>
              <a:t>。</a:t>
            </a:r>
            <a:endParaRPr lang="en-US" sz="2850" dirty="0"/>
          </a:p>
        </p:txBody>
      </p:sp>
      <p:sp>
        <p:nvSpPr>
          <p:cNvPr id="5" name="Shape 3"/>
          <p:cNvSpPr/>
          <p:nvPr/>
        </p:nvSpPr>
        <p:spPr>
          <a:xfrm>
            <a:off x="12325350" y="2762250"/>
            <a:ext cx="5048250" cy="1724025"/>
          </a:xfrm>
          <a:prstGeom prst="roundRect">
            <a:avLst>
              <a:gd name="adj" fmla="val 12155"/>
            </a:avLst>
          </a:prstGeom>
          <a:solidFill>
            <a:srgbClr val="1E212B"/>
          </a:solidFill>
          <a:ln/>
        </p:spPr>
      </p:sp>
      <p:sp>
        <p:nvSpPr>
          <p:cNvPr id="6" name="Shape 4"/>
          <p:cNvSpPr/>
          <p:nvPr/>
        </p:nvSpPr>
        <p:spPr>
          <a:xfrm>
            <a:off x="12325350" y="2762250"/>
            <a:ext cx="5048250" cy="95250"/>
          </a:xfrm>
          <a:prstGeom prst="roundRect">
            <a:avLst>
              <a:gd name="adj" fmla="val 50000"/>
            </a:avLst>
          </a:prstGeom>
          <a:solidFill>
            <a:srgbClr val="3DD6A0"/>
          </a:solidFill>
          <a:ln/>
        </p:spPr>
      </p:sp>
      <p:sp>
        <p:nvSpPr>
          <p:cNvPr id="7" name="Text 5"/>
          <p:cNvSpPr/>
          <p:nvPr/>
        </p:nvSpPr>
        <p:spPr>
          <a:xfrm>
            <a:off x="12630150" y="3028950"/>
            <a:ext cx="4438650" cy="381000"/>
          </a:xfrm>
          <a:prstGeom prst="rect">
            <a:avLst/>
          </a:prstGeom>
          <a:noFill/>
          <a:ln/>
        </p:spPr>
        <p:txBody>
          <a:bodyPr wrap="square" lIns="0" tIns="0" rIns="0" bIns="0" rtlCol="0" anchor="ctr"/>
          <a:lstStyle/>
          <a:p>
            <a:pPr algn="l" indent="0" marL="0">
              <a:buNone/>
            </a:pPr>
            <a:r>
              <a:rPr lang="en-US" sz="1950" dirty="0" kern="0">
                <a:solidFill>
                  <a:srgbClr val="3DD6A0"/>
                </a:solidFill>
                <a:latin typeface="Noto Sans JP ExtraBold" pitchFamily="34" charset="0"/>
                <a:ea typeface="Noto Sans JP ExtraBold" pitchFamily="34" charset="-122"/>
                <a:cs typeface="Noto Sans JP ExtraBold" pitchFamily="34" charset="-120"/>
              </a:rPr>
              <a:t>場所</a:t>
            </a:r>
            <a:endParaRPr lang="en-US" sz="1950" dirty="0"/>
          </a:p>
        </p:txBody>
      </p:sp>
      <p:sp>
        <p:nvSpPr>
          <p:cNvPr id="8" name="Text 6"/>
          <p:cNvSpPr/>
          <p:nvPr/>
        </p:nvSpPr>
        <p:spPr>
          <a:xfrm>
            <a:off x="12630150" y="3486150"/>
            <a:ext cx="4438650" cy="809625"/>
          </a:xfrm>
          <a:prstGeom prst="rect">
            <a:avLst/>
          </a:prstGeom>
          <a:noFill/>
          <a:ln/>
        </p:spPr>
        <p:txBody>
          <a:bodyPr wrap="square" lIns="0" tIns="39929" rIns="0" bIns="-39929" rtlCol="0" anchor="t"/>
          <a:lstStyle/>
          <a:p>
            <a:pPr algn="l" indent="0" marL="0">
              <a:lnSpc>
                <a:spcPts val="2928"/>
              </a:lnSpc>
              <a:buNone/>
            </a:pPr>
            <a:r>
              <a:rPr lang="en-US" sz="2400" dirty="0" spc="-54" kern="0">
                <a:solidFill>
                  <a:srgbClr val="F3EEE3"/>
                </a:solidFill>
                <a:latin typeface="Noto Sans JP SemiBold" pitchFamily="34" charset="0"/>
                <a:ea typeface="Noto Sans JP SemiBold" pitchFamily="34" charset="-122"/>
                <a:cs typeface="Noto Sans JP SemiBold" pitchFamily="34" charset="-120"/>
              </a:rPr>
              <a:t>タンク、</a:t>
            </a:r>
            <a:r>
              <a:rPr lang="en-US" sz="2400" dirty="0" spc="1" kern="0">
                <a:solidFill>
                  <a:srgbClr val="F3EEE3"/>
                </a:solidFill>
                <a:latin typeface="Noto Sans JP SemiBold" pitchFamily="34" charset="0"/>
                <a:ea typeface="Noto Sans JP SemiBold" pitchFamily="34" charset="-122"/>
                <a:cs typeface="Noto Sans JP SemiBold" pitchFamily="34" charset="-120"/>
              </a:rPr>
              <a:t> 容器、 倉庫。-5〜30°C</a:t>
            </a:r>
            <a:endParaRPr lang="en-US" sz="2400" dirty="0"/>
          </a:p>
        </p:txBody>
      </p:sp>
      <p:sp>
        <p:nvSpPr>
          <p:cNvPr id="9" name="Shape 7"/>
          <p:cNvSpPr/>
          <p:nvPr/>
        </p:nvSpPr>
        <p:spPr>
          <a:xfrm>
            <a:off x="12325350" y="4714875"/>
            <a:ext cx="5048250" cy="1724025"/>
          </a:xfrm>
          <a:prstGeom prst="roundRect">
            <a:avLst>
              <a:gd name="adj" fmla="val 12155"/>
            </a:avLst>
          </a:prstGeom>
          <a:solidFill>
            <a:srgbClr val="1E212B"/>
          </a:solidFill>
          <a:ln/>
        </p:spPr>
      </p:sp>
      <p:sp>
        <p:nvSpPr>
          <p:cNvPr id="10" name="Shape 8"/>
          <p:cNvSpPr/>
          <p:nvPr/>
        </p:nvSpPr>
        <p:spPr>
          <a:xfrm>
            <a:off x="12325350" y="4714875"/>
            <a:ext cx="5048250" cy="95250"/>
          </a:xfrm>
          <a:prstGeom prst="roundRect">
            <a:avLst>
              <a:gd name="adj" fmla="val 50000"/>
            </a:avLst>
          </a:prstGeom>
          <a:solidFill>
            <a:srgbClr val="FF6A4D"/>
          </a:solidFill>
          <a:ln/>
        </p:spPr>
      </p:sp>
      <p:sp>
        <p:nvSpPr>
          <p:cNvPr id="11" name="Text 9"/>
          <p:cNvSpPr/>
          <p:nvPr/>
        </p:nvSpPr>
        <p:spPr>
          <a:xfrm>
            <a:off x="12630150" y="4981575"/>
            <a:ext cx="4438650" cy="381000"/>
          </a:xfrm>
          <a:prstGeom prst="rect">
            <a:avLst/>
          </a:prstGeom>
          <a:noFill/>
          <a:ln/>
        </p:spPr>
        <p:txBody>
          <a:bodyPr wrap="square" lIns="0" tIns="0" rIns="0" bIns="0" rtlCol="0" anchor="ctr"/>
          <a:lstStyle/>
          <a:p>
            <a:pPr algn="l" indent="0" marL="0">
              <a:buNone/>
            </a:pPr>
            <a:r>
              <a:rPr lang="en-US" sz="1950" dirty="0" kern="0">
                <a:solidFill>
                  <a:srgbClr val="FF6A4D"/>
                </a:solidFill>
                <a:latin typeface="Noto Sans JP ExtraBold" pitchFamily="34" charset="0"/>
                <a:ea typeface="Noto Sans JP ExtraBold" pitchFamily="34" charset="-122"/>
                <a:cs typeface="Noto Sans JP ExtraBold" pitchFamily="34" charset="-120"/>
              </a:rPr>
              <a:t>役割</a:t>
            </a:r>
            <a:endParaRPr lang="en-US" sz="1950" dirty="0"/>
          </a:p>
        </p:txBody>
      </p:sp>
      <p:sp>
        <p:nvSpPr>
          <p:cNvPr id="12" name="Text 10"/>
          <p:cNvSpPr/>
          <p:nvPr/>
        </p:nvSpPr>
        <p:spPr>
          <a:xfrm>
            <a:off x="12630150" y="5438775"/>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F3EEE3"/>
                </a:solidFill>
                <a:latin typeface="Noto Sans JP SemiBold" pitchFamily="34" charset="0"/>
                <a:ea typeface="Noto Sans JP SemiBold" pitchFamily="34" charset="-122"/>
                <a:cs typeface="Noto Sans JP SemiBold" pitchFamily="34" charset="-120"/>
              </a:rPr>
              <a:t>品質を</a:t>
            </a:r>
            <a:r>
              <a:rPr lang="en-US" sz="2400" dirty="0" spc="-23" kern="0">
                <a:solidFill>
                  <a:srgbClr val="F3EEE3"/>
                </a:solidFill>
                <a:latin typeface="Noto Sans JP SemiBold" pitchFamily="34" charset="0"/>
                <a:ea typeface="Noto Sans JP SemiBold" pitchFamily="34" charset="-122"/>
                <a:cs typeface="Noto Sans JP SemiBold" pitchFamily="34" charset="-120"/>
              </a:rPr>
              <a:t> 保つ。</a:t>
            </a:r>
            <a:r>
              <a:rPr lang="en-US" sz="2400" dirty="0" spc="1" kern="0">
                <a:solidFill>
                  <a:srgbClr val="F3EEE3"/>
                </a:solidFill>
                <a:latin typeface="Noto Sans JP SemiBold" pitchFamily="34" charset="0"/>
                <a:ea typeface="Noto Sans JP SemiBold" pitchFamily="34" charset="-122"/>
                <a:cs typeface="Noto Sans JP SemiBold" pitchFamily="34" charset="-120"/>
              </a:rPr>
              <a:t> 使用期限は 温度で 決まる</a:t>
            </a:r>
            <a:endParaRPr lang="en-US" sz="2400" dirty="0"/>
          </a:p>
        </p:txBody>
      </p:sp>
      <p:sp>
        <p:nvSpPr>
          <p:cNvPr id="13" name="Shape 11"/>
          <p:cNvSpPr/>
          <p:nvPr/>
        </p:nvSpPr>
        <p:spPr>
          <a:xfrm>
            <a:off x="12325350" y="6657975"/>
            <a:ext cx="5048250" cy="1724025"/>
          </a:xfrm>
          <a:prstGeom prst="roundRect">
            <a:avLst>
              <a:gd name="adj" fmla="val 12155"/>
            </a:avLst>
          </a:prstGeom>
          <a:solidFill>
            <a:srgbClr val="1E212B"/>
          </a:solidFill>
          <a:ln/>
        </p:spPr>
      </p:sp>
      <p:sp>
        <p:nvSpPr>
          <p:cNvPr id="14" name="Shape 12"/>
          <p:cNvSpPr/>
          <p:nvPr/>
        </p:nvSpPr>
        <p:spPr>
          <a:xfrm>
            <a:off x="12325350" y="6657975"/>
            <a:ext cx="5048250" cy="95250"/>
          </a:xfrm>
          <a:prstGeom prst="roundRect">
            <a:avLst>
              <a:gd name="adj" fmla="val 50000"/>
            </a:avLst>
          </a:prstGeom>
          <a:solidFill>
            <a:srgbClr val="7C93FF"/>
          </a:solidFill>
          <a:ln/>
        </p:spPr>
      </p:sp>
      <p:sp>
        <p:nvSpPr>
          <p:cNvPr id="15" name="Text 13"/>
          <p:cNvSpPr/>
          <p:nvPr/>
        </p:nvSpPr>
        <p:spPr>
          <a:xfrm>
            <a:off x="12630150" y="6924675"/>
            <a:ext cx="4438650" cy="381000"/>
          </a:xfrm>
          <a:prstGeom prst="rect">
            <a:avLst/>
          </a:prstGeom>
          <a:noFill/>
          <a:ln/>
        </p:spPr>
        <p:txBody>
          <a:bodyPr wrap="square" lIns="0" tIns="0" rIns="0" bIns="0" rtlCol="0" anchor="ctr"/>
          <a:lstStyle/>
          <a:p>
            <a:pPr algn="l" indent="0" marL="0">
              <a:buNone/>
            </a:pPr>
            <a:r>
              <a:rPr lang="en-US" sz="1950" dirty="0" kern="0">
                <a:solidFill>
                  <a:srgbClr val="7C93FF"/>
                </a:solidFill>
                <a:latin typeface="Noto Sans JP ExtraBold" pitchFamily="34" charset="0"/>
                <a:ea typeface="Noto Sans JP ExtraBold" pitchFamily="34" charset="-122"/>
                <a:cs typeface="Noto Sans JP ExtraBold" pitchFamily="34" charset="-120"/>
              </a:rPr>
              <a:t>誤解</a:t>
            </a:r>
            <a:endParaRPr lang="en-US" sz="1950" dirty="0"/>
          </a:p>
        </p:txBody>
      </p:sp>
      <p:sp>
        <p:nvSpPr>
          <p:cNvPr id="16" name="Text 14"/>
          <p:cNvSpPr/>
          <p:nvPr/>
        </p:nvSpPr>
        <p:spPr>
          <a:xfrm>
            <a:off x="12630150" y="7381875"/>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F3EEE3"/>
                </a:solidFill>
                <a:latin typeface="Noto Sans JP SemiBold" pitchFamily="34" charset="0"/>
                <a:ea typeface="Noto Sans JP SemiBold" pitchFamily="34" charset="-122"/>
                <a:cs typeface="Noto Sans JP SemiBold" pitchFamily="34" charset="-120"/>
              </a:rPr>
              <a:t>目立った</a:t>
            </a:r>
            <a:r>
              <a:rPr lang="en-US" sz="2400" dirty="0" spc="-5" kern="0">
                <a:solidFill>
                  <a:srgbClr val="F3EEE3"/>
                </a:solidFill>
                <a:latin typeface="Noto Sans JP SemiBold" pitchFamily="34" charset="0"/>
                <a:ea typeface="Noto Sans JP SemiBold" pitchFamily="34" charset="-122"/>
                <a:cs typeface="Noto Sans JP SemiBold" pitchFamily="34" charset="-120"/>
              </a:rPr>
              <a:t> 反応はないが、</a:t>
            </a:r>
            <a:r>
              <a:rPr lang="en-US" sz="2400" dirty="0" spc="0" kern="0">
                <a:solidFill>
                  <a:srgbClr val="F3EEE3"/>
                </a:solidFill>
                <a:latin typeface="Noto Sans JP SemiBold" pitchFamily="34" charset="0"/>
                <a:ea typeface="Noto Sans JP SemiBold" pitchFamily="34" charset="-122"/>
                <a:cs typeface="Noto Sans JP SemiBold" pitchFamily="34" charset="-120"/>
              </a:rPr>
              <a:t> 使用期限はある</a:t>
            </a:r>
            <a:endParaRPr lang="en-US" sz="2400" dirty="0"/>
          </a:p>
        </p:txBody>
      </p:sp>
      <p:sp>
        <p:nvSpPr>
          <p:cNvPr id="17"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[S6]</a:t>
            </a:r>
            <a:r>
              <a:rPr lang="en-US" sz="1800" dirty="0" spc="-1" kern="0">
                <a:solidFill>
                  <a:srgbClr val="9AA0B5"/>
                </a:solidFill>
                <a:latin typeface="Noto Sans JP" pitchFamily="34" charset="0"/>
                <a:ea typeface="Noto Sans JP" pitchFamily="34" charset="-122"/>
                <a:cs typeface="Noto Sans JP" pitchFamily="34" charset="-120"/>
              </a:rPr>
              <a:t> [S7]</a:t>
            </a:r>
            <a:endParaRPr lang="en-US" sz="1800" dirty="0"/>
          </a:p>
        </p:txBody>
      </p:sp>
      <p:sp>
        <p:nvSpPr>
          <p:cNvPr id="18" name="Shape 16"/>
          <p:cNvSpPr/>
          <p:nvPr/>
        </p:nvSpPr>
        <p:spPr>
          <a:xfrm>
            <a:off x="960711" y="9580836"/>
            <a:ext cx="78828" cy="78828"/>
          </a:xfrm>
          <a:prstGeom prst="ellipse">
            <a:avLst/>
          </a:prstGeom>
          <a:solidFill>
            <a:srgbClr val="F3EEE3">
              <a:alpha val="28000"/>
            </a:srgbClr>
          </a:solidFill>
          <a:ln/>
        </p:spPr>
      </p:sp>
      <p:sp>
        <p:nvSpPr>
          <p:cNvPr id="19" name="Shape 17"/>
          <p:cNvSpPr/>
          <p:nvPr/>
        </p:nvSpPr>
        <p:spPr>
          <a:xfrm>
            <a:off x="1118366" y="9580836"/>
            <a:ext cx="78828" cy="78828"/>
          </a:xfrm>
          <a:prstGeom prst="ellipse">
            <a:avLst/>
          </a:prstGeom>
          <a:solidFill>
            <a:srgbClr val="F3EEE3">
              <a:alpha val="28000"/>
            </a:srgbClr>
          </a:solidFill>
          <a:ln/>
        </p:spPr>
      </p:sp>
      <p:sp>
        <p:nvSpPr>
          <p:cNvPr id="20" name="Shape 18"/>
          <p:cNvSpPr/>
          <p:nvPr/>
        </p:nvSpPr>
        <p:spPr>
          <a:xfrm>
            <a:off x="1276021" y="9580836"/>
            <a:ext cx="78828" cy="78828"/>
          </a:xfrm>
          <a:prstGeom prst="ellipse">
            <a:avLst/>
          </a:prstGeom>
          <a:solidFill>
            <a:srgbClr val="F3EEE3">
              <a:alpha val="28000"/>
            </a:srgbClr>
          </a:solidFill>
          <a:ln/>
        </p:spPr>
      </p:sp>
      <p:sp>
        <p:nvSpPr>
          <p:cNvPr id="21" name="Shape 19"/>
          <p:cNvSpPr/>
          <p:nvPr/>
        </p:nvSpPr>
        <p:spPr>
          <a:xfrm>
            <a:off x="1433676" y="9580836"/>
            <a:ext cx="78828" cy="78828"/>
          </a:xfrm>
          <a:prstGeom prst="ellipse">
            <a:avLst/>
          </a:prstGeom>
          <a:solidFill>
            <a:srgbClr val="F3EEE3">
              <a:alpha val="28000"/>
            </a:srgbClr>
          </a:solidFill>
          <a:ln/>
        </p:spPr>
      </p:sp>
      <p:sp>
        <p:nvSpPr>
          <p:cNvPr id="22" name="Shape 20"/>
          <p:cNvSpPr/>
          <p:nvPr/>
        </p:nvSpPr>
        <p:spPr>
          <a:xfrm>
            <a:off x="1591331" y="9580836"/>
            <a:ext cx="78828" cy="78828"/>
          </a:xfrm>
          <a:prstGeom prst="ellipse">
            <a:avLst/>
          </a:prstGeom>
          <a:solidFill>
            <a:srgbClr val="F3EEE3">
              <a:alpha val="28000"/>
            </a:srgbClr>
          </a:solidFill>
          <a:ln/>
        </p:spPr>
      </p:sp>
      <p:sp>
        <p:nvSpPr>
          <p:cNvPr id="23" name="Shape 21"/>
          <p:cNvSpPr/>
          <p:nvPr/>
        </p:nvSpPr>
        <p:spPr>
          <a:xfrm>
            <a:off x="1748986" y="9580836"/>
            <a:ext cx="78828" cy="78828"/>
          </a:xfrm>
          <a:prstGeom prst="ellipse">
            <a:avLst/>
          </a:prstGeom>
          <a:solidFill>
            <a:srgbClr val="F3EEE3">
              <a:alpha val="28000"/>
            </a:srgbClr>
          </a:solidFill>
          <a:ln/>
        </p:spPr>
      </p:sp>
      <p:sp>
        <p:nvSpPr>
          <p:cNvPr id="24" name="Shape 22"/>
          <p:cNvSpPr/>
          <p:nvPr/>
        </p:nvSpPr>
        <p:spPr>
          <a:xfrm>
            <a:off x="1906641" y="9580836"/>
            <a:ext cx="78828" cy="78828"/>
          </a:xfrm>
          <a:prstGeom prst="ellipse">
            <a:avLst/>
          </a:prstGeom>
          <a:solidFill>
            <a:srgbClr val="F3EEE3">
              <a:alpha val="28000"/>
            </a:srgbClr>
          </a:solidFill>
          <a:ln/>
        </p:spPr>
      </p:sp>
      <p:sp>
        <p:nvSpPr>
          <p:cNvPr id="25" name="Shape 23"/>
          <p:cNvSpPr/>
          <p:nvPr/>
        </p:nvSpPr>
        <p:spPr>
          <a:xfrm>
            <a:off x="2064296" y="9580836"/>
            <a:ext cx="78828" cy="78828"/>
          </a:xfrm>
          <a:prstGeom prst="ellipse">
            <a:avLst/>
          </a:prstGeom>
          <a:solidFill>
            <a:srgbClr val="F3EEE3">
              <a:alpha val="28000"/>
            </a:srgbClr>
          </a:solidFill>
          <a:ln/>
        </p:spPr>
      </p:sp>
      <p:sp>
        <p:nvSpPr>
          <p:cNvPr id="26" name="Shape 24"/>
          <p:cNvSpPr/>
          <p:nvPr/>
        </p:nvSpPr>
        <p:spPr>
          <a:xfrm>
            <a:off x="2221951" y="9580836"/>
            <a:ext cx="78828" cy="78828"/>
          </a:xfrm>
          <a:prstGeom prst="ellipse">
            <a:avLst/>
          </a:prstGeom>
          <a:solidFill>
            <a:srgbClr val="F3EEE3">
              <a:alpha val="28000"/>
            </a:srgbClr>
          </a:solidFill>
          <a:ln/>
        </p:spPr>
      </p:sp>
      <p:sp>
        <p:nvSpPr>
          <p:cNvPr id="27" name="Shape 25"/>
          <p:cNvSpPr/>
          <p:nvPr/>
        </p:nvSpPr>
        <p:spPr>
          <a:xfrm>
            <a:off x="2379606" y="9580836"/>
            <a:ext cx="78828" cy="78828"/>
          </a:xfrm>
          <a:prstGeom prst="ellipse">
            <a:avLst/>
          </a:prstGeom>
          <a:solidFill>
            <a:srgbClr val="F3EEE3">
              <a:alpha val="28000"/>
            </a:srgbClr>
          </a:solidFill>
          <a:ln/>
        </p:spPr>
      </p:sp>
      <p:sp>
        <p:nvSpPr>
          <p:cNvPr id="28" name="Shape 26"/>
          <p:cNvSpPr/>
          <p:nvPr/>
        </p:nvSpPr>
        <p:spPr>
          <a:xfrm>
            <a:off x="2537261" y="9580836"/>
            <a:ext cx="78828" cy="78828"/>
          </a:xfrm>
          <a:prstGeom prst="ellipse">
            <a:avLst/>
          </a:prstGeom>
          <a:solidFill>
            <a:srgbClr val="F3EEE3">
              <a:alpha val="28000"/>
            </a:srgbClr>
          </a:solidFill>
          <a:ln/>
        </p:spPr>
      </p:sp>
      <p:sp>
        <p:nvSpPr>
          <p:cNvPr id="29" name="Shape 27"/>
          <p:cNvSpPr/>
          <p:nvPr/>
        </p:nvSpPr>
        <p:spPr>
          <a:xfrm>
            <a:off x="2694916" y="9580836"/>
            <a:ext cx="78828" cy="78828"/>
          </a:xfrm>
          <a:prstGeom prst="ellipse">
            <a:avLst/>
          </a:prstGeom>
          <a:solidFill>
            <a:srgbClr val="F3EEE3">
              <a:alpha val="28000"/>
            </a:srgbClr>
          </a:solidFill>
          <a:ln/>
        </p:spPr>
      </p:sp>
      <p:sp>
        <p:nvSpPr>
          <p:cNvPr id="30" name="Shape 28"/>
          <p:cNvSpPr/>
          <p:nvPr/>
        </p:nvSpPr>
        <p:spPr>
          <a:xfrm>
            <a:off x="2852571" y="9580836"/>
            <a:ext cx="78828" cy="78828"/>
          </a:xfrm>
          <a:prstGeom prst="ellipse">
            <a:avLst/>
          </a:prstGeom>
          <a:solidFill>
            <a:srgbClr val="F3EEE3">
              <a:alpha val="28000"/>
            </a:srgbClr>
          </a:solidFill>
          <a:ln/>
        </p:spPr>
      </p:sp>
      <p:sp>
        <p:nvSpPr>
          <p:cNvPr id="31" name="Shape 29"/>
          <p:cNvSpPr/>
          <p:nvPr/>
        </p:nvSpPr>
        <p:spPr>
          <a:xfrm>
            <a:off x="3010225" y="9580836"/>
            <a:ext cx="78828" cy="78828"/>
          </a:xfrm>
          <a:prstGeom prst="ellipse">
            <a:avLst/>
          </a:prstGeom>
          <a:solidFill>
            <a:srgbClr val="F3EEE3">
              <a:alpha val="28000"/>
            </a:srgbClr>
          </a:solidFill>
          <a:ln/>
        </p:spPr>
      </p:sp>
      <p:sp>
        <p:nvSpPr>
          <p:cNvPr id="32" name="Shape 30"/>
          <p:cNvSpPr/>
          <p:nvPr/>
        </p:nvSpPr>
        <p:spPr>
          <a:xfrm>
            <a:off x="3154742" y="9567698"/>
            <a:ext cx="105103" cy="105103"/>
          </a:xfrm>
          <a:prstGeom prst="ellipse">
            <a:avLst/>
          </a:prstGeom>
          <a:solidFill>
            <a:srgbClr val="FF6A4D"/>
          </a:solidFill>
          <a:ln/>
        </p:spPr>
      </p:sp>
      <p:sp>
        <p:nvSpPr>
          <p:cNvPr id="33" name="Shape 31"/>
          <p:cNvSpPr/>
          <p:nvPr/>
        </p:nvSpPr>
        <p:spPr>
          <a:xfrm>
            <a:off x="3325535" y="9580836"/>
            <a:ext cx="78828" cy="78828"/>
          </a:xfrm>
          <a:prstGeom prst="ellipse">
            <a:avLst/>
          </a:prstGeom>
          <a:solidFill>
            <a:srgbClr val="F3EEE3">
              <a:alpha val="28000"/>
            </a:srgbClr>
          </a:solidFill>
          <a:ln/>
        </p:spPr>
      </p:sp>
      <p:sp>
        <p:nvSpPr>
          <p:cNvPr id="34" name="Shape 32"/>
          <p:cNvSpPr/>
          <p:nvPr/>
        </p:nvSpPr>
        <p:spPr>
          <a:xfrm>
            <a:off x="3483190" y="9580836"/>
            <a:ext cx="78828" cy="78828"/>
          </a:xfrm>
          <a:prstGeom prst="ellipse">
            <a:avLst/>
          </a:prstGeom>
          <a:solidFill>
            <a:srgbClr val="F3EEE3">
              <a:alpha val="28000"/>
            </a:srgbClr>
          </a:solidFill>
          <a:ln/>
        </p:spPr>
      </p:sp>
      <p:sp>
        <p:nvSpPr>
          <p:cNvPr id="35" name="Shape 33"/>
          <p:cNvSpPr/>
          <p:nvPr/>
        </p:nvSpPr>
        <p:spPr>
          <a:xfrm>
            <a:off x="3640845" y="9580836"/>
            <a:ext cx="78828" cy="78828"/>
          </a:xfrm>
          <a:prstGeom prst="ellipse">
            <a:avLst/>
          </a:prstGeom>
          <a:solidFill>
            <a:srgbClr val="F3EEE3">
              <a:alpha val="28000"/>
            </a:srgbClr>
          </a:solidFill>
          <a:ln/>
        </p:spPr>
      </p:sp>
      <p:sp>
        <p:nvSpPr>
          <p:cNvPr id="36" name="Shape 34"/>
          <p:cNvSpPr/>
          <p:nvPr/>
        </p:nvSpPr>
        <p:spPr>
          <a:xfrm>
            <a:off x="3798500" y="9580836"/>
            <a:ext cx="78828" cy="78828"/>
          </a:xfrm>
          <a:prstGeom prst="ellipse">
            <a:avLst/>
          </a:prstGeom>
          <a:solidFill>
            <a:srgbClr val="F3EEE3">
              <a:alpha val="28000"/>
            </a:srgbClr>
          </a:solidFill>
          <a:ln/>
        </p:spPr>
      </p:sp>
      <p:sp>
        <p:nvSpPr>
          <p:cNvPr id="37" name="Shape 35"/>
          <p:cNvSpPr/>
          <p:nvPr/>
        </p:nvSpPr>
        <p:spPr>
          <a:xfrm>
            <a:off x="3956155" y="9580836"/>
            <a:ext cx="78828" cy="78828"/>
          </a:xfrm>
          <a:prstGeom prst="ellipse">
            <a:avLst/>
          </a:prstGeom>
          <a:solidFill>
            <a:srgbClr val="F3EEE3">
              <a:alpha val="28000"/>
            </a:srgbClr>
          </a:solidFill>
          <a:ln/>
        </p:spPr>
      </p:sp>
      <p:sp>
        <p:nvSpPr>
          <p:cNvPr id="38" name="Shape 36"/>
          <p:cNvSpPr/>
          <p:nvPr/>
        </p:nvSpPr>
        <p:spPr>
          <a:xfrm>
            <a:off x="4113810" y="9580836"/>
            <a:ext cx="78828" cy="78828"/>
          </a:xfrm>
          <a:prstGeom prst="ellipse">
            <a:avLst/>
          </a:prstGeom>
          <a:solidFill>
            <a:srgbClr val="F3EEE3">
              <a:alpha val="28000"/>
            </a:srgbClr>
          </a:solidFill>
          <a:ln/>
        </p:spPr>
      </p:sp>
      <p:sp>
        <p:nvSpPr>
          <p:cNvPr id="39" name="Shape 37"/>
          <p:cNvSpPr/>
          <p:nvPr/>
        </p:nvSpPr>
        <p:spPr>
          <a:xfrm>
            <a:off x="4271465" y="9580836"/>
            <a:ext cx="78828" cy="78828"/>
          </a:xfrm>
          <a:prstGeom prst="ellipse">
            <a:avLst/>
          </a:prstGeom>
          <a:solidFill>
            <a:srgbClr val="F3EEE3">
              <a:alpha val="28000"/>
            </a:srgbClr>
          </a:solidFill>
          <a:ln/>
        </p:spPr>
      </p:sp>
      <p:sp>
        <p:nvSpPr>
          <p:cNvPr id="40" name="Shape 38"/>
          <p:cNvSpPr/>
          <p:nvPr/>
        </p:nvSpPr>
        <p:spPr>
          <a:xfrm>
            <a:off x="4429120" y="9580836"/>
            <a:ext cx="78828" cy="78828"/>
          </a:xfrm>
          <a:prstGeom prst="ellipse">
            <a:avLst/>
          </a:prstGeom>
          <a:solidFill>
            <a:srgbClr val="F3EEE3">
              <a:alpha val="28000"/>
            </a:srgbClr>
          </a:solidFill>
          <a:ln/>
        </p:spPr>
      </p:sp>
      <p:sp>
        <p:nvSpPr>
          <p:cNvPr id="41" name="Shape 39"/>
          <p:cNvSpPr/>
          <p:nvPr/>
        </p:nvSpPr>
        <p:spPr>
          <a:xfrm>
            <a:off x="4586775" y="9580836"/>
            <a:ext cx="78828" cy="78828"/>
          </a:xfrm>
          <a:prstGeom prst="ellipse">
            <a:avLst/>
          </a:prstGeom>
          <a:solidFill>
            <a:srgbClr val="F3EEE3">
              <a:alpha val="28000"/>
            </a:srgbClr>
          </a:solidFill>
          <a:ln/>
        </p:spPr>
      </p:sp>
      <p:sp>
        <p:nvSpPr>
          <p:cNvPr id="42" name="Shape 40"/>
          <p:cNvSpPr/>
          <p:nvPr/>
        </p:nvSpPr>
        <p:spPr>
          <a:xfrm>
            <a:off x="4744430" y="9580836"/>
            <a:ext cx="78828" cy="78828"/>
          </a:xfrm>
          <a:prstGeom prst="ellipse">
            <a:avLst/>
          </a:prstGeom>
          <a:solidFill>
            <a:srgbClr val="F3EEE3">
              <a:alpha val="28000"/>
            </a:srgbClr>
          </a:solidFill>
          <a:ln/>
        </p:spPr>
      </p:sp>
      <p:sp>
        <p:nvSpPr>
          <p:cNvPr id="43" name="Shape 41"/>
          <p:cNvSpPr/>
          <p:nvPr/>
        </p:nvSpPr>
        <p:spPr>
          <a:xfrm>
            <a:off x="4902085" y="9580836"/>
            <a:ext cx="78828" cy="78828"/>
          </a:xfrm>
          <a:prstGeom prst="ellipse">
            <a:avLst/>
          </a:prstGeom>
          <a:solidFill>
            <a:srgbClr val="F3EEE3">
              <a:alpha val="28000"/>
            </a:srgbClr>
          </a:solidFill>
          <a:ln/>
        </p:spPr>
      </p:sp>
      <p:sp>
        <p:nvSpPr>
          <p:cNvPr id="44" name="Shape 42"/>
          <p:cNvSpPr/>
          <p:nvPr/>
        </p:nvSpPr>
        <p:spPr>
          <a:xfrm>
            <a:off x="5059740" y="9580836"/>
            <a:ext cx="78828" cy="78828"/>
          </a:xfrm>
          <a:prstGeom prst="ellipse">
            <a:avLst/>
          </a:prstGeom>
          <a:solidFill>
            <a:srgbClr val="F3EEE3">
              <a:alpha val="28000"/>
            </a:srgbClr>
          </a:solidFill>
          <a:ln/>
        </p:spPr>
      </p:sp>
      <p:sp>
        <p:nvSpPr>
          <p:cNvPr id="45" name="Shape 43"/>
          <p:cNvSpPr/>
          <p:nvPr/>
        </p:nvSpPr>
        <p:spPr>
          <a:xfrm>
            <a:off x="5217395" y="9580836"/>
            <a:ext cx="78828" cy="78828"/>
          </a:xfrm>
          <a:prstGeom prst="ellipse">
            <a:avLst/>
          </a:prstGeom>
          <a:solidFill>
            <a:srgbClr val="F3EEE3">
              <a:alpha val="28000"/>
            </a:srgbClr>
          </a:solidFill>
          <a:ln/>
        </p:spPr>
      </p:sp>
      <p:sp>
        <p:nvSpPr>
          <p:cNvPr id="46" name="Shape 44"/>
          <p:cNvSpPr/>
          <p:nvPr/>
        </p:nvSpPr>
        <p:spPr>
          <a:xfrm>
            <a:off x="5375050" y="9580836"/>
            <a:ext cx="78828" cy="78828"/>
          </a:xfrm>
          <a:prstGeom prst="ellipse">
            <a:avLst/>
          </a:prstGeom>
          <a:solidFill>
            <a:srgbClr val="F3EEE3">
              <a:alpha val="28000"/>
            </a:srgbClr>
          </a:solidFill>
          <a:ln/>
        </p:spPr>
      </p:sp>
      <p:sp>
        <p:nvSpPr>
          <p:cNvPr id="47" name="Shape 45"/>
          <p:cNvSpPr/>
          <p:nvPr/>
        </p:nvSpPr>
        <p:spPr>
          <a:xfrm>
            <a:off x="5532705" y="9580836"/>
            <a:ext cx="78828" cy="78828"/>
          </a:xfrm>
          <a:prstGeom prst="ellipse">
            <a:avLst/>
          </a:prstGeom>
          <a:solidFill>
            <a:srgbClr val="F3EEE3">
              <a:alpha val="28000"/>
            </a:srgbClr>
          </a:solidFill>
          <a:ln/>
        </p:spPr>
      </p:sp>
      <p:sp>
        <p:nvSpPr>
          <p:cNvPr id="48" name="Shape 46"/>
          <p:cNvSpPr/>
          <p:nvPr/>
        </p:nvSpPr>
        <p:spPr>
          <a:xfrm>
            <a:off x="5690359" y="9580836"/>
            <a:ext cx="78828" cy="78828"/>
          </a:xfrm>
          <a:prstGeom prst="ellipse">
            <a:avLst/>
          </a:prstGeom>
          <a:solidFill>
            <a:srgbClr val="F3EEE3">
              <a:alpha val="28000"/>
            </a:srgbClr>
          </a:solidFill>
          <a:ln/>
        </p:spPr>
      </p:sp>
      <p:sp>
        <p:nvSpPr>
          <p:cNvPr id="49" name="Shape 47"/>
          <p:cNvSpPr/>
          <p:nvPr/>
        </p:nvSpPr>
        <p:spPr>
          <a:xfrm>
            <a:off x="5848014" y="9580836"/>
            <a:ext cx="78828" cy="78828"/>
          </a:xfrm>
          <a:prstGeom prst="ellipse">
            <a:avLst/>
          </a:prstGeom>
          <a:solidFill>
            <a:srgbClr val="F3EEE3">
              <a:alpha val="28000"/>
            </a:srgbClr>
          </a:solidFill>
          <a:ln/>
        </p:spPr>
      </p:sp>
      <p:sp>
        <p:nvSpPr>
          <p:cNvPr id="50" name="Shape 48"/>
          <p:cNvSpPr/>
          <p:nvPr/>
        </p:nvSpPr>
        <p:spPr>
          <a:xfrm>
            <a:off x="6005669" y="9580836"/>
            <a:ext cx="78828" cy="78828"/>
          </a:xfrm>
          <a:prstGeom prst="ellipse">
            <a:avLst/>
          </a:prstGeom>
          <a:solidFill>
            <a:srgbClr val="F3EEE3">
              <a:alpha val="28000"/>
            </a:srgbClr>
          </a:solidFill>
          <a:ln/>
        </p:spPr>
      </p:sp>
      <p:sp>
        <p:nvSpPr>
          <p:cNvPr id="51" name="Shape 49"/>
          <p:cNvSpPr/>
          <p:nvPr/>
        </p:nvSpPr>
        <p:spPr>
          <a:xfrm>
            <a:off x="6163324" y="9580836"/>
            <a:ext cx="78828" cy="78828"/>
          </a:xfrm>
          <a:prstGeom prst="ellipse">
            <a:avLst/>
          </a:prstGeom>
          <a:solidFill>
            <a:srgbClr val="F3EEE3">
              <a:alpha val="28000"/>
            </a:srgbClr>
          </a:solidFill>
          <a:ln/>
        </p:spPr>
      </p:sp>
      <p:sp>
        <p:nvSpPr>
          <p:cNvPr id="52" name="Shape 50"/>
          <p:cNvSpPr/>
          <p:nvPr/>
        </p:nvSpPr>
        <p:spPr>
          <a:xfrm>
            <a:off x="6320979" y="9580836"/>
            <a:ext cx="78828" cy="78828"/>
          </a:xfrm>
          <a:prstGeom prst="ellipse">
            <a:avLst/>
          </a:prstGeom>
          <a:solidFill>
            <a:srgbClr val="F3EEE3">
              <a:alpha val="28000"/>
            </a:srgbClr>
          </a:solidFill>
          <a:ln/>
        </p:spPr>
      </p:sp>
      <p:sp>
        <p:nvSpPr>
          <p:cNvPr id="53" name="Shape 51"/>
          <p:cNvSpPr/>
          <p:nvPr/>
        </p:nvSpPr>
        <p:spPr>
          <a:xfrm>
            <a:off x="6478634" y="9580836"/>
            <a:ext cx="78828" cy="78828"/>
          </a:xfrm>
          <a:prstGeom prst="ellipse">
            <a:avLst/>
          </a:prstGeom>
          <a:solidFill>
            <a:srgbClr val="F3EEE3">
              <a:alpha val="28000"/>
            </a:srgbClr>
          </a:solidFill>
          <a:ln/>
        </p:spPr>
      </p:sp>
      <p:sp>
        <p:nvSpPr>
          <p:cNvPr id="54" name="Shape 52"/>
          <p:cNvSpPr/>
          <p:nvPr/>
        </p:nvSpPr>
        <p:spPr>
          <a:xfrm>
            <a:off x="6636289" y="9580836"/>
            <a:ext cx="78828" cy="78828"/>
          </a:xfrm>
          <a:prstGeom prst="ellipse">
            <a:avLst/>
          </a:prstGeom>
          <a:solidFill>
            <a:srgbClr val="F3EEE3">
              <a:alpha val="28000"/>
            </a:srgbClr>
          </a:solidFill>
          <a:ln/>
        </p:spPr>
      </p:sp>
      <p:sp>
        <p:nvSpPr>
          <p:cNvPr id="55" name="Shape 53"/>
          <p:cNvSpPr/>
          <p:nvPr/>
        </p:nvSpPr>
        <p:spPr>
          <a:xfrm>
            <a:off x="6793944" y="9580836"/>
            <a:ext cx="78828" cy="78828"/>
          </a:xfrm>
          <a:prstGeom prst="ellipse">
            <a:avLst/>
          </a:prstGeom>
          <a:solidFill>
            <a:srgbClr val="F3EEE3">
              <a:alpha val="28000"/>
            </a:srgbClr>
          </a:solidFill>
          <a:ln/>
        </p:spPr>
      </p:sp>
      <p:sp>
        <p:nvSpPr>
          <p:cNvPr id="56" name="Shape 54"/>
          <p:cNvSpPr/>
          <p:nvPr/>
        </p:nvSpPr>
        <p:spPr>
          <a:xfrm>
            <a:off x="6951599" y="9580836"/>
            <a:ext cx="78828" cy="78828"/>
          </a:xfrm>
          <a:prstGeom prst="ellipse">
            <a:avLst/>
          </a:prstGeom>
          <a:solidFill>
            <a:srgbClr val="F3EEE3">
              <a:alpha val="28000"/>
            </a:srgbClr>
          </a:solidFill>
          <a:ln/>
        </p:spPr>
      </p:sp>
      <p:sp>
        <p:nvSpPr>
          <p:cNvPr id="57" name="Shape 55"/>
          <p:cNvSpPr/>
          <p:nvPr/>
        </p:nvSpPr>
        <p:spPr>
          <a:xfrm>
            <a:off x="7109254" y="9580836"/>
            <a:ext cx="78828" cy="78828"/>
          </a:xfrm>
          <a:prstGeom prst="ellipse">
            <a:avLst/>
          </a:prstGeom>
          <a:solidFill>
            <a:srgbClr val="F3EEE3">
              <a:alpha val="28000"/>
            </a:srgbClr>
          </a:solidFill>
          <a:ln/>
        </p:spPr>
      </p:sp>
      <p:sp>
        <p:nvSpPr>
          <p:cNvPr id="58" name="Shape 56"/>
          <p:cNvSpPr/>
          <p:nvPr/>
        </p:nvSpPr>
        <p:spPr>
          <a:xfrm>
            <a:off x="7266909" y="9580836"/>
            <a:ext cx="78828" cy="78828"/>
          </a:xfrm>
          <a:prstGeom prst="ellipse">
            <a:avLst/>
          </a:prstGeom>
          <a:solidFill>
            <a:srgbClr val="F3EEE3">
              <a:alpha val="28000"/>
            </a:srgbClr>
          </a:solidFill>
          <a:ln/>
        </p:spPr>
      </p:sp>
      <p:sp>
        <p:nvSpPr>
          <p:cNvPr id="59" name="Shape 57"/>
          <p:cNvSpPr/>
          <p:nvPr/>
        </p:nvSpPr>
        <p:spPr>
          <a:xfrm>
            <a:off x="7424564" y="9580836"/>
            <a:ext cx="78828" cy="78828"/>
          </a:xfrm>
          <a:prstGeom prst="ellipse">
            <a:avLst/>
          </a:prstGeom>
          <a:solidFill>
            <a:srgbClr val="F3EEE3">
              <a:alpha val="28000"/>
            </a:srgbClr>
          </a:solidFill>
          <a:ln/>
        </p:spPr>
      </p:sp>
      <p:sp>
        <p:nvSpPr>
          <p:cNvPr id="60" name="Shape 58"/>
          <p:cNvSpPr/>
          <p:nvPr/>
        </p:nvSpPr>
        <p:spPr>
          <a:xfrm>
            <a:off x="7582219" y="9580836"/>
            <a:ext cx="78828" cy="78828"/>
          </a:xfrm>
          <a:prstGeom prst="ellipse">
            <a:avLst/>
          </a:prstGeom>
          <a:solidFill>
            <a:srgbClr val="F3EEE3">
              <a:alpha val="28000"/>
            </a:srgbClr>
          </a:solidFill>
          <a:ln/>
        </p:spPr>
      </p:sp>
      <p:sp>
        <p:nvSpPr>
          <p:cNvPr id="61" name="Shape 59"/>
          <p:cNvSpPr/>
          <p:nvPr/>
        </p:nvSpPr>
        <p:spPr>
          <a:xfrm>
            <a:off x="7739874" y="9580836"/>
            <a:ext cx="78828" cy="78828"/>
          </a:xfrm>
          <a:prstGeom prst="ellipse">
            <a:avLst/>
          </a:prstGeom>
          <a:solidFill>
            <a:srgbClr val="F3EEE3">
              <a:alpha val="28000"/>
            </a:srgbClr>
          </a:solidFill>
          <a:ln/>
        </p:spPr>
      </p:sp>
      <p:sp>
        <p:nvSpPr>
          <p:cNvPr id="62" name="Shape 60"/>
          <p:cNvSpPr/>
          <p:nvPr/>
        </p:nvSpPr>
        <p:spPr>
          <a:xfrm>
            <a:off x="7897529" y="9580836"/>
            <a:ext cx="78828" cy="78828"/>
          </a:xfrm>
          <a:prstGeom prst="ellipse">
            <a:avLst/>
          </a:prstGeom>
          <a:solidFill>
            <a:srgbClr val="F3EEE3">
              <a:alpha val="28000"/>
            </a:srgbClr>
          </a:solidFill>
          <a:ln/>
        </p:spPr>
      </p:sp>
      <p:sp>
        <p:nvSpPr>
          <p:cNvPr id="63" name="Shape 61"/>
          <p:cNvSpPr/>
          <p:nvPr/>
        </p:nvSpPr>
        <p:spPr>
          <a:xfrm>
            <a:off x="8055184" y="9580836"/>
            <a:ext cx="78828" cy="78828"/>
          </a:xfrm>
          <a:prstGeom prst="ellipse">
            <a:avLst/>
          </a:prstGeom>
          <a:solidFill>
            <a:srgbClr val="F3EEE3">
              <a:alpha val="28000"/>
            </a:srgbClr>
          </a:solidFill>
          <a:ln/>
        </p:spPr>
      </p:sp>
      <p:sp>
        <p:nvSpPr>
          <p:cNvPr id="64" name="Shape 62"/>
          <p:cNvSpPr/>
          <p:nvPr/>
        </p:nvSpPr>
        <p:spPr>
          <a:xfrm>
            <a:off x="8212839" y="9580836"/>
            <a:ext cx="78828" cy="78828"/>
          </a:xfrm>
          <a:prstGeom prst="ellipse">
            <a:avLst/>
          </a:prstGeom>
          <a:solidFill>
            <a:srgbClr val="F3EEE3">
              <a:alpha val="28000"/>
            </a:srgbClr>
          </a:solidFill>
          <a:ln/>
        </p:spPr>
      </p:sp>
      <p:sp>
        <p:nvSpPr>
          <p:cNvPr id="65" name="Shape 63"/>
          <p:cNvSpPr/>
          <p:nvPr/>
        </p:nvSpPr>
        <p:spPr>
          <a:xfrm>
            <a:off x="8370494" y="9580836"/>
            <a:ext cx="78828" cy="78828"/>
          </a:xfrm>
          <a:prstGeom prst="ellipse">
            <a:avLst/>
          </a:prstGeom>
          <a:solidFill>
            <a:srgbClr val="F3EEE3">
              <a:alpha val="28000"/>
            </a:srgbClr>
          </a:solidFill>
          <a:ln/>
        </p:spPr>
      </p:sp>
      <p:sp>
        <p:nvSpPr>
          <p:cNvPr id="66" name="Shape 64"/>
          <p:cNvSpPr/>
          <p:nvPr/>
        </p:nvSpPr>
        <p:spPr>
          <a:xfrm>
            <a:off x="8528148" y="9580836"/>
            <a:ext cx="78828" cy="78828"/>
          </a:xfrm>
          <a:prstGeom prst="ellipse">
            <a:avLst/>
          </a:prstGeom>
          <a:solidFill>
            <a:srgbClr val="F3EEE3">
              <a:alpha val="28000"/>
            </a:srgbClr>
          </a:solidFill>
          <a:ln/>
        </p:spPr>
      </p:sp>
      <p:sp>
        <p:nvSpPr>
          <p:cNvPr id="67" name="Shape 65"/>
          <p:cNvSpPr/>
          <p:nvPr/>
        </p:nvSpPr>
        <p:spPr>
          <a:xfrm>
            <a:off x="8685803" y="9580836"/>
            <a:ext cx="78828" cy="78828"/>
          </a:xfrm>
          <a:prstGeom prst="ellipse">
            <a:avLst/>
          </a:prstGeom>
          <a:solidFill>
            <a:srgbClr val="F3EEE3">
              <a:alpha val="28000"/>
            </a:srgbClr>
          </a:solidFill>
          <a:ln/>
        </p:spPr>
      </p:sp>
      <p:sp>
        <p:nvSpPr>
          <p:cNvPr id="68" name="Shape 66"/>
          <p:cNvSpPr/>
          <p:nvPr/>
        </p:nvSpPr>
        <p:spPr>
          <a:xfrm>
            <a:off x="8843458" y="9580836"/>
            <a:ext cx="78828" cy="78828"/>
          </a:xfrm>
          <a:prstGeom prst="ellipse">
            <a:avLst/>
          </a:prstGeom>
          <a:solidFill>
            <a:srgbClr val="F3EEE3">
              <a:alpha val="28000"/>
            </a:srgbClr>
          </a:solidFill>
          <a:ln/>
        </p:spPr>
      </p:sp>
      <p:sp>
        <p:nvSpPr>
          <p:cNvPr id="69" name="Shape 67"/>
          <p:cNvSpPr/>
          <p:nvPr/>
        </p:nvSpPr>
        <p:spPr>
          <a:xfrm>
            <a:off x="9001113" y="9580836"/>
            <a:ext cx="78828" cy="78828"/>
          </a:xfrm>
          <a:prstGeom prst="ellipse">
            <a:avLst/>
          </a:prstGeom>
          <a:solidFill>
            <a:srgbClr val="F3EEE3">
              <a:alpha val="28000"/>
            </a:srgbClr>
          </a:solidFill>
          <a:ln/>
        </p:spPr>
      </p:sp>
      <p:sp>
        <p:nvSpPr>
          <p:cNvPr id="70" name="Shape 68"/>
          <p:cNvSpPr/>
          <p:nvPr/>
        </p:nvSpPr>
        <p:spPr>
          <a:xfrm>
            <a:off x="9158768" y="9580836"/>
            <a:ext cx="78828" cy="78828"/>
          </a:xfrm>
          <a:prstGeom prst="ellipse">
            <a:avLst/>
          </a:prstGeom>
          <a:solidFill>
            <a:srgbClr val="F3EEE3">
              <a:alpha val="28000"/>
            </a:srgbClr>
          </a:solidFill>
          <a:ln/>
        </p:spPr>
      </p:sp>
      <p:sp>
        <p:nvSpPr>
          <p:cNvPr id="71" name="Shape 69"/>
          <p:cNvSpPr/>
          <p:nvPr/>
        </p:nvSpPr>
        <p:spPr>
          <a:xfrm>
            <a:off x="9316423" y="9580836"/>
            <a:ext cx="78828" cy="78828"/>
          </a:xfrm>
          <a:prstGeom prst="ellipse">
            <a:avLst/>
          </a:prstGeom>
          <a:solidFill>
            <a:srgbClr val="F3EEE3">
              <a:alpha val="28000"/>
            </a:srgbClr>
          </a:solidFill>
          <a:ln/>
        </p:spPr>
      </p:sp>
      <p:sp>
        <p:nvSpPr>
          <p:cNvPr id="72" name="Shape 70"/>
          <p:cNvSpPr/>
          <p:nvPr/>
        </p:nvSpPr>
        <p:spPr>
          <a:xfrm>
            <a:off x="9474078" y="9580836"/>
            <a:ext cx="78828" cy="78828"/>
          </a:xfrm>
          <a:prstGeom prst="ellipse">
            <a:avLst/>
          </a:prstGeom>
          <a:solidFill>
            <a:srgbClr val="F3EEE3">
              <a:alpha val="28000"/>
            </a:srgbClr>
          </a:solidFill>
          <a:ln/>
        </p:spPr>
      </p:sp>
      <p:sp>
        <p:nvSpPr>
          <p:cNvPr id="73" name="Shape 71"/>
          <p:cNvSpPr/>
          <p:nvPr/>
        </p:nvSpPr>
        <p:spPr>
          <a:xfrm>
            <a:off x="9631733" y="9580836"/>
            <a:ext cx="78828" cy="78828"/>
          </a:xfrm>
          <a:prstGeom prst="ellipse">
            <a:avLst/>
          </a:prstGeom>
          <a:solidFill>
            <a:srgbClr val="F3EEE3">
              <a:alpha val="28000"/>
            </a:srgbClr>
          </a:solidFill>
          <a:ln/>
        </p:spPr>
      </p:sp>
      <p:sp>
        <p:nvSpPr>
          <p:cNvPr id="74" name="Shape 72"/>
          <p:cNvSpPr/>
          <p:nvPr/>
        </p:nvSpPr>
        <p:spPr>
          <a:xfrm>
            <a:off x="9789388" y="9580836"/>
            <a:ext cx="78828" cy="78828"/>
          </a:xfrm>
          <a:prstGeom prst="ellipse">
            <a:avLst/>
          </a:prstGeom>
          <a:solidFill>
            <a:srgbClr val="F3EEE3">
              <a:alpha val="28000"/>
            </a:srgbClr>
          </a:solidFill>
          <a:ln/>
        </p:spPr>
      </p:sp>
      <p:sp>
        <p:nvSpPr>
          <p:cNvPr id="75" name="Shape 73"/>
          <p:cNvSpPr/>
          <p:nvPr/>
        </p:nvSpPr>
        <p:spPr>
          <a:xfrm>
            <a:off x="9947043" y="9580836"/>
            <a:ext cx="78828" cy="78828"/>
          </a:xfrm>
          <a:prstGeom prst="ellipse">
            <a:avLst/>
          </a:prstGeom>
          <a:solidFill>
            <a:srgbClr val="F3EEE3">
              <a:alpha val="28000"/>
            </a:srgbClr>
          </a:solidFill>
          <a:ln/>
        </p:spPr>
      </p:sp>
      <p:sp>
        <p:nvSpPr>
          <p:cNvPr id="76" name="Text 7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15/58</a:t>
            </a:r>
            <a:endParaRPr lang="en-US" sz="1800" dirty="0"/>
          </a:p>
        </p:txBody>
      </p:sp>
      <p:sp>
        <p:nvSpPr>
          <p:cNvPr id="77" name="Shape 75"/>
          <p:cNvSpPr/>
          <p:nvPr/>
        </p:nvSpPr>
        <p:spPr>
          <a:xfrm>
            <a:off x="15983712" y="9076331"/>
            <a:ext cx="1645920" cy="552301"/>
          </a:xfrm>
          <a:prstGeom prst="roundRect">
            <a:avLst>
              <a:gd name="adj" fmla="val 28000"/>
            </a:avLst>
          </a:prstGeom>
          <a:solidFill>
            <a:srgbClr val="FFFFFF">
              <a:alpha val="82000"/>
            </a:srgbClr>
          </a:solidFill>
          <a:ln/>
        </p:spPr>
      </p:sp>
      <p:pic>
        <p:nvPicPr>
          <p:cNvPr id="78" name="Moda image moda-export-watermark-78cade93-6908-4f2f-a6fd-ae719ad4a32d"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14161C"/>
                </a:solidFill>
                <a:latin typeface="Noto Sans JP ExtraBold" pitchFamily="34" charset="0"/>
                <a:ea typeface="Noto Sans JP ExtraBold" pitchFamily="34" charset="-122"/>
                <a:cs typeface="Noto Sans JP ExtraBold" pitchFamily="34" charset="-120"/>
              </a:rPr>
              <a:t>暑いと 使用期限が 短くなる</a:t>
            </a:r>
            <a:endParaRPr lang="en-US" sz="5700" dirty="0"/>
          </a:p>
        </p:txBody>
      </p:sp>
      <p:sp>
        <p:nvSpPr>
          <p:cNvPr id="3" name="Shape 1"/>
          <p:cNvSpPr/>
          <p:nvPr/>
        </p:nvSpPr>
        <p:spPr>
          <a:xfrm>
            <a:off x="914400" y="2247900"/>
            <a:ext cx="8953500" cy="6096000"/>
          </a:xfrm>
          <a:prstGeom prst="roundRect">
            <a:avLst>
              <a:gd name="adj" fmla="val 4375"/>
            </a:avLst>
          </a:prstGeom>
          <a:solidFill>
            <a:srgbClr val="FFFFFF"/>
          </a:solidFill>
          <a:ln w="28575">
            <a:solidFill>
              <a:srgbClr val="DDD5C1"/>
            </a:solidFill>
            <a:prstDash val="solid"/>
          </a:ln>
        </p:spPr>
      </p:sp>
      <p:pic>
        <p:nvPicPr>
          <p:cNvPr id="4" name="Moda image rect-1793256261338-515070761" descr="">    </p:cNvPr>
          <p:cNvPicPr>
            <a:picLocks noChangeAspect="1"/>
          </p:cNvPicPr>
          <p:nvPr/>
        </p:nvPicPr>
        <p:blipFill>
          <a:blip r:embed="rId1"/>
          <a:srcRect l="0" r="0" t="0" b="0"/>
          <a:stretch/>
        </p:blipFill>
        <p:spPr>
          <a:xfrm>
            <a:off x="1104900" y="2438400"/>
            <a:ext cx="8572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6B6A66"/>
                </a:solidFill>
                <a:latin typeface="Noto Sans JP" pitchFamily="34" charset="0"/>
                <a:ea typeface="Noto Sans JP" pitchFamily="34" charset="-122"/>
                <a:cs typeface="Noto Sans JP" pitchFamily="34" charset="-120"/>
              </a:rPr>
              <a:t>図:</a:t>
            </a:r>
            <a:r>
              <a:rPr lang="en-US" sz="1650" dirty="0" spc="-1" kern="0">
                <a:solidFill>
                  <a:srgbClr val="6B6A66"/>
                </a:solidFill>
                <a:latin typeface="Noto Sans JP" pitchFamily="34" charset="0"/>
                <a:ea typeface="Noto Sans JP" pitchFamily="34" charset="-122"/>
                <a:cs typeface="Noto Sans JP" pitchFamily="34" charset="-120"/>
              </a:rPr>
              <a:t> 自作、 Ceficと</a:t>
            </a:r>
            <a:r>
              <a:rPr lang="en-US" sz="1650" dirty="0" spc="-4" kern="0">
                <a:solidFill>
                  <a:srgbClr val="6B6A66"/>
                </a:solidFill>
                <a:latin typeface="Noto Sans JP" pitchFamily="34" charset="0"/>
                <a:ea typeface="Noto Sans JP" pitchFamily="34" charset="-122"/>
                <a:cs typeface="Noto Sans JP" pitchFamily="34" charset="-120"/>
              </a:rPr>
              <a:t> OCIより[S6][S7]</a:t>
            </a:r>
            <a:endParaRPr lang="en-US" sz="1650" dirty="0"/>
          </a:p>
        </p:txBody>
      </p:sp>
      <p:sp>
        <p:nvSpPr>
          <p:cNvPr id="6" name="Shape 3"/>
          <p:cNvSpPr/>
          <p:nvPr/>
        </p:nvSpPr>
        <p:spPr>
          <a:xfrm>
            <a:off x="10248900" y="2247900"/>
            <a:ext cx="7124700" cy="838200"/>
          </a:xfrm>
          <a:prstGeom prst="roundRect">
            <a:avLst>
              <a:gd name="adj" fmla="val 22727"/>
            </a:avLst>
          </a:prstGeom>
          <a:solidFill>
            <a:srgbClr val="E8E0CF"/>
          </a:solidFill>
          <a:ln/>
        </p:spPr>
      </p:sp>
      <p:sp>
        <p:nvSpPr>
          <p:cNvPr id="7" name="Shape 4"/>
          <p:cNvSpPr/>
          <p:nvPr/>
        </p:nvSpPr>
        <p:spPr>
          <a:xfrm>
            <a:off x="10248900" y="2247900"/>
            <a:ext cx="114300" cy="838200"/>
          </a:xfrm>
          <a:prstGeom prst="roundRect">
            <a:avLst>
              <a:gd name="adj" fmla="val 50000"/>
            </a:avLst>
          </a:prstGeom>
          <a:solidFill>
            <a:srgbClr val="B45309"/>
          </a:solidFill>
          <a:ln/>
        </p:spPr>
      </p:sp>
      <p:sp>
        <p:nvSpPr>
          <p:cNvPr id="8" name="Text 5"/>
          <p:cNvSpPr/>
          <p:nvPr/>
        </p:nvSpPr>
        <p:spPr>
          <a:xfrm>
            <a:off x="10591800" y="2343150"/>
            <a:ext cx="6591300" cy="333375"/>
          </a:xfrm>
          <a:prstGeom prst="rect">
            <a:avLst/>
          </a:prstGeom>
          <a:noFill/>
          <a:ln/>
        </p:spPr>
        <p:txBody>
          <a:bodyPr wrap="square" lIns="0" tIns="0" rIns="0" bIns="0" rtlCol="0" anchor="ctr"/>
          <a:lstStyle/>
          <a:p>
            <a:pPr algn="l" indent="0" marL="0">
              <a:buNone/>
            </a:pPr>
            <a:r>
              <a:rPr lang="en-US" sz="2187" dirty="0" spc="-1" kern="0">
                <a:solidFill>
                  <a:srgbClr val="B45309"/>
                </a:solidFill>
                <a:latin typeface="Noto Sans JP ExtraBold" pitchFamily="34" charset="0"/>
                <a:ea typeface="Noto Sans JP ExtraBold" pitchFamily="34" charset="-122"/>
                <a:cs typeface="Noto Sans JP ExtraBold" pitchFamily="34" charset="-120"/>
              </a:rPr>
              <a:t>10°C以下</a:t>
            </a:r>
            <a:endParaRPr lang="en-US" sz="2187" dirty="0"/>
          </a:p>
        </p:txBody>
      </p:sp>
      <p:sp>
        <p:nvSpPr>
          <p:cNvPr id="9" name="Text 6"/>
          <p:cNvSpPr/>
          <p:nvPr/>
        </p:nvSpPr>
        <p:spPr>
          <a:xfrm>
            <a:off x="10591800" y="2581275"/>
            <a:ext cx="6591300" cy="466725"/>
          </a:xfrm>
          <a:prstGeom prst="rect">
            <a:avLst/>
          </a:prstGeom>
          <a:noFill/>
          <a:ln/>
        </p:spPr>
        <p:txBody>
          <a:bodyPr wrap="square" lIns="0" tIns="32248" rIns="0" bIns="-32248" rtlCol="0" anchor="ctr"/>
          <a:lstStyle/>
          <a:p>
            <a:pPr algn="l" indent="0" marL="0">
              <a:lnSpc>
                <a:spcPts val="2933"/>
              </a:lnSpc>
              <a:buNone/>
            </a:pPr>
            <a:r>
              <a:rPr lang="en-US" sz="2550" dirty="0" spc="3" kern="0">
                <a:solidFill>
                  <a:srgbClr val="14161C"/>
                </a:solidFill>
                <a:latin typeface="Noto Sans JP SemiBold" pitchFamily="34" charset="0"/>
                <a:ea typeface="Noto Sans JP SemiBold" pitchFamily="34" charset="-122"/>
                <a:cs typeface="Noto Sans JP SemiBold" pitchFamily="34" charset="-120"/>
              </a:rPr>
              <a:t>36か</a:t>
            </a:r>
            <a:r>
              <a:rPr lang="en-US" sz="2550" dirty="0" spc="-1" kern="0">
                <a:solidFill>
                  <a:srgbClr val="14161C"/>
                </a:solidFill>
                <a:latin typeface="Noto Sans JP SemiBold" pitchFamily="34" charset="0"/>
                <a:ea typeface="Noto Sans JP SemiBold" pitchFamily="34" charset="-122"/>
                <a:cs typeface="Noto Sans JP SemiBold" pitchFamily="34" charset="-120"/>
              </a:rPr>
              <a:t> 月[S6]</a:t>
            </a:r>
            <a:endParaRPr lang="en-US" sz="2550" dirty="0"/>
          </a:p>
        </p:txBody>
      </p:sp>
      <p:sp>
        <p:nvSpPr>
          <p:cNvPr id="10" name="Shape 7"/>
          <p:cNvSpPr/>
          <p:nvPr/>
        </p:nvSpPr>
        <p:spPr>
          <a:xfrm>
            <a:off x="10248900" y="3219450"/>
            <a:ext cx="7124700" cy="838200"/>
          </a:xfrm>
          <a:prstGeom prst="roundRect">
            <a:avLst>
              <a:gd name="adj" fmla="val 22727"/>
            </a:avLst>
          </a:prstGeom>
          <a:solidFill>
            <a:srgbClr val="E8E0CF"/>
          </a:solidFill>
          <a:ln/>
        </p:spPr>
      </p:sp>
      <p:sp>
        <p:nvSpPr>
          <p:cNvPr id="11" name="Shape 8"/>
          <p:cNvSpPr/>
          <p:nvPr/>
        </p:nvSpPr>
        <p:spPr>
          <a:xfrm>
            <a:off x="10248900" y="3219450"/>
            <a:ext cx="114300" cy="838200"/>
          </a:xfrm>
          <a:prstGeom prst="roundRect">
            <a:avLst>
              <a:gd name="adj" fmla="val 50000"/>
            </a:avLst>
          </a:prstGeom>
          <a:solidFill>
            <a:srgbClr val="0F766E"/>
          </a:solidFill>
          <a:ln/>
        </p:spPr>
      </p:sp>
      <p:sp>
        <p:nvSpPr>
          <p:cNvPr id="12" name="Text 9"/>
          <p:cNvSpPr/>
          <p:nvPr/>
        </p:nvSpPr>
        <p:spPr>
          <a:xfrm>
            <a:off x="10591800" y="3314700"/>
            <a:ext cx="6591300" cy="333375"/>
          </a:xfrm>
          <a:prstGeom prst="rect">
            <a:avLst/>
          </a:prstGeom>
          <a:noFill/>
          <a:ln/>
        </p:spPr>
        <p:txBody>
          <a:bodyPr wrap="square" lIns="0" tIns="0" rIns="0" bIns="0" rtlCol="0" anchor="ctr"/>
          <a:lstStyle/>
          <a:p>
            <a:pPr algn="l" indent="0" marL="0">
              <a:buNone/>
            </a:pPr>
            <a:r>
              <a:rPr lang="en-US" sz="2187" dirty="0" spc="-1" kern="0">
                <a:solidFill>
                  <a:srgbClr val="0F766E"/>
                </a:solidFill>
                <a:latin typeface="Noto Sans JP ExtraBold" pitchFamily="34" charset="0"/>
                <a:ea typeface="Noto Sans JP ExtraBold" pitchFamily="34" charset="-122"/>
                <a:cs typeface="Noto Sans JP ExtraBold" pitchFamily="34" charset="-120"/>
              </a:rPr>
              <a:t>25°C以下</a:t>
            </a:r>
            <a:endParaRPr lang="en-US" sz="2187" dirty="0"/>
          </a:p>
        </p:txBody>
      </p:sp>
      <p:sp>
        <p:nvSpPr>
          <p:cNvPr id="13" name="Text 10"/>
          <p:cNvSpPr/>
          <p:nvPr/>
        </p:nvSpPr>
        <p:spPr>
          <a:xfrm>
            <a:off x="10591800" y="3552825"/>
            <a:ext cx="6591300" cy="466725"/>
          </a:xfrm>
          <a:prstGeom prst="rect">
            <a:avLst/>
          </a:prstGeom>
          <a:noFill/>
          <a:ln/>
        </p:spPr>
        <p:txBody>
          <a:bodyPr wrap="square" lIns="0" tIns="32248" rIns="0" bIns="-32248" rtlCol="0" anchor="ctr"/>
          <a:lstStyle/>
          <a:p>
            <a:pPr algn="l" indent="0" marL="0">
              <a:lnSpc>
                <a:spcPts val="2933"/>
              </a:lnSpc>
              <a:buNone/>
            </a:pPr>
            <a:r>
              <a:rPr lang="en-US" sz="2550" dirty="0" spc="3" kern="0">
                <a:solidFill>
                  <a:srgbClr val="14161C"/>
                </a:solidFill>
                <a:latin typeface="Noto Sans JP SemiBold" pitchFamily="34" charset="0"/>
                <a:ea typeface="Noto Sans JP SemiBold" pitchFamily="34" charset="-122"/>
                <a:cs typeface="Noto Sans JP SemiBold" pitchFamily="34" charset="-120"/>
              </a:rPr>
              <a:t>18か</a:t>
            </a:r>
            <a:r>
              <a:rPr lang="en-US" sz="2550" dirty="0" spc="-1" kern="0">
                <a:solidFill>
                  <a:srgbClr val="14161C"/>
                </a:solidFill>
                <a:latin typeface="Noto Sans JP SemiBold" pitchFamily="34" charset="0"/>
                <a:ea typeface="Noto Sans JP SemiBold" pitchFamily="34" charset="-122"/>
                <a:cs typeface="Noto Sans JP SemiBold" pitchFamily="34" charset="-120"/>
              </a:rPr>
              <a:t> 月[S6]</a:t>
            </a:r>
            <a:endParaRPr lang="en-US" sz="2550" dirty="0"/>
          </a:p>
        </p:txBody>
      </p:sp>
      <p:sp>
        <p:nvSpPr>
          <p:cNvPr id="14" name="Shape 11"/>
          <p:cNvSpPr/>
          <p:nvPr/>
        </p:nvSpPr>
        <p:spPr>
          <a:xfrm>
            <a:off x="10248900" y="4191000"/>
            <a:ext cx="7124700" cy="838200"/>
          </a:xfrm>
          <a:prstGeom prst="roundRect">
            <a:avLst>
              <a:gd name="adj" fmla="val 22727"/>
            </a:avLst>
          </a:prstGeom>
          <a:solidFill>
            <a:srgbClr val="E8E0CF"/>
          </a:solidFill>
          <a:ln/>
        </p:spPr>
      </p:sp>
      <p:sp>
        <p:nvSpPr>
          <p:cNvPr id="15" name="Shape 12"/>
          <p:cNvSpPr/>
          <p:nvPr/>
        </p:nvSpPr>
        <p:spPr>
          <a:xfrm>
            <a:off x="10248900" y="4191000"/>
            <a:ext cx="114300" cy="838200"/>
          </a:xfrm>
          <a:prstGeom prst="roundRect">
            <a:avLst>
              <a:gd name="adj" fmla="val 50000"/>
            </a:avLst>
          </a:prstGeom>
          <a:solidFill>
            <a:srgbClr val="E8472B"/>
          </a:solidFill>
          <a:ln/>
        </p:spPr>
      </p:sp>
      <p:sp>
        <p:nvSpPr>
          <p:cNvPr id="16" name="Text 13"/>
          <p:cNvSpPr/>
          <p:nvPr/>
        </p:nvSpPr>
        <p:spPr>
          <a:xfrm>
            <a:off x="10591800" y="4286250"/>
            <a:ext cx="6591300" cy="333375"/>
          </a:xfrm>
          <a:prstGeom prst="rect">
            <a:avLst/>
          </a:prstGeom>
          <a:noFill/>
          <a:ln/>
        </p:spPr>
        <p:txBody>
          <a:bodyPr wrap="square" lIns="0" tIns="0" rIns="0" bIns="0" rtlCol="0" anchor="ctr"/>
          <a:lstStyle/>
          <a:p>
            <a:pPr algn="l" indent="0" marL="0">
              <a:buNone/>
            </a:pPr>
            <a:r>
              <a:rPr lang="en-US" sz="2187" dirty="0" spc="-1" kern="0">
                <a:solidFill>
                  <a:srgbClr val="E8472B"/>
                </a:solidFill>
                <a:latin typeface="Noto Sans JP ExtraBold" pitchFamily="34" charset="0"/>
                <a:ea typeface="Noto Sans JP ExtraBold" pitchFamily="34" charset="-122"/>
                <a:cs typeface="Noto Sans JP ExtraBold" pitchFamily="34" charset="-120"/>
              </a:rPr>
              <a:t>35°C以下</a:t>
            </a:r>
            <a:endParaRPr lang="en-US" sz="2187" dirty="0"/>
          </a:p>
        </p:txBody>
      </p:sp>
      <p:sp>
        <p:nvSpPr>
          <p:cNvPr id="17" name="Text 14"/>
          <p:cNvSpPr/>
          <p:nvPr/>
        </p:nvSpPr>
        <p:spPr>
          <a:xfrm>
            <a:off x="10591800" y="4524375"/>
            <a:ext cx="6591300" cy="466725"/>
          </a:xfrm>
          <a:prstGeom prst="rect">
            <a:avLst/>
          </a:prstGeom>
          <a:noFill/>
          <a:ln/>
        </p:spPr>
        <p:txBody>
          <a:bodyPr wrap="square" lIns="0" tIns="32248" rIns="0" bIns="-32248" rtlCol="0" anchor="ctr"/>
          <a:lstStyle/>
          <a:p>
            <a:pPr algn="l" indent="0" marL="0">
              <a:lnSpc>
                <a:spcPts val="2933"/>
              </a:lnSpc>
              <a:buNone/>
            </a:pPr>
            <a:r>
              <a:rPr lang="en-US" sz="2550" dirty="0" spc="2" kern="0">
                <a:solidFill>
                  <a:srgbClr val="14161C"/>
                </a:solidFill>
                <a:latin typeface="Noto Sans JP SemiBold" pitchFamily="34" charset="0"/>
                <a:ea typeface="Noto Sans JP SemiBold" pitchFamily="34" charset="-122"/>
                <a:cs typeface="Noto Sans JP SemiBold" pitchFamily="34" charset="-120"/>
              </a:rPr>
              <a:t>6か</a:t>
            </a:r>
            <a:r>
              <a:rPr lang="en-US" sz="2550" dirty="0" spc="0" kern="0">
                <a:solidFill>
                  <a:srgbClr val="14161C"/>
                </a:solidFill>
                <a:latin typeface="Noto Sans JP SemiBold" pitchFamily="34" charset="0"/>
                <a:ea typeface="Noto Sans JP SemiBold" pitchFamily="34" charset="-122"/>
                <a:cs typeface="Noto Sans JP SemiBold" pitchFamily="34" charset="-120"/>
              </a:rPr>
              <a:t> 月[S6]</a:t>
            </a:r>
            <a:endParaRPr lang="en-US" sz="2550" dirty="0"/>
          </a:p>
        </p:txBody>
      </p:sp>
      <p:sp>
        <p:nvSpPr>
          <p:cNvPr id="18" name="Shape 15"/>
          <p:cNvSpPr/>
          <p:nvPr/>
        </p:nvSpPr>
        <p:spPr>
          <a:xfrm>
            <a:off x="10248900" y="5162550"/>
            <a:ext cx="7124700" cy="3181350"/>
          </a:xfrm>
          <a:prstGeom prst="roundRect">
            <a:avLst>
              <a:gd name="adj" fmla="val 5988"/>
            </a:avLst>
          </a:prstGeom>
          <a:solidFill>
            <a:srgbClr val="F3DFB8"/>
          </a:solidFill>
          <a:ln/>
        </p:spPr>
      </p:sp>
      <p:sp>
        <p:nvSpPr>
          <p:cNvPr id="19" name="Text 16"/>
          <p:cNvSpPr/>
          <p:nvPr/>
        </p:nvSpPr>
        <p:spPr>
          <a:xfrm>
            <a:off x="10553700" y="5429250"/>
            <a:ext cx="6515100" cy="2647950"/>
          </a:xfrm>
          <a:prstGeom prst="rect">
            <a:avLst/>
          </a:prstGeom>
          <a:noFill/>
          <a:ln/>
        </p:spPr>
        <p:txBody>
          <a:bodyPr wrap="square" lIns="0" tIns="29604" rIns="0" bIns="-29604" rtlCol="0" anchor="t"/>
          <a:lstStyle/>
          <a:p>
            <a:pPr algn="l" indent="0" marL="0">
              <a:lnSpc>
                <a:spcPts val="2730"/>
              </a:lnSpc>
              <a:buNone/>
            </a:pPr>
            <a:r>
              <a:rPr lang="en-US" sz="2100" dirty="0" spc="1" kern="0">
                <a:solidFill>
                  <a:srgbClr val="14161C"/>
                </a:solidFill>
                <a:latin typeface="Noto Sans JP" pitchFamily="34" charset="0"/>
                <a:ea typeface="Noto Sans JP" pitchFamily="34" charset="-122"/>
                <a:cs typeface="Noto Sans JP" pitchFamily="34" charset="-120"/>
              </a:rPr>
              <a:t>AdBlueの</a:t>
            </a:r>
            <a:r>
              <a:rPr lang="en-US" sz="2100" dirty="0" spc="-1" kern="0">
                <a:solidFill>
                  <a:srgbClr val="14161C"/>
                </a:solidFill>
                <a:latin typeface="Noto Sans JP" pitchFamily="34" charset="0"/>
                <a:ea typeface="Noto Sans JP" pitchFamily="34" charset="-122"/>
                <a:cs typeface="Noto Sans JP" pitchFamily="34" charset="-120"/>
              </a:rPr>
              <a:t> 最低使用期限は、</a:t>
            </a:r>
            <a:r>
              <a:rPr lang="en-US" sz="2100" dirty="0" spc="0" kern="0">
                <a:solidFill>
                  <a:srgbClr val="14161C"/>
                </a:solidFill>
                <a:latin typeface="Noto Sans JP" pitchFamily="34" charset="0"/>
                <a:ea typeface="Noto Sans JP" pitchFamily="34" charset="-122"/>
                <a:cs typeface="Noto Sans JP" pitchFamily="34" charset="-120"/>
              </a:rPr>
              <a:t> 平均温度が</a:t>
            </a:r>
            <a:r>
              <a:rPr lang="en-US" sz="2100" dirty="0" spc="-1" kern="0">
                <a:solidFill>
                  <a:srgbClr val="14161C"/>
                </a:solidFill>
                <a:latin typeface="Noto Sans JP" pitchFamily="34" charset="0"/>
                <a:ea typeface="Noto Sans JP" pitchFamily="34" charset="-122"/>
                <a:cs typeface="Noto Sans JP" pitchFamily="34" charset="-120"/>
              </a:rPr>
              <a:t> 上がると 短くなる。</a:t>
            </a:r>
            <a:r>
              <a:rPr lang="en-US" sz="2100" dirty="0" spc="0" kern="0">
                <a:solidFill>
                  <a:srgbClr val="14161C"/>
                </a:solidFill>
                <a:latin typeface="Noto Sans JP" pitchFamily="34" charset="0"/>
                <a:ea typeface="Noto Sans JP" pitchFamily="34" charset="-122"/>
                <a:cs typeface="Noto Sans JP" pitchFamily="34" charset="-120"/>
              </a:rPr>
              <a:t> Ceficによれば、10、25、30、35°C以下でそれぞれ</a:t>
            </a:r>
            <a:r>
              <a:rPr lang="en-US" sz="2100" dirty="0" spc="2" kern="0">
                <a:solidFill>
                  <a:srgbClr val="14161C"/>
                </a:solidFill>
                <a:latin typeface="Noto Sans JP" pitchFamily="34" charset="0"/>
                <a:ea typeface="Noto Sans JP" pitchFamily="34" charset="-122"/>
                <a:cs typeface="Noto Sans JP" pitchFamily="34" charset="-120"/>
              </a:rPr>
              <a:t> 36、18、12、6か</a:t>
            </a:r>
            <a:r>
              <a:rPr lang="en-US" sz="2100" dirty="0" spc="-5" kern="0">
                <a:solidFill>
                  <a:srgbClr val="14161C"/>
                </a:solidFill>
                <a:latin typeface="Noto Sans JP" pitchFamily="34" charset="0"/>
                <a:ea typeface="Noto Sans JP" pitchFamily="34" charset="-122"/>
                <a:cs typeface="Noto Sans JP" pitchFamily="34" charset="-120"/>
              </a:rPr>
              <a:t> 月である</a:t>
            </a:r>
            <a:pPr algn="l" indent="0" marL="0">
              <a:lnSpc>
                <a:spcPts val="2730"/>
              </a:lnSpc>
              <a:buNone/>
            </a:pPr>
            <a:r>
              <a:rPr lang="en-US" sz="2100" dirty="0" kern="0">
                <a:solidFill>
                  <a:srgbClr val="6B6A66"/>
                </a:solidFill>
                <a:latin typeface="Noto Sans JP" pitchFamily="34" charset="0"/>
                <a:ea typeface="Noto Sans JP" pitchFamily="34" charset="-122"/>
                <a:cs typeface="Noto Sans JP" pitchFamily="34" charset="-120"/>
              </a:rPr>
              <a:t>[S6]</a:t>
            </a:r>
            <a:pPr algn="l" indent="0" marL="0">
              <a:lnSpc>
                <a:spcPts val="2730"/>
              </a:lnSpc>
              <a:buNone/>
            </a:pPr>
            <a:r>
              <a:rPr lang="en-US" sz="2100" dirty="0" spc="0" kern="0">
                <a:solidFill>
                  <a:srgbClr val="14161C"/>
                </a:solidFill>
                <a:latin typeface="Noto Sans JP" pitchFamily="34" charset="0"/>
                <a:ea typeface="Noto Sans JP" pitchFamily="34" charset="-122"/>
                <a:cs typeface="Noto Sans JP" pitchFamily="34" charset="-120"/>
              </a:rPr>
              <a:t>。</a:t>
            </a:r>
            <a:r>
              <a:rPr lang="en-US" sz="2100" dirty="0" spc="-1" kern="0">
                <a:solidFill>
                  <a:srgbClr val="14161C"/>
                </a:solidFill>
                <a:latin typeface="Noto Sans JP" pitchFamily="34" charset="0"/>
                <a:ea typeface="Noto Sans JP" pitchFamily="34" charset="-122"/>
                <a:cs typeface="Noto Sans JP" pitchFamily="34" charset="-120"/>
              </a:rPr>
              <a:t> OCIは 最初の</a:t>
            </a:r>
            <a:r>
              <a:rPr lang="en-US" sz="2100" dirty="0" spc="0" kern="0">
                <a:solidFill>
                  <a:srgbClr val="14161C"/>
                </a:solidFill>
                <a:latin typeface="Noto Sans JP" pitchFamily="34" charset="0"/>
                <a:ea typeface="Noto Sans JP" pitchFamily="34" charset="-122"/>
                <a:cs typeface="Noto Sans JP" pitchFamily="34" charset="-120"/>
              </a:rPr>
              <a:t> 3列だけを</a:t>
            </a:r>
            <a:r>
              <a:rPr lang="en-US" sz="2100" dirty="0" spc="-1" kern="0">
                <a:solidFill>
                  <a:srgbClr val="14161C"/>
                </a:solidFill>
                <a:latin typeface="Noto Sans JP" pitchFamily="34" charset="0"/>
                <a:ea typeface="Noto Sans JP" pitchFamily="34" charset="-122"/>
                <a:cs typeface="Noto Sans JP" pitchFamily="34" charset="-120"/>
              </a:rPr>
              <a:t> 載せている</a:t>
            </a:r>
            <a:pPr algn="l" indent="0" marL="0">
              <a:lnSpc>
                <a:spcPts val="2730"/>
              </a:lnSpc>
              <a:buNone/>
            </a:pPr>
            <a:r>
              <a:rPr lang="en-US" sz="2100" dirty="0" kern="0">
                <a:solidFill>
                  <a:srgbClr val="6B6A66"/>
                </a:solidFill>
                <a:latin typeface="Noto Sans JP" pitchFamily="34" charset="0"/>
                <a:ea typeface="Noto Sans JP" pitchFamily="34" charset="-122"/>
                <a:cs typeface="Noto Sans JP" pitchFamily="34" charset="-120"/>
              </a:rPr>
              <a:t>[S7]</a:t>
            </a:r>
            <a:pPr algn="l" indent="0" marL="0">
              <a:lnSpc>
                <a:spcPts val="2730"/>
              </a:lnSpc>
              <a:buNone/>
            </a:pPr>
            <a:r>
              <a:rPr lang="en-US" sz="2100" dirty="0" spc="0" kern="0">
                <a:solidFill>
                  <a:srgbClr val="14161C"/>
                </a:solidFill>
                <a:latin typeface="Noto Sans JP" pitchFamily="34" charset="0"/>
                <a:ea typeface="Noto Sans JP" pitchFamily="34" charset="-122"/>
                <a:cs typeface="Noto Sans JP" pitchFamily="34" charset="-120"/>
              </a:rPr>
              <a:t>。</a:t>
            </a:r>
            <a:r>
              <a:rPr lang="en-US" sz="2100" dirty="0" spc="-1" kern="0">
                <a:solidFill>
                  <a:srgbClr val="14161C"/>
                </a:solidFill>
                <a:latin typeface="Noto Sans JP" pitchFamily="34" charset="0"/>
                <a:ea typeface="Noto Sans JP" pitchFamily="34" charset="-122"/>
                <a:cs typeface="Noto Sans JP" pitchFamily="34" charset="-120"/>
              </a:rPr>
              <a:t> 期限が 過ぎたら、 使い 続ける</a:t>
            </a:r>
            <a:r>
              <a:rPr lang="en-US" sz="2100" dirty="0" spc="-2" kern="0">
                <a:solidFill>
                  <a:srgbClr val="14161C"/>
                </a:solidFill>
                <a:latin typeface="Noto Sans JP" pitchFamily="34" charset="0"/>
                <a:ea typeface="Noto Sans JP" pitchFamily="34" charset="-122"/>
                <a:cs typeface="Noto Sans JP" pitchFamily="34" charset="-120"/>
              </a:rPr>
              <a:t> 前に</a:t>
            </a:r>
            <a:r>
              <a:rPr lang="en-US" sz="2100" dirty="0" spc="-1" kern="0">
                <a:solidFill>
                  <a:srgbClr val="14161C"/>
                </a:solidFill>
                <a:latin typeface="Noto Sans JP" pitchFamily="34" charset="0"/>
                <a:ea typeface="Noto Sans JP" pitchFamily="34" charset="-122"/>
                <a:cs typeface="Noto Sans JP" pitchFamily="34" charset="-120"/>
              </a:rPr>
              <a:t> ロットを 試験する。 一時的に</a:t>
            </a:r>
            <a:r>
              <a:rPr lang="en-US" sz="2100" dirty="0" spc="-4" kern="0">
                <a:solidFill>
                  <a:srgbClr val="14161C"/>
                </a:solidFill>
                <a:latin typeface="Noto Sans JP" pitchFamily="34" charset="0"/>
                <a:ea typeface="Noto Sans JP" pitchFamily="34" charset="-122"/>
                <a:cs typeface="Noto Sans JP" pitchFamily="34" charset="-120"/>
              </a:rPr>
              <a:t> 熱にさらされただけなら</a:t>
            </a:r>
            <a:r>
              <a:rPr lang="en-US" sz="2100" dirty="0" spc="0" kern="0">
                <a:solidFill>
                  <a:srgbClr val="14161C"/>
                </a:solidFill>
                <a:latin typeface="Noto Sans JP" pitchFamily="34" charset="0"/>
                <a:ea typeface="Noto Sans JP" pitchFamily="34" charset="-122"/>
                <a:cs typeface="Noto Sans JP" pitchFamily="34" charset="-120"/>
              </a:rPr>
              <a:t> 品質は</a:t>
            </a:r>
            <a:r>
              <a:rPr lang="en-US" sz="2100" dirty="0" spc="-1" kern="0">
                <a:solidFill>
                  <a:srgbClr val="14161C"/>
                </a:solidFill>
                <a:latin typeface="Noto Sans JP" pitchFamily="34" charset="0"/>
                <a:ea typeface="Noto Sans JP" pitchFamily="34" charset="-122"/>
                <a:cs typeface="Noto Sans JP" pitchFamily="34" charset="-120"/>
              </a:rPr>
              <a:t> 落ちない</a:t>
            </a:r>
            <a:pPr algn="l" indent="0" marL="0">
              <a:lnSpc>
                <a:spcPts val="2730"/>
              </a:lnSpc>
              <a:buNone/>
            </a:pPr>
            <a:r>
              <a:rPr lang="en-US" sz="2100" dirty="0" kern="0">
                <a:solidFill>
                  <a:srgbClr val="6B6A66"/>
                </a:solidFill>
                <a:latin typeface="Noto Sans JP" pitchFamily="34" charset="0"/>
                <a:ea typeface="Noto Sans JP" pitchFamily="34" charset="-122"/>
                <a:cs typeface="Noto Sans JP" pitchFamily="34" charset="-120"/>
              </a:rPr>
              <a:t>[S6]</a:t>
            </a:r>
            <a:pPr algn="l" indent="0" marL="0">
              <a:lnSpc>
                <a:spcPts val="2730"/>
              </a:lnSpc>
              <a:buNone/>
            </a:pPr>
            <a:r>
              <a:rPr lang="en-US" sz="2100" dirty="0" kern="0">
                <a:solidFill>
                  <a:srgbClr val="14161C"/>
                </a:solidFill>
                <a:latin typeface="Noto Sans JP" pitchFamily="34" charset="0"/>
                <a:ea typeface="Noto Sans JP" pitchFamily="34" charset="-122"/>
                <a:cs typeface="Noto Sans JP" pitchFamily="34" charset="-120"/>
              </a:rPr>
              <a:t>。</a:t>
            </a:r>
            <a:endParaRPr lang="en-US" sz="2100" dirty="0"/>
          </a:p>
        </p:txBody>
      </p:sp>
      <p:sp>
        <p:nvSpPr>
          <p:cNvPr id="20"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[S6]</a:t>
            </a:r>
            <a:r>
              <a:rPr lang="en-US" sz="1800" dirty="0" spc="-1" kern="0">
                <a:solidFill>
                  <a:srgbClr val="6B6A66"/>
                </a:solidFill>
                <a:latin typeface="Noto Sans JP" pitchFamily="34" charset="0"/>
                <a:ea typeface="Noto Sans JP" pitchFamily="34" charset="-122"/>
                <a:cs typeface="Noto Sans JP" pitchFamily="34" charset="-120"/>
              </a:rPr>
              <a:t> [S7]</a:t>
            </a:r>
            <a:endParaRPr lang="en-US" sz="1800" dirty="0"/>
          </a:p>
        </p:txBody>
      </p:sp>
      <p:sp>
        <p:nvSpPr>
          <p:cNvPr id="21" name="Shape 18"/>
          <p:cNvSpPr/>
          <p:nvPr/>
        </p:nvSpPr>
        <p:spPr>
          <a:xfrm>
            <a:off x="960711" y="9580836"/>
            <a:ext cx="78828" cy="78828"/>
          </a:xfrm>
          <a:prstGeom prst="ellipse">
            <a:avLst/>
          </a:prstGeom>
          <a:solidFill>
            <a:srgbClr val="14161C">
              <a:alpha val="28000"/>
            </a:srgbClr>
          </a:solidFill>
          <a:ln/>
        </p:spPr>
      </p:sp>
      <p:sp>
        <p:nvSpPr>
          <p:cNvPr id="22" name="Shape 19"/>
          <p:cNvSpPr/>
          <p:nvPr/>
        </p:nvSpPr>
        <p:spPr>
          <a:xfrm>
            <a:off x="1118366" y="9580836"/>
            <a:ext cx="78828" cy="78828"/>
          </a:xfrm>
          <a:prstGeom prst="ellipse">
            <a:avLst/>
          </a:prstGeom>
          <a:solidFill>
            <a:srgbClr val="14161C">
              <a:alpha val="28000"/>
            </a:srgbClr>
          </a:solidFill>
          <a:ln/>
        </p:spPr>
      </p:sp>
      <p:sp>
        <p:nvSpPr>
          <p:cNvPr id="23" name="Shape 20"/>
          <p:cNvSpPr/>
          <p:nvPr/>
        </p:nvSpPr>
        <p:spPr>
          <a:xfrm>
            <a:off x="1276021" y="9580836"/>
            <a:ext cx="78828" cy="78828"/>
          </a:xfrm>
          <a:prstGeom prst="ellipse">
            <a:avLst/>
          </a:prstGeom>
          <a:solidFill>
            <a:srgbClr val="14161C">
              <a:alpha val="28000"/>
            </a:srgbClr>
          </a:solidFill>
          <a:ln/>
        </p:spPr>
      </p:sp>
      <p:sp>
        <p:nvSpPr>
          <p:cNvPr id="24" name="Shape 21"/>
          <p:cNvSpPr/>
          <p:nvPr/>
        </p:nvSpPr>
        <p:spPr>
          <a:xfrm>
            <a:off x="1433676" y="9580836"/>
            <a:ext cx="78828" cy="78828"/>
          </a:xfrm>
          <a:prstGeom prst="ellipse">
            <a:avLst/>
          </a:prstGeom>
          <a:solidFill>
            <a:srgbClr val="14161C">
              <a:alpha val="28000"/>
            </a:srgbClr>
          </a:solidFill>
          <a:ln/>
        </p:spPr>
      </p:sp>
      <p:sp>
        <p:nvSpPr>
          <p:cNvPr id="25" name="Shape 22"/>
          <p:cNvSpPr/>
          <p:nvPr/>
        </p:nvSpPr>
        <p:spPr>
          <a:xfrm>
            <a:off x="1591331" y="9580836"/>
            <a:ext cx="78828" cy="78828"/>
          </a:xfrm>
          <a:prstGeom prst="ellipse">
            <a:avLst/>
          </a:prstGeom>
          <a:solidFill>
            <a:srgbClr val="14161C">
              <a:alpha val="28000"/>
            </a:srgbClr>
          </a:solidFill>
          <a:ln/>
        </p:spPr>
      </p:sp>
      <p:sp>
        <p:nvSpPr>
          <p:cNvPr id="26" name="Shape 23"/>
          <p:cNvSpPr/>
          <p:nvPr/>
        </p:nvSpPr>
        <p:spPr>
          <a:xfrm>
            <a:off x="1748986" y="9580836"/>
            <a:ext cx="78828" cy="78828"/>
          </a:xfrm>
          <a:prstGeom prst="ellipse">
            <a:avLst/>
          </a:prstGeom>
          <a:solidFill>
            <a:srgbClr val="14161C">
              <a:alpha val="28000"/>
            </a:srgbClr>
          </a:solidFill>
          <a:ln/>
        </p:spPr>
      </p:sp>
      <p:sp>
        <p:nvSpPr>
          <p:cNvPr id="27" name="Shape 24"/>
          <p:cNvSpPr/>
          <p:nvPr/>
        </p:nvSpPr>
        <p:spPr>
          <a:xfrm>
            <a:off x="1906641" y="9580836"/>
            <a:ext cx="78828" cy="78828"/>
          </a:xfrm>
          <a:prstGeom prst="ellipse">
            <a:avLst/>
          </a:prstGeom>
          <a:solidFill>
            <a:srgbClr val="14161C">
              <a:alpha val="28000"/>
            </a:srgbClr>
          </a:solidFill>
          <a:ln/>
        </p:spPr>
      </p:sp>
      <p:sp>
        <p:nvSpPr>
          <p:cNvPr id="28" name="Shape 25"/>
          <p:cNvSpPr/>
          <p:nvPr/>
        </p:nvSpPr>
        <p:spPr>
          <a:xfrm>
            <a:off x="2064296" y="9580836"/>
            <a:ext cx="78828" cy="78828"/>
          </a:xfrm>
          <a:prstGeom prst="ellipse">
            <a:avLst/>
          </a:prstGeom>
          <a:solidFill>
            <a:srgbClr val="14161C">
              <a:alpha val="28000"/>
            </a:srgbClr>
          </a:solidFill>
          <a:ln/>
        </p:spPr>
      </p:sp>
      <p:sp>
        <p:nvSpPr>
          <p:cNvPr id="29" name="Shape 26"/>
          <p:cNvSpPr/>
          <p:nvPr/>
        </p:nvSpPr>
        <p:spPr>
          <a:xfrm>
            <a:off x="2221951" y="9580836"/>
            <a:ext cx="78828" cy="78828"/>
          </a:xfrm>
          <a:prstGeom prst="ellipse">
            <a:avLst/>
          </a:prstGeom>
          <a:solidFill>
            <a:srgbClr val="14161C">
              <a:alpha val="28000"/>
            </a:srgbClr>
          </a:solidFill>
          <a:ln/>
        </p:spPr>
      </p:sp>
      <p:sp>
        <p:nvSpPr>
          <p:cNvPr id="30" name="Shape 27"/>
          <p:cNvSpPr/>
          <p:nvPr/>
        </p:nvSpPr>
        <p:spPr>
          <a:xfrm>
            <a:off x="2379606" y="9580836"/>
            <a:ext cx="78828" cy="78828"/>
          </a:xfrm>
          <a:prstGeom prst="ellipse">
            <a:avLst/>
          </a:prstGeom>
          <a:solidFill>
            <a:srgbClr val="14161C">
              <a:alpha val="28000"/>
            </a:srgbClr>
          </a:solidFill>
          <a:ln/>
        </p:spPr>
      </p:sp>
      <p:sp>
        <p:nvSpPr>
          <p:cNvPr id="31" name="Shape 28"/>
          <p:cNvSpPr/>
          <p:nvPr/>
        </p:nvSpPr>
        <p:spPr>
          <a:xfrm>
            <a:off x="2537261" y="9580836"/>
            <a:ext cx="78828" cy="78828"/>
          </a:xfrm>
          <a:prstGeom prst="ellipse">
            <a:avLst/>
          </a:prstGeom>
          <a:solidFill>
            <a:srgbClr val="14161C">
              <a:alpha val="28000"/>
            </a:srgbClr>
          </a:solidFill>
          <a:ln/>
        </p:spPr>
      </p:sp>
      <p:sp>
        <p:nvSpPr>
          <p:cNvPr id="32" name="Shape 29"/>
          <p:cNvSpPr/>
          <p:nvPr/>
        </p:nvSpPr>
        <p:spPr>
          <a:xfrm>
            <a:off x="2694916" y="9580836"/>
            <a:ext cx="78828" cy="78828"/>
          </a:xfrm>
          <a:prstGeom prst="ellipse">
            <a:avLst/>
          </a:prstGeom>
          <a:solidFill>
            <a:srgbClr val="14161C">
              <a:alpha val="28000"/>
            </a:srgbClr>
          </a:solidFill>
          <a:ln/>
        </p:spPr>
      </p:sp>
      <p:sp>
        <p:nvSpPr>
          <p:cNvPr id="33" name="Shape 30"/>
          <p:cNvSpPr/>
          <p:nvPr/>
        </p:nvSpPr>
        <p:spPr>
          <a:xfrm>
            <a:off x="2852571" y="9580836"/>
            <a:ext cx="78828" cy="78828"/>
          </a:xfrm>
          <a:prstGeom prst="ellipse">
            <a:avLst/>
          </a:prstGeom>
          <a:solidFill>
            <a:srgbClr val="14161C">
              <a:alpha val="28000"/>
            </a:srgbClr>
          </a:solidFill>
          <a:ln/>
        </p:spPr>
      </p:sp>
      <p:sp>
        <p:nvSpPr>
          <p:cNvPr id="34" name="Shape 31"/>
          <p:cNvSpPr/>
          <p:nvPr/>
        </p:nvSpPr>
        <p:spPr>
          <a:xfrm>
            <a:off x="3010225" y="9580836"/>
            <a:ext cx="78828" cy="78828"/>
          </a:xfrm>
          <a:prstGeom prst="ellipse">
            <a:avLst/>
          </a:prstGeom>
          <a:solidFill>
            <a:srgbClr val="14161C">
              <a:alpha val="28000"/>
            </a:srgbClr>
          </a:solidFill>
          <a:ln/>
        </p:spPr>
      </p:sp>
      <p:sp>
        <p:nvSpPr>
          <p:cNvPr id="35" name="Shape 32"/>
          <p:cNvSpPr/>
          <p:nvPr/>
        </p:nvSpPr>
        <p:spPr>
          <a:xfrm>
            <a:off x="3167880" y="9580836"/>
            <a:ext cx="78828" cy="78828"/>
          </a:xfrm>
          <a:prstGeom prst="ellipse">
            <a:avLst/>
          </a:prstGeom>
          <a:solidFill>
            <a:srgbClr val="14161C">
              <a:alpha val="28000"/>
            </a:srgbClr>
          </a:solidFill>
          <a:ln/>
        </p:spPr>
      </p:sp>
      <p:sp>
        <p:nvSpPr>
          <p:cNvPr id="36" name="Shape 33"/>
          <p:cNvSpPr/>
          <p:nvPr/>
        </p:nvSpPr>
        <p:spPr>
          <a:xfrm>
            <a:off x="3312397" y="9567698"/>
            <a:ext cx="105103" cy="105103"/>
          </a:xfrm>
          <a:prstGeom prst="ellipse">
            <a:avLst/>
          </a:prstGeom>
          <a:solidFill>
            <a:srgbClr val="E8472B"/>
          </a:solidFill>
          <a:ln/>
        </p:spPr>
      </p:sp>
      <p:sp>
        <p:nvSpPr>
          <p:cNvPr id="37" name="Shape 34"/>
          <p:cNvSpPr/>
          <p:nvPr/>
        </p:nvSpPr>
        <p:spPr>
          <a:xfrm>
            <a:off x="3483190" y="9580836"/>
            <a:ext cx="78828" cy="78828"/>
          </a:xfrm>
          <a:prstGeom prst="ellipse">
            <a:avLst/>
          </a:prstGeom>
          <a:solidFill>
            <a:srgbClr val="14161C">
              <a:alpha val="28000"/>
            </a:srgbClr>
          </a:solidFill>
          <a:ln/>
        </p:spPr>
      </p:sp>
      <p:sp>
        <p:nvSpPr>
          <p:cNvPr id="38" name="Shape 35"/>
          <p:cNvSpPr/>
          <p:nvPr/>
        </p:nvSpPr>
        <p:spPr>
          <a:xfrm>
            <a:off x="3640845" y="9580836"/>
            <a:ext cx="78828" cy="78828"/>
          </a:xfrm>
          <a:prstGeom prst="ellipse">
            <a:avLst/>
          </a:prstGeom>
          <a:solidFill>
            <a:srgbClr val="14161C">
              <a:alpha val="28000"/>
            </a:srgbClr>
          </a:solidFill>
          <a:ln/>
        </p:spPr>
      </p:sp>
      <p:sp>
        <p:nvSpPr>
          <p:cNvPr id="39" name="Shape 36"/>
          <p:cNvSpPr/>
          <p:nvPr/>
        </p:nvSpPr>
        <p:spPr>
          <a:xfrm>
            <a:off x="3798500" y="9580836"/>
            <a:ext cx="78828" cy="78828"/>
          </a:xfrm>
          <a:prstGeom prst="ellipse">
            <a:avLst/>
          </a:prstGeom>
          <a:solidFill>
            <a:srgbClr val="14161C">
              <a:alpha val="28000"/>
            </a:srgbClr>
          </a:solidFill>
          <a:ln/>
        </p:spPr>
      </p:sp>
      <p:sp>
        <p:nvSpPr>
          <p:cNvPr id="40" name="Shape 37"/>
          <p:cNvSpPr/>
          <p:nvPr/>
        </p:nvSpPr>
        <p:spPr>
          <a:xfrm>
            <a:off x="3956155" y="9580836"/>
            <a:ext cx="78828" cy="78828"/>
          </a:xfrm>
          <a:prstGeom prst="ellipse">
            <a:avLst/>
          </a:prstGeom>
          <a:solidFill>
            <a:srgbClr val="14161C">
              <a:alpha val="28000"/>
            </a:srgbClr>
          </a:solidFill>
          <a:ln/>
        </p:spPr>
      </p:sp>
      <p:sp>
        <p:nvSpPr>
          <p:cNvPr id="41" name="Shape 38"/>
          <p:cNvSpPr/>
          <p:nvPr/>
        </p:nvSpPr>
        <p:spPr>
          <a:xfrm>
            <a:off x="4113810" y="9580836"/>
            <a:ext cx="78828" cy="78828"/>
          </a:xfrm>
          <a:prstGeom prst="ellipse">
            <a:avLst/>
          </a:prstGeom>
          <a:solidFill>
            <a:srgbClr val="14161C">
              <a:alpha val="28000"/>
            </a:srgbClr>
          </a:solidFill>
          <a:ln/>
        </p:spPr>
      </p:sp>
      <p:sp>
        <p:nvSpPr>
          <p:cNvPr id="42" name="Shape 39"/>
          <p:cNvSpPr/>
          <p:nvPr/>
        </p:nvSpPr>
        <p:spPr>
          <a:xfrm>
            <a:off x="4271465" y="9580836"/>
            <a:ext cx="78828" cy="78828"/>
          </a:xfrm>
          <a:prstGeom prst="ellipse">
            <a:avLst/>
          </a:prstGeom>
          <a:solidFill>
            <a:srgbClr val="14161C">
              <a:alpha val="28000"/>
            </a:srgbClr>
          </a:solidFill>
          <a:ln/>
        </p:spPr>
      </p:sp>
      <p:sp>
        <p:nvSpPr>
          <p:cNvPr id="43" name="Shape 40"/>
          <p:cNvSpPr/>
          <p:nvPr/>
        </p:nvSpPr>
        <p:spPr>
          <a:xfrm>
            <a:off x="4429120" y="9580836"/>
            <a:ext cx="78828" cy="78828"/>
          </a:xfrm>
          <a:prstGeom prst="ellipse">
            <a:avLst/>
          </a:prstGeom>
          <a:solidFill>
            <a:srgbClr val="14161C">
              <a:alpha val="28000"/>
            </a:srgbClr>
          </a:solidFill>
          <a:ln/>
        </p:spPr>
      </p:sp>
      <p:sp>
        <p:nvSpPr>
          <p:cNvPr id="44" name="Shape 41"/>
          <p:cNvSpPr/>
          <p:nvPr/>
        </p:nvSpPr>
        <p:spPr>
          <a:xfrm>
            <a:off x="4586775" y="9580836"/>
            <a:ext cx="78828" cy="78828"/>
          </a:xfrm>
          <a:prstGeom prst="ellipse">
            <a:avLst/>
          </a:prstGeom>
          <a:solidFill>
            <a:srgbClr val="14161C">
              <a:alpha val="28000"/>
            </a:srgbClr>
          </a:solidFill>
          <a:ln/>
        </p:spPr>
      </p:sp>
      <p:sp>
        <p:nvSpPr>
          <p:cNvPr id="45" name="Shape 42"/>
          <p:cNvSpPr/>
          <p:nvPr/>
        </p:nvSpPr>
        <p:spPr>
          <a:xfrm>
            <a:off x="4744430" y="9580836"/>
            <a:ext cx="78828" cy="78828"/>
          </a:xfrm>
          <a:prstGeom prst="ellipse">
            <a:avLst/>
          </a:prstGeom>
          <a:solidFill>
            <a:srgbClr val="14161C">
              <a:alpha val="28000"/>
            </a:srgbClr>
          </a:solidFill>
          <a:ln/>
        </p:spPr>
      </p:sp>
      <p:sp>
        <p:nvSpPr>
          <p:cNvPr id="46" name="Shape 43"/>
          <p:cNvSpPr/>
          <p:nvPr/>
        </p:nvSpPr>
        <p:spPr>
          <a:xfrm>
            <a:off x="4902085" y="9580836"/>
            <a:ext cx="78828" cy="78828"/>
          </a:xfrm>
          <a:prstGeom prst="ellipse">
            <a:avLst/>
          </a:prstGeom>
          <a:solidFill>
            <a:srgbClr val="14161C">
              <a:alpha val="28000"/>
            </a:srgbClr>
          </a:solidFill>
          <a:ln/>
        </p:spPr>
      </p:sp>
      <p:sp>
        <p:nvSpPr>
          <p:cNvPr id="47" name="Shape 44"/>
          <p:cNvSpPr/>
          <p:nvPr/>
        </p:nvSpPr>
        <p:spPr>
          <a:xfrm>
            <a:off x="5059740" y="9580836"/>
            <a:ext cx="78828" cy="78828"/>
          </a:xfrm>
          <a:prstGeom prst="ellipse">
            <a:avLst/>
          </a:prstGeom>
          <a:solidFill>
            <a:srgbClr val="14161C">
              <a:alpha val="28000"/>
            </a:srgbClr>
          </a:solidFill>
          <a:ln/>
        </p:spPr>
      </p:sp>
      <p:sp>
        <p:nvSpPr>
          <p:cNvPr id="48" name="Shape 45"/>
          <p:cNvSpPr/>
          <p:nvPr/>
        </p:nvSpPr>
        <p:spPr>
          <a:xfrm>
            <a:off x="5217395" y="9580836"/>
            <a:ext cx="78828" cy="78828"/>
          </a:xfrm>
          <a:prstGeom prst="ellipse">
            <a:avLst/>
          </a:prstGeom>
          <a:solidFill>
            <a:srgbClr val="14161C">
              <a:alpha val="28000"/>
            </a:srgbClr>
          </a:solidFill>
          <a:ln/>
        </p:spPr>
      </p:sp>
      <p:sp>
        <p:nvSpPr>
          <p:cNvPr id="49" name="Shape 46"/>
          <p:cNvSpPr/>
          <p:nvPr/>
        </p:nvSpPr>
        <p:spPr>
          <a:xfrm>
            <a:off x="5375050" y="9580836"/>
            <a:ext cx="78828" cy="78828"/>
          </a:xfrm>
          <a:prstGeom prst="ellipse">
            <a:avLst/>
          </a:prstGeom>
          <a:solidFill>
            <a:srgbClr val="14161C">
              <a:alpha val="28000"/>
            </a:srgbClr>
          </a:solidFill>
          <a:ln/>
        </p:spPr>
      </p:sp>
      <p:sp>
        <p:nvSpPr>
          <p:cNvPr id="50" name="Shape 47"/>
          <p:cNvSpPr/>
          <p:nvPr/>
        </p:nvSpPr>
        <p:spPr>
          <a:xfrm>
            <a:off x="5532705" y="9580836"/>
            <a:ext cx="78828" cy="78828"/>
          </a:xfrm>
          <a:prstGeom prst="ellipse">
            <a:avLst/>
          </a:prstGeom>
          <a:solidFill>
            <a:srgbClr val="14161C">
              <a:alpha val="28000"/>
            </a:srgbClr>
          </a:solidFill>
          <a:ln/>
        </p:spPr>
      </p:sp>
      <p:sp>
        <p:nvSpPr>
          <p:cNvPr id="51" name="Shape 48"/>
          <p:cNvSpPr/>
          <p:nvPr/>
        </p:nvSpPr>
        <p:spPr>
          <a:xfrm>
            <a:off x="5690359" y="9580836"/>
            <a:ext cx="78828" cy="78828"/>
          </a:xfrm>
          <a:prstGeom prst="ellipse">
            <a:avLst/>
          </a:prstGeom>
          <a:solidFill>
            <a:srgbClr val="14161C">
              <a:alpha val="28000"/>
            </a:srgbClr>
          </a:solidFill>
          <a:ln/>
        </p:spPr>
      </p:sp>
      <p:sp>
        <p:nvSpPr>
          <p:cNvPr id="52" name="Shape 49"/>
          <p:cNvSpPr/>
          <p:nvPr/>
        </p:nvSpPr>
        <p:spPr>
          <a:xfrm>
            <a:off x="5848014" y="9580836"/>
            <a:ext cx="78828" cy="78828"/>
          </a:xfrm>
          <a:prstGeom prst="ellipse">
            <a:avLst/>
          </a:prstGeom>
          <a:solidFill>
            <a:srgbClr val="14161C">
              <a:alpha val="28000"/>
            </a:srgbClr>
          </a:solidFill>
          <a:ln/>
        </p:spPr>
      </p:sp>
      <p:sp>
        <p:nvSpPr>
          <p:cNvPr id="53" name="Shape 50"/>
          <p:cNvSpPr/>
          <p:nvPr/>
        </p:nvSpPr>
        <p:spPr>
          <a:xfrm>
            <a:off x="6005669" y="9580836"/>
            <a:ext cx="78828" cy="78828"/>
          </a:xfrm>
          <a:prstGeom prst="ellipse">
            <a:avLst/>
          </a:prstGeom>
          <a:solidFill>
            <a:srgbClr val="14161C">
              <a:alpha val="28000"/>
            </a:srgbClr>
          </a:solidFill>
          <a:ln/>
        </p:spPr>
      </p:sp>
      <p:sp>
        <p:nvSpPr>
          <p:cNvPr id="54" name="Shape 51"/>
          <p:cNvSpPr/>
          <p:nvPr/>
        </p:nvSpPr>
        <p:spPr>
          <a:xfrm>
            <a:off x="6163324" y="9580836"/>
            <a:ext cx="78828" cy="78828"/>
          </a:xfrm>
          <a:prstGeom prst="ellipse">
            <a:avLst/>
          </a:prstGeom>
          <a:solidFill>
            <a:srgbClr val="14161C">
              <a:alpha val="28000"/>
            </a:srgbClr>
          </a:solidFill>
          <a:ln/>
        </p:spPr>
      </p:sp>
      <p:sp>
        <p:nvSpPr>
          <p:cNvPr id="55" name="Shape 52"/>
          <p:cNvSpPr/>
          <p:nvPr/>
        </p:nvSpPr>
        <p:spPr>
          <a:xfrm>
            <a:off x="6320979" y="9580836"/>
            <a:ext cx="78828" cy="78828"/>
          </a:xfrm>
          <a:prstGeom prst="ellipse">
            <a:avLst/>
          </a:prstGeom>
          <a:solidFill>
            <a:srgbClr val="14161C">
              <a:alpha val="28000"/>
            </a:srgbClr>
          </a:solidFill>
          <a:ln/>
        </p:spPr>
      </p:sp>
      <p:sp>
        <p:nvSpPr>
          <p:cNvPr id="56" name="Shape 53"/>
          <p:cNvSpPr/>
          <p:nvPr/>
        </p:nvSpPr>
        <p:spPr>
          <a:xfrm>
            <a:off x="6478634" y="9580836"/>
            <a:ext cx="78828" cy="78828"/>
          </a:xfrm>
          <a:prstGeom prst="ellipse">
            <a:avLst/>
          </a:prstGeom>
          <a:solidFill>
            <a:srgbClr val="14161C">
              <a:alpha val="28000"/>
            </a:srgbClr>
          </a:solidFill>
          <a:ln/>
        </p:spPr>
      </p:sp>
      <p:sp>
        <p:nvSpPr>
          <p:cNvPr id="57" name="Shape 54"/>
          <p:cNvSpPr/>
          <p:nvPr/>
        </p:nvSpPr>
        <p:spPr>
          <a:xfrm>
            <a:off x="6636289" y="9580836"/>
            <a:ext cx="78828" cy="78828"/>
          </a:xfrm>
          <a:prstGeom prst="ellipse">
            <a:avLst/>
          </a:prstGeom>
          <a:solidFill>
            <a:srgbClr val="14161C">
              <a:alpha val="28000"/>
            </a:srgbClr>
          </a:solidFill>
          <a:ln/>
        </p:spPr>
      </p:sp>
      <p:sp>
        <p:nvSpPr>
          <p:cNvPr id="58" name="Shape 55"/>
          <p:cNvSpPr/>
          <p:nvPr/>
        </p:nvSpPr>
        <p:spPr>
          <a:xfrm>
            <a:off x="6793944" y="9580836"/>
            <a:ext cx="78828" cy="78828"/>
          </a:xfrm>
          <a:prstGeom prst="ellipse">
            <a:avLst/>
          </a:prstGeom>
          <a:solidFill>
            <a:srgbClr val="14161C">
              <a:alpha val="28000"/>
            </a:srgbClr>
          </a:solidFill>
          <a:ln/>
        </p:spPr>
      </p:sp>
      <p:sp>
        <p:nvSpPr>
          <p:cNvPr id="59" name="Shape 56"/>
          <p:cNvSpPr/>
          <p:nvPr/>
        </p:nvSpPr>
        <p:spPr>
          <a:xfrm>
            <a:off x="6951599" y="9580836"/>
            <a:ext cx="78828" cy="78828"/>
          </a:xfrm>
          <a:prstGeom prst="ellipse">
            <a:avLst/>
          </a:prstGeom>
          <a:solidFill>
            <a:srgbClr val="14161C">
              <a:alpha val="28000"/>
            </a:srgbClr>
          </a:solidFill>
          <a:ln/>
        </p:spPr>
      </p:sp>
      <p:sp>
        <p:nvSpPr>
          <p:cNvPr id="60" name="Shape 57"/>
          <p:cNvSpPr/>
          <p:nvPr/>
        </p:nvSpPr>
        <p:spPr>
          <a:xfrm>
            <a:off x="7109254" y="9580836"/>
            <a:ext cx="78828" cy="78828"/>
          </a:xfrm>
          <a:prstGeom prst="ellipse">
            <a:avLst/>
          </a:prstGeom>
          <a:solidFill>
            <a:srgbClr val="14161C">
              <a:alpha val="28000"/>
            </a:srgbClr>
          </a:solidFill>
          <a:ln/>
        </p:spPr>
      </p:sp>
      <p:sp>
        <p:nvSpPr>
          <p:cNvPr id="61" name="Shape 58"/>
          <p:cNvSpPr/>
          <p:nvPr/>
        </p:nvSpPr>
        <p:spPr>
          <a:xfrm>
            <a:off x="7266909" y="9580836"/>
            <a:ext cx="78828" cy="78828"/>
          </a:xfrm>
          <a:prstGeom prst="ellipse">
            <a:avLst/>
          </a:prstGeom>
          <a:solidFill>
            <a:srgbClr val="14161C">
              <a:alpha val="28000"/>
            </a:srgbClr>
          </a:solidFill>
          <a:ln/>
        </p:spPr>
      </p:sp>
      <p:sp>
        <p:nvSpPr>
          <p:cNvPr id="62" name="Shape 59"/>
          <p:cNvSpPr/>
          <p:nvPr/>
        </p:nvSpPr>
        <p:spPr>
          <a:xfrm>
            <a:off x="7424564" y="9580836"/>
            <a:ext cx="78828" cy="78828"/>
          </a:xfrm>
          <a:prstGeom prst="ellipse">
            <a:avLst/>
          </a:prstGeom>
          <a:solidFill>
            <a:srgbClr val="14161C">
              <a:alpha val="28000"/>
            </a:srgbClr>
          </a:solidFill>
          <a:ln/>
        </p:spPr>
      </p:sp>
      <p:sp>
        <p:nvSpPr>
          <p:cNvPr id="63" name="Shape 60"/>
          <p:cNvSpPr/>
          <p:nvPr/>
        </p:nvSpPr>
        <p:spPr>
          <a:xfrm>
            <a:off x="7582219" y="9580836"/>
            <a:ext cx="78828" cy="78828"/>
          </a:xfrm>
          <a:prstGeom prst="ellipse">
            <a:avLst/>
          </a:prstGeom>
          <a:solidFill>
            <a:srgbClr val="14161C">
              <a:alpha val="28000"/>
            </a:srgbClr>
          </a:solidFill>
          <a:ln/>
        </p:spPr>
      </p:sp>
      <p:sp>
        <p:nvSpPr>
          <p:cNvPr id="64" name="Shape 61"/>
          <p:cNvSpPr/>
          <p:nvPr/>
        </p:nvSpPr>
        <p:spPr>
          <a:xfrm>
            <a:off x="7739874" y="9580836"/>
            <a:ext cx="78828" cy="78828"/>
          </a:xfrm>
          <a:prstGeom prst="ellipse">
            <a:avLst/>
          </a:prstGeom>
          <a:solidFill>
            <a:srgbClr val="14161C">
              <a:alpha val="28000"/>
            </a:srgbClr>
          </a:solidFill>
          <a:ln/>
        </p:spPr>
      </p:sp>
      <p:sp>
        <p:nvSpPr>
          <p:cNvPr id="65" name="Shape 62"/>
          <p:cNvSpPr/>
          <p:nvPr/>
        </p:nvSpPr>
        <p:spPr>
          <a:xfrm>
            <a:off x="7897529" y="9580836"/>
            <a:ext cx="78828" cy="78828"/>
          </a:xfrm>
          <a:prstGeom prst="ellipse">
            <a:avLst/>
          </a:prstGeom>
          <a:solidFill>
            <a:srgbClr val="14161C">
              <a:alpha val="28000"/>
            </a:srgbClr>
          </a:solidFill>
          <a:ln/>
        </p:spPr>
      </p:sp>
      <p:sp>
        <p:nvSpPr>
          <p:cNvPr id="66" name="Shape 63"/>
          <p:cNvSpPr/>
          <p:nvPr/>
        </p:nvSpPr>
        <p:spPr>
          <a:xfrm>
            <a:off x="8055184" y="9580836"/>
            <a:ext cx="78828" cy="78828"/>
          </a:xfrm>
          <a:prstGeom prst="ellipse">
            <a:avLst/>
          </a:prstGeom>
          <a:solidFill>
            <a:srgbClr val="14161C">
              <a:alpha val="28000"/>
            </a:srgbClr>
          </a:solidFill>
          <a:ln/>
        </p:spPr>
      </p:sp>
      <p:sp>
        <p:nvSpPr>
          <p:cNvPr id="67" name="Shape 64"/>
          <p:cNvSpPr/>
          <p:nvPr/>
        </p:nvSpPr>
        <p:spPr>
          <a:xfrm>
            <a:off x="8212839" y="9580836"/>
            <a:ext cx="78828" cy="78828"/>
          </a:xfrm>
          <a:prstGeom prst="ellipse">
            <a:avLst/>
          </a:prstGeom>
          <a:solidFill>
            <a:srgbClr val="14161C">
              <a:alpha val="28000"/>
            </a:srgbClr>
          </a:solidFill>
          <a:ln/>
        </p:spPr>
      </p:sp>
      <p:sp>
        <p:nvSpPr>
          <p:cNvPr id="68" name="Shape 65"/>
          <p:cNvSpPr/>
          <p:nvPr/>
        </p:nvSpPr>
        <p:spPr>
          <a:xfrm>
            <a:off x="8370494" y="9580836"/>
            <a:ext cx="78828" cy="78828"/>
          </a:xfrm>
          <a:prstGeom prst="ellipse">
            <a:avLst/>
          </a:prstGeom>
          <a:solidFill>
            <a:srgbClr val="14161C">
              <a:alpha val="28000"/>
            </a:srgbClr>
          </a:solidFill>
          <a:ln/>
        </p:spPr>
      </p:sp>
      <p:sp>
        <p:nvSpPr>
          <p:cNvPr id="69" name="Shape 66"/>
          <p:cNvSpPr/>
          <p:nvPr/>
        </p:nvSpPr>
        <p:spPr>
          <a:xfrm>
            <a:off x="8528148" y="9580836"/>
            <a:ext cx="78828" cy="78828"/>
          </a:xfrm>
          <a:prstGeom prst="ellipse">
            <a:avLst/>
          </a:prstGeom>
          <a:solidFill>
            <a:srgbClr val="14161C">
              <a:alpha val="28000"/>
            </a:srgbClr>
          </a:solidFill>
          <a:ln/>
        </p:spPr>
      </p:sp>
      <p:sp>
        <p:nvSpPr>
          <p:cNvPr id="70" name="Shape 67"/>
          <p:cNvSpPr/>
          <p:nvPr/>
        </p:nvSpPr>
        <p:spPr>
          <a:xfrm>
            <a:off x="8685803" y="9580836"/>
            <a:ext cx="78828" cy="78828"/>
          </a:xfrm>
          <a:prstGeom prst="ellipse">
            <a:avLst/>
          </a:prstGeom>
          <a:solidFill>
            <a:srgbClr val="14161C">
              <a:alpha val="28000"/>
            </a:srgbClr>
          </a:solidFill>
          <a:ln/>
        </p:spPr>
      </p:sp>
      <p:sp>
        <p:nvSpPr>
          <p:cNvPr id="71" name="Shape 68"/>
          <p:cNvSpPr/>
          <p:nvPr/>
        </p:nvSpPr>
        <p:spPr>
          <a:xfrm>
            <a:off x="8843458" y="9580836"/>
            <a:ext cx="78828" cy="78828"/>
          </a:xfrm>
          <a:prstGeom prst="ellipse">
            <a:avLst/>
          </a:prstGeom>
          <a:solidFill>
            <a:srgbClr val="14161C">
              <a:alpha val="28000"/>
            </a:srgbClr>
          </a:solidFill>
          <a:ln/>
        </p:spPr>
      </p:sp>
      <p:sp>
        <p:nvSpPr>
          <p:cNvPr id="72" name="Shape 69"/>
          <p:cNvSpPr/>
          <p:nvPr/>
        </p:nvSpPr>
        <p:spPr>
          <a:xfrm>
            <a:off x="9001113" y="9580836"/>
            <a:ext cx="78828" cy="78828"/>
          </a:xfrm>
          <a:prstGeom prst="ellipse">
            <a:avLst/>
          </a:prstGeom>
          <a:solidFill>
            <a:srgbClr val="14161C">
              <a:alpha val="28000"/>
            </a:srgbClr>
          </a:solidFill>
          <a:ln/>
        </p:spPr>
      </p:sp>
      <p:sp>
        <p:nvSpPr>
          <p:cNvPr id="73" name="Shape 70"/>
          <p:cNvSpPr/>
          <p:nvPr/>
        </p:nvSpPr>
        <p:spPr>
          <a:xfrm>
            <a:off x="9158768" y="9580836"/>
            <a:ext cx="78828" cy="78828"/>
          </a:xfrm>
          <a:prstGeom prst="ellipse">
            <a:avLst/>
          </a:prstGeom>
          <a:solidFill>
            <a:srgbClr val="14161C">
              <a:alpha val="28000"/>
            </a:srgbClr>
          </a:solidFill>
          <a:ln/>
        </p:spPr>
      </p:sp>
      <p:sp>
        <p:nvSpPr>
          <p:cNvPr id="74" name="Shape 71"/>
          <p:cNvSpPr/>
          <p:nvPr/>
        </p:nvSpPr>
        <p:spPr>
          <a:xfrm>
            <a:off x="9316423" y="9580836"/>
            <a:ext cx="78828" cy="78828"/>
          </a:xfrm>
          <a:prstGeom prst="ellipse">
            <a:avLst/>
          </a:prstGeom>
          <a:solidFill>
            <a:srgbClr val="14161C">
              <a:alpha val="28000"/>
            </a:srgbClr>
          </a:solidFill>
          <a:ln/>
        </p:spPr>
      </p:sp>
      <p:sp>
        <p:nvSpPr>
          <p:cNvPr id="75" name="Shape 72"/>
          <p:cNvSpPr/>
          <p:nvPr/>
        </p:nvSpPr>
        <p:spPr>
          <a:xfrm>
            <a:off x="9474078" y="9580836"/>
            <a:ext cx="78828" cy="78828"/>
          </a:xfrm>
          <a:prstGeom prst="ellipse">
            <a:avLst/>
          </a:prstGeom>
          <a:solidFill>
            <a:srgbClr val="14161C">
              <a:alpha val="28000"/>
            </a:srgbClr>
          </a:solidFill>
          <a:ln/>
        </p:spPr>
      </p:sp>
      <p:sp>
        <p:nvSpPr>
          <p:cNvPr id="76" name="Shape 73"/>
          <p:cNvSpPr/>
          <p:nvPr/>
        </p:nvSpPr>
        <p:spPr>
          <a:xfrm>
            <a:off x="9631733" y="9580836"/>
            <a:ext cx="78828" cy="78828"/>
          </a:xfrm>
          <a:prstGeom prst="ellipse">
            <a:avLst/>
          </a:prstGeom>
          <a:solidFill>
            <a:srgbClr val="14161C">
              <a:alpha val="28000"/>
            </a:srgbClr>
          </a:solidFill>
          <a:ln/>
        </p:spPr>
      </p:sp>
      <p:sp>
        <p:nvSpPr>
          <p:cNvPr id="77" name="Shape 74"/>
          <p:cNvSpPr/>
          <p:nvPr/>
        </p:nvSpPr>
        <p:spPr>
          <a:xfrm>
            <a:off x="9789388" y="9580836"/>
            <a:ext cx="78828" cy="78828"/>
          </a:xfrm>
          <a:prstGeom prst="ellipse">
            <a:avLst/>
          </a:prstGeom>
          <a:solidFill>
            <a:srgbClr val="14161C">
              <a:alpha val="28000"/>
            </a:srgbClr>
          </a:solidFill>
          <a:ln/>
        </p:spPr>
      </p:sp>
      <p:sp>
        <p:nvSpPr>
          <p:cNvPr id="78" name="Shape 75"/>
          <p:cNvSpPr/>
          <p:nvPr/>
        </p:nvSpPr>
        <p:spPr>
          <a:xfrm>
            <a:off x="9947043" y="9580836"/>
            <a:ext cx="78828" cy="78828"/>
          </a:xfrm>
          <a:prstGeom prst="ellipse">
            <a:avLst/>
          </a:prstGeom>
          <a:solidFill>
            <a:srgbClr val="14161C">
              <a:alpha val="28000"/>
            </a:srgbClr>
          </a:solidFill>
          <a:ln/>
        </p:spPr>
      </p:sp>
      <p:sp>
        <p:nvSpPr>
          <p:cNvPr id="79" name="Text 76"/>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16/58</a:t>
            </a:r>
            <a:endParaRPr lang="en-US" sz="1800" dirty="0"/>
          </a:p>
        </p:txBody>
      </p:sp>
      <p:sp>
        <p:nvSpPr>
          <p:cNvPr id="80" name="Shape 77"/>
          <p:cNvSpPr/>
          <p:nvPr/>
        </p:nvSpPr>
        <p:spPr>
          <a:xfrm>
            <a:off x="15983712" y="9076331"/>
            <a:ext cx="1645920" cy="552301"/>
          </a:xfrm>
          <a:prstGeom prst="roundRect">
            <a:avLst>
              <a:gd name="adj" fmla="val 28000"/>
            </a:avLst>
          </a:prstGeom>
          <a:solidFill>
            <a:srgbClr val="FFFFFF">
              <a:alpha val="82000"/>
            </a:srgbClr>
          </a:solidFill>
          <a:ln/>
        </p:spPr>
      </p:sp>
      <p:pic>
        <p:nvPicPr>
          <p:cNvPr id="81" name="Moda image moda-export-watermark-bb0148e2-ea39-4bdc-be6a-6e85192788b9"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F3EEE3"/>
                </a:solidFill>
                <a:latin typeface="Noto Sans JP ExtraBold" pitchFamily="34" charset="0"/>
                <a:ea typeface="Noto Sans JP ExtraBold" pitchFamily="34" charset="-122"/>
                <a:cs typeface="Noto Sans JP ExtraBold" pitchFamily="34" charset="-120"/>
              </a:rPr>
              <a:t>ある 供給元の 品質仕様</a:t>
            </a:r>
            <a:endParaRPr lang="en-US" sz="5700" dirty="0"/>
          </a:p>
        </p:txBody>
      </p:sp>
      <p:sp>
        <p:nvSpPr>
          <p:cNvPr id="3" name="Shape 1"/>
          <p:cNvSpPr/>
          <p:nvPr/>
        </p:nvSpPr>
        <p:spPr>
          <a:xfrm>
            <a:off x="914400" y="2762250"/>
            <a:ext cx="16459200" cy="904875"/>
          </a:xfrm>
          <a:prstGeom prst="roundRect">
            <a:avLst>
              <a:gd name="adj" fmla="val 21053"/>
            </a:avLst>
          </a:prstGeom>
          <a:solidFill>
            <a:srgbClr val="1E212B"/>
          </a:solidFill>
          <a:ln w="19050">
            <a:solidFill>
              <a:srgbClr val="2C3040"/>
            </a:solidFill>
            <a:prstDash val="solid"/>
          </a:ln>
        </p:spPr>
      </p:sp>
      <p:sp>
        <p:nvSpPr>
          <p:cNvPr id="4" name="Shape 2"/>
          <p:cNvSpPr/>
          <p:nvPr/>
        </p:nvSpPr>
        <p:spPr>
          <a:xfrm>
            <a:off x="914400" y="2762250"/>
            <a:ext cx="133350" cy="904875"/>
          </a:xfrm>
          <a:prstGeom prst="roundRect">
            <a:avLst>
              <a:gd name="adj" fmla="val 50000"/>
            </a:avLst>
          </a:prstGeom>
          <a:solidFill>
            <a:srgbClr val="3DD6A0"/>
          </a:solidFill>
          <a:ln/>
        </p:spPr>
      </p:sp>
      <p:sp>
        <p:nvSpPr>
          <p:cNvPr id="5" name="Text 3"/>
          <p:cNvSpPr/>
          <p:nvPr/>
        </p:nvSpPr>
        <p:spPr>
          <a:xfrm>
            <a:off x="1295400" y="2762250"/>
            <a:ext cx="5905500" cy="904875"/>
          </a:xfrm>
          <a:prstGeom prst="rect">
            <a:avLst/>
          </a:prstGeom>
          <a:noFill/>
          <a:ln/>
        </p:spPr>
        <p:txBody>
          <a:bodyPr wrap="square" lIns="0" tIns="37976" rIns="0" bIns="-37976" rtlCol="0" anchor="ctr"/>
          <a:lstStyle/>
          <a:p>
            <a:pPr algn="l" indent="0" marL="0">
              <a:lnSpc>
                <a:spcPts val="3450"/>
              </a:lnSpc>
              <a:buNone/>
            </a:pPr>
            <a:r>
              <a:rPr lang="en-US" sz="3000" dirty="0" kern="0">
                <a:solidFill>
                  <a:srgbClr val="3DD6A0"/>
                </a:solidFill>
                <a:latin typeface="Noto Sans JP ExtraBold" pitchFamily="34" charset="0"/>
                <a:ea typeface="Noto Sans JP ExtraBold" pitchFamily="34" charset="-122"/>
                <a:cs typeface="Noto Sans JP ExtraBold" pitchFamily="34" charset="-120"/>
              </a:rPr>
              <a:t>尿素</a:t>
            </a:r>
            <a:endParaRPr lang="en-US" sz="3000" dirty="0"/>
          </a:p>
        </p:txBody>
      </p:sp>
      <p:sp>
        <p:nvSpPr>
          <p:cNvPr id="6" name="Text 4"/>
          <p:cNvSpPr/>
          <p:nvPr/>
        </p:nvSpPr>
        <p:spPr>
          <a:xfrm>
            <a:off x="7581900" y="2762250"/>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Noto Sans JP" pitchFamily="34" charset="0"/>
                <a:ea typeface="Noto Sans JP" pitchFamily="34" charset="-122"/>
                <a:cs typeface="Noto Sans JP" pitchFamily="34" charset="-120"/>
              </a:rPr>
              <a:t>31.8〜33.2質量%[S7]</a:t>
            </a:r>
            <a:endParaRPr lang="en-US" sz="2700" dirty="0"/>
          </a:p>
        </p:txBody>
      </p:sp>
      <p:sp>
        <p:nvSpPr>
          <p:cNvPr id="7" name="Shape 5"/>
          <p:cNvSpPr/>
          <p:nvPr/>
        </p:nvSpPr>
        <p:spPr>
          <a:xfrm>
            <a:off x="914400" y="3800475"/>
            <a:ext cx="16459200" cy="904875"/>
          </a:xfrm>
          <a:prstGeom prst="roundRect">
            <a:avLst>
              <a:gd name="adj" fmla="val 21053"/>
            </a:avLst>
          </a:prstGeom>
          <a:solidFill>
            <a:srgbClr val="1E212B"/>
          </a:solidFill>
          <a:ln w="19050">
            <a:solidFill>
              <a:srgbClr val="2C3040"/>
            </a:solidFill>
            <a:prstDash val="solid"/>
          </a:ln>
        </p:spPr>
      </p:sp>
      <p:sp>
        <p:nvSpPr>
          <p:cNvPr id="8" name="Shape 6"/>
          <p:cNvSpPr/>
          <p:nvPr/>
        </p:nvSpPr>
        <p:spPr>
          <a:xfrm>
            <a:off x="914400" y="3800475"/>
            <a:ext cx="133350" cy="904875"/>
          </a:xfrm>
          <a:prstGeom prst="roundRect">
            <a:avLst>
              <a:gd name="adj" fmla="val 50000"/>
            </a:avLst>
          </a:prstGeom>
          <a:solidFill>
            <a:srgbClr val="FF6A4D"/>
          </a:solidFill>
          <a:ln/>
        </p:spPr>
      </p:sp>
      <p:sp>
        <p:nvSpPr>
          <p:cNvPr id="9" name="Text 7"/>
          <p:cNvSpPr/>
          <p:nvPr/>
        </p:nvSpPr>
        <p:spPr>
          <a:xfrm>
            <a:off x="1295400" y="3800475"/>
            <a:ext cx="5905500" cy="904875"/>
          </a:xfrm>
          <a:prstGeom prst="rect">
            <a:avLst/>
          </a:prstGeom>
          <a:noFill/>
          <a:ln/>
        </p:spPr>
        <p:txBody>
          <a:bodyPr wrap="square" lIns="0" tIns="37976" rIns="0" bIns="-37976" rtlCol="0" anchor="ctr"/>
          <a:lstStyle/>
          <a:p>
            <a:pPr algn="l" indent="0" marL="0">
              <a:lnSpc>
                <a:spcPts val="3450"/>
              </a:lnSpc>
              <a:buNone/>
            </a:pPr>
            <a:r>
              <a:rPr lang="en-US" sz="3000" dirty="0" kern="0">
                <a:solidFill>
                  <a:srgbClr val="FF6A4D"/>
                </a:solidFill>
                <a:latin typeface="Noto Sans JP ExtraBold" pitchFamily="34" charset="0"/>
                <a:ea typeface="Noto Sans JP ExtraBold" pitchFamily="34" charset="-122"/>
                <a:cs typeface="Noto Sans JP ExtraBold" pitchFamily="34" charset="-120"/>
              </a:rPr>
              <a:t>ビウレット</a:t>
            </a:r>
            <a:endParaRPr lang="en-US" sz="3000" dirty="0"/>
          </a:p>
        </p:txBody>
      </p:sp>
      <p:sp>
        <p:nvSpPr>
          <p:cNvPr id="10" name="Text 8"/>
          <p:cNvSpPr/>
          <p:nvPr/>
        </p:nvSpPr>
        <p:spPr>
          <a:xfrm>
            <a:off x="7581900" y="3800475"/>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Noto Sans JP" pitchFamily="34" charset="0"/>
                <a:ea typeface="Noto Sans JP" pitchFamily="34" charset="-122"/>
                <a:cs typeface="Noto Sans JP" pitchFamily="34" charset="-120"/>
              </a:rPr>
              <a:t>最大0.3%[S7]</a:t>
            </a:r>
            <a:endParaRPr lang="en-US" sz="2700" dirty="0"/>
          </a:p>
        </p:txBody>
      </p:sp>
      <p:sp>
        <p:nvSpPr>
          <p:cNvPr id="11" name="Shape 9"/>
          <p:cNvSpPr/>
          <p:nvPr/>
        </p:nvSpPr>
        <p:spPr>
          <a:xfrm>
            <a:off x="914400" y="4838700"/>
            <a:ext cx="16459200" cy="904875"/>
          </a:xfrm>
          <a:prstGeom prst="roundRect">
            <a:avLst>
              <a:gd name="adj" fmla="val 21053"/>
            </a:avLst>
          </a:prstGeom>
          <a:solidFill>
            <a:srgbClr val="1E212B"/>
          </a:solidFill>
          <a:ln w="19050">
            <a:solidFill>
              <a:srgbClr val="2C3040"/>
            </a:solidFill>
            <a:prstDash val="solid"/>
          </a:ln>
        </p:spPr>
      </p:sp>
      <p:sp>
        <p:nvSpPr>
          <p:cNvPr id="12" name="Shape 10"/>
          <p:cNvSpPr/>
          <p:nvPr/>
        </p:nvSpPr>
        <p:spPr>
          <a:xfrm>
            <a:off x="914400" y="4838700"/>
            <a:ext cx="133350" cy="904875"/>
          </a:xfrm>
          <a:prstGeom prst="roundRect">
            <a:avLst>
              <a:gd name="adj" fmla="val 50000"/>
            </a:avLst>
          </a:prstGeom>
          <a:solidFill>
            <a:srgbClr val="7C93FF"/>
          </a:solidFill>
          <a:ln/>
        </p:spPr>
      </p:sp>
      <p:sp>
        <p:nvSpPr>
          <p:cNvPr id="13" name="Text 11"/>
          <p:cNvSpPr/>
          <p:nvPr/>
        </p:nvSpPr>
        <p:spPr>
          <a:xfrm>
            <a:off x="1295400" y="4838700"/>
            <a:ext cx="5905500" cy="904875"/>
          </a:xfrm>
          <a:prstGeom prst="rect">
            <a:avLst/>
          </a:prstGeom>
          <a:noFill/>
          <a:ln/>
        </p:spPr>
        <p:txBody>
          <a:bodyPr wrap="square" lIns="0" tIns="37976" rIns="0" bIns="-37976" rtlCol="0" anchor="ctr"/>
          <a:lstStyle/>
          <a:p>
            <a:pPr algn="l" indent="0" marL="0">
              <a:lnSpc>
                <a:spcPts val="3450"/>
              </a:lnSpc>
              <a:buNone/>
            </a:pPr>
            <a:r>
              <a:rPr lang="en-US" sz="3000" dirty="0" spc="-13" kern="0">
                <a:solidFill>
                  <a:srgbClr val="7C93FF"/>
                </a:solidFill>
                <a:latin typeface="Noto Sans JP ExtraBold" pitchFamily="34" charset="0"/>
                <a:ea typeface="Noto Sans JP ExtraBold" pitchFamily="34" charset="-122"/>
                <a:cs typeface="Noto Sans JP ExtraBold" pitchFamily="34" charset="-120"/>
              </a:rPr>
              <a:t>アルカリ度（NH3）</a:t>
            </a:r>
            <a:endParaRPr lang="en-US" sz="3000" dirty="0"/>
          </a:p>
        </p:txBody>
      </p:sp>
      <p:sp>
        <p:nvSpPr>
          <p:cNvPr id="14" name="Text 12"/>
          <p:cNvSpPr/>
          <p:nvPr/>
        </p:nvSpPr>
        <p:spPr>
          <a:xfrm>
            <a:off x="7581900" y="4838700"/>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Noto Sans JP" pitchFamily="34" charset="0"/>
                <a:ea typeface="Noto Sans JP" pitchFamily="34" charset="-122"/>
                <a:cs typeface="Noto Sans JP" pitchFamily="34" charset="-120"/>
              </a:rPr>
              <a:t>最大0.2%[S7]</a:t>
            </a:r>
            <a:endParaRPr lang="en-US" sz="2700" dirty="0"/>
          </a:p>
        </p:txBody>
      </p:sp>
      <p:sp>
        <p:nvSpPr>
          <p:cNvPr id="15" name="Shape 13"/>
          <p:cNvSpPr/>
          <p:nvPr/>
        </p:nvSpPr>
        <p:spPr>
          <a:xfrm>
            <a:off x="914400" y="5876925"/>
            <a:ext cx="16459200" cy="904875"/>
          </a:xfrm>
          <a:prstGeom prst="roundRect">
            <a:avLst>
              <a:gd name="adj" fmla="val 21053"/>
            </a:avLst>
          </a:prstGeom>
          <a:solidFill>
            <a:srgbClr val="1E212B"/>
          </a:solidFill>
          <a:ln w="19050">
            <a:solidFill>
              <a:srgbClr val="2C3040"/>
            </a:solidFill>
            <a:prstDash val="solid"/>
          </a:ln>
        </p:spPr>
      </p:sp>
      <p:sp>
        <p:nvSpPr>
          <p:cNvPr id="16" name="Shape 14"/>
          <p:cNvSpPr/>
          <p:nvPr/>
        </p:nvSpPr>
        <p:spPr>
          <a:xfrm>
            <a:off x="914400" y="5876925"/>
            <a:ext cx="133350" cy="904875"/>
          </a:xfrm>
          <a:prstGeom prst="roundRect">
            <a:avLst>
              <a:gd name="adj" fmla="val 50000"/>
            </a:avLst>
          </a:prstGeom>
          <a:solidFill>
            <a:srgbClr val="FFB454"/>
          </a:solidFill>
          <a:ln/>
        </p:spPr>
      </p:sp>
      <p:sp>
        <p:nvSpPr>
          <p:cNvPr id="17" name="Text 15"/>
          <p:cNvSpPr/>
          <p:nvPr/>
        </p:nvSpPr>
        <p:spPr>
          <a:xfrm>
            <a:off x="1295400" y="5876925"/>
            <a:ext cx="5905500" cy="904875"/>
          </a:xfrm>
          <a:prstGeom prst="rect">
            <a:avLst/>
          </a:prstGeom>
          <a:noFill/>
          <a:ln/>
        </p:spPr>
        <p:txBody>
          <a:bodyPr wrap="square" lIns="0" tIns="37976" rIns="0" bIns="-37976" rtlCol="0" anchor="ctr"/>
          <a:lstStyle/>
          <a:p>
            <a:pPr algn="l" indent="0" marL="0">
              <a:lnSpc>
                <a:spcPts val="3450"/>
              </a:lnSpc>
              <a:buNone/>
            </a:pPr>
            <a:r>
              <a:rPr lang="en-US" sz="3000" dirty="0" spc="-6" kern="0">
                <a:solidFill>
                  <a:srgbClr val="FFB454"/>
                </a:solidFill>
                <a:latin typeface="Noto Sans JP ExtraBold" pitchFamily="34" charset="0"/>
                <a:ea typeface="Noto Sans JP ExtraBold" pitchFamily="34" charset="-122"/>
                <a:cs typeface="Noto Sans JP ExtraBold" pitchFamily="34" charset="-120"/>
              </a:rPr>
              <a:t>アルデヒド</a:t>
            </a:r>
            <a:endParaRPr lang="en-US" sz="3000" dirty="0"/>
          </a:p>
        </p:txBody>
      </p:sp>
      <p:sp>
        <p:nvSpPr>
          <p:cNvPr id="18" name="Text 16"/>
          <p:cNvSpPr/>
          <p:nvPr/>
        </p:nvSpPr>
        <p:spPr>
          <a:xfrm>
            <a:off x="7581900" y="5876925"/>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Noto Sans JP" pitchFamily="34" charset="0"/>
                <a:ea typeface="Noto Sans JP" pitchFamily="34" charset="-122"/>
                <a:cs typeface="Noto Sans JP" pitchFamily="34" charset="-120"/>
              </a:rPr>
              <a:t>最大5</a:t>
            </a:r>
            <a:r>
              <a:rPr lang="en-US" sz="2700" dirty="0" spc="10" kern="0">
                <a:solidFill>
                  <a:srgbClr val="F3EEE3"/>
                </a:solidFill>
                <a:latin typeface="Noto Sans JP" pitchFamily="34" charset="0"/>
                <a:ea typeface="Noto Sans JP" pitchFamily="34" charset="-122"/>
                <a:cs typeface="Noto Sans JP" pitchFamily="34" charset="-120"/>
              </a:rPr>
              <a:t> mg/kg[S7]</a:t>
            </a:r>
            <a:endParaRPr lang="en-US" sz="2700" dirty="0"/>
          </a:p>
        </p:txBody>
      </p:sp>
      <p:sp>
        <p:nvSpPr>
          <p:cNvPr id="19" name="Shape 17"/>
          <p:cNvSpPr/>
          <p:nvPr/>
        </p:nvSpPr>
        <p:spPr>
          <a:xfrm>
            <a:off x="914400" y="6915150"/>
            <a:ext cx="16459200" cy="904875"/>
          </a:xfrm>
          <a:prstGeom prst="roundRect">
            <a:avLst>
              <a:gd name="adj" fmla="val 21053"/>
            </a:avLst>
          </a:prstGeom>
          <a:solidFill>
            <a:srgbClr val="1E212B"/>
          </a:solidFill>
          <a:ln w="19050">
            <a:solidFill>
              <a:srgbClr val="2C3040"/>
            </a:solidFill>
            <a:prstDash val="solid"/>
          </a:ln>
        </p:spPr>
      </p:sp>
      <p:sp>
        <p:nvSpPr>
          <p:cNvPr id="20" name="Shape 18"/>
          <p:cNvSpPr/>
          <p:nvPr/>
        </p:nvSpPr>
        <p:spPr>
          <a:xfrm>
            <a:off x="914400" y="6915150"/>
            <a:ext cx="133350" cy="904875"/>
          </a:xfrm>
          <a:prstGeom prst="roundRect">
            <a:avLst>
              <a:gd name="adj" fmla="val 50000"/>
            </a:avLst>
          </a:prstGeom>
          <a:solidFill>
            <a:srgbClr val="3DD6A0"/>
          </a:solidFill>
          <a:ln/>
        </p:spPr>
      </p:sp>
      <p:sp>
        <p:nvSpPr>
          <p:cNvPr id="21" name="Text 19"/>
          <p:cNvSpPr/>
          <p:nvPr/>
        </p:nvSpPr>
        <p:spPr>
          <a:xfrm>
            <a:off x="1295400" y="6915150"/>
            <a:ext cx="5905500" cy="904875"/>
          </a:xfrm>
          <a:prstGeom prst="rect">
            <a:avLst/>
          </a:prstGeom>
          <a:noFill/>
          <a:ln/>
        </p:spPr>
        <p:txBody>
          <a:bodyPr wrap="square" lIns="0" tIns="37976" rIns="0" bIns="-37976" rtlCol="0" anchor="ctr"/>
          <a:lstStyle/>
          <a:p>
            <a:pPr algn="l" indent="0" marL="0">
              <a:lnSpc>
                <a:spcPts val="3450"/>
              </a:lnSpc>
              <a:buNone/>
            </a:pPr>
            <a:r>
              <a:rPr lang="en-US" sz="3000" dirty="0" kern="0">
                <a:solidFill>
                  <a:srgbClr val="3DD6A0"/>
                </a:solidFill>
                <a:latin typeface="Noto Sans JP ExtraBold" pitchFamily="34" charset="0"/>
                <a:ea typeface="Noto Sans JP ExtraBold" pitchFamily="34" charset="-122"/>
                <a:cs typeface="Noto Sans JP ExtraBold" pitchFamily="34" charset="-120"/>
              </a:rPr>
              <a:t>不溶物</a:t>
            </a:r>
            <a:endParaRPr lang="en-US" sz="3000" dirty="0"/>
          </a:p>
        </p:txBody>
      </p:sp>
      <p:sp>
        <p:nvSpPr>
          <p:cNvPr id="22" name="Text 20"/>
          <p:cNvSpPr/>
          <p:nvPr/>
        </p:nvSpPr>
        <p:spPr>
          <a:xfrm>
            <a:off x="7581900" y="6915150"/>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Noto Sans JP" pitchFamily="34" charset="0"/>
                <a:ea typeface="Noto Sans JP" pitchFamily="34" charset="-122"/>
                <a:cs typeface="Noto Sans JP" pitchFamily="34" charset="-120"/>
              </a:rPr>
              <a:t>最大20</a:t>
            </a:r>
            <a:r>
              <a:rPr lang="en-US" sz="2700" dirty="0" spc="10" kern="0">
                <a:solidFill>
                  <a:srgbClr val="F3EEE3"/>
                </a:solidFill>
                <a:latin typeface="Noto Sans JP" pitchFamily="34" charset="0"/>
                <a:ea typeface="Noto Sans JP" pitchFamily="34" charset="-122"/>
                <a:cs typeface="Noto Sans JP" pitchFamily="34" charset="-120"/>
              </a:rPr>
              <a:t> mg/kg[S7]</a:t>
            </a:r>
            <a:endParaRPr lang="en-US" sz="2700" dirty="0"/>
          </a:p>
        </p:txBody>
      </p:sp>
      <p:sp>
        <p:nvSpPr>
          <p:cNvPr id="23" name="Shape 21"/>
          <p:cNvSpPr/>
          <p:nvPr/>
        </p:nvSpPr>
        <p:spPr>
          <a:xfrm>
            <a:off x="914400" y="7953375"/>
            <a:ext cx="16459200" cy="904875"/>
          </a:xfrm>
          <a:prstGeom prst="roundRect">
            <a:avLst>
              <a:gd name="adj" fmla="val 21053"/>
            </a:avLst>
          </a:prstGeom>
          <a:solidFill>
            <a:srgbClr val="1E212B"/>
          </a:solidFill>
          <a:ln w="19050">
            <a:solidFill>
              <a:srgbClr val="2C3040"/>
            </a:solidFill>
            <a:prstDash val="solid"/>
          </a:ln>
        </p:spPr>
      </p:sp>
      <p:sp>
        <p:nvSpPr>
          <p:cNvPr id="24" name="Shape 22"/>
          <p:cNvSpPr/>
          <p:nvPr/>
        </p:nvSpPr>
        <p:spPr>
          <a:xfrm>
            <a:off x="914400" y="7953375"/>
            <a:ext cx="133350" cy="904875"/>
          </a:xfrm>
          <a:prstGeom prst="roundRect">
            <a:avLst>
              <a:gd name="adj" fmla="val 50000"/>
            </a:avLst>
          </a:prstGeom>
          <a:solidFill>
            <a:srgbClr val="FF6A4D"/>
          </a:solidFill>
          <a:ln/>
        </p:spPr>
      </p:sp>
      <p:sp>
        <p:nvSpPr>
          <p:cNvPr id="25" name="Text 23"/>
          <p:cNvSpPr/>
          <p:nvPr/>
        </p:nvSpPr>
        <p:spPr>
          <a:xfrm>
            <a:off x="1295400" y="7953375"/>
            <a:ext cx="5905500" cy="904875"/>
          </a:xfrm>
          <a:prstGeom prst="rect">
            <a:avLst/>
          </a:prstGeom>
          <a:noFill/>
          <a:ln/>
        </p:spPr>
        <p:txBody>
          <a:bodyPr wrap="square" lIns="0" tIns="37976" rIns="0" bIns="-37976" rtlCol="0" anchor="ctr"/>
          <a:lstStyle/>
          <a:p>
            <a:pPr algn="l" indent="0" marL="0">
              <a:lnSpc>
                <a:spcPts val="3450"/>
              </a:lnSpc>
              <a:buNone/>
            </a:pPr>
            <a:r>
              <a:rPr lang="en-US" sz="3000" dirty="0" spc="0" kern="0">
                <a:solidFill>
                  <a:srgbClr val="FF6A4D"/>
                </a:solidFill>
                <a:latin typeface="Noto Sans JP ExtraBold" pitchFamily="34" charset="0"/>
                <a:ea typeface="Noto Sans JP ExtraBold" pitchFamily="34" charset="-122"/>
                <a:cs typeface="Noto Sans JP ExtraBold" pitchFamily="34" charset="-120"/>
              </a:rPr>
              <a:t>記載された</a:t>
            </a:r>
            <a:r>
              <a:rPr lang="en-US" sz="3000" dirty="0" spc="-1" kern="0">
                <a:solidFill>
                  <a:srgbClr val="FF6A4D"/>
                </a:solidFill>
                <a:latin typeface="Noto Sans JP ExtraBold" pitchFamily="34" charset="0"/>
                <a:ea typeface="Noto Sans JP ExtraBold" pitchFamily="34" charset="-122"/>
                <a:cs typeface="Noto Sans JP ExtraBold" pitchFamily="34" charset="-120"/>
              </a:rPr>
              <a:t> 分解温度</a:t>
            </a:r>
            <a:endParaRPr lang="en-US" sz="3000" dirty="0"/>
          </a:p>
        </p:txBody>
      </p:sp>
      <p:sp>
        <p:nvSpPr>
          <p:cNvPr id="26" name="Text 24"/>
          <p:cNvSpPr/>
          <p:nvPr/>
        </p:nvSpPr>
        <p:spPr>
          <a:xfrm>
            <a:off x="7581900" y="7953375"/>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Noto Sans JP" pitchFamily="34" charset="0"/>
                <a:ea typeface="Noto Sans JP" pitchFamily="34" charset="-122"/>
                <a:cs typeface="Noto Sans JP" pitchFamily="34" charset="-120"/>
              </a:rPr>
              <a:t>100°C（方法は</a:t>
            </a:r>
            <a:r>
              <a:rPr lang="en-US" sz="2700" dirty="0" spc="0" kern="0">
                <a:solidFill>
                  <a:srgbClr val="F3EEE3"/>
                </a:solidFill>
                <a:latin typeface="Noto Sans JP" pitchFamily="34" charset="0"/>
                <a:ea typeface="Noto Sans JP" pitchFamily="34" charset="-122"/>
                <a:cs typeface="Noto Sans JP" pitchFamily="34" charset="-120"/>
              </a:rPr>
              <a:t> 不明）[S7]</a:t>
            </a:r>
            <a:endParaRPr lang="en-US" sz="2700" dirty="0"/>
          </a:p>
        </p:txBody>
      </p:sp>
      <p:sp>
        <p:nvSpPr>
          <p:cNvPr id="27" name="Text 2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[S7]</a:t>
            </a:r>
            <a:endParaRPr lang="en-US" sz="1800" dirty="0"/>
          </a:p>
        </p:txBody>
      </p:sp>
      <p:sp>
        <p:nvSpPr>
          <p:cNvPr id="28" name="Shape 26"/>
          <p:cNvSpPr/>
          <p:nvPr/>
        </p:nvSpPr>
        <p:spPr>
          <a:xfrm>
            <a:off x="960711" y="9580836"/>
            <a:ext cx="78828" cy="78828"/>
          </a:xfrm>
          <a:prstGeom prst="ellipse">
            <a:avLst/>
          </a:prstGeom>
          <a:solidFill>
            <a:srgbClr val="F3EEE3">
              <a:alpha val="28000"/>
            </a:srgbClr>
          </a:solidFill>
          <a:ln/>
        </p:spPr>
      </p:sp>
      <p:sp>
        <p:nvSpPr>
          <p:cNvPr id="29" name="Shape 27"/>
          <p:cNvSpPr/>
          <p:nvPr/>
        </p:nvSpPr>
        <p:spPr>
          <a:xfrm>
            <a:off x="1118366" y="9580836"/>
            <a:ext cx="78828" cy="78828"/>
          </a:xfrm>
          <a:prstGeom prst="ellipse">
            <a:avLst/>
          </a:prstGeom>
          <a:solidFill>
            <a:srgbClr val="F3EEE3">
              <a:alpha val="28000"/>
            </a:srgbClr>
          </a:solidFill>
          <a:ln/>
        </p:spPr>
      </p:sp>
      <p:sp>
        <p:nvSpPr>
          <p:cNvPr id="30" name="Shape 28"/>
          <p:cNvSpPr/>
          <p:nvPr/>
        </p:nvSpPr>
        <p:spPr>
          <a:xfrm>
            <a:off x="1276021" y="9580836"/>
            <a:ext cx="78828" cy="78828"/>
          </a:xfrm>
          <a:prstGeom prst="ellipse">
            <a:avLst/>
          </a:prstGeom>
          <a:solidFill>
            <a:srgbClr val="F3EEE3">
              <a:alpha val="28000"/>
            </a:srgbClr>
          </a:solidFill>
          <a:ln/>
        </p:spPr>
      </p:sp>
      <p:sp>
        <p:nvSpPr>
          <p:cNvPr id="31" name="Shape 29"/>
          <p:cNvSpPr/>
          <p:nvPr/>
        </p:nvSpPr>
        <p:spPr>
          <a:xfrm>
            <a:off x="1433676" y="9580836"/>
            <a:ext cx="78828" cy="78828"/>
          </a:xfrm>
          <a:prstGeom prst="ellipse">
            <a:avLst/>
          </a:prstGeom>
          <a:solidFill>
            <a:srgbClr val="F3EEE3">
              <a:alpha val="28000"/>
            </a:srgbClr>
          </a:solidFill>
          <a:ln/>
        </p:spPr>
      </p:sp>
      <p:sp>
        <p:nvSpPr>
          <p:cNvPr id="32" name="Shape 30"/>
          <p:cNvSpPr/>
          <p:nvPr/>
        </p:nvSpPr>
        <p:spPr>
          <a:xfrm>
            <a:off x="1591331" y="9580836"/>
            <a:ext cx="78828" cy="78828"/>
          </a:xfrm>
          <a:prstGeom prst="ellipse">
            <a:avLst/>
          </a:prstGeom>
          <a:solidFill>
            <a:srgbClr val="F3EEE3">
              <a:alpha val="28000"/>
            </a:srgbClr>
          </a:solidFill>
          <a:ln/>
        </p:spPr>
      </p:sp>
      <p:sp>
        <p:nvSpPr>
          <p:cNvPr id="33" name="Shape 31"/>
          <p:cNvSpPr/>
          <p:nvPr/>
        </p:nvSpPr>
        <p:spPr>
          <a:xfrm>
            <a:off x="1748986" y="9580836"/>
            <a:ext cx="78828" cy="78828"/>
          </a:xfrm>
          <a:prstGeom prst="ellipse">
            <a:avLst/>
          </a:prstGeom>
          <a:solidFill>
            <a:srgbClr val="F3EEE3">
              <a:alpha val="28000"/>
            </a:srgbClr>
          </a:solidFill>
          <a:ln/>
        </p:spPr>
      </p:sp>
      <p:sp>
        <p:nvSpPr>
          <p:cNvPr id="34" name="Shape 32"/>
          <p:cNvSpPr/>
          <p:nvPr/>
        </p:nvSpPr>
        <p:spPr>
          <a:xfrm>
            <a:off x="1906641" y="9580836"/>
            <a:ext cx="78828" cy="78828"/>
          </a:xfrm>
          <a:prstGeom prst="ellipse">
            <a:avLst/>
          </a:prstGeom>
          <a:solidFill>
            <a:srgbClr val="F3EEE3">
              <a:alpha val="28000"/>
            </a:srgbClr>
          </a:solidFill>
          <a:ln/>
        </p:spPr>
      </p:sp>
      <p:sp>
        <p:nvSpPr>
          <p:cNvPr id="35" name="Shape 33"/>
          <p:cNvSpPr/>
          <p:nvPr/>
        </p:nvSpPr>
        <p:spPr>
          <a:xfrm>
            <a:off x="2064296" y="9580836"/>
            <a:ext cx="78828" cy="78828"/>
          </a:xfrm>
          <a:prstGeom prst="ellipse">
            <a:avLst/>
          </a:prstGeom>
          <a:solidFill>
            <a:srgbClr val="F3EEE3">
              <a:alpha val="28000"/>
            </a:srgbClr>
          </a:solidFill>
          <a:ln/>
        </p:spPr>
      </p:sp>
      <p:sp>
        <p:nvSpPr>
          <p:cNvPr id="36" name="Shape 34"/>
          <p:cNvSpPr/>
          <p:nvPr/>
        </p:nvSpPr>
        <p:spPr>
          <a:xfrm>
            <a:off x="2221951" y="9580836"/>
            <a:ext cx="78828" cy="78828"/>
          </a:xfrm>
          <a:prstGeom prst="ellipse">
            <a:avLst/>
          </a:prstGeom>
          <a:solidFill>
            <a:srgbClr val="F3EEE3">
              <a:alpha val="28000"/>
            </a:srgbClr>
          </a:solidFill>
          <a:ln/>
        </p:spPr>
      </p:sp>
      <p:sp>
        <p:nvSpPr>
          <p:cNvPr id="37" name="Shape 35"/>
          <p:cNvSpPr/>
          <p:nvPr/>
        </p:nvSpPr>
        <p:spPr>
          <a:xfrm>
            <a:off x="2379606" y="9580836"/>
            <a:ext cx="78828" cy="78828"/>
          </a:xfrm>
          <a:prstGeom prst="ellipse">
            <a:avLst/>
          </a:prstGeom>
          <a:solidFill>
            <a:srgbClr val="F3EEE3">
              <a:alpha val="28000"/>
            </a:srgbClr>
          </a:solidFill>
          <a:ln/>
        </p:spPr>
      </p:sp>
      <p:sp>
        <p:nvSpPr>
          <p:cNvPr id="38" name="Shape 36"/>
          <p:cNvSpPr/>
          <p:nvPr/>
        </p:nvSpPr>
        <p:spPr>
          <a:xfrm>
            <a:off x="2537261" y="9580836"/>
            <a:ext cx="78828" cy="78828"/>
          </a:xfrm>
          <a:prstGeom prst="ellipse">
            <a:avLst/>
          </a:prstGeom>
          <a:solidFill>
            <a:srgbClr val="F3EEE3">
              <a:alpha val="28000"/>
            </a:srgbClr>
          </a:solidFill>
          <a:ln/>
        </p:spPr>
      </p:sp>
      <p:sp>
        <p:nvSpPr>
          <p:cNvPr id="39" name="Shape 37"/>
          <p:cNvSpPr/>
          <p:nvPr/>
        </p:nvSpPr>
        <p:spPr>
          <a:xfrm>
            <a:off x="2694916" y="9580836"/>
            <a:ext cx="78828" cy="78828"/>
          </a:xfrm>
          <a:prstGeom prst="ellipse">
            <a:avLst/>
          </a:prstGeom>
          <a:solidFill>
            <a:srgbClr val="F3EEE3">
              <a:alpha val="28000"/>
            </a:srgbClr>
          </a:solidFill>
          <a:ln/>
        </p:spPr>
      </p:sp>
      <p:sp>
        <p:nvSpPr>
          <p:cNvPr id="40" name="Shape 38"/>
          <p:cNvSpPr/>
          <p:nvPr/>
        </p:nvSpPr>
        <p:spPr>
          <a:xfrm>
            <a:off x="2852571" y="9580836"/>
            <a:ext cx="78828" cy="78828"/>
          </a:xfrm>
          <a:prstGeom prst="ellipse">
            <a:avLst/>
          </a:prstGeom>
          <a:solidFill>
            <a:srgbClr val="F3EEE3">
              <a:alpha val="28000"/>
            </a:srgbClr>
          </a:solidFill>
          <a:ln/>
        </p:spPr>
      </p:sp>
      <p:sp>
        <p:nvSpPr>
          <p:cNvPr id="41" name="Shape 39"/>
          <p:cNvSpPr/>
          <p:nvPr/>
        </p:nvSpPr>
        <p:spPr>
          <a:xfrm>
            <a:off x="3010225" y="9580836"/>
            <a:ext cx="78828" cy="78828"/>
          </a:xfrm>
          <a:prstGeom prst="ellipse">
            <a:avLst/>
          </a:prstGeom>
          <a:solidFill>
            <a:srgbClr val="F3EEE3">
              <a:alpha val="28000"/>
            </a:srgbClr>
          </a:solidFill>
          <a:ln/>
        </p:spPr>
      </p:sp>
      <p:sp>
        <p:nvSpPr>
          <p:cNvPr id="42" name="Shape 40"/>
          <p:cNvSpPr/>
          <p:nvPr/>
        </p:nvSpPr>
        <p:spPr>
          <a:xfrm>
            <a:off x="3167880" y="9580836"/>
            <a:ext cx="78828" cy="78828"/>
          </a:xfrm>
          <a:prstGeom prst="ellipse">
            <a:avLst/>
          </a:prstGeom>
          <a:solidFill>
            <a:srgbClr val="F3EEE3">
              <a:alpha val="28000"/>
            </a:srgbClr>
          </a:solidFill>
          <a:ln/>
        </p:spPr>
      </p:sp>
      <p:sp>
        <p:nvSpPr>
          <p:cNvPr id="43" name="Shape 41"/>
          <p:cNvSpPr/>
          <p:nvPr/>
        </p:nvSpPr>
        <p:spPr>
          <a:xfrm>
            <a:off x="3325535" y="9580836"/>
            <a:ext cx="78828" cy="78828"/>
          </a:xfrm>
          <a:prstGeom prst="ellipse">
            <a:avLst/>
          </a:prstGeom>
          <a:solidFill>
            <a:srgbClr val="F3EEE3">
              <a:alpha val="28000"/>
            </a:srgbClr>
          </a:solidFill>
          <a:ln/>
        </p:spPr>
      </p:sp>
      <p:sp>
        <p:nvSpPr>
          <p:cNvPr id="44" name="Shape 42"/>
          <p:cNvSpPr/>
          <p:nvPr/>
        </p:nvSpPr>
        <p:spPr>
          <a:xfrm>
            <a:off x="3470052" y="9567698"/>
            <a:ext cx="105103" cy="105103"/>
          </a:xfrm>
          <a:prstGeom prst="ellipse">
            <a:avLst/>
          </a:prstGeom>
          <a:solidFill>
            <a:srgbClr val="FF6A4D"/>
          </a:solidFill>
          <a:ln/>
        </p:spPr>
      </p:sp>
      <p:sp>
        <p:nvSpPr>
          <p:cNvPr id="45" name="Shape 43"/>
          <p:cNvSpPr/>
          <p:nvPr/>
        </p:nvSpPr>
        <p:spPr>
          <a:xfrm>
            <a:off x="3640845" y="9580836"/>
            <a:ext cx="78828" cy="78828"/>
          </a:xfrm>
          <a:prstGeom prst="ellipse">
            <a:avLst/>
          </a:prstGeom>
          <a:solidFill>
            <a:srgbClr val="F3EEE3">
              <a:alpha val="28000"/>
            </a:srgbClr>
          </a:solidFill>
          <a:ln/>
        </p:spPr>
      </p:sp>
      <p:sp>
        <p:nvSpPr>
          <p:cNvPr id="46" name="Shape 44"/>
          <p:cNvSpPr/>
          <p:nvPr/>
        </p:nvSpPr>
        <p:spPr>
          <a:xfrm>
            <a:off x="3798500" y="9580836"/>
            <a:ext cx="78828" cy="78828"/>
          </a:xfrm>
          <a:prstGeom prst="ellipse">
            <a:avLst/>
          </a:prstGeom>
          <a:solidFill>
            <a:srgbClr val="F3EEE3">
              <a:alpha val="28000"/>
            </a:srgbClr>
          </a:solidFill>
          <a:ln/>
        </p:spPr>
      </p:sp>
      <p:sp>
        <p:nvSpPr>
          <p:cNvPr id="47" name="Shape 45"/>
          <p:cNvSpPr/>
          <p:nvPr/>
        </p:nvSpPr>
        <p:spPr>
          <a:xfrm>
            <a:off x="3956155" y="9580836"/>
            <a:ext cx="78828" cy="78828"/>
          </a:xfrm>
          <a:prstGeom prst="ellipse">
            <a:avLst/>
          </a:prstGeom>
          <a:solidFill>
            <a:srgbClr val="F3EEE3">
              <a:alpha val="28000"/>
            </a:srgbClr>
          </a:solidFill>
          <a:ln/>
        </p:spPr>
      </p:sp>
      <p:sp>
        <p:nvSpPr>
          <p:cNvPr id="48" name="Shape 46"/>
          <p:cNvSpPr/>
          <p:nvPr/>
        </p:nvSpPr>
        <p:spPr>
          <a:xfrm>
            <a:off x="4113810" y="9580836"/>
            <a:ext cx="78828" cy="78828"/>
          </a:xfrm>
          <a:prstGeom prst="ellipse">
            <a:avLst/>
          </a:prstGeom>
          <a:solidFill>
            <a:srgbClr val="F3EEE3">
              <a:alpha val="28000"/>
            </a:srgbClr>
          </a:solidFill>
          <a:ln/>
        </p:spPr>
      </p:sp>
      <p:sp>
        <p:nvSpPr>
          <p:cNvPr id="49" name="Shape 47"/>
          <p:cNvSpPr/>
          <p:nvPr/>
        </p:nvSpPr>
        <p:spPr>
          <a:xfrm>
            <a:off x="4271465" y="9580836"/>
            <a:ext cx="78828" cy="78828"/>
          </a:xfrm>
          <a:prstGeom prst="ellipse">
            <a:avLst/>
          </a:prstGeom>
          <a:solidFill>
            <a:srgbClr val="F3EEE3">
              <a:alpha val="28000"/>
            </a:srgbClr>
          </a:solidFill>
          <a:ln/>
        </p:spPr>
      </p:sp>
      <p:sp>
        <p:nvSpPr>
          <p:cNvPr id="50" name="Shape 48"/>
          <p:cNvSpPr/>
          <p:nvPr/>
        </p:nvSpPr>
        <p:spPr>
          <a:xfrm>
            <a:off x="4429120" y="9580836"/>
            <a:ext cx="78828" cy="78828"/>
          </a:xfrm>
          <a:prstGeom prst="ellipse">
            <a:avLst/>
          </a:prstGeom>
          <a:solidFill>
            <a:srgbClr val="F3EEE3">
              <a:alpha val="28000"/>
            </a:srgbClr>
          </a:solidFill>
          <a:ln/>
        </p:spPr>
      </p:sp>
      <p:sp>
        <p:nvSpPr>
          <p:cNvPr id="51" name="Shape 49"/>
          <p:cNvSpPr/>
          <p:nvPr/>
        </p:nvSpPr>
        <p:spPr>
          <a:xfrm>
            <a:off x="4586775" y="9580836"/>
            <a:ext cx="78828" cy="78828"/>
          </a:xfrm>
          <a:prstGeom prst="ellipse">
            <a:avLst/>
          </a:prstGeom>
          <a:solidFill>
            <a:srgbClr val="F3EEE3">
              <a:alpha val="28000"/>
            </a:srgbClr>
          </a:solidFill>
          <a:ln/>
        </p:spPr>
      </p:sp>
      <p:sp>
        <p:nvSpPr>
          <p:cNvPr id="52" name="Shape 50"/>
          <p:cNvSpPr/>
          <p:nvPr/>
        </p:nvSpPr>
        <p:spPr>
          <a:xfrm>
            <a:off x="4744430" y="9580836"/>
            <a:ext cx="78828" cy="78828"/>
          </a:xfrm>
          <a:prstGeom prst="ellipse">
            <a:avLst/>
          </a:prstGeom>
          <a:solidFill>
            <a:srgbClr val="F3EEE3">
              <a:alpha val="28000"/>
            </a:srgbClr>
          </a:solidFill>
          <a:ln/>
        </p:spPr>
      </p:sp>
      <p:sp>
        <p:nvSpPr>
          <p:cNvPr id="53" name="Shape 51"/>
          <p:cNvSpPr/>
          <p:nvPr/>
        </p:nvSpPr>
        <p:spPr>
          <a:xfrm>
            <a:off x="4902085" y="9580836"/>
            <a:ext cx="78828" cy="78828"/>
          </a:xfrm>
          <a:prstGeom prst="ellipse">
            <a:avLst/>
          </a:prstGeom>
          <a:solidFill>
            <a:srgbClr val="F3EEE3">
              <a:alpha val="28000"/>
            </a:srgbClr>
          </a:solidFill>
          <a:ln/>
        </p:spPr>
      </p:sp>
      <p:sp>
        <p:nvSpPr>
          <p:cNvPr id="54" name="Shape 52"/>
          <p:cNvSpPr/>
          <p:nvPr/>
        </p:nvSpPr>
        <p:spPr>
          <a:xfrm>
            <a:off x="5059740" y="9580836"/>
            <a:ext cx="78828" cy="78828"/>
          </a:xfrm>
          <a:prstGeom prst="ellipse">
            <a:avLst/>
          </a:prstGeom>
          <a:solidFill>
            <a:srgbClr val="F3EEE3">
              <a:alpha val="28000"/>
            </a:srgbClr>
          </a:solidFill>
          <a:ln/>
        </p:spPr>
      </p:sp>
      <p:sp>
        <p:nvSpPr>
          <p:cNvPr id="55" name="Shape 53"/>
          <p:cNvSpPr/>
          <p:nvPr/>
        </p:nvSpPr>
        <p:spPr>
          <a:xfrm>
            <a:off x="5217395" y="9580836"/>
            <a:ext cx="78828" cy="78828"/>
          </a:xfrm>
          <a:prstGeom prst="ellipse">
            <a:avLst/>
          </a:prstGeom>
          <a:solidFill>
            <a:srgbClr val="F3EEE3">
              <a:alpha val="28000"/>
            </a:srgbClr>
          </a:solidFill>
          <a:ln/>
        </p:spPr>
      </p:sp>
      <p:sp>
        <p:nvSpPr>
          <p:cNvPr id="56" name="Shape 54"/>
          <p:cNvSpPr/>
          <p:nvPr/>
        </p:nvSpPr>
        <p:spPr>
          <a:xfrm>
            <a:off x="5375050" y="9580836"/>
            <a:ext cx="78828" cy="78828"/>
          </a:xfrm>
          <a:prstGeom prst="ellipse">
            <a:avLst/>
          </a:prstGeom>
          <a:solidFill>
            <a:srgbClr val="F3EEE3">
              <a:alpha val="28000"/>
            </a:srgbClr>
          </a:solidFill>
          <a:ln/>
        </p:spPr>
      </p:sp>
      <p:sp>
        <p:nvSpPr>
          <p:cNvPr id="57" name="Shape 55"/>
          <p:cNvSpPr/>
          <p:nvPr/>
        </p:nvSpPr>
        <p:spPr>
          <a:xfrm>
            <a:off x="5532705" y="9580836"/>
            <a:ext cx="78828" cy="78828"/>
          </a:xfrm>
          <a:prstGeom prst="ellipse">
            <a:avLst/>
          </a:prstGeom>
          <a:solidFill>
            <a:srgbClr val="F3EEE3">
              <a:alpha val="28000"/>
            </a:srgbClr>
          </a:solidFill>
          <a:ln/>
        </p:spPr>
      </p:sp>
      <p:sp>
        <p:nvSpPr>
          <p:cNvPr id="58" name="Shape 56"/>
          <p:cNvSpPr/>
          <p:nvPr/>
        </p:nvSpPr>
        <p:spPr>
          <a:xfrm>
            <a:off x="5690359" y="9580836"/>
            <a:ext cx="78828" cy="78828"/>
          </a:xfrm>
          <a:prstGeom prst="ellipse">
            <a:avLst/>
          </a:prstGeom>
          <a:solidFill>
            <a:srgbClr val="F3EEE3">
              <a:alpha val="28000"/>
            </a:srgbClr>
          </a:solidFill>
          <a:ln/>
        </p:spPr>
      </p:sp>
      <p:sp>
        <p:nvSpPr>
          <p:cNvPr id="59" name="Shape 57"/>
          <p:cNvSpPr/>
          <p:nvPr/>
        </p:nvSpPr>
        <p:spPr>
          <a:xfrm>
            <a:off x="5848014" y="9580836"/>
            <a:ext cx="78828" cy="78828"/>
          </a:xfrm>
          <a:prstGeom prst="ellipse">
            <a:avLst/>
          </a:prstGeom>
          <a:solidFill>
            <a:srgbClr val="F3EEE3">
              <a:alpha val="28000"/>
            </a:srgbClr>
          </a:solidFill>
          <a:ln/>
        </p:spPr>
      </p:sp>
      <p:sp>
        <p:nvSpPr>
          <p:cNvPr id="60" name="Shape 58"/>
          <p:cNvSpPr/>
          <p:nvPr/>
        </p:nvSpPr>
        <p:spPr>
          <a:xfrm>
            <a:off x="6005669" y="9580836"/>
            <a:ext cx="78828" cy="78828"/>
          </a:xfrm>
          <a:prstGeom prst="ellipse">
            <a:avLst/>
          </a:prstGeom>
          <a:solidFill>
            <a:srgbClr val="F3EEE3">
              <a:alpha val="28000"/>
            </a:srgbClr>
          </a:solidFill>
          <a:ln/>
        </p:spPr>
      </p:sp>
      <p:sp>
        <p:nvSpPr>
          <p:cNvPr id="61" name="Shape 59"/>
          <p:cNvSpPr/>
          <p:nvPr/>
        </p:nvSpPr>
        <p:spPr>
          <a:xfrm>
            <a:off x="6163324" y="9580836"/>
            <a:ext cx="78828" cy="78828"/>
          </a:xfrm>
          <a:prstGeom prst="ellipse">
            <a:avLst/>
          </a:prstGeom>
          <a:solidFill>
            <a:srgbClr val="F3EEE3">
              <a:alpha val="28000"/>
            </a:srgbClr>
          </a:solidFill>
          <a:ln/>
        </p:spPr>
      </p:sp>
      <p:sp>
        <p:nvSpPr>
          <p:cNvPr id="62" name="Shape 60"/>
          <p:cNvSpPr/>
          <p:nvPr/>
        </p:nvSpPr>
        <p:spPr>
          <a:xfrm>
            <a:off x="6320979" y="9580836"/>
            <a:ext cx="78828" cy="78828"/>
          </a:xfrm>
          <a:prstGeom prst="ellipse">
            <a:avLst/>
          </a:prstGeom>
          <a:solidFill>
            <a:srgbClr val="F3EEE3">
              <a:alpha val="28000"/>
            </a:srgbClr>
          </a:solidFill>
          <a:ln/>
        </p:spPr>
      </p:sp>
      <p:sp>
        <p:nvSpPr>
          <p:cNvPr id="63" name="Shape 61"/>
          <p:cNvSpPr/>
          <p:nvPr/>
        </p:nvSpPr>
        <p:spPr>
          <a:xfrm>
            <a:off x="6478634" y="9580836"/>
            <a:ext cx="78828" cy="78828"/>
          </a:xfrm>
          <a:prstGeom prst="ellipse">
            <a:avLst/>
          </a:prstGeom>
          <a:solidFill>
            <a:srgbClr val="F3EEE3">
              <a:alpha val="28000"/>
            </a:srgbClr>
          </a:solidFill>
          <a:ln/>
        </p:spPr>
      </p:sp>
      <p:sp>
        <p:nvSpPr>
          <p:cNvPr id="64" name="Shape 62"/>
          <p:cNvSpPr/>
          <p:nvPr/>
        </p:nvSpPr>
        <p:spPr>
          <a:xfrm>
            <a:off x="6636289" y="9580836"/>
            <a:ext cx="78828" cy="78828"/>
          </a:xfrm>
          <a:prstGeom prst="ellipse">
            <a:avLst/>
          </a:prstGeom>
          <a:solidFill>
            <a:srgbClr val="F3EEE3">
              <a:alpha val="28000"/>
            </a:srgbClr>
          </a:solidFill>
          <a:ln/>
        </p:spPr>
      </p:sp>
      <p:sp>
        <p:nvSpPr>
          <p:cNvPr id="65" name="Shape 63"/>
          <p:cNvSpPr/>
          <p:nvPr/>
        </p:nvSpPr>
        <p:spPr>
          <a:xfrm>
            <a:off x="6793944" y="9580836"/>
            <a:ext cx="78828" cy="78828"/>
          </a:xfrm>
          <a:prstGeom prst="ellipse">
            <a:avLst/>
          </a:prstGeom>
          <a:solidFill>
            <a:srgbClr val="F3EEE3">
              <a:alpha val="28000"/>
            </a:srgbClr>
          </a:solidFill>
          <a:ln/>
        </p:spPr>
      </p:sp>
      <p:sp>
        <p:nvSpPr>
          <p:cNvPr id="66" name="Shape 64"/>
          <p:cNvSpPr/>
          <p:nvPr/>
        </p:nvSpPr>
        <p:spPr>
          <a:xfrm>
            <a:off x="6951599" y="9580836"/>
            <a:ext cx="78828" cy="78828"/>
          </a:xfrm>
          <a:prstGeom prst="ellipse">
            <a:avLst/>
          </a:prstGeom>
          <a:solidFill>
            <a:srgbClr val="F3EEE3">
              <a:alpha val="28000"/>
            </a:srgbClr>
          </a:solidFill>
          <a:ln/>
        </p:spPr>
      </p:sp>
      <p:sp>
        <p:nvSpPr>
          <p:cNvPr id="67" name="Shape 65"/>
          <p:cNvSpPr/>
          <p:nvPr/>
        </p:nvSpPr>
        <p:spPr>
          <a:xfrm>
            <a:off x="7109254" y="9580836"/>
            <a:ext cx="78828" cy="78828"/>
          </a:xfrm>
          <a:prstGeom prst="ellipse">
            <a:avLst/>
          </a:prstGeom>
          <a:solidFill>
            <a:srgbClr val="F3EEE3">
              <a:alpha val="28000"/>
            </a:srgbClr>
          </a:solidFill>
          <a:ln/>
        </p:spPr>
      </p:sp>
      <p:sp>
        <p:nvSpPr>
          <p:cNvPr id="68" name="Shape 66"/>
          <p:cNvSpPr/>
          <p:nvPr/>
        </p:nvSpPr>
        <p:spPr>
          <a:xfrm>
            <a:off x="7266909" y="9580836"/>
            <a:ext cx="78828" cy="78828"/>
          </a:xfrm>
          <a:prstGeom prst="ellipse">
            <a:avLst/>
          </a:prstGeom>
          <a:solidFill>
            <a:srgbClr val="F3EEE3">
              <a:alpha val="28000"/>
            </a:srgbClr>
          </a:solidFill>
          <a:ln/>
        </p:spPr>
      </p:sp>
      <p:sp>
        <p:nvSpPr>
          <p:cNvPr id="69" name="Shape 67"/>
          <p:cNvSpPr/>
          <p:nvPr/>
        </p:nvSpPr>
        <p:spPr>
          <a:xfrm>
            <a:off x="7424564" y="9580836"/>
            <a:ext cx="78828" cy="78828"/>
          </a:xfrm>
          <a:prstGeom prst="ellipse">
            <a:avLst/>
          </a:prstGeom>
          <a:solidFill>
            <a:srgbClr val="F3EEE3">
              <a:alpha val="28000"/>
            </a:srgbClr>
          </a:solidFill>
          <a:ln/>
        </p:spPr>
      </p:sp>
      <p:sp>
        <p:nvSpPr>
          <p:cNvPr id="70" name="Shape 68"/>
          <p:cNvSpPr/>
          <p:nvPr/>
        </p:nvSpPr>
        <p:spPr>
          <a:xfrm>
            <a:off x="7582219" y="9580836"/>
            <a:ext cx="78828" cy="78828"/>
          </a:xfrm>
          <a:prstGeom prst="ellipse">
            <a:avLst/>
          </a:prstGeom>
          <a:solidFill>
            <a:srgbClr val="F3EEE3">
              <a:alpha val="28000"/>
            </a:srgbClr>
          </a:solidFill>
          <a:ln/>
        </p:spPr>
      </p:sp>
      <p:sp>
        <p:nvSpPr>
          <p:cNvPr id="71" name="Shape 69"/>
          <p:cNvSpPr/>
          <p:nvPr/>
        </p:nvSpPr>
        <p:spPr>
          <a:xfrm>
            <a:off x="7739874" y="9580836"/>
            <a:ext cx="78828" cy="78828"/>
          </a:xfrm>
          <a:prstGeom prst="ellipse">
            <a:avLst/>
          </a:prstGeom>
          <a:solidFill>
            <a:srgbClr val="F3EEE3">
              <a:alpha val="28000"/>
            </a:srgbClr>
          </a:solidFill>
          <a:ln/>
        </p:spPr>
      </p:sp>
      <p:sp>
        <p:nvSpPr>
          <p:cNvPr id="72" name="Shape 70"/>
          <p:cNvSpPr/>
          <p:nvPr/>
        </p:nvSpPr>
        <p:spPr>
          <a:xfrm>
            <a:off x="7897529" y="9580836"/>
            <a:ext cx="78828" cy="78828"/>
          </a:xfrm>
          <a:prstGeom prst="ellipse">
            <a:avLst/>
          </a:prstGeom>
          <a:solidFill>
            <a:srgbClr val="F3EEE3">
              <a:alpha val="28000"/>
            </a:srgbClr>
          </a:solidFill>
          <a:ln/>
        </p:spPr>
      </p:sp>
      <p:sp>
        <p:nvSpPr>
          <p:cNvPr id="73" name="Shape 71"/>
          <p:cNvSpPr/>
          <p:nvPr/>
        </p:nvSpPr>
        <p:spPr>
          <a:xfrm>
            <a:off x="8055184" y="9580836"/>
            <a:ext cx="78828" cy="78828"/>
          </a:xfrm>
          <a:prstGeom prst="ellipse">
            <a:avLst/>
          </a:prstGeom>
          <a:solidFill>
            <a:srgbClr val="F3EEE3">
              <a:alpha val="28000"/>
            </a:srgbClr>
          </a:solidFill>
          <a:ln/>
        </p:spPr>
      </p:sp>
      <p:sp>
        <p:nvSpPr>
          <p:cNvPr id="74" name="Shape 72"/>
          <p:cNvSpPr/>
          <p:nvPr/>
        </p:nvSpPr>
        <p:spPr>
          <a:xfrm>
            <a:off x="8212839" y="9580836"/>
            <a:ext cx="78828" cy="78828"/>
          </a:xfrm>
          <a:prstGeom prst="ellipse">
            <a:avLst/>
          </a:prstGeom>
          <a:solidFill>
            <a:srgbClr val="F3EEE3">
              <a:alpha val="28000"/>
            </a:srgbClr>
          </a:solidFill>
          <a:ln/>
        </p:spPr>
      </p:sp>
      <p:sp>
        <p:nvSpPr>
          <p:cNvPr id="75" name="Shape 73"/>
          <p:cNvSpPr/>
          <p:nvPr/>
        </p:nvSpPr>
        <p:spPr>
          <a:xfrm>
            <a:off x="8370494" y="9580836"/>
            <a:ext cx="78828" cy="78828"/>
          </a:xfrm>
          <a:prstGeom prst="ellipse">
            <a:avLst/>
          </a:prstGeom>
          <a:solidFill>
            <a:srgbClr val="F3EEE3">
              <a:alpha val="28000"/>
            </a:srgbClr>
          </a:solidFill>
          <a:ln/>
        </p:spPr>
      </p:sp>
      <p:sp>
        <p:nvSpPr>
          <p:cNvPr id="76" name="Shape 74"/>
          <p:cNvSpPr/>
          <p:nvPr/>
        </p:nvSpPr>
        <p:spPr>
          <a:xfrm>
            <a:off x="8528148" y="9580836"/>
            <a:ext cx="78828" cy="78828"/>
          </a:xfrm>
          <a:prstGeom prst="ellipse">
            <a:avLst/>
          </a:prstGeom>
          <a:solidFill>
            <a:srgbClr val="F3EEE3">
              <a:alpha val="28000"/>
            </a:srgbClr>
          </a:solidFill>
          <a:ln/>
        </p:spPr>
      </p:sp>
      <p:sp>
        <p:nvSpPr>
          <p:cNvPr id="77" name="Shape 75"/>
          <p:cNvSpPr/>
          <p:nvPr/>
        </p:nvSpPr>
        <p:spPr>
          <a:xfrm>
            <a:off x="8685803" y="9580836"/>
            <a:ext cx="78828" cy="78828"/>
          </a:xfrm>
          <a:prstGeom prst="ellipse">
            <a:avLst/>
          </a:prstGeom>
          <a:solidFill>
            <a:srgbClr val="F3EEE3">
              <a:alpha val="28000"/>
            </a:srgbClr>
          </a:solidFill>
          <a:ln/>
        </p:spPr>
      </p:sp>
      <p:sp>
        <p:nvSpPr>
          <p:cNvPr id="78" name="Shape 76"/>
          <p:cNvSpPr/>
          <p:nvPr/>
        </p:nvSpPr>
        <p:spPr>
          <a:xfrm>
            <a:off x="8843458" y="9580836"/>
            <a:ext cx="78828" cy="78828"/>
          </a:xfrm>
          <a:prstGeom prst="ellipse">
            <a:avLst/>
          </a:prstGeom>
          <a:solidFill>
            <a:srgbClr val="F3EEE3">
              <a:alpha val="28000"/>
            </a:srgbClr>
          </a:solidFill>
          <a:ln/>
        </p:spPr>
      </p:sp>
      <p:sp>
        <p:nvSpPr>
          <p:cNvPr id="79" name="Shape 77"/>
          <p:cNvSpPr/>
          <p:nvPr/>
        </p:nvSpPr>
        <p:spPr>
          <a:xfrm>
            <a:off x="9001113" y="9580836"/>
            <a:ext cx="78828" cy="78828"/>
          </a:xfrm>
          <a:prstGeom prst="ellipse">
            <a:avLst/>
          </a:prstGeom>
          <a:solidFill>
            <a:srgbClr val="F3EEE3">
              <a:alpha val="28000"/>
            </a:srgbClr>
          </a:solidFill>
          <a:ln/>
        </p:spPr>
      </p:sp>
      <p:sp>
        <p:nvSpPr>
          <p:cNvPr id="80" name="Shape 78"/>
          <p:cNvSpPr/>
          <p:nvPr/>
        </p:nvSpPr>
        <p:spPr>
          <a:xfrm>
            <a:off x="9158768" y="9580836"/>
            <a:ext cx="78828" cy="78828"/>
          </a:xfrm>
          <a:prstGeom prst="ellipse">
            <a:avLst/>
          </a:prstGeom>
          <a:solidFill>
            <a:srgbClr val="F3EEE3">
              <a:alpha val="28000"/>
            </a:srgbClr>
          </a:solidFill>
          <a:ln/>
        </p:spPr>
      </p:sp>
      <p:sp>
        <p:nvSpPr>
          <p:cNvPr id="81" name="Shape 79"/>
          <p:cNvSpPr/>
          <p:nvPr/>
        </p:nvSpPr>
        <p:spPr>
          <a:xfrm>
            <a:off x="9316423" y="9580836"/>
            <a:ext cx="78828" cy="78828"/>
          </a:xfrm>
          <a:prstGeom prst="ellipse">
            <a:avLst/>
          </a:prstGeom>
          <a:solidFill>
            <a:srgbClr val="F3EEE3">
              <a:alpha val="28000"/>
            </a:srgbClr>
          </a:solidFill>
          <a:ln/>
        </p:spPr>
      </p:sp>
      <p:sp>
        <p:nvSpPr>
          <p:cNvPr id="82" name="Shape 80"/>
          <p:cNvSpPr/>
          <p:nvPr/>
        </p:nvSpPr>
        <p:spPr>
          <a:xfrm>
            <a:off x="9474078" y="9580836"/>
            <a:ext cx="78828" cy="78828"/>
          </a:xfrm>
          <a:prstGeom prst="ellipse">
            <a:avLst/>
          </a:prstGeom>
          <a:solidFill>
            <a:srgbClr val="F3EEE3">
              <a:alpha val="28000"/>
            </a:srgbClr>
          </a:solidFill>
          <a:ln/>
        </p:spPr>
      </p:sp>
      <p:sp>
        <p:nvSpPr>
          <p:cNvPr id="83" name="Shape 81"/>
          <p:cNvSpPr/>
          <p:nvPr/>
        </p:nvSpPr>
        <p:spPr>
          <a:xfrm>
            <a:off x="9631733" y="9580836"/>
            <a:ext cx="78828" cy="78828"/>
          </a:xfrm>
          <a:prstGeom prst="ellipse">
            <a:avLst/>
          </a:prstGeom>
          <a:solidFill>
            <a:srgbClr val="F3EEE3">
              <a:alpha val="28000"/>
            </a:srgbClr>
          </a:solidFill>
          <a:ln/>
        </p:spPr>
      </p:sp>
      <p:sp>
        <p:nvSpPr>
          <p:cNvPr id="84" name="Shape 82"/>
          <p:cNvSpPr/>
          <p:nvPr/>
        </p:nvSpPr>
        <p:spPr>
          <a:xfrm>
            <a:off x="9789388" y="9580836"/>
            <a:ext cx="78828" cy="78828"/>
          </a:xfrm>
          <a:prstGeom prst="ellipse">
            <a:avLst/>
          </a:prstGeom>
          <a:solidFill>
            <a:srgbClr val="F3EEE3">
              <a:alpha val="28000"/>
            </a:srgbClr>
          </a:solidFill>
          <a:ln/>
        </p:spPr>
      </p:sp>
      <p:sp>
        <p:nvSpPr>
          <p:cNvPr id="85" name="Shape 83"/>
          <p:cNvSpPr/>
          <p:nvPr/>
        </p:nvSpPr>
        <p:spPr>
          <a:xfrm>
            <a:off x="9947043" y="9580836"/>
            <a:ext cx="78828" cy="78828"/>
          </a:xfrm>
          <a:prstGeom prst="ellipse">
            <a:avLst/>
          </a:prstGeom>
          <a:solidFill>
            <a:srgbClr val="F3EEE3">
              <a:alpha val="28000"/>
            </a:srgbClr>
          </a:solidFill>
          <a:ln/>
        </p:spPr>
      </p:sp>
      <p:sp>
        <p:nvSpPr>
          <p:cNvPr id="86" name="Text 8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17/58</a:t>
            </a:r>
            <a:endParaRPr lang="en-US" sz="1800" dirty="0"/>
          </a:p>
        </p:txBody>
      </p:sp>
      <p:sp>
        <p:nvSpPr>
          <p:cNvPr id="87" name="Shape 85"/>
          <p:cNvSpPr/>
          <p:nvPr/>
        </p:nvSpPr>
        <p:spPr>
          <a:xfrm>
            <a:off x="15983712" y="9076331"/>
            <a:ext cx="1645920" cy="552301"/>
          </a:xfrm>
          <a:prstGeom prst="roundRect">
            <a:avLst>
              <a:gd name="adj" fmla="val 28000"/>
            </a:avLst>
          </a:prstGeom>
          <a:solidFill>
            <a:srgbClr val="FFFFFF">
              <a:alpha val="82000"/>
            </a:srgbClr>
          </a:solidFill>
          <a:ln/>
        </p:spPr>
      </p:sp>
      <p:pic>
        <p:nvPicPr>
          <p:cNvPr id="88" name="Moda image moda-export-watermark-a783a131-fe08-49cb-859e-a2ac3b54c461"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0" kern="0">
                <a:solidFill>
                  <a:srgbClr val="14161C"/>
                </a:solidFill>
                <a:latin typeface="Noto Sans JP ExtraBold" pitchFamily="34" charset="0"/>
                <a:ea typeface="Noto Sans JP ExtraBold" pitchFamily="34" charset="-122"/>
                <a:cs typeface="Noto Sans JP ExtraBold" pitchFamily="34" charset="-120"/>
              </a:rPr>
              <a:t>領域C：</a:t>
            </a:r>
            <a:r>
              <a:rPr lang="en-US" sz="5700" dirty="0" spc="-1" kern="0">
                <a:solidFill>
                  <a:srgbClr val="14161C"/>
                </a:solidFill>
                <a:latin typeface="Noto Sans JP ExtraBold" pitchFamily="34" charset="0"/>
                <a:ea typeface="Noto Sans JP ExtraBold" pitchFamily="34" charset="-122"/>
                <a:cs typeface="Noto Sans JP ExtraBold" pitchFamily="34" charset="-120"/>
              </a:rPr>
              <a:t> 軽い</a:t>
            </a:r>
            <a:r>
              <a:rPr lang="en-US" sz="5700" dirty="0" spc="0" kern="0">
                <a:solidFill>
                  <a:srgbClr val="14161C"/>
                </a:solidFill>
                <a:latin typeface="Noto Sans JP ExtraBold" pitchFamily="34" charset="0"/>
                <a:ea typeface="Noto Sans JP ExtraBold" pitchFamily="34" charset="-122"/>
                <a:cs typeface="Noto Sans JP ExtraBold" pitchFamily="34" charset="-120"/>
              </a:rPr>
              <a:t> 加熱、ゆっくりした 加水分解</a:t>
            </a:r>
            <a:endParaRPr lang="en-US" sz="5700" dirty="0"/>
          </a:p>
        </p:txBody>
      </p:sp>
      <p:sp>
        <p:nvSpPr>
          <p:cNvPr id="3" name="Shape 1"/>
          <p:cNvSpPr/>
          <p:nvPr/>
        </p:nvSpPr>
        <p:spPr>
          <a:xfrm>
            <a:off x="914400" y="2819400"/>
            <a:ext cx="95250" cy="5505450"/>
          </a:xfrm>
          <a:prstGeom prst="roundRect">
            <a:avLst>
              <a:gd name="adj" fmla="val 50000"/>
            </a:avLst>
          </a:prstGeom>
          <a:solidFill>
            <a:srgbClr val="0F766E"/>
          </a:solidFill>
          <a:ln/>
        </p:spPr>
      </p:sp>
      <p:sp>
        <p:nvSpPr>
          <p:cNvPr id="4" name="Text 2"/>
          <p:cNvSpPr/>
          <p:nvPr/>
        </p:nvSpPr>
        <p:spPr>
          <a:xfrm>
            <a:off x="1295400" y="2762250"/>
            <a:ext cx="10572750" cy="5619750"/>
          </a:xfrm>
          <a:prstGeom prst="rect">
            <a:avLst/>
          </a:prstGeom>
          <a:noFill/>
          <a:ln/>
        </p:spPr>
        <p:txBody>
          <a:bodyPr wrap="square" lIns="0" tIns="35636" rIns="0" bIns="-35636" rtlCol="0" anchor="t"/>
          <a:lstStyle/>
          <a:p>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25°C超で 長く</a:t>
            </a:r>
            <a:r>
              <a:rPr lang="en-US" sz="2850" dirty="0" spc="-16" kern="0">
                <a:solidFill>
                  <a:srgbClr val="14161C"/>
                </a:solidFill>
                <a:latin typeface="Noto Sans JP" pitchFamily="34" charset="0"/>
                <a:ea typeface="Noto Sans JP" pitchFamily="34" charset="-122"/>
                <a:cs typeface="Noto Sans JP" pitchFamily="34" charset="-120"/>
              </a:rPr>
              <a:t> 保管すると、</a:t>
            </a:r>
            <a:pPr algn="l" indent="0" marL="0">
              <a:lnSpc>
                <a:spcPts val="3848"/>
              </a:lnSpc>
              <a:buNone/>
            </a:pPr>
            <a:r>
              <a:rPr lang="en-US" sz="2850" b="1" dirty="0" kern="0">
                <a:solidFill>
                  <a:srgbClr val="E91EC8"/>
                </a:solidFill>
                <a:latin typeface="Noto Sans JP" pitchFamily="34" charset="0"/>
                <a:ea typeface="Noto Sans JP" pitchFamily="34" charset="-122"/>
                <a:cs typeface="Noto Sans JP" pitchFamily="34" charset="-120"/>
              </a:rPr>
              <a:t>尿素</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が</a:t>
            </a:r>
            <a:r>
              <a:rPr lang="en-US" sz="2850" dirty="0" spc="-12" kern="0">
                <a:solidFill>
                  <a:srgbClr val="14161C"/>
                </a:solidFill>
                <a:latin typeface="Noto Sans JP" pitchFamily="34" charset="0"/>
                <a:ea typeface="Noto Sans JP" pitchFamily="34" charset="-122"/>
                <a:cs typeface="Noto Sans JP" pitchFamily="34" charset="-120"/>
              </a:rPr>
              <a:t> 加水分解して</a:t>
            </a:r>
            <a:pPr algn="l" indent="0" marL="0">
              <a:lnSpc>
                <a:spcPts val="3848"/>
              </a:lnSpc>
              <a:buNone/>
            </a:pPr>
            <a:r>
              <a:rPr lang="en-US" sz="2850" b="1" dirty="0" spc="-5" kern="0">
                <a:solidFill>
                  <a:srgbClr val="0F766E"/>
                </a:solidFill>
                <a:latin typeface="Noto Sans JP" pitchFamily="34" charset="0"/>
                <a:ea typeface="Noto Sans JP" pitchFamily="34" charset="-122"/>
                <a:cs typeface="Noto Sans JP" pitchFamily="34" charset="-120"/>
              </a:rPr>
              <a:t>NH3</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と</a:t>
            </a:r>
            <a:r>
              <a:rPr lang="en-US" sz="2850" dirty="0" spc="-26" kern="0">
                <a:solidFill>
                  <a:srgbClr val="14161C"/>
                </a:solidFill>
                <a:latin typeface="Noto Sans JP" pitchFamily="34" charset="0"/>
                <a:ea typeface="Noto Sans JP" pitchFamily="34" charset="-122"/>
                <a:cs typeface="Noto Sans JP" pitchFamily="34" charset="-120"/>
              </a:rPr>
              <a:t> CO2になり、</a:t>
            </a:r>
            <a:r>
              <a:rPr lang="en-US" sz="2850" dirty="0" spc="0" kern="0">
                <a:solidFill>
                  <a:srgbClr val="14161C"/>
                </a:solidFill>
                <a:latin typeface="Noto Sans JP" pitchFamily="34" charset="0"/>
                <a:ea typeface="Noto Sans JP" pitchFamily="34" charset="-122"/>
                <a:cs typeface="Noto Sans JP" pitchFamily="34" charset="-120"/>
              </a:rPr>
              <a:t> 密閉タンクの</a:t>
            </a:r>
            <a:r>
              <a:rPr lang="en-US" sz="2850" dirty="0" spc="1" kern="0">
                <a:solidFill>
                  <a:srgbClr val="14161C"/>
                </a:solidFill>
                <a:latin typeface="Noto Sans JP" pitchFamily="34" charset="0"/>
                <a:ea typeface="Noto Sans JP" pitchFamily="34" charset="-122"/>
                <a:cs typeface="Noto Sans JP" pitchFamily="34" charset="-120"/>
              </a:rPr>
              <a:t> 圧力が</a:t>
            </a:r>
            <a:r>
              <a:rPr lang="en-US" sz="2850" dirty="0" spc="-29" kern="0">
                <a:solidFill>
                  <a:srgbClr val="14161C"/>
                </a:solidFill>
                <a:latin typeface="Noto Sans JP" pitchFamily="34" charset="0"/>
                <a:ea typeface="Noto Sans JP" pitchFamily="34" charset="-122"/>
                <a:cs typeface="Noto Sans JP" pitchFamily="34" charset="-120"/>
              </a:rPr>
              <a:t> 上がって</a:t>
            </a:r>
            <a:r>
              <a:rPr lang="en-US" sz="2850" dirty="0" spc="0" kern="0">
                <a:solidFill>
                  <a:srgbClr val="14161C"/>
                </a:solidFill>
                <a:latin typeface="Noto Sans JP" pitchFamily="34" charset="0"/>
                <a:ea typeface="Noto Sans JP" pitchFamily="34" charset="-122"/>
                <a:cs typeface="Noto Sans JP" pitchFamily="34" charset="-120"/>
              </a:rPr>
              <a:t> 使用期限が</a:t>
            </a:r>
            <a:r>
              <a:rPr lang="en-US" sz="2850" dirty="0" spc="1" kern="0">
                <a:solidFill>
                  <a:srgbClr val="14161C"/>
                </a:solidFill>
                <a:latin typeface="Noto Sans JP" pitchFamily="34" charset="0"/>
                <a:ea typeface="Noto Sans JP" pitchFamily="34" charset="-122"/>
                <a:cs typeface="Noto Sans JP" pitchFamily="34" charset="-120"/>
              </a:rPr>
              <a:t> 短くなる</a:t>
            </a:r>
            <a:pPr algn="l" indent="0" marL="0">
              <a:lnSpc>
                <a:spcPts val="3848"/>
              </a:lnSpc>
              <a:buNone/>
            </a:pPr>
            <a:r>
              <a:rPr lang="en-US" sz="2850" dirty="0" spc="-1" kern="0">
                <a:solidFill>
                  <a:srgbClr val="6B6A66"/>
                </a:solidFill>
                <a:latin typeface="Noto Sans JP" pitchFamily="34" charset="0"/>
                <a:ea typeface="Noto Sans JP" pitchFamily="34" charset="-122"/>
                <a:cs typeface="Noto Sans JP" pitchFamily="34" charset="-120"/>
              </a:rPr>
              <a:t>[S6]</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a:t>
            </a:r>
            <a:r>
              <a:rPr lang="en-US" sz="2850" dirty="0" spc="-32" kern="0">
                <a:solidFill>
                  <a:srgbClr val="14161C"/>
                </a:solidFill>
                <a:latin typeface="Noto Sans JP" pitchFamily="34" charset="0"/>
                <a:ea typeface="Noto Sans JP" pitchFamily="34" charset="-122"/>
                <a:cs typeface="Noto Sans JP" pitchFamily="34" charset="-120"/>
              </a:rPr>
              <a:t> 反応はとても</a:t>
            </a:r>
            <a:r>
              <a:rPr lang="en-US" sz="2850" dirty="0" spc="-1" kern="0">
                <a:solidFill>
                  <a:srgbClr val="14161C"/>
                </a:solidFill>
                <a:latin typeface="Noto Sans JP" pitchFamily="34" charset="0"/>
                <a:ea typeface="Noto Sans JP" pitchFamily="34" charset="-122"/>
                <a:cs typeface="Noto Sans JP" pitchFamily="34" charset="-120"/>
              </a:rPr>
              <a:t> 遅く、 平均30〜35°Cでも</a:t>
            </a:r>
            <a:r>
              <a:rPr lang="en-US" sz="2850" dirty="0" spc="1" kern="0">
                <a:solidFill>
                  <a:srgbClr val="14161C"/>
                </a:solidFill>
                <a:latin typeface="Noto Sans JP" pitchFamily="34" charset="0"/>
                <a:ea typeface="Noto Sans JP" pitchFamily="34" charset="-122"/>
                <a:cs typeface="Noto Sans JP" pitchFamily="34" charset="-120"/>
              </a:rPr>
              <a:t> 溶液は</a:t>
            </a:r>
            <a:r>
              <a:rPr lang="en-US" sz="2850" dirty="0" spc="-3" kern="0">
                <a:solidFill>
                  <a:srgbClr val="14161C"/>
                </a:solidFill>
                <a:latin typeface="Noto Sans JP" pitchFamily="34" charset="0"/>
                <a:ea typeface="Noto Sans JP" pitchFamily="34" charset="-122"/>
                <a:cs typeface="Noto Sans JP" pitchFamily="34" charset="-120"/>
              </a:rPr>
              <a:t> 6〜12か</a:t>
            </a:r>
            <a:r>
              <a:rPr lang="en-US" sz="2850" dirty="0" spc="-17" kern="0">
                <a:solidFill>
                  <a:srgbClr val="14161C"/>
                </a:solidFill>
                <a:latin typeface="Noto Sans JP" pitchFamily="34" charset="0"/>
                <a:ea typeface="Noto Sans JP" pitchFamily="34" charset="-122"/>
                <a:cs typeface="Noto Sans JP" pitchFamily="34" charset="-120"/>
              </a:rPr>
              <a:t> 月使える</a:t>
            </a:r>
            <a:pPr algn="l" indent="0" marL="0">
              <a:lnSpc>
                <a:spcPts val="3848"/>
              </a:lnSpc>
              <a:buNone/>
            </a:pPr>
            <a:r>
              <a:rPr lang="en-US" sz="2850" dirty="0" spc="-1" kern="0">
                <a:solidFill>
                  <a:srgbClr val="6B6A66"/>
                </a:solidFill>
                <a:latin typeface="Noto Sans JP" pitchFamily="34" charset="0"/>
                <a:ea typeface="Noto Sans JP" pitchFamily="34" charset="-122"/>
                <a:cs typeface="Noto Sans JP" pitchFamily="34" charset="-120"/>
              </a:rPr>
              <a:t>[S6]</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 通気口付きの タンクは</a:t>
            </a:r>
            <a:r>
              <a:rPr lang="en-US" sz="2850" dirty="0" spc="1" kern="0">
                <a:solidFill>
                  <a:srgbClr val="14161C"/>
                </a:solidFill>
                <a:latin typeface="Noto Sans JP" pitchFamily="34" charset="0"/>
                <a:ea typeface="Noto Sans JP" pitchFamily="34" charset="-122"/>
                <a:cs typeface="Noto Sans JP" pitchFamily="34" charset="-120"/>
              </a:rPr>
              <a:t> ガスを</a:t>
            </a:r>
            <a:r>
              <a:rPr lang="en-US" sz="2850" dirty="0" spc="-10" kern="0">
                <a:solidFill>
                  <a:srgbClr val="14161C"/>
                </a:solidFill>
                <a:latin typeface="Noto Sans JP" pitchFamily="34" charset="0"/>
                <a:ea typeface="Noto Sans JP" pitchFamily="34" charset="-122"/>
                <a:cs typeface="Noto Sans JP" pitchFamily="34" charset="-120"/>
              </a:rPr>
              <a:t> 逃がすが、</a:t>
            </a:r>
            <a:r>
              <a:rPr lang="en-US" sz="2850" dirty="0" spc="1" kern="0">
                <a:solidFill>
                  <a:srgbClr val="14161C"/>
                </a:solidFill>
                <a:latin typeface="Noto Sans JP" pitchFamily="34" charset="0"/>
                <a:ea typeface="Noto Sans JP" pitchFamily="34" charset="-122"/>
                <a:cs typeface="Noto Sans JP" pitchFamily="34" charset="-120"/>
              </a:rPr>
              <a:t> 水も</a:t>
            </a:r>
            <a:r>
              <a:rPr lang="en-US" sz="2850" dirty="0" spc="-17" kern="0">
                <a:solidFill>
                  <a:srgbClr val="14161C"/>
                </a:solidFill>
                <a:latin typeface="Noto Sans JP" pitchFamily="34" charset="0"/>
                <a:ea typeface="Noto Sans JP" pitchFamily="34" charset="-122"/>
                <a:cs typeface="Noto Sans JP" pitchFamily="34" charset="-120"/>
              </a:rPr>
              <a:t> 蒸発して</a:t>
            </a:r>
            <a:r>
              <a:rPr lang="en-US" sz="2850" dirty="0" spc="0" kern="0">
                <a:solidFill>
                  <a:srgbClr val="14161C"/>
                </a:solidFill>
                <a:latin typeface="Noto Sans JP" pitchFamily="34" charset="0"/>
                <a:ea typeface="Noto Sans JP" pitchFamily="34" charset="-122"/>
                <a:cs typeface="Noto Sans JP" pitchFamily="34" charset="-120"/>
              </a:rPr>
              <a:t> 濃度が</a:t>
            </a:r>
            <a:r>
              <a:rPr lang="en-US" sz="2850" dirty="0" spc="1" kern="0">
                <a:solidFill>
                  <a:srgbClr val="14161C"/>
                </a:solidFill>
                <a:latin typeface="Noto Sans JP" pitchFamily="34" charset="0"/>
                <a:ea typeface="Noto Sans JP" pitchFamily="34" charset="-122"/>
                <a:cs typeface="Noto Sans JP" pitchFamily="34" charset="-120"/>
              </a:rPr>
              <a:t> 上がる</a:t>
            </a:r>
            <a:pPr algn="l" indent="0" marL="0">
              <a:lnSpc>
                <a:spcPts val="3848"/>
              </a:lnSpc>
              <a:buNone/>
            </a:pPr>
            <a:r>
              <a:rPr lang="en-US" sz="2850" dirty="0" spc="-1" kern="0">
                <a:solidFill>
                  <a:srgbClr val="6B6A66"/>
                </a:solidFill>
                <a:latin typeface="Noto Sans JP" pitchFamily="34" charset="0"/>
                <a:ea typeface="Noto Sans JP" pitchFamily="34" charset="-122"/>
                <a:cs typeface="Noto Sans JP" pitchFamily="34" charset="-120"/>
              </a:rPr>
              <a:t>[S6]</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 直接接触する ヒーターは</a:t>
            </a:r>
            <a:r>
              <a:rPr lang="en-US" sz="2850" dirty="0" spc="1" kern="0">
                <a:solidFill>
                  <a:srgbClr val="14161C"/>
                </a:solidFill>
                <a:latin typeface="Noto Sans JP" pitchFamily="34" charset="0"/>
                <a:ea typeface="Noto Sans JP" pitchFamily="34" charset="-122"/>
                <a:cs typeface="Noto Sans JP" pitchFamily="34" charset="-120"/>
              </a:rPr>
              <a:t> 局所的に</a:t>
            </a:r>
            <a:r>
              <a:rPr lang="en-US" sz="2850" dirty="0" spc="0" kern="0">
                <a:solidFill>
                  <a:srgbClr val="14161C"/>
                </a:solidFill>
                <a:latin typeface="Noto Sans JP" pitchFamily="34" charset="0"/>
                <a:ea typeface="Noto Sans JP" pitchFamily="34" charset="-122"/>
                <a:cs typeface="Noto Sans JP" pitchFamily="34" charset="-120"/>
              </a:rPr>
              <a:t> 過熱し、</a:t>
            </a:r>
            <a:r>
              <a:rPr lang="en-US" sz="2850" dirty="0" spc="-2" kern="0">
                <a:solidFill>
                  <a:srgbClr val="14161C"/>
                </a:solidFill>
                <a:latin typeface="Noto Sans JP" pitchFamily="34" charset="0"/>
                <a:ea typeface="Noto Sans JP" pitchFamily="34" charset="-122"/>
                <a:cs typeface="Noto Sans JP" pitchFamily="34" charset="-120"/>
              </a:rPr>
              <a:t> NH3の</a:t>
            </a:r>
            <a:r>
              <a:rPr lang="en-US" sz="2850" dirty="0" spc="1" kern="0">
                <a:solidFill>
                  <a:srgbClr val="14161C"/>
                </a:solidFill>
                <a:latin typeface="Noto Sans JP" pitchFamily="34" charset="0"/>
                <a:ea typeface="Noto Sans JP" pitchFamily="34" charset="-122"/>
                <a:cs typeface="Noto Sans JP" pitchFamily="34" charset="-120"/>
              </a:rPr>
              <a:t> 発生を</a:t>
            </a:r>
            <a:r>
              <a:rPr lang="en-US" sz="2850" dirty="0" spc="0" kern="0">
                <a:solidFill>
                  <a:srgbClr val="14161C"/>
                </a:solidFill>
                <a:latin typeface="Noto Sans JP" pitchFamily="34" charset="0"/>
                <a:ea typeface="Noto Sans JP" pitchFamily="34" charset="-122"/>
                <a:cs typeface="Noto Sans JP" pitchFamily="34" charset="-120"/>
              </a:rPr>
              <a:t> 増やし 得る</a:t>
            </a:r>
            <a:pPr algn="l" indent="0" marL="0">
              <a:lnSpc>
                <a:spcPts val="3848"/>
              </a:lnSpc>
              <a:buNone/>
            </a:pPr>
            <a:r>
              <a:rPr lang="en-US" sz="2850" dirty="0" spc="-1" kern="0">
                <a:solidFill>
                  <a:srgbClr val="6B6A66"/>
                </a:solidFill>
                <a:latin typeface="Noto Sans JP" pitchFamily="34" charset="0"/>
                <a:ea typeface="Noto Sans JP" pitchFamily="34" charset="-122"/>
                <a:cs typeface="Noto Sans JP" pitchFamily="34" charset="-120"/>
              </a:rPr>
              <a:t>[S6]</a:t>
            </a:r>
            <a:pPr algn="l" indent="0" marL="0">
              <a:lnSpc>
                <a:spcPts val="3848"/>
              </a:lnSpc>
              <a:buNone/>
            </a:pPr>
            <a:r>
              <a:rPr lang="en-US" sz="2850" dirty="0" kern="0">
                <a:solidFill>
                  <a:srgbClr val="14161C"/>
                </a:solidFill>
                <a:latin typeface="Noto Sans JP" pitchFamily="34" charset="0"/>
                <a:ea typeface="Noto Sans JP" pitchFamily="34" charset="-122"/>
                <a:cs typeface="Noto Sans JP" pitchFamily="34" charset="-120"/>
              </a:rPr>
              <a:t>。</a:t>
            </a:r>
            <a:endParaRPr lang="en-US" sz="2850" dirty="0"/>
          </a:p>
        </p:txBody>
      </p:sp>
      <p:sp>
        <p:nvSpPr>
          <p:cNvPr id="5" name="Shape 3"/>
          <p:cNvSpPr/>
          <p:nvPr/>
        </p:nvSpPr>
        <p:spPr>
          <a:xfrm>
            <a:off x="12325350" y="2762250"/>
            <a:ext cx="5048250" cy="1724025"/>
          </a:xfrm>
          <a:prstGeom prst="roundRect">
            <a:avLst>
              <a:gd name="adj" fmla="val 12155"/>
            </a:avLst>
          </a:prstGeom>
          <a:solidFill>
            <a:srgbClr val="E8E0CF"/>
          </a:solidFill>
          <a:ln/>
        </p:spPr>
      </p:sp>
      <p:sp>
        <p:nvSpPr>
          <p:cNvPr id="6" name="Shape 4"/>
          <p:cNvSpPr/>
          <p:nvPr/>
        </p:nvSpPr>
        <p:spPr>
          <a:xfrm>
            <a:off x="12325350" y="2762250"/>
            <a:ext cx="5048250" cy="95250"/>
          </a:xfrm>
          <a:prstGeom prst="roundRect">
            <a:avLst>
              <a:gd name="adj" fmla="val 50000"/>
            </a:avLst>
          </a:prstGeom>
          <a:solidFill>
            <a:srgbClr val="0F766E"/>
          </a:solidFill>
          <a:ln/>
        </p:spPr>
      </p:sp>
      <p:sp>
        <p:nvSpPr>
          <p:cNvPr id="7" name="Text 5"/>
          <p:cNvSpPr/>
          <p:nvPr/>
        </p:nvSpPr>
        <p:spPr>
          <a:xfrm>
            <a:off x="12630150" y="3028950"/>
            <a:ext cx="4438650" cy="381000"/>
          </a:xfrm>
          <a:prstGeom prst="rect">
            <a:avLst/>
          </a:prstGeom>
          <a:noFill/>
          <a:ln/>
        </p:spPr>
        <p:txBody>
          <a:bodyPr wrap="square" lIns="0" tIns="0" rIns="0" bIns="0" rtlCol="0" anchor="ctr"/>
          <a:lstStyle/>
          <a:p>
            <a:pPr algn="l" indent="0" marL="0">
              <a:buNone/>
            </a:pPr>
            <a:r>
              <a:rPr lang="en-US" sz="1950" dirty="0" kern="0">
                <a:solidFill>
                  <a:srgbClr val="0F766E"/>
                </a:solidFill>
                <a:latin typeface="Noto Sans JP ExtraBold" pitchFamily="34" charset="0"/>
                <a:ea typeface="Noto Sans JP ExtraBold" pitchFamily="34" charset="-122"/>
                <a:cs typeface="Noto Sans JP ExtraBold" pitchFamily="34" charset="-120"/>
              </a:rPr>
              <a:t>場所</a:t>
            </a:r>
            <a:endParaRPr lang="en-US" sz="1950" dirty="0"/>
          </a:p>
        </p:txBody>
      </p:sp>
      <p:sp>
        <p:nvSpPr>
          <p:cNvPr id="8" name="Text 6"/>
          <p:cNvSpPr/>
          <p:nvPr/>
        </p:nvSpPr>
        <p:spPr>
          <a:xfrm>
            <a:off x="12630150" y="3486150"/>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14161C"/>
                </a:solidFill>
                <a:latin typeface="Noto Sans JP SemiBold" pitchFamily="34" charset="0"/>
                <a:ea typeface="Noto Sans JP SemiBold" pitchFamily="34" charset="-122"/>
                <a:cs typeface="Noto Sans JP SemiBold" pitchFamily="34" charset="-120"/>
              </a:rPr>
              <a:t>日向の</a:t>
            </a:r>
            <a:r>
              <a:rPr lang="en-US" sz="2400" dirty="0" spc="-42" kern="0">
                <a:solidFill>
                  <a:srgbClr val="14161C"/>
                </a:solidFill>
                <a:latin typeface="Noto Sans JP SemiBold" pitchFamily="34" charset="0"/>
                <a:ea typeface="Noto Sans JP SemiBold" pitchFamily="34" charset="-122"/>
                <a:cs typeface="Noto Sans JP SemiBold" pitchFamily="34" charset="-120"/>
              </a:rPr>
              <a:t> タンク、</a:t>
            </a:r>
            <a:r>
              <a:rPr lang="en-US" sz="2400" dirty="0" spc="1" kern="0">
                <a:solidFill>
                  <a:srgbClr val="14161C"/>
                </a:solidFill>
                <a:latin typeface="Noto Sans JP SemiBold" pitchFamily="34" charset="0"/>
                <a:ea typeface="Noto Sans JP SemiBold" pitchFamily="34" charset="-122"/>
                <a:cs typeface="Noto Sans JP SemiBold" pitchFamily="34" charset="-120"/>
              </a:rPr>
              <a:t> 熱源の 近く、 ヒーター</a:t>
            </a:r>
            <a:endParaRPr lang="en-US" sz="2400" dirty="0"/>
          </a:p>
        </p:txBody>
      </p:sp>
      <p:sp>
        <p:nvSpPr>
          <p:cNvPr id="9" name="Shape 7"/>
          <p:cNvSpPr/>
          <p:nvPr/>
        </p:nvSpPr>
        <p:spPr>
          <a:xfrm>
            <a:off x="12325350" y="4714875"/>
            <a:ext cx="5048250" cy="1724025"/>
          </a:xfrm>
          <a:prstGeom prst="roundRect">
            <a:avLst>
              <a:gd name="adj" fmla="val 12155"/>
            </a:avLst>
          </a:prstGeom>
          <a:solidFill>
            <a:srgbClr val="E8E0CF"/>
          </a:solidFill>
          <a:ln/>
        </p:spPr>
      </p:sp>
      <p:sp>
        <p:nvSpPr>
          <p:cNvPr id="10" name="Shape 8"/>
          <p:cNvSpPr/>
          <p:nvPr/>
        </p:nvSpPr>
        <p:spPr>
          <a:xfrm>
            <a:off x="12325350" y="4714875"/>
            <a:ext cx="5048250" cy="95250"/>
          </a:xfrm>
          <a:prstGeom prst="roundRect">
            <a:avLst>
              <a:gd name="adj" fmla="val 50000"/>
            </a:avLst>
          </a:prstGeom>
          <a:solidFill>
            <a:srgbClr val="E8472B"/>
          </a:solidFill>
          <a:ln/>
        </p:spPr>
      </p:sp>
      <p:sp>
        <p:nvSpPr>
          <p:cNvPr id="11" name="Text 9"/>
          <p:cNvSpPr/>
          <p:nvPr/>
        </p:nvSpPr>
        <p:spPr>
          <a:xfrm>
            <a:off x="12630150" y="4981575"/>
            <a:ext cx="4438650" cy="381000"/>
          </a:xfrm>
          <a:prstGeom prst="rect">
            <a:avLst/>
          </a:prstGeom>
          <a:noFill/>
          <a:ln/>
        </p:spPr>
        <p:txBody>
          <a:bodyPr wrap="square" lIns="0" tIns="0" rIns="0" bIns="0" rtlCol="0" anchor="ctr"/>
          <a:lstStyle/>
          <a:p>
            <a:pPr algn="l" indent="0" marL="0">
              <a:buNone/>
            </a:pPr>
            <a:r>
              <a:rPr lang="en-US" sz="1950" dirty="0" kern="0">
                <a:solidFill>
                  <a:srgbClr val="E8472B"/>
                </a:solidFill>
                <a:latin typeface="Noto Sans JP ExtraBold" pitchFamily="34" charset="0"/>
                <a:ea typeface="Noto Sans JP ExtraBold" pitchFamily="34" charset="-122"/>
                <a:cs typeface="Noto Sans JP ExtraBold" pitchFamily="34" charset="-120"/>
              </a:rPr>
              <a:t>役割</a:t>
            </a:r>
            <a:endParaRPr lang="en-US" sz="1950" dirty="0"/>
          </a:p>
        </p:txBody>
      </p:sp>
      <p:sp>
        <p:nvSpPr>
          <p:cNvPr id="12" name="Text 10"/>
          <p:cNvSpPr/>
          <p:nvPr/>
        </p:nvSpPr>
        <p:spPr>
          <a:xfrm>
            <a:off x="12630150" y="5438775"/>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14161C"/>
                </a:solidFill>
                <a:latin typeface="Noto Sans JP SemiBold" pitchFamily="34" charset="0"/>
                <a:ea typeface="Noto Sans JP SemiBold" pitchFamily="34" charset="-122"/>
                <a:cs typeface="Noto Sans JP SemiBold" pitchFamily="34" charset="-120"/>
              </a:rPr>
              <a:t>尿素がゆっくり</a:t>
            </a:r>
            <a:r>
              <a:rPr lang="en-US" sz="2400" dirty="0" spc="1" kern="0">
                <a:solidFill>
                  <a:srgbClr val="14161C"/>
                </a:solidFill>
                <a:latin typeface="Noto Sans JP SemiBold" pitchFamily="34" charset="0"/>
                <a:ea typeface="Noto Sans JP SemiBold" pitchFamily="34" charset="-122"/>
                <a:cs typeface="Noto Sans JP SemiBold" pitchFamily="34" charset="-120"/>
              </a:rPr>
              <a:t> 加水分解し、</a:t>
            </a:r>
            <a:r>
              <a:rPr lang="en-US" sz="2400" dirty="0" spc="2" kern="0">
                <a:solidFill>
                  <a:srgbClr val="14161C"/>
                </a:solidFill>
                <a:latin typeface="Noto Sans JP SemiBold" pitchFamily="34" charset="0"/>
                <a:ea typeface="Noto Sans JP SemiBold" pitchFamily="34" charset="-122"/>
                <a:cs typeface="Noto Sans JP SemiBold" pitchFamily="34" charset="-120"/>
              </a:rPr>
              <a:t> NH3と</a:t>
            </a:r>
            <a:r>
              <a:rPr lang="en-US" sz="2400" dirty="0" spc="-17" kern="0">
                <a:solidFill>
                  <a:srgbClr val="14161C"/>
                </a:solidFill>
                <a:latin typeface="Noto Sans JP SemiBold" pitchFamily="34" charset="0"/>
                <a:ea typeface="Noto Sans JP SemiBold" pitchFamily="34" charset="-122"/>
                <a:cs typeface="Noto Sans JP SemiBold" pitchFamily="34" charset="-120"/>
              </a:rPr>
              <a:t> CO2を</a:t>
            </a:r>
            <a:r>
              <a:rPr lang="en-US" sz="2400" dirty="0" spc="2" kern="0">
                <a:solidFill>
                  <a:srgbClr val="14161C"/>
                </a:solidFill>
                <a:latin typeface="Noto Sans JP SemiBold" pitchFamily="34" charset="0"/>
                <a:ea typeface="Noto Sans JP SemiBold" pitchFamily="34" charset="-122"/>
                <a:cs typeface="Noto Sans JP SemiBold" pitchFamily="34" charset="-120"/>
              </a:rPr>
              <a:t> 出す</a:t>
            </a:r>
            <a:endParaRPr lang="en-US" sz="2400" dirty="0"/>
          </a:p>
        </p:txBody>
      </p:sp>
      <p:sp>
        <p:nvSpPr>
          <p:cNvPr id="13" name="Shape 11"/>
          <p:cNvSpPr/>
          <p:nvPr/>
        </p:nvSpPr>
        <p:spPr>
          <a:xfrm>
            <a:off x="12325350" y="6657975"/>
            <a:ext cx="5048250" cy="1724025"/>
          </a:xfrm>
          <a:prstGeom prst="roundRect">
            <a:avLst>
              <a:gd name="adj" fmla="val 12155"/>
            </a:avLst>
          </a:prstGeom>
          <a:solidFill>
            <a:srgbClr val="E8E0CF"/>
          </a:solidFill>
          <a:ln/>
        </p:spPr>
      </p:sp>
      <p:sp>
        <p:nvSpPr>
          <p:cNvPr id="14" name="Shape 12"/>
          <p:cNvSpPr/>
          <p:nvPr/>
        </p:nvSpPr>
        <p:spPr>
          <a:xfrm>
            <a:off x="12325350" y="6657975"/>
            <a:ext cx="5048250" cy="95250"/>
          </a:xfrm>
          <a:prstGeom prst="roundRect">
            <a:avLst>
              <a:gd name="adj" fmla="val 50000"/>
            </a:avLst>
          </a:prstGeom>
          <a:solidFill>
            <a:srgbClr val="1F3FD1"/>
          </a:solidFill>
          <a:ln/>
        </p:spPr>
      </p:sp>
      <p:sp>
        <p:nvSpPr>
          <p:cNvPr id="15" name="Text 13"/>
          <p:cNvSpPr/>
          <p:nvPr/>
        </p:nvSpPr>
        <p:spPr>
          <a:xfrm>
            <a:off x="12630150" y="6924675"/>
            <a:ext cx="4438650" cy="381000"/>
          </a:xfrm>
          <a:prstGeom prst="rect">
            <a:avLst/>
          </a:prstGeom>
          <a:noFill/>
          <a:ln/>
        </p:spPr>
        <p:txBody>
          <a:bodyPr wrap="square" lIns="0" tIns="0" rIns="0" bIns="0" rtlCol="0" anchor="ctr"/>
          <a:lstStyle/>
          <a:p>
            <a:pPr algn="l" indent="0" marL="0">
              <a:buNone/>
            </a:pPr>
            <a:r>
              <a:rPr lang="en-US" sz="1950" dirty="0" kern="0">
                <a:solidFill>
                  <a:srgbClr val="1F3FD1"/>
                </a:solidFill>
                <a:latin typeface="Noto Sans JP ExtraBold" pitchFamily="34" charset="0"/>
                <a:ea typeface="Noto Sans JP ExtraBold" pitchFamily="34" charset="-122"/>
                <a:cs typeface="Noto Sans JP ExtraBold" pitchFamily="34" charset="-120"/>
              </a:rPr>
              <a:t>誤解</a:t>
            </a:r>
            <a:endParaRPr lang="en-US" sz="1950" dirty="0"/>
          </a:p>
        </p:txBody>
      </p:sp>
      <p:sp>
        <p:nvSpPr>
          <p:cNvPr id="16" name="Text 14"/>
          <p:cNvSpPr/>
          <p:nvPr/>
        </p:nvSpPr>
        <p:spPr>
          <a:xfrm>
            <a:off x="12630150" y="7381875"/>
            <a:ext cx="4438650" cy="809625"/>
          </a:xfrm>
          <a:prstGeom prst="rect">
            <a:avLst/>
          </a:prstGeom>
          <a:noFill/>
          <a:ln/>
        </p:spPr>
        <p:txBody>
          <a:bodyPr wrap="square" lIns="0" tIns="39929" rIns="0" bIns="-39929" rtlCol="0" anchor="t"/>
          <a:lstStyle/>
          <a:p>
            <a:pPr algn="l" indent="0" marL="0">
              <a:lnSpc>
                <a:spcPts val="2928"/>
              </a:lnSpc>
              <a:buNone/>
            </a:pPr>
            <a:r>
              <a:rPr lang="en-US" sz="2400" dirty="0" spc="-10" kern="0">
                <a:solidFill>
                  <a:srgbClr val="14161C"/>
                </a:solidFill>
                <a:latin typeface="Noto Sans JP SemiBold" pitchFamily="34" charset="0"/>
                <a:ea typeface="Noto Sans JP SemiBold" pitchFamily="34" charset="-122"/>
                <a:cs typeface="Noto Sans JP SemiBold" pitchFamily="34" charset="-120"/>
              </a:rPr>
              <a:t>ゆっくりでも、</a:t>
            </a:r>
            <a:r>
              <a:rPr lang="en-US" sz="2400" dirty="0" spc="0" kern="0">
                <a:solidFill>
                  <a:srgbClr val="14161C"/>
                </a:solidFill>
                <a:latin typeface="Noto Sans JP SemiBold" pitchFamily="34" charset="0"/>
                <a:ea typeface="Noto Sans JP SemiBold" pitchFamily="34" charset="-122"/>
                <a:cs typeface="Noto Sans JP SemiBold" pitchFamily="34" charset="-120"/>
              </a:rPr>
              <a:t> ゼロではない</a:t>
            </a:r>
            <a:endParaRPr lang="en-US" sz="2400" dirty="0"/>
          </a:p>
        </p:txBody>
      </p:sp>
      <p:sp>
        <p:nvSpPr>
          <p:cNvPr id="17"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[S6]</a:t>
            </a:r>
            <a:r>
              <a:rPr lang="en-US" sz="1800" dirty="0" spc="-1" kern="0">
                <a:solidFill>
                  <a:srgbClr val="6B6A66"/>
                </a:solidFill>
                <a:latin typeface="Noto Sans JP" pitchFamily="34" charset="0"/>
                <a:ea typeface="Noto Sans JP" pitchFamily="34" charset="-122"/>
                <a:cs typeface="Noto Sans JP" pitchFamily="34" charset="-120"/>
              </a:rPr>
              <a:t> [S7]</a:t>
            </a:r>
            <a:endParaRPr lang="en-US" sz="1800" dirty="0"/>
          </a:p>
        </p:txBody>
      </p:sp>
      <p:sp>
        <p:nvSpPr>
          <p:cNvPr id="18" name="Shape 16"/>
          <p:cNvSpPr/>
          <p:nvPr/>
        </p:nvSpPr>
        <p:spPr>
          <a:xfrm>
            <a:off x="960711" y="9580836"/>
            <a:ext cx="78828" cy="78828"/>
          </a:xfrm>
          <a:prstGeom prst="ellipse">
            <a:avLst/>
          </a:prstGeom>
          <a:solidFill>
            <a:srgbClr val="14161C">
              <a:alpha val="28000"/>
            </a:srgbClr>
          </a:solidFill>
          <a:ln/>
        </p:spPr>
      </p:sp>
      <p:sp>
        <p:nvSpPr>
          <p:cNvPr id="19" name="Shape 17"/>
          <p:cNvSpPr/>
          <p:nvPr/>
        </p:nvSpPr>
        <p:spPr>
          <a:xfrm>
            <a:off x="1118366" y="9580836"/>
            <a:ext cx="78828" cy="78828"/>
          </a:xfrm>
          <a:prstGeom prst="ellipse">
            <a:avLst/>
          </a:prstGeom>
          <a:solidFill>
            <a:srgbClr val="14161C">
              <a:alpha val="28000"/>
            </a:srgbClr>
          </a:solidFill>
          <a:ln/>
        </p:spPr>
      </p:sp>
      <p:sp>
        <p:nvSpPr>
          <p:cNvPr id="20" name="Shape 18"/>
          <p:cNvSpPr/>
          <p:nvPr/>
        </p:nvSpPr>
        <p:spPr>
          <a:xfrm>
            <a:off x="1276021" y="9580836"/>
            <a:ext cx="78828" cy="78828"/>
          </a:xfrm>
          <a:prstGeom prst="ellipse">
            <a:avLst/>
          </a:prstGeom>
          <a:solidFill>
            <a:srgbClr val="14161C">
              <a:alpha val="28000"/>
            </a:srgbClr>
          </a:solidFill>
          <a:ln/>
        </p:spPr>
      </p:sp>
      <p:sp>
        <p:nvSpPr>
          <p:cNvPr id="21" name="Shape 19"/>
          <p:cNvSpPr/>
          <p:nvPr/>
        </p:nvSpPr>
        <p:spPr>
          <a:xfrm>
            <a:off x="1433676" y="9580836"/>
            <a:ext cx="78828" cy="78828"/>
          </a:xfrm>
          <a:prstGeom prst="ellipse">
            <a:avLst/>
          </a:prstGeom>
          <a:solidFill>
            <a:srgbClr val="14161C">
              <a:alpha val="28000"/>
            </a:srgbClr>
          </a:solidFill>
          <a:ln/>
        </p:spPr>
      </p:sp>
      <p:sp>
        <p:nvSpPr>
          <p:cNvPr id="22" name="Shape 20"/>
          <p:cNvSpPr/>
          <p:nvPr/>
        </p:nvSpPr>
        <p:spPr>
          <a:xfrm>
            <a:off x="1591331" y="9580836"/>
            <a:ext cx="78828" cy="78828"/>
          </a:xfrm>
          <a:prstGeom prst="ellipse">
            <a:avLst/>
          </a:prstGeom>
          <a:solidFill>
            <a:srgbClr val="14161C">
              <a:alpha val="28000"/>
            </a:srgbClr>
          </a:solidFill>
          <a:ln/>
        </p:spPr>
      </p:sp>
      <p:sp>
        <p:nvSpPr>
          <p:cNvPr id="23" name="Shape 21"/>
          <p:cNvSpPr/>
          <p:nvPr/>
        </p:nvSpPr>
        <p:spPr>
          <a:xfrm>
            <a:off x="1748986" y="9580836"/>
            <a:ext cx="78828" cy="78828"/>
          </a:xfrm>
          <a:prstGeom prst="ellipse">
            <a:avLst/>
          </a:prstGeom>
          <a:solidFill>
            <a:srgbClr val="14161C">
              <a:alpha val="28000"/>
            </a:srgbClr>
          </a:solidFill>
          <a:ln/>
        </p:spPr>
      </p:sp>
      <p:sp>
        <p:nvSpPr>
          <p:cNvPr id="24" name="Shape 22"/>
          <p:cNvSpPr/>
          <p:nvPr/>
        </p:nvSpPr>
        <p:spPr>
          <a:xfrm>
            <a:off x="1906641" y="9580836"/>
            <a:ext cx="78828" cy="78828"/>
          </a:xfrm>
          <a:prstGeom prst="ellipse">
            <a:avLst/>
          </a:prstGeom>
          <a:solidFill>
            <a:srgbClr val="14161C">
              <a:alpha val="28000"/>
            </a:srgbClr>
          </a:solidFill>
          <a:ln/>
        </p:spPr>
      </p:sp>
      <p:sp>
        <p:nvSpPr>
          <p:cNvPr id="25" name="Shape 23"/>
          <p:cNvSpPr/>
          <p:nvPr/>
        </p:nvSpPr>
        <p:spPr>
          <a:xfrm>
            <a:off x="2064296" y="9580836"/>
            <a:ext cx="78828" cy="78828"/>
          </a:xfrm>
          <a:prstGeom prst="ellipse">
            <a:avLst/>
          </a:prstGeom>
          <a:solidFill>
            <a:srgbClr val="14161C">
              <a:alpha val="28000"/>
            </a:srgbClr>
          </a:solidFill>
          <a:ln/>
        </p:spPr>
      </p:sp>
      <p:sp>
        <p:nvSpPr>
          <p:cNvPr id="26" name="Shape 24"/>
          <p:cNvSpPr/>
          <p:nvPr/>
        </p:nvSpPr>
        <p:spPr>
          <a:xfrm>
            <a:off x="2221951" y="9580836"/>
            <a:ext cx="78828" cy="78828"/>
          </a:xfrm>
          <a:prstGeom prst="ellipse">
            <a:avLst/>
          </a:prstGeom>
          <a:solidFill>
            <a:srgbClr val="14161C">
              <a:alpha val="28000"/>
            </a:srgbClr>
          </a:solidFill>
          <a:ln/>
        </p:spPr>
      </p:sp>
      <p:sp>
        <p:nvSpPr>
          <p:cNvPr id="27" name="Shape 25"/>
          <p:cNvSpPr/>
          <p:nvPr/>
        </p:nvSpPr>
        <p:spPr>
          <a:xfrm>
            <a:off x="2379606" y="9580836"/>
            <a:ext cx="78828" cy="78828"/>
          </a:xfrm>
          <a:prstGeom prst="ellipse">
            <a:avLst/>
          </a:prstGeom>
          <a:solidFill>
            <a:srgbClr val="14161C">
              <a:alpha val="28000"/>
            </a:srgbClr>
          </a:solidFill>
          <a:ln/>
        </p:spPr>
      </p:sp>
      <p:sp>
        <p:nvSpPr>
          <p:cNvPr id="28" name="Shape 26"/>
          <p:cNvSpPr/>
          <p:nvPr/>
        </p:nvSpPr>
        <p:spPr>
          <a:xfrm>
            <a:off x="2537261" y="9580836"/>
            <a:ext cx="78828" cy="78828"/>
          </a:xfrm>
          <a:prstGeom prst="ellipse">
            <a:avLst/>
          </a:prstGeom>
          <a:solidFill>
            <a:srgbClr val="14161C">
              <a:alpha val="28000"/>
            </a:srgbClr>
          </a:solidFill>
          <a:ln/>
        </p:spPr>
      </p:sp>
      <p:sp>
        <p:nvSpPr>
          <p:cNvPr id="29" name="Shape 27"/>
          <p:cNvSpPr/>
          <p:nvPr/>
        </p:nvSpPr>
        <p:spPr>
          <a:xfrm>
            <a:off x="2694916" y="9580836"/>
            <a:ext cx="78828" cy="78828"/>
          </a:xfrm>
          <a:prstGeom prst="ellipse">
            <a:avLst/>
          </a:prstGeom>
          <a:solidFill>
            <a:srgbClr val="14161C">
              <a:alpha val="28000"/>
            </a:srgbClr>
          </a:solidFill>
          <a:ln/>
        </p:spPr>
      </p:sp>
      <p:sp>
        <p:nvSpPr>
          <p:cNvPr id="30" name="Shape 28"/>
          <p:cNvSpPr/>
          <p:nvPr/>
        </p:nvSpPr>
        <p:spPr>
          <a:xfrm>
            <a:off x="2852571" y="9580836"/>
            <a:ext cx="78828" cy="78828"/>
          </a:xfrm>
          <a:prstGeom prst="ellipse">
            <a:avLst/>
          </a:prstGeom>
          <a:solidFill>
            <a:srgbClr val="14161C">
              <a:alpha val="28000"/>
            </a:srgbClr>
          </a:solidFill>
          <a:ln/>
        </p:spPr>
      </p:sp>
      <p:sp>
        <p:nvSpPr>
          <p:cNvPr id="31" name="Shape 29"/>
          <p:cNvSpPr/>
          <p:nvPr/>
        </p:nvSpPr>
        <p:spPr>
          <a:xfrm>
            <a:off x="3010225" y="9580836"/>
            <a:ext cx="78828" cy="78828"/>
          </a:xfrm>
          <a:prstGeom prst="ellipse">
            <a:avLst/>
          </a:prstGeom>
          <a:solidFill>
            <a:srgbClr val="14161C">
              <a:alpha val="28000"/>
            </a:srgbClr>
          </a:solidFill>
          <a:ln/>
        </p:spPr>
      </p:sp>
      <p:sp>
        <p:nvSpPr>
          <p:cNvPr id="32" name="Shape 30"/>
          <p:cNvSpPr/>
          <p:nvPr/>
        </p:nvSpPr>
        <p:spPr>
          <a:xfrm>
            <a:off x="3167880" y="9580836"/>
            <a:ext cx="78828" cy="78828"/>
          </a:xfrm>
          <a:prstGeom prst="ellipse">
            <a:avLst/>
          </a:prstGeom>
          <a:solidFill>
            <a:srgbClr val="14161C">
              <a:alpha val="28000"/>
            </a:srgbClr>
          </a:solidFill>
          <a:ln/>
        </p:spPr>
      </p:sp>
      <p:sp>
        <p:nvSpPr>
          <p:cNvPr id="33" name="Shape 31"/>
          <p:cNvSpPr/>
          <p:nvPr/>
        </p:nvSpPr>
        <p:spPr>
          <a:xfrm>
            <a:off x="3325535" y="9580836"/>
            <a:ext cx="78828" cy="78828"/>
          </a:xfrm>
          <a:prstGeom prst="ellipse">
            <a:avLst/>
          </a:prstGeom>
          <a:solidFill>
            <a:srgbClr val="14161C">
              <a:alpha val="28000"/>
            </a:srgbClr>
          </a:solidFill>
          <a:ln/>
        </p:spPr>
      </p:sp>
      <p:sp>
        <p:nvSpPr>
          <p:cNvPr id="34" name="Shape 32"/>
          <p:cNvSpPr/>
          <p:nvPr/>
        </p:nvSpPr>
        <p:spPr>
          <a:xfrm>
            <a:off x="3483190" y="9580836"/>
            <a:ext cx="78828" cy="78828"/>
          </a:xfrm>
          <a:prstGeom prst="ellipse">
            <a:avLst/>
          </a:prstGeom>
          <a:solidFill>
            <a:srgbClr val="14161C">
              <a:alpha val="28000"/>
            </a:srgbClr>
          </a:solidFill>
          <a:ln/>
        </p:spPr>
      </p:sp>
      <p:sp>
        <p:nvSpPr>
          <p:cNvPr id="35" name="Shape 33"/>
          <p:cNvSpPr/>
          <p:nvPr/>
        </p:nvSpPr>
        <p:spPr>
          <a:xfrm>
            <a:off x="3627707" y="9567698"/>
            <a:ext cx="105103" cy="105103"/>
          </a:xfrm>
          <a:prstGeom prst="ellipse">
            <a:avLst/>
          </a:prstGeom>
          <a:solidFill>
            <a:srgbClr val="E8472B"/>
          </a:solidFill>
          <a:ln/>
        </p:spPr>
      </p:sp>
      <p:sp>
        <p:nvSpPr>
          <p:cNvPr id="36" name="Shape 34"/>
          <p:cNvSpPr/>
          <p:nvPr/>
        </p:nvSpPr>
        <p:spPr>
          <a:xfrm>
            <a:off x="3798500" y="9580836"/>
            <a:ext cx="78828" cy="78828"/>
          </a:xfrm>
          <a:prstGeom prst="ellipse">
            <a:avLst/>
          </a:prstGeom>
          <a:solidFill>
            <a:srgbClr val="14161C">
              <a:alpha val="28000"/>
            </a:srgbClr>
          </a:solidFill>
          <a:ln/>
        </p:spPr>
      </p:sp>
      <p:sp>
        <p:nvSpPr>
          <p:cNvPr id="37" name="Shape 35"/>
          <p:cNvSpPr/>
          <p:nvPr/>
        </p:nvSpPr>
        <p:spPr>
          <a:xfrm>
            <a:off x="3956155" y="9580836"/>
            <a:ext cx="78828" cy="78828"/>
          </a:xfrm>
          <a:prstGeom prst="ellipse">
            <a:avLst/>
          </a:prstGeom>
          <a:solidFill>
            <a:srgbClr val="14161C">
              <a:alpha val="28000"/>
            </a:srgbClr>
          </a:solidFill>
          <a:ln/>
        </p:spPr>
      </p:sp>
      <p:sp>
        <p:nvSpPr>
          <p:cNvPr id="38" name="Shape 36"/>
          <p:cNvSpPr/>
          <p:nvPr/>
        </p:nvSpPr>
        <p:spPr>
          <a:xfrm>
            <a:off x="4113810" y="9580836"/>
            <a:ext cx="78828" cy="78828"/>
          </a:xfrm>
          <a:prstGeom prst="ellipse">
            <a:avLst/>
          </a:prstGeom>
          <a:solidFill>
            <a:srgbClr val="14161C">
              <a:alpha val="28000"/>
            </a:srgbClr>
          </a:solidFill>
          <a:ln/>
        </p:spPr>
      </p:sp>
      <p:sp>
        <p:nvSpPr>
          <p:cNvPr id="39" name="Shape 37"/>
          <p:cNvSpPr/>
          <p:nvPr/>
        </p:nvSpPr>
        <p:spPr>
          <a:xfrm>
            <a:off x="4271465" y="9580836"/>
            <a:ext cx="78828" cy="78828"/>
          </a:xfrm>
          <a:prstGeom prst="ellipse">
            <a:avLst/>
          </a:prstGeom>
          <a:solidFill>
            <a:srgbClr val="14161C">
              <a:alpha val="28000"/>
            </a:srgbClr>
          </a:solidFill>
          <a:ln/>
        </p:spPr>
      </p:sp>
      <p:sp>
        <p:nvSpPr>
          <p:cNvPr id="40" name="Shape 38"/>
          <p:cNvSpPr/>
          <p:nvPr/>
        </p:nvSpPr>
        <p:spPr>
          <a:xfrm>
            <a:off x="4429120" y="9580836"/>
            <a:ext cx="78828" cy="78828"/>
          </a:xfrm>
          <a:prstGeom prst="ellipse">
            <a:avLst/>
          </a:prstGeom>
          <a:solidFill>
            <a:srgbClr val="14161C">
              <a:alpha val="28000"/>
            </a:srgbClr>
          </a:solidFill>
          <a:ln/>
        </p:spPr>
      </p:sp>
      <p:sp>
        <p:nvSpPr>
          <p:cNvPr id="41" name="Shape 39"/>
          <p:cNvSpPr/>
          <p:nvPr/>
        </p:nvSpPr>
        <p:spPr>
          <a:xfrm>
            <a:off x="4586775" y="9580836"/>
            <a:ext cx="78828" cy="78828"/>
          </a:xfrm>
          <a:prstGeom prst="ellipse">
            <a:avLst/>
          </a:prstGeom>
          <a:solidFill>
            <a:srgbClr val="14161C">
              <a:alpha val="28000"/>
            </a:srgbClr>
          </a:solidFill>
          <a:ln/>
        </p:spPr>
      </p:sp>
      <p:sp>
        <p:nvSpPr>
          <p:cNvPr id="42" name="Shape 40"/>
          <p:cNvSpPr/>
          <p:nvPr/>
        </p:nvSpPr>
        <p:spPr>
          <a:xfrm>
            <a:off x="4744430" y="9580836"/>
            <a:ext cx="78828" cy="78828"/>
          </a:xfrm>
          <a:prstGeom prst="ellipse">
            <a:avLst/>
          </a:prstGeom>
          <a:solidFill>
            <a:srgbClr val="14161C">
              <a:alpha val="28000"/>
            </a:srgbClr>
          </a:solidFill>
          <a:ln/>
        </p:spPr>
      </p:sp>
      <p:sp>
        <p:nvSpPr>
          <p:cNvPr id="43" name="Shape 41"/>
          <p:cNvSpPr/>
          <p:nvPr/>
        </p:nvSpPr>
        <p:spPr>
          <a:xfrm>
            <a:off x="4902085" y="9580836"/>
            <a:ext cx="78828" cy="78828"/>
          </a:xfrm>
          <a:prstGeom prst="ellipse">
            <a:avLst/>
          </a:prstGeom>
          <a:solidFill>
            <a:srgbClr val="14161C">
              <a:alpha val="28000"/>
            </a:srgbClr>
          </a:solidFill>
          <a:ln/>
        </p:spPr>
      </p:sp>
      <p:sp>
        <p:nvSpPr>
          <p:cNvPr id="44" name="Shape 42"/>
          <p:cNvSpPr/>
          <p:nvPr/>
        </p:nvSpPr>
        <p:spPr>
          <a:xfrm>
            <a:off x="5059740" y="9580836"/>
            <a:ext cx="78828" cy="78828"/>
          </a:xfrm>
          <a:prstGeom prst="ellipse">
            <a:avLst/>
          </a:prstGeom>
          <a:solidFill>
            <a:srgbClr val="14161C">
              <a:alpha val="28000"/>
            </a:srgbClr>
          </a:solidFill>
          <a:ln/>
        </p:spPr>
      </p:sp>
      <p:sp>
        <p:nvSpPr>
          <p:cNvPr id="45" name="Shape 43"/>
          <p:cNvSpPr/>
          <p:nvPr/>
        </p:nvSpPr>
        <p:spPr>
          <a:xfrm>
            <a:off x="5217395" y="9580836"/>
            <a:ext cx="78828" cy="78828"/>
          </a:xfrm>
          <a:prstGeom prst="ellipse">
            <a:avLst/>
          </a:prstGeom>
          <a:solidFill>
            <a:srgbClr val="14161C">
              <a:alpha val="28000"/>
            </a:srgbClr>
          </a:solidFill>
          <a:ln/>
        </p:spPr>
      </p:sp>
      <p:sp>
        <p:nvSpPr>
          <p:cNvPr id="46" name="Shape 44"/>
          <p:cNvSpPr/>
          <p:nvPr/>
        </p:nvSpPr>
        <p:spPr>
          <a:xfrm>
            <a:off x="5375050" y="9580836"/>
            <a:ext cx="78828" cy="78828"/>
          </a:xfrm>
          <a:prstGeom prst="ellipse">
            <a:avLst/>
          </a:prstGeom>
          <a:solidFill>
            <a:srgbClr val="14161C">
              <a:alpha val="28000"/>
            </a:srgbClr>
          </a:solidFill>
          <a:ln/>
        </p:spPr>
      </p:sp>
      <p:sp>
        <p:nvSpPr>
          <p:cNvPr id="47" name="Shape 45"/>
          <p:cNvSpPr/>
          <p:nvPr/>
        </p:nvSpPr>
        <p:spPr>
          <a:xfrm>
            <a:off x="5532705" y="9580836"/>
            <a:ext cx="78828" cy="78828"/>
          </a:xfrm>
          <a:prstGeom prst="ellipse">
            <a:avLst/>
          </a:prstGeom>
          <a:solidFill>
            <a:srgbClr val="14161C">
              <a:alpha val="28000"/>
            </a:srgbClr>
          </a:solidFill>
          <a:ln/>
        </p:spPr>
      </p:sp>
      <p:sp>
        <p:nvSpPr>
          <p:cNvPr id="48" name="Shape 46"/>
          <p:cNvSpPr/>
          <p:nvPr/>
        </p:nvSpPr>
        <p:spPr>
          <a:xfrm>
            <a:off x="5690359" y="9580836"/>
            <a:ext cx="78828" cy="78828"/>
          </a:xfrm>
          <a:prstGeom prst="ellipse">
            <a:avLst/>
          </a:prstGeom>
          <a:solidFill>
            <a:srgbClr val="14161C">
              <a:alpha val="28000"/>
            </a:srgbClr>
          </a:solidFill>
          <a:ln/>
        </p:spPr>
      </p:sp>
      <p:sp>
        <p:nvSpPr>
          <p:cNvPr id="49" name="Shape 47"/>
          <p:cNvSpPr/>
          <p:nvPr/>
        </p:nvSpPr>
        <p:spPr>
          <a:xfrm>
            <a:off x="5848014" y="9580836"/>
            <a:ext cx="78828" cy="78828"/>
          </a:xfrm>
          <a:prstGeom prst="ellipse">
            <a:avLst/>
          </a:prstGeom>
          <a:solidFill>
            <a:srgbClr val="14161C">
              <a:alpha val="28000"/>
            </a:srgbClr>
          </a:solidFill>
          <a:ln/>
        </p:spPr>
      </p:sp>
      <p:sp>
        <p:nvSpPr>
          <p:cNvPr id="50" name="Shape 48"/>
          <p:cNvSpPr/>
          <p:nvPr/>
        </p:nvSpPr>
        <p:spPr>
          <a:xfrm>
            <a:off x="6005669" y="9580836"/>
            <a:ext cx="78828" cy="78828"/>
          </a:xfrm>
          <a:prstGeom prst="ellipse">
            <a:avLst/>
          </a:prstGeom>
          <a:solidFill>
            <a:srgbClr val="14161C">
              <a:alpha val="28000"/>
            </a:srgbClr>
          </a:solidFill>
          <a:ln/>
        </p:spPr>
      </p:sp>
      <p:sp>
        <p:nvSpPr>
          <p:cNvPr id="51" name="Shape 49"/>
          <p:cNvSpPr/>
          <p:nvPr/>
        </p:nvSpPr>
        <p:spPr>
          <a:xfrm>
            <a:off x="6163324" y="9580836"/>
            <a:ext cx="78828" cy="78828"/>
          </a:xfrm>
          <a:prstGeom prst="ellipse">
            <a:avLst/>
          </a:prstGeom>
          <a:solidFill>
            <a:srgbClr val="14161C">
              <a:alpha val="28000"/>
            </a:srgbClr>
          </a:solidFill>
          <a:ln/>
        </p:spPr>
      </p:sp>
      <p:sp>
        <p:nvSpPr>
          <p:cNvPr id="52" name="Shape 50"/>
          <p:cNvSpPr/>
          <p:nvPr/>
        </p:nvSpPr>
        <p:spPr>
          <a:xfrm>
            <a:off x="6320979" y="9580836"/>
            <a:ext cx="78828" cy="78828"/>
          </a:xfrm>
          <a:prstGeom prst="ellipse">
            <a:avLst/>
          </a:prstGeom>
          <a:solidFill>
            <a:srgbClr val="14161C">
              <a:alpha val="28000"/>
            </a:srgbClr>
          </a:solidFill>
          <a:ln/>
        </p:spPr>
      </p:sp>
      <p:sp>
        <p:nvSpPr>
          <p:cNvPr id="53" name="Shape 51"/>
          <p:cNvSpPr/>
          <p:nvPr/>
        </p:nvSpPr>
        <p:spPr>
          <a:xfrm>
            <a:off x="6478634" y="9580836"/>
            <a:ext cx="78828" cy="78828"/>
          </a:xfrm>
          <a:prstGeom prst="ellipse">
            <a:avLst/>
          </a:prstGeom>
          <a:solidFill>
            <a:srgbClr val="14161C">
              <a:alpha val="28000"/>
            </a:srgbClr>
          </a:solidFill>
          <a:ln/>
        </p:spPr>
      </p:sp>
      <p:sp>
        <p:nvSpPr>
          <p:cNvPr id="54" name="Shape 52"/>
          <p:cNvSpPr/>
          <p:nvPr/>
        </p:nvSpPr>
        <p:spPr>
          <a:xfrm>
            <a:off x="6636289" y="9580836"/>
            <a:ext cx="78828" cy="78828"/>
          </a:xfrm>
          <a:prstGeom prst="ellipse">
            <a:avLst/>
          </a:prstGeom>
          <a:solidFill>
            <a:srgbClr val="14161C">
              <a:alpha val="28000"/>
            </a:srgbClr>
          </a:solidFill>
          <a:ln/>
        </p:spPr>
      </p:sp>
      <p:sp>
        <p:nvSpPr>
          <p:cNvPr id="55" name="Shape 53"/>
          <p:cNvSpPr/>
          <p:nvPr/>
        </p:nvSpPr>
        <p:spPr>
          <a:xfrm>
            <a:off x="6793944" y="9580836"/>
            <a:ext cx="78828" cy="78828"/>
          </a:xfrm>
          <a:prstGeom prst="ellipse">
            <a:avLst/>
          </a:prstGeom>
          <a:solidFill>
            <a:srgbClr val="14161C">
              <a:alpha val="28000"/>
            </a:srgbClr>
          </a:solidFill>
          <a:ln/>
        </p:spPr>
      </p:sp>
      <p:sp>
        <p:nvSpPr>
          <p:cNvPr id="56" name="Shape 54"/>
          <p:cNvSpPr/>
          <p:nvPr/>
        </p:nvSpPr>
        <p:spPr>
          <a:xfrm>
            <a:off x="6951599" y="9580836"/>
            <a:ext cx="78828" cy="78828"/>
          </a:xfrm>
          <a:prstGeom prst="ellipse">
            <a:avLst/>
          </a:prstGeom>
          <a:solidFill>
            <a:srgbClr val="14161C">
              <a:alpha val="28000"/>
            </a:srgbClr>
          </a:solidFill>
          <a:ln/>
        </p:spPr>
      </p:sp>
      <p:sp>
        <p:nvSpPr>
          <p:cNvPr id="57" name="Shape 55"/>
          <p:cNvSpPr/>
          <p:nvPr/>
        </p:nvSpPr>
        <p:spPr>
          <a:xfrm>
            <a:off x="7109254" y="9580836"/>
            <a:ext cx="78828" cy="78828"/>
          </a:xfrm>
          <a:prstGeom prst="ellipse">
            <a:avLst/>
          </a:prstGeom>
          <a:solidFill>
            <a:srgbClr val="14161C">
              <a:alpha val="28000"/>
            </a:srgbClr>
          </a:solidFill>
          <a:ln/>
        </p:spPr>
      </p:sp>
      <p:sp>
        <p:nvSpPr>
          <p:cNvPr id="58" name="Shape 56"/>
          <p:cNvSpPr/>
          <p:nvPr/>
        </p:nvSpPr>
        <p:spPr>
          <a:xfrm>
            <a:off x="7266909" y="9580836"/>
            <a:ext cx="78828" cy="78828"/>
          </a:xfrm>
          <a:prstGeom prst="ellipse">
            <a:avLst/>
          </a:prstGeom>
          <a:solidFill>
            <a:srgbClr val="14161C">
              <a:alpha val="28000"/>
            </a:srgbClr>
          </a:solidFill>
          <a:ln/>
        </p:spPr>
      </p:sp>
      <p:sp>
        <p:nvSpPr>
          <p:cNvPr id="59" name="Shape 57"/>
          <p:cNvSpPr/>
          <p:nvPr/>
        </p:nvSpPr>
        <p:spPr>
          <a:xfrm>
            <a:off x="7424564" y="9580836"/>
            <a:ext cx="78828" cy="78828"/>
          </a:xfrm>
          <a:prstGeom prst="ellipse">
            <a:avLst/>
          </a:prstGeom>
          <a:solidFill>
            <a:srgbClr val="14161C">
              <a:alpha val="28000"/>
            </a:srgbClr>
          </a:solidFill>
          <a:ln/>
        </p:spPr>
      </p:sp>
      <p:sp>
        <p:nvSpPr>
          <p:cNvPr id="60" name="Shape 58"/>
          <p:cNvSpPr/>
          <p:nvPr/>
        </p:nvSpPr>
        <p:spPr>
          <a:xfrm>
            <a:off x="7582219" y="9580836"/>
            <a:ext cx="78828" cy="78828"/>
          </a:xfrm>
          <a:prstGeom prst="ellipse">
            <a:avLst/>
          </a:prstGeom>
          <a:solidFill>
            <a:srgbClr val="14161C">
              <a:alpha val="28000"/>
            </a:srgbClr>
          </a:solidFill>
          <a:ln/>
        </p:spPr>
      </p:sp>
      <p:sp>
        <p:nvSpPr>
          <p:cNvPr id="61" name="Shape 59"/>
          <p:cNvSpPr/>
          <p:nvPr/>
        </p:nvSpPr>
        <p:spPr>
          <a:xfrm>
            <a:off x="7739874" y="9580836"/>
            <a:ext cx="78828" cy="78828"/>
          </a:xfrm>
          <a:prstGeom prst="ellipse">
            <a:avLst/>
          </a:prstGeom>
          <a:solidFill>
            <a:srgbClr val="14161C">
              <a:alpha val="28000"/>
            </a:srgbClr>
          </a:solidFill>
          <a:ln/>
        </p:spPr>
      </p:sp>
      <p:sp>
        <p:nvSpPr>
          <p:cNvPr id="62" name="Shape 60"/>
          <p:cNvSpPr/>
          <p:nvPr/>
        </p:nvSpPr>
        <p:spPr>
          <a:xfrm>
            <a:off x="7897529" y="9580836"/>
            <a:ext cx="78828" cy="78828"/>
          </a:xfrm>
          <a:prstGeom prst="ellipse">
            <a:avLst/>
          </a:prstGeom>
          <a:solidFill>
            <a:srgbClr val="14161C">
              <a:alpha val="28000"/>
            </a:srgbClr>
          </a:solidFill>
          <a:ln/>
        </p:spPr>
      </p:sp>
      <p:sp>
        <p:nvSpPr>
          <p:cNvPr id="63" name="Shape 61"/>
          <p:cNvSpPr/>
          <p:nvPr/>
        </p:nvSpPr>
        <p:spPr>
          <a:xfrm>
            <a:off x="8055184" y="9580836"/>
            <a:ext cx="78828" cy="78828"/>
          </a:xfrm>
          <a:prstGeom prst="ellipse">
            <a:avLst/>
          </a:prstGeom>
          <a:solidFill>
            <a:srgbClr val="14161C">
              <a:alpha val="28000"/>
            </a:srgbClr>
          </a:solidFill>
          <a:ln/>
        </p:spPr>
      </p:sp>
      <p:sp>
        <p:nvSpPr>
          <p:cNvPr id="64" name="Shape 62"/>
          <p:cNvSpPr/>
          <p:nvPr/>
        </p:nvSpPr>
        <p:spPr>
          <a:xfrm>
            <a:off x="8212839" y="9580836"/>
            <a:ext cx="78828" cy="78828"/>
          </a:xfrm>
          <a:prstGeom prst="ellipse">
            <a:avLst/>
          </a:prstGeom>
          <a:solidFill>
            <a:srgbClr val="14161C">
              <a:alpha val="28000"/>
            </a:srgbClr>
          </a:solidFill>
          <a:ln/>
        </p:spPr>
      </p:sp>
      <p:sp>
        <p:nvSpPr>
          <p:cNvPr id="65" name="Shape 63"/>
          <p:cNvSpPr/>
          <p:nvPr/>
        </p:nvSpPr>
        <p:spPr>
          <a:xfrm>
            <a:off x="8370494" y="9580836"/>
            <a:ext cx="78828" cy="78828"/>
          </a:xfrm>
          <a:prstGeom prst="ellipse">
            <a:avLst/>
          </a:prstGeom>
          <a:solidFill>
            <a:srgbClr val="14161C">
              <a:alpha val="28000"/>
            </a:srgbClr>
          </a:solidFill>
          <a:ln/>
        </p:spPr>
      </p:sp>
      <p:sp>
        <p:nvSpPr>
          <p:cNvPr id="66" name="Shape 64"/>
          <p:cNvSpPr/>
          <p:nvPr/>
        </p:nvSpPr>
        <p:spPr>
          <a:xfrm>
            <a:off x="8528148" y="9580836"/>
            <a:ext cx="78828" cy="78828"/>
          </a:xfrm>
          <a:prstGeom prst="ellipse">
            <a:avLst/>
          </a:prstGeom>
          <a:solidFill>
            <a:srgbClr val="14161C">
              <a:alpha val="28000"/>
            </a:srgbClr>
          </a:solidFill>
          <a:ln/>
        </p:spPr>
      </p:sp>
      <p:sp>
        <p:nvSpPr>
          <p:cNvPr id="67" name="Shape 65"/>
          <p:cNvSpPr/>
          <p:nvPr/>
        </p:nvSpPr>
        <p:spPr>
          <a:xfrm>
            <a:off x="8685803" y="9580836"/>
            <a:ext cx="78828" cy="78828"/>
          </a:xfrm>
          <a:prstGeom prst="ellipse">
            <a:avLst/>
          </a:prstGeom>
          <a:solidFill>
            <a:srgbClr val="14161C">
              <a:alpha val="28000"/>
            </a:srgbClr>
          </a:solidFill>
          <a:ln/>
        </p:spPr>
      </p:sp>
      <p:sp>
        <p:nvSpPr>
          <p:cNvPr id="68" name="Shape 66"/>
          <p:cNvSpPr/>
          <p:nvPr/>
        </p:nvSpPr>
        <p:spPr>
          <a:xfrm>
            <a:off x="8843458" y="9580836"/>
            <a:ext cx="78828" cy="78828"/>
          </a:xfrm>
          <a:prstGeom prst="ellipse">
            <a:avLst/>
          </a:prstGeom>
          <a:solidFill>
            <a:srgbClr val="14161C">
              <a:alpha val="28000"/>
            </a:srgbClr>
          </a:solidFill>
          <a:ln/>
        </p:spPr>
      </p:sp>
      <p:sp>
        <p:nvSpPr>
          <p:cNvPr id="69" name="Shape 67"/>
          <p:cNvSpPr/>
          <p:nvPr/>
        </p:nvSpPr>
        <p:spPr>
          <a:xfrm>
            <a:off x="9001113" y="9580836"/>
            <a:ext cx="78828" cy="78828"/>
          </a:xfrm>
          <a:prstGeom prst="ellipse">
            <a:avLst/>
          </a:prstGeom>
          <a:solidFill>
            <a:srgbClr val="14161C">
              <a:alpha val="28000"/>
            </a:srgbClr>
          </a:solidFill>
          <a:ln/>
        </p:spPr>
      </p:sp>
      <p:sp>
        <p:nvSpPr>
          <p:cNvPr id="70" name="Shape 68"/>
          <p:cNvSpPr/>
          <p:nvPr/>
        </p:nvSpPr>
        <p:spPr>
          <a:xfrm>
            <a:off x="9158768" y="9580836"/>
            <a:ext cx="78828" cy="78828"/>
          </a:xfrm>
          <a:prstGeom prst="ellipse">
            <a:avLst/>
          </a:prstGeom>
          <a:solidFill>
            <a:srgbClr val="14161C">
              <a:alpha val="28000"/>
            </a:srgbClr>
          </a:solidFill>
          <a:ln/>
        </p:spPr>
      </p:sp>
      <p:sp>
        <p:nvSpPr>
          <p:cNvPr id="71" name="Shape 69"/>
          <p:cNvSpPr/>
          <p:nvPr/>
        </p:nvSpPr>
        <p:spPr>
          <a:xfrm>
            <a:off x="9316423" y="9580836"/>
            <a:ext cx="78828" cy="78828"/>
          </a:xfrm>
          <a:prstGeom prst="ellipse">
            <a:avLst/>
          </a:prstGeom>
          <a:solidFill>
            <a:srgbClr val="14161C">
              <a:alpha val="28000"/>
            </a:srgbClr>
          </a:solidFill>
          <a:ln/>
        </p:spPr>
      </p:sp>
      <p:sp>
        <p:nvSpPr>
          <p:cNvPr id="72" name="Shape 70"/>
          <p:cNvSpPr/>
          <p:nvPr/>
        </p:nvSpPr>
        <p:spPr>
          <a:xfrm>
            <a:off x="9474078" y="9580836"/>
            <a:ext cx="78828" cy="78828"/>
          </a:xfrm>
          <a:prstGeom prst="ellipse">
            <a:avLst/>
          </a:prstGeom>
          <a:solidFill>
            <a:srgbClr val="14161C">
              <a:alpha val="28000"/>
            </a:srgbClr>
          </a:solidFill>
          <a:ln/>
        </p:spPr>
      </p:sp>
      <p:sp>
        <p:nvSpPr>
          <p:cNvPr id="73" name="Shape 71"/>
          <p:cNvSpPr/>
          <p:nvPr/>
        </p:nvSpPr>
        <p:spPr>
          <a:xfrm>
            <a:off x="9631733" y="9580836"/>
            <a:ext cx="78828" cy="78828"/>
          </a:xfrm>
          <a:prstGeom prst="ellipse">
            <a:avLst/>
          </a:prstGeom>
          <a:solidFill>
            <a:srgbClr val="14161C">
              <a:alpha val="28000"/>
            </a:srgbClr>
          </a:solidFill>
          <a:ln/>
        </p:spPr>
      </p:sp>
      <p:sp>
        <p:nvSpPr>
          <p:cNvPr id="74" name="Shape 72"/>
          <p:cNvSpPr/>
          <p:nvPr/>
        </p:nvSpPr>
        <p:spPr>
          <a:xfrm>
            <a:off x="9789388" y="9580836"/>
            <a:ext cx="78828" cy="78828"/>
          </a:xfrm>
          <a:prstGeom prst="ellipse">
            <a:avLst/>
          </a:prstGeom>
          <a:solidFill>
            <a:srgbClr val="14161C">
              <a:alpha val="28000"/>
            </a:srgbClr>
          </a:solidFill>
          <a:ln/>
        </p:spPr>
      </p:sp>
      <p:sp>
        <p:nvSpPr>
          <p:cNvPr id="75" name="Shape 73"/>
          <p:cNvSpPr/>
          <p:nvPr/>
        </p:nvSpPr>
        <p:spPr>
          <a:xfrm>
            <a:off x="9947043" y="9580836"/>
            <a:ext cx="78828" cy="78828"/>
          </a:xfrm>
          <a:prstGeom prst="ellipse">
            <a:avLst/>
          </a:prstGeom>
          <a:solidFill>
            <a:srgbClr val="14161C">
              <a:alpha val="28000"/>
            </a:srgbClr>
          </a:solidFill>
          <a:ln/>
        </p:spPr>
      </p:sp>
      <p:sp>
        <p:nvSpPr>
          <p:cNvPr id="76" name="Text 7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18/58</a:t>
            </a:r>
            <a:endParaRPr lang="en-US" sz="1800" dirty="0"/>
          </a:p>
        </p:txBody>
      </p:sp>
      <p:sp>
        <p:nvSpPr>
          <p:cNvPr id="77" name="Shape 75"/>
          <p:cNvSpPr/>
          <p:nvPr/>
        </p:nvSpPr>
        <p:spPr>
          <a:xfrm>
            <a:off x="15983712" y="9076331"/>
            <a:ext cx="1645920" cy="552301"/>
          </a:xfrm>
          <a:prstGeom prst="roundRect">
            <a:avLst>
              <a:gd name="adj" fmla="val 28000"/>
            </a:avLst>
          </a:prstGeom>
          <a:solidFill>
            <a:srgbClr val="FFFFFF">
              <a:alpha val="82000"/>
            </a:srgbClr>
          </a:solidFill>
          <a:ln/>
        </p:spPr>
      </p:sp>
      <p:pic>
        <p:nvPicPr>
          <p:cNvPr id="78" name="Moda image moda-export-watermark-c7fc98c7-97b8-4ca9-bd75-4eaa1e336544"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F3EEE3"/>
                </a:solidFill>
                <a:latin typeface="Noto Sans JP ExtraBold" pitchFamily="34" charset="0"/>
                <a:ea typeface="Noto Sans JP ExtraBold" pitchFamily="34" charset="-122"/>
                <a:cs typeface="Noto Sans JP ExtraBold" pitchFamily="34" charset="-120"/>
              </a:rPr>
              <a:t>タンクの 熱から 圧力まで</a:t>
            </a:r>
            <a:endParaRPr lang="en-US" sz="5700" dirty="0"/>
          </a:p>
        </p:txBody>
      </p:sp>
      <p:sp>
        <p:nvSpPr>
          <p:cNvPr id="3" name="Shape 1"/>
          <p:cNvSpPr/>
          <p:nvPr/>
        </p:nvSpPr>
        <p:spPr>
          <a:xfrm>
            <a:off x="914400" y="3429000"/>
            <a:ext cx="3619500" cy="3810000"/>
          </a:xfrm>
          <a:prstGeom prst="roundRect">
            <a:avLst>
              <a:gd name="adj" fmla="val 7368"/>
            </a:avLst>
          </a:prstGeom>
          <a:solidFill>
            <a:srgbClr val="1E212B"/>
          </a:solidFill>
          <a:ln w="28575">
            <a:solidFill>
              <a:srgbClr val="2C3040"/>
            </a:solidFill>
            <a:prstDash val="solid"/>
          </a:ln>
        </p:spPr>
      </p:sp>
      <p:sp>
        <p:nvSpPr>
          <p:cNvPr id="4" name="Shape 2"/>
          <p:cNvSpPr/>
          <p:nvPr/>
        </p:nvSpPr>
        <p:spPr>
          <a:xfrm>
            <a:off x="1200150" y="3714750"/>
            <a:ext cx="647700" cy="647700"/>
          </a:xfrm>
          <a:prstGeom prst="ellipse">
            <a:avLst/>
          </a:prstGeom>
          <a:solidFill>
            <a:srgbClr val="3DD6A0"/>
          </a:solidFill>
          <a:ln/>
        </p:spPr>
      </p:sp>
      <p:sp>
        <p:nvSpPr>
          <p:cNvPr id="5" name="Text 3"/>
          <p:cNvSpPr/>
          <p:nvPr/>
        </p:nvSpPr>
        <p:spPr>
          <a:xfrm>
            <a:off x="1200150" y="3714750"/>
            <a:ext cx="647700" cy="647700"/>
          </a:xfrm>
          <a:prstGeom prst="rect">
            <a:avLst/>
          </a:prstGeom>
          <a:noFill/>
          <a:ln/>
        </p:spPr>
        <p:txBody>
          <a:bodyPr wrap="square" lIns="0" tIns="0" rIns="0" bIns="0" rtlCol="0" anchor="ctr"/>
          <a:lstStyle/>
          <a:p>
            <a:pPr algn="ctr" indent="0" marL="0">
              <a:buNone/>
            </a:pPr>
            <a:r>
              <a:rPr lang="en-US" sz="2550" dirty="0" spc="2" kern="0">
                <a:solidFill>
                  <a:srgbClr val="14161C"/>
                </a:solidFill>
                <a:latin typeface="Noto Sans JP ExtraBold" pitchFamily="34" charset="0"/>
                <a:ea typeface="Noto Sans JP ExtraBold" pitchFamily="34" charset="-122"/>
                <a:cs typeface="Noto Sans JP ExtraBold" pitchFamily="34" charset="-120"/>
              </a:rPr>
              <a:t>1</a:t>
            </a:r>
            <a:endParaRPr lang="en-US" sz="2550" dirty="0"/>
          </a:p>
        </p:txBody>
      </p:sp>
      <p:sp>
        <p:nvSpPr>
          <p:cNvPr id="6" name="Text 4"/>
          <p:cNvSpPr/>
          <p:nvPr/>
        </p:nvSpPr>
        <p:spPr>
          <a:xfrm>
            <a:off x="1219200" y="4572000"/>
            <a:ext cx="3009900" cy="2476500"/>
          </a:xfrm>
          <a:prstGeom prst="rect">
            <a:avLst/>
          </a:prstGeom>
          <a:noFill/>
          <a:ln/>
        </p:spPr>
        <p:txBody>
          <a:bodyPr wrap="square" lIns="0" tIns="42348" rIns="0" bIns="-42348" rtlCol="0" anchor="t"/>
          <a:lstStyle/>
          <a:p>
            <a:pPr algn="l" indent="0" marL="0">
              <a:lnSpc>
                <a:spcPts val="3375"/>
              </a:lnSpc>
              <a:buNone/>
            </a:pPr>
            <a:r>
              <a:rPr lang="en-US" sz="2700" dirty="0" spc="0" kern="0">
                <a:solidFill>
                  <a:srgbClr val="F3EEE3"/>
                </a:solidFill>
                <a:latin typeface="Noto Sans JP SemiBold" pitchFamily="34" charset="0"/>
                <a:ea typeface="Noto Sans JP SemiBold" pitchFamily="34" charset="-122"/>
                <a:cs typeface="Noto Sans JP SemiBold" pitchFamily="34" charset="-120"/>
              </a:rPr>
              <a:t>タンクが 25°C超で 長く</a:t>
            </a:r>
            <a:r>
              <a:rPr lang="en-US" sz="2700" dirty="0" spc="-1" kern="0">
                <a:solidFill>
                  <a:srgbClr val="F3EEE3"/>
                </a:solidFill>
                <a:latin typeface="Noto Sans JP SemiBold" pitchFamily="34" charset="0"/>
                <a:ea typeface="Noto Sans JP SemiBold" pitchFamily="34" charset="-122"/>
                <a:cs typeface="Noto Sans JP SemiBold" pitchFamily="34" charset="-120"/>
              </a:rPr>
              <a:t> 置かれる</a:t>
            </a:r>
            <a:endParaRPr lang="en-US" sz="2700" dirty="0"/>
          </a:p>
        </p:txBody>
      </p:sp>
      <p:sp>
        <p:nvSpPr>
          <p:cNvPr id="7" name="Connector line-1793258057227-750644313"/>
          <p:cNvSpPr/>
          <p:nvPr/>
        </p:nvSpPr>
        <p:spPr>
          <a:xfrm>
            <a:off x="4610100" y="5334000"/>
            <a:ext cx="514350" cy="0"/>
          </a:xfrm>
          <a:prstGeom prst="line">
            <a:avLst/>
          </a:prstGeom>
          <a:noFill/>
          <a:ln w="47625">
            <a:solidFill>
              <a:srgbClr val="9AA0B5"/>
            </a:solidFill>
            <a:prstDash val="solid"/>
            <a:headEnd type="none"/>
            <a:tailEnd type="triangle"/>
          </a:ln>
        </p:spPr>
      </p:sp>
      <p:sp>
        <p:nvSpPr>
          <p:cNvPr id="8" name="Shape 6"/>
          <p:cNvSpPr/>
          <p:nvPr/>
        </p:nvSpPr>
        <p:spPr>
          <a:xfrm>
            <a:off x="5200650" y="3429000"/>
            <a:ext cx="3619500" cy="3810000"/>
          </a:xfrm>
          <a:prstGeom prst="roundRect">
            <a:avLst>
              <a:gd name="adj" fmla="val 7368"/>
            </a:avLst>
          </a:prstGeom>
          <a:solidFill>
            <a:srgbClr val="1E212B"/>
          </a:solidFill>
          <a:ln w="28575">
            <a:solidFill>
              <a:srgbClr val="2C3040"/>
            </a:solidFill>
            <a:prstDash val="solid"/>
          </a:ln>
        </p:spPr>
      </p:sp>
      <p:sp>
        <p:nvSpPr>
          <p:cNvPr id="9" name="Shape 7"/>
          <p:cNvSpPr/>
          <p:nvPr/>
        </p:nvSpPr>
        <p:spPr>
          <a:xfrm>
            <a:off x="5486400" y="3714750"/>
            <a:ext cx="647700" cy="647700"/>
          </a:xfrm>
          <a:prstGeom prst="ellipse">
            <a:avLst/>
          </a:prstGeom>
          <a:solidFill>
            <a:srgbClr val="FF6A4D"/>
          </a:solidFill>
          <a:ln/>
        </p:spPr>
      </p:sp>
      <p:sp>
        <p:nvSpPr>
          <p:cNvPr id="10" name="Text 8"/>
          <p:cNvSpPr/>
          <p:nvPr/>
        </p:nvSpPr>
        <p:spPr>
          <a:xfrm>
            <a:off x="5486400" y="3714750"/>
            <a:ext cx="647700" cy="647700"/>
          </a:xfrm>
          <a:prstGeom prst="rect">
            <a:avLst/>
          </a:prstGeom>
          <a:noFill/>
          <a:ln/>
        </p:spPr>
        <p:txBody>
          <a:bodyPr wrap="square" lIns="0" tIns="0" rIns="0" bIns="0" rtlCol="0" anchor="ctr"/>
          <a:lstStyle/>
          <a:p>
            <a:pPr algn="ctr" indent="0" marL="0">
              <a:buNone/>
            </a:pPr>
            <a:r>
              <a:rPr lang="en-US" sz="2550" dirty="0" spc="2" kern="0">
                <a:solidFill>
                  <a:srgbClr val="14161C"/>
                </a:solidFill>
                <a:latin typeface="Noto Sans JP ExtraBold" pitchFamily="34" charset="0"/>
                <a:ea typeface="Noto Sans JP ExtraBold" pitchFamily="34" charset="-122"/>
                <a:cs typeface="Noto Sans JP ExtraBold" pitchFamily="34" charset="-120"/>
              </a:rPr>
              <a:t>2</a:t>
            </a:r>
            <a:endParaRPr lang="en-US" sz="2550" dirty="0"/>
          </a:p>
        </p:txBody>
      </p:sp>
      <p:sp>
        <p:nvSpPr>
          <p:cNvPr id="11" name="Text 9"/>
          <p:cNvSpPr/>
          <p:nvPr/>
        </p:nvSpPr>
        <p:spPr>
          <a:xfrm>
            <a:off x="5505450" y="4572000"/>
            <a:ext cx="3009900" cy="2476500"/>
          </a:xfrm>
          <a:prstGeom prst="rect">
            <a:avLst/>
          </a:prstGeom>
          <a:noFill/>
          <a:ln/>
        </p:spPr>
        <p:txBody>
          <a:bodyPr wrap="square" lIns="0" tIns="42348" rIns="0" bIns="-42348" rtlCol="0" anchor="t"/>
          <a:lstStyle/>
          <a:p>
            <a:pPr algn="l" indent="0" marL="0">
              <a:lnSpc>
                <a:spcPts val="3375"/>
              </a:lnSpc>
              <a:buNone/>
            </a:pPr>
            <a:r>
              <a:rPr lang="en-US" sz="2700" dirty="0" kern="0">
                <a:solidFill>
                  <a:srgbClr val="F3EEE3"/>
                </a:solidFill>
                <a:latin typeface="Noto Sans JP SemiBold" pitchFamily="34" charset="0"/>
                <a:ea typeface="Noto Sans JP SemiBold" pitchFamily="34" charset="-122"/>
                <a:cs typeface="Noto Sans JP SemiBold" pitchFamily="34" charset="-120"/>
              </a:rPr>
              <a:t>尿素がゆっくり 加水分解</a:t>
            </a:r>
            <a:endParaRPr lang="en-US" sz="2700" dirty="0"/>
          </a:p>
        </p:txBody>
      </p:sp>
      <p:sp>
        <p:nvSpPr>
          <p:cNvPr id="12" name="Connector line-1793258057232-47222492"/>
          <p:cNvSpPr/>
          <p:nvPr/>
        </p:nvSpPr>
        <p:spPr>
          <a:xfrm>
            <a:off x="8886825" y="5334000"/>
            <a:ext cx="514350" cy="0"/>
          </a:xfrm>
          <a:prstGeom prst="line">
            <a:avLst/>
          </a:prstGeom>
          <a:noFill/>
          <a:ln w="47625">
            <a:solidFill>
              <a:srgbClr val="9AA0B5"/>
            </a:solidFill>
            <a:prstDash val="solid"/>
            <a:headEnd type="none"/>
            <a:tailEnd type="triangle"/>
          </a:ln>
        </p:spPr>
      </p:sp>
      <p:sp>
        <p:nvSpPr>
          <p:cNvPr id="13" name="Shape 11"/>
          <p:cNvSpPr/>
          <p:nvPr/>
        </p:nvSpPr>
        <p:spPr>
          <a:xfrm>
            <a:off x="9477375" y="3429000"/>
            <a:ext cx="3619500" cy="3810000"/>
          </a:xfrm>
          <a:prstGeom prst="roundRect">
            <a:avLst>
              <a:gd name="adj" fmla="val 7368"/>
            </a:avLst>
          </a:prstGeom>
          <a:solidFill>
            <a:srgbClr val="1E212B"/>
          </a:solidFill>
          <a:ln w="28575">
            <a:solidFill>
              <a:srgbClr val="2C3040"/>
            </a:solidFill>
            <a:prstDash val="solid"/>
          </a:ln>
        </p:spPr>
      </p:sp>
      <p:sp>
        <p:nvSpPr>
          <p:cNvPr id="14" name="Shape 12"/>
          <p:cNvSpPr/>
          <p:nvPr/>
        </p:nvSpPr>
        <p:spPr>
          <a:xfrm>
            <a:off x="9763125" y="3714750"/>
            <a:ext cx="647700" cy="647700"/>
          </a:xfrm>
          <a:prstGeom prst="ellipse">
            <a:avLst/>
          </a:prstGeom>
          <a:solidFill>
            <a:srgbClr val="7C93FF"/>
          </a:solidFill>
          <a:ln/>
        </p:spPr>
      </p:sp>
      <p:sp>
        <p:nvSpPr>
          <p:cNvPr id="15" name="Text 13"/>
          <p:cNvSpPr/>
          <p:nvPr/>
        </p:nvSpPr>
        <p:spPr>
          <a:xfrm>
            <a:off x="9763125" y="3714750"/>
            <a:ext cx="647700" cy="647700"/>
          </a:xfrm>
          <a:prstGeom prst="rect">
            <a:avLst/>
          </a:prstGeom>
          <a:noFill/>
          <a:ln/>
        </p:spPr>
        <p:txBody>
          <a:bodyPr wrap="square" lIns="0" tIns="0" rIns="0" bIns="0" rtlCol="0" anchor="ctr"/>
          <a:lstStyle/>
          <a:p>
            <a:pPr algn="ctr" indent="0" marL="0">
              <a:buNone/>
            </a:pPr>
            <a:r>
              <a:rPr lang="en-US" sz="2550" dirty="0" spc="2" kern="0">
                <a:solidFill>
                  <a:srgbClr val="14161C"/>
                </a:solidFill>
                <a:latin typeface="Noto Sans JP ExtraBold" pitchFamily="34" charset="0"/>
                <a:ea typeface="Noto Sans JP ExtraBold" pitchFamily="34" charset="-122"/>
                <a:cs typeface="Noto Sans JP ExtraBold" pitchFamily="34" charset="-120"/>
              </a:rPr>
              <a:t>3</a:t>
            </a:r>
            <a:endParaRPr lang="en-US" sz="2550" dirty="0"/>
          </a:p>
        </p:txBody>
      </p:sp>
      <p:sp>
        <p:nvSpPr>
          <p:cNvPr id="16" name="Text 14"/>
          <p:cNvSpPr/>
          <p:nvPr/>
        </p:nvSpPr>
        <p:spPr>
          <a:xfrm>
            <a:off x="9782175" y="4572000"/>
            <a:ext cx="3009900" cy="2476500"/>
          </a:xfrm>
          <a:prstGeom prst="rect">
            <a:avLst/>
          </a:prstGeom>
          <a:noFill/>
          <a:ln/>
        </p:spPr>
        <p:txBody>
          <a:bodyPr wrap="square" lIns="0" tIns="42348" rIns="0" bIns="-42348" rtlCol="0" anchor="t"/>
          <a:lstStyle/>
          <a:p>
            <a:pPr algn="l" indent="0" marL="0">
              <a:lnSpc>
                <a:spcPts val="3375"/>
              </a:lnSpc>
              <a:buNone/>
            </a:pPr>
            <a:r>
              <a:rPr lang="en-US" sz="2700" dirty="0" spc="1" kern="0">
                <a:solidFill>
                  <a:srgbClr val="F3EEE3"/>
                </a:solidFill>
                <a:latin typeface="Noto Sans JP SemiBold" pitchFamily="34" charset="0"/>
                <a:ea typeface="Noto Sans JP SemiBold" pitchFamily="34" charset="-122"/>
                <a:cs typeface="Noto Sans JP SemiBold" pitchFamily="34" charset="-120"/>
              </a:rPr>
              <a:t>NH3と</a:t>
            </a:r>
            <a:r>
              <a:rPr lang="en-US" sz="2700" dirty="0" spc="-24" kern="0">
                <a:solidFill>
                  <a:srgbClr val="F3EEE3"/>
                </a:solidFill>
                <a:latin typeface="Noto Sans JP SemiBold" pitchFamily="34" charset="0"/>
                <a:ea typeface="Noto Sans JP SemiBold" pitchFamily="34" charset="-122"/>
                <a:cs typeface="Noto Sans JP SemiBold" pitchFamily="34" charset="-120"/>
              </a:rPr>
              <a:t> CO2が</a:t>
            </a:r>
            <a:r>
              <a:rPr lang="en-US" sz="2700" dirty="0" spc="-1" kern="0">
                <a:solidFill>
                  <a:srgbClr val="F3EEE3"/>
                </a:solidFill>
                <a:latin typeface="Noto Sans JP SemiBold" pitchFamily="34" charset="0"/>
                <a:ea typeface="Noto Sans JP SemiBold" pitchFamily="34" charset="-122"/>
                <a:cs typeface="Noto Sans JP SemiBold" pitchFamily="34" charset="-120"/>
              </a:rPr>
              <a:t> 発生</a:t>
            </a:r>
            <a:endParaRPr lang="en-US" sz="2700" dirty="0"/>
          </a:p>
        </p:txBody>
      </p:sp>
      <p:sp>
        <p:nvSpPr>
          <p:cNvPr id="17" name="Connector line-1793258057236-485265084"/>
          <p:cNvSpPr/>
          <p:nvPr/>
        </p:nvSpPr>
        <p:spPr>
          <a:xfrm>
            <a:off x="13163550" y="5334000"/>
            <a:ext cx="514350" cy="0"/>
          </a:xfrm>
          <a:prstGeom prst="line">
            <a:avLst/>
          </a:prstGeom>
          <a:noFill/>
          <a:ln w="47625">
            <a:solidFill>
              <a:srgbClr val="9AA0B5"/>
            </a:solidFill>
            <a:prstDash val="solid"/>
            <a:headEnd type="none"/>
            <a:tailEnd type="triangle"/>
          </a:ln>
        </p:spPr>
      </p:sp>
      <p:sp>
        <p:nvSpPr>
          <p:cNvPr id="18" name="Shape 16"/>
          <p:cNvSpPr/>
          <p:nvPr/>
        </p:nvSpPr>
        <p:spPr>
          <a:xfrm>
            <a:off x="13754100" y="3429000"/>
            <a:ext cx="3619500" cy="3810000"/>
          </a:xfrm>
          <a:prstGeom prst="roundRect">
            <a:avLst>
              <a:gd name="adj" fmla="val 7368"/>
            </a:avLst>
          </a:prstGeom>
          <a:solidFill>
            <a:srgbClr val="1E212B"/>
          </a:solidFill>
          <a:ln w="28575">
            <a:solidFill>
              <a:srgbClr val="2C3040"/>
            </a:solidFill>
            <a:prstDash val="solid"/>
          </a:ln>
        </p:spPr>
      </p:sp>
      <p:sp>
        <p:nvSpPr>
          <p:cNvPr id="19" name="Shape 17"/>
          <p:cNvSpPr/>
          <p:nvPr/>
        </p:nvSpPr>
        <p:spPr>
          <a:xfrm>
            <a:off x="14039850" y="3714750"/>
            <a:ext cx="647700" cy="647700"/>
          </a:xfrm>
          <a:prstGeom prst="ellipse">
            <a:avLst/>
          </a:prstGeom>
          <a:solidFill>
            <a:srgbClr val="FFB454"/>
          </a:solidFill>
          <a:ln/>
        </p:spPr>
      </p:sp>
      <p:sp>
        <p:nvSpPr>
          <p:cNvPr id="20" name="Text 18"/>
          <p:cNvSpPr/>
          <p:nvPr/>
        </p:nvSpPr>
        <p:spPr>
          <a:xfrm>
            <a:off x="14039850" y="3714750"/>
            <a:ext cx="647700" cy="647700"/>
          </a:xfrm>
          <a:prstGeom prst="rect">
            <a:avLst/>
          </a:prstGeom>
          <a:noFill/>
          <a:ln/>
        </p:spPr>
        <p:txBody>
          <a:bodyPr wrap="square" lIns="0" tIns="0" rIns="0" bIns="0" rtlCol="0" anchor="ctr"/>
          <a:lstStyle/>
          <a:p>
            <a:pPr algn="ctr" indent="0" marL="0">
              <a:buNone/>
            </a:pPr>
            <a:r>
              <a:rPr lang="en-US" sz="2550" dirty="0" spc="2" kern="0">
                <a:solidFill>
                  <a:srgbClr val="14161C"/>
                </a:solidFill>
                <a:latin typeface="Noto Sans JP ExtraBold" pitchFamily="34" charset="0"/>
                <a:ea typeface="Noto Sans JP ExtraBold" pitchFamily="34" charset="-122"/>
                <a:cs typeface="Noto Sans JP ExtraBold" pitchFamily="34" charset="-120"/>
              </a:rPr>
              <a:t>4</a:t>
            </a:r>
            <a:endParaRPr lang="en-US" sz="2550" dirty="0"/>
          </a:p>
        </p:txBody>
      </p:sp>
      <p:sp>
        <p:nvSpPr>
          <p:cNvPr id="21" name="Text 19"/>
          <p:cNvSpPr/>
          <p:nvPr/>
        </p:nvSpPr>
        <p:spPr>
          <a:xfrm>
            <a:off x="14058900" y="4572000"/>
            <a:ext cx="3009900" cy="2476500"/>
          </a:xfrm>
          <a:prstGeom prst="rect">
            <a:avLst/>
          </a:prstGeom>
          <a:noFill/>
          <a:ln/>
        </p:spPr>
        <p:txBody>
          <a:bodyPr wrap="square" lIns="0" tIns="42348" rIns="0" bIns="-42348" rtlCol="0" anchor="t"/>
          <a:lstStyle/>
          <a:p>
            <a:pPr algn="l" indent="0" marL="0">
              <a:lnSpc>
                <a:spcPts val="3375"/>
              </a:lnSpc>
              <a:buNone/>
            </a:pPr>
            <a:r>
              <a:rPr lang="en-US" sz="2700" dirty="0" spc="0" kern="0">
                <a:solidFill>
                  <a:srgbClr val="F3EEE3"/>
                </a:solidFill>
                <a:latin typeface="Noto Sans JP SemiBold" pitchFamily="34" charset="0"/>
                <a:ea typeface="Noto Sans JP SemiBold" pitchFamily="34" charset="-122"/>
                <a:cs typeface="Noto Sans JP SemiBold" pitchFamily="34" charset="-120"/>
              </a:rPr>
              <a:t>密閉タンクの</a:t>
            </a:r>
            <a:r>
              <a:rPr lang="en-US" sz="2700" dirty="0" spc="-1" kern="0">
                <a:solidFill>
                  <a:srgbClr val="F3EEE3"/>
                </a:solidFill>
                <a:latin typeface="Noto Sans JP SemiBold" pitchFamily="34" charset="0"/>
                <a:ea typeface="Noto Sans JP SemiBold" pitchFamily="34" charset="-122"/>
                <a:cs typeface="Noto Sans JP SemiBold" pitchFamily="34" charset="-120"/>
              </a:rPr>
              <a:t> 圧力が</a:t>
            </a:r>
            <a:r>
              <a:rPr lang="en-US" sz="2700" dirty="0" spc="-22" kern="0">
                <a:solidFill>
                  <a:srgbClr val="F3EEE3"/>
                </a:solidFill>
                <a:latin typeface="Noto Sans JP SemiBold" pitchFamily="34" charset="0"/>
                <a:ea typeface="Noto Sans JP SemiBold" pitchFamily="34" charset="-122"/>
                <a:cs typeface="Noto Sans JP SemiBold" pitchFamily="34" charset="-120"/>
              </a:rPr>
              <a:t> 上がり、</a:t>
            </a:r>
            <a:r>
              <a:rPr lang="en-US" sz="2700" dirty="0" spc="0" kern="0">
                <a:solidFill>
                  <a:srgbClr val="F3EEE3"/>
                </a:solidFill>
                <a:latin typeface="Noto Sans JP SemiBold" pitchFamily="34" charset="0"/>
                <a:ea typeface="Noto Sans JP SemiBold" pitchFamily="34" charset="-122"/>
                <a:cs typeface="Noto Sans JP SemiBold" pitchFamily="34" charset="-120"/>
              </a:rPr>
              <a:t> 使用期限が</a:t>
            </a:r>
            <a:r>
              <a:rPr lang="en-US" sz="2700" dirty="0" spc="-1" kern="0">
                <a:solidFill>
                  <a:srgbClr val="F3EEE3"/>
                </a:solidFill>
                <a:latin typeface="Noto Sans JP SemiBold" pitchFamily="34" charset="0"/>
                <a:ea typeface="Noto Sans JP SemiBold" pitchFamily="34" charset="-122"/>
                <a:cs typeface="Noto Sans JP SemiBold" pitchFamily="34" charset="-120"/>
              </a:rPr>
              <a:t> 短くなる</a:t>
            </a:r>
            <a:endParaRPr lang="en-US" sz="2700" dirty="0"/>
          </a:p>
        </p:txBody>
      </p:sp>
      <p:sp>
        <p:nvSpPr>
          <p:cNvPr id="22" name="Text 20"/>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[S6]</a:t>
            </a:r>
            <a:endParaRPr lang="en-US" sz="1800" dirty="0"/>
          </a:p>
        </p:txBody>
      </p:sp>
      <p:sp>
        <p:nvSpPr>
          <p:cNvPr id="23" name="Shape 21"/>
          <p:cNvSpPr/>
          <p:nvPr/>
        </p:nvSpPr>
        <p:spPr>
          <a:xfrm>
            <a:off x="960711" y="9580836"/>
            <a:ext cx="78828" cy="78828"/>
          </a:xfrm>
          <a:prstGeom prst="ellipse">
            <a:avLst/>
          </a:prstGeom>
          <a:solidFill>
            <a:srgbClr val="F3EEE3">
              <a:alpha val="28000"/>
            </a:srgbClr>
          </a:solidFill>
          <a:ln/>
        </p:spPr>
      </p:sp>
      <p:sp>
        <p:nvSpPr>
          <p:cNvPr id="24" name="Shape 22"/>
          <p:cNvSpPr/>
          <p:nvPr/>
        </p:nvSpPr>
        <p:spPr>
          <a:xfrm>
            <a:off x="1118366" y="9580836"/>
            <a:ext cx="78828" cy="78828"/>
          </a:xfrm>
          <a:prstGeom prst="ellipse">
            <a:avLst/>
          </a:prstGeom>
          <a:solidFill>
            <a:srgbClr val="F3EEE3">
              <a:alpha val="28000"/>
            </a:srgbClr>
          </a:solidFill>
          <a:ln/>
        </p:spPr>
      </p:sp>
      <p:sp>
        <p:nvSpPr>
          <p:cNvPr id="25" name="Shape 23"/>
          <p:cNvSpPr/>
          <p:nvPr/>
        </p:nvSpPr>
        <p:spPr>
          <a:xfrm>
            <a:off x="1276021" y="9580836"/>
            <a:ext cx="78828" cy="78828"/>
          </a:xfrm>
          <a:prstGeom prst="ellipse">
            <a:avLst/>
          </a:prstGeom>
          <a:solidFill>
            <a:srgbClr val="F3EEE3">
              <a:alpha val="28000"/>
            </a:srgbClr>
          </a:solidFill>
          <a:ln/>
        </p:spPr>
      </p:sp>
      <p:sp>
        <p:nvSpPr>
          <p:cNvPr id="26" name="Shape 24"/>
          <p:cNvSpPr/>
          <p:nvPr/>
        </p:nvSpPr>
        <p:spPr>
          <a:xfrm>
            <a:off x="1433676" y="9580836"/>
            <a:ext cx="78828" cy="78828"/>
          </a:xfrm>
          <a:prstGeom prst="ellipse">
            <a:avLst/>
          </a:prstGeom>
          <a:solidFill>
            <a:srgbClr val="F3EEE3">
              <a:alpha val="28000"/>
            </a:srgbClr>
          </a:solidFill>
          <a:ln/>
        </p:spPr>
      </p:sp>
      <p:sp>
        <p:nvSpPr>
          <p:cNvPr id="27" name="Shape 25"/>
          <p:cNvSpPr/>
          <p:nvPr/>
        </p:nvSpPr>
        <p:spPr>
          <a:xfrm>
            <a:off x="1591331" y="9580836"/>
            <a:ext cx="78828" cy="78828"/>
          </a:xfrm>
          <a:prstGeom prst="ellipse">
            <a:avLst/>
          </a:prstGeom>
          <a:solidFill>
            <a:srgbClr val="F3EEE3">
              <a:alpha val="28000"/>
            </a:srgbClr>
          </a:solidFill>
          <a:ln/>
        </p:spPr>
      </p:sp>
      <p:sp>
        <p:nvSpPr>
          <p:cNvPr id="28" name="Shape 26"/>
          <p:cNvSpPr/>
          <p:nvPr/>
        </p:nvSpPr>
        <p:spPr>
          <a:xfrm>
            <a:off x="1748986" y="9580836"/>
            <a:ext cx="78828" cy="78828"/>
          </a:xfrm>
          <a:prstGeom prst="ellipse">
            <a:avLst/>
          </a:prstGeom>
          <a:solidFill>
            <a:srgbClr val="F3EEE3">
              <a:alpha val="28000"/>
            </a:srgbClr>
          </a:solidFill>
          <a:ln/>
        </p:spPr>
      </p:sp>
      <p:sp>
        <p:nvSpPr>
          <p:cNvPr id="29" name="Shape 27"/>
          <p:cNvSpPr/>
          <p:nvPr/>
        </p:nvSpPr>
        <p:spPr>
          <a:xfrm>
            <a:off x="1906641" y="9580836"/>
            <a:ext cx="78828" cy="78828"/>
          </a:xfrm>
          <a:prstGeom prst="ellipse">
            <a:avLst/>
          </a:prstGeom>
          <a:solidFill>
            <a:srgbClr val="F3EEE3">
              <a:alpha val="28000"/>
            </a:srgbClr>
          </a:solidFill>
          <a:ln/>
        </p:spPr>
      </p:sp>
      <p:sp>
        <p:nvSpPr>
          <p:cNvPr id="30" name="Shape 28"/>
          <p:cNvSpPr/>
          <p:nvPr/>
        </p:nvSpPr>
        <p:spPr>
          <a:xfrm>
            <a:off x="2064296" y="9580836"/>
            <a:ext cx="78828" cy="78828"/>
          </a:xfrm>
          <a:prstGeom prst="ellipse">
            <a:avLst/>
          </a:prstGeom>
          <a:solidFill>
            <a:srgbClr val="F3EEE3">
              <a:alpha val="28000"/>
            </a:srgbClr>
          </a:solidFill>
          <a:ln/>
        </p:spPr>
      </p:sp>
      <p:sp>
        <p:nvSpPr>
          <p:cNvPr id="31" name="Shape 29"/>
          <p:cNvSpPr/>
          <p:nvPr/>
        </p:nvSpPr>
        <p:spPr>
          <a:xfrm>
            <a:off x="2221951" y="9580836"/>
            <a:ext cx="78828" cy="78828"/>
          </a:xfrm>
          <a:prstGeom prst="ellipse">
            <a:avLst/>
          </a:prstGeom>
          <a:solidFill>
            <a:srgbClr val="F3EEE3">
              <a:alpha val="28000"/>
            </a:srgbClr>
          </a:solidFill>
          <a:ln/>
        </p:spPr>
      </p:sp>
      <p:sp>
        <p:nvSpPr>
          <p:cNvPr id="32" name="Shape 30"/>
          <p:cNvSpPr/>
          <p:nvPr/>
        </p:nvSpPr>
        <p:spPr>
          <a:xfrm>
            <a:off x="2379606" y="9580836"/>
            <a:ext cx="78828" cy="78828"/>
          </a:xfrm>
          <a:prstGeom prst="ellipse">
            <a:avLst/>
          </a:prstGeom>
          <a:solidFill>
            <a:srgbClr val="F3EEE3">
              <a:alpha val="28000"/>
            </a:srgbClr>
          </a:solidFill>
          <a:ln/>
        </p:spPr>
      </p:sp>
      <p:sp>
        <p:nvSpPr>
          <p:cNvPr id="33" name="Shape 31"/>
          <p:cNvSpPr/>
          <p:nvPr/>
        </p:nvSpPr>
        <p:spPr>
          <a:xfrm>
            <a:off x="2537261" y="9580836"/>
            <a:ext cx="78828" cy="78828"/>
          </a:xfrm>
          <a:prstGeom prst="ellipse">
            <a:avLst/>
          </a:prstGeom>
          <a:solidFill>
            <a:srgbClr val="F3EEE3">
              <a:alpha val="28000"/>
            </a:srgbClr>
          </a:solidFill>
          <a:ln/>
        </p:spPr>
      </p:sp>
      <p:sp>
        <p:nvSpPr>
          <p:cNvPr id="34" name="Shape 32"/>
          <p:cNvSpPr/>
          <p:nvPr/>
        </p:nvSpPr>
        <p:spPr>
          <a:xfrm>
            <a:off x="2694916" y="9580836"/>
            <a:ext cx="78828" cy="78828"/>
          </a:xfrm>
          <a:prstGeom prst="ellipse">
            <a:avLst/>
          </a:prstGeom>
          <a:solidFill>
            <a:srgbClr val="F3EEE3">
              <a:alpha val="28000"/>
            </a:srgbClr>
          </a:solidFill>
          <a:ln/>
        </p:spPr>
      </p:sp>
      <p:sp>
        <p:nvSpPr>
          <p:cNvPr id="35" name="Shape 33"/>
          <p:cNvSpPr/>
          <p:nvPr/>
        </p:nvSpPr>
        <p:spPr>
          <a:xfrm>
            <a:off x="2852571" y="9580836"/>
            <a:ext cx="78828" cy="78828"/>
          </a:xfrm>
          <a:prstGeom prst="ellipse">
            <a:avLst/>
          </a:prstGeom>
          <a:solidFill>
            <a:srgbClr val="F3EEE3">
              <a:alpha val="28000"/>
            </a:srgbClr>
          </a:solidFill>
          <a:ln/>
        </p:spPr>
      </p:sp>
      <p:sp>
        <p:nvSpPr>
          <p:cNvPr id="36" name="Shape 34"/>
          <p:cNvSpPr/>
          <p:nvPr/>
        </p:nvSpPr>
        <p:spPr>
          <a:xfrm>
            <a:off x="3010225" y="9580836"/>
            <a:ext cx="78828" cy="78828"/>
          </a:xfrm>
          <a:prstGeom prst="ellipse">
            <a:avLst/>
          </a:prstGeom>
          <a:solidFill>
            <a:srgbClr val="F3EEE3">
              <a:alpha val="28000"/>
            </a:srgbClr>
          </a:solidFill>
          <a:ln/>
        </p:spPr>
      </p:sp>
      <p:sp>
        <p:nvSpPr>
          <p:cNvPr id="37" name="Shape 35"/>
          <p:cNvSpPr/>
          <p:nvPr/>
        </p:nvSpPr>
        <p:spPr>
          <a:xfrm>
            <a:off x="3167880" y="9580836"/>
            <a:ext cx="78828" cy="78828"/>
          </a:xfrm>
          <a:prstGeom prst="ellipse">
            <a:avLst/>
          </a:prstGeom>
          <a:solidFill>
            <a:srgbClr val="F3EEE3">
              <a:alpha val="28000"/>
            </a:srgbClr>
          </a:solidFill>
          <a:ln/>
        </p:spPr>
      </p:sp>
      <p:sp>
        <p:nvSpPr>
          <p:cNvPr id="38" name="Shape 36"/>
          <p:cNvSpPr/>
          <p:nvPr/>
        </p:nvSpPr>
        <p:spPr>
          <a:xfrm>
            <a:off x="3325535" y="9580836"/>
            <a:ext cx="78828" cy="78828"/>
          </a:xfrm>
          <a:prstGeom prst="ellipse">
            <a:avLst/>
          </a:prstGeom>
          <a:solidFill>
            <a:srgbClr val="F3EEE3">
              <a:alpha val="28000"/>
            </a:srgbClr>
          </a:solidFill>
          <a:ln/>
        </p:spPr>
      </p:sp>
      <p:sp>
        <p:nvSpPr>
          <p:cNvPr id="39" name="Shape 37"/>
          <p:cNvSpPr/>
          <p:nvPr/>
        </p:nvSpPr>
        <p:spPr>
          <a:xfrm>
            <a:off x="3483190" y="9580836"/>
            <a:ext cx="78828" cy="78828"/>
          </a:xfrm>
          <a:prstGeom prst="ellipse">
            <a:avLst/>
          </a:prstGeom>
          <a:solidFill>
            <a:srgbClr val="F3EEE3">
              <a:alpha val="28000"/>
            </a:srgbClr>
          </a:solidFill>
          <a:ln/>
        </p:spPr>
      </p:sp>
      <p:sp>
        <p:nvSpPr>
          <p:cNvPr id="40" name="Shape 38"/>
          <p:cNvSpPr/>
          <p:nvPr/>
        </p:nvSpPr>
        <p:spPr>
          <a:xfrm>
            <a:off x="3640845" y="9580836"/>
            <a:ext cx="78828" cy="78828"/>
          </a:xfrm>
          <a:prstGeom prst="ellipse">
            <a:avLst/>
          </a:prstGeom>
          <a:solidFill>
            <a:srgbClr val="F3EEE3">
              <a:alpha val="28000"/>
            </a:srgbClr>
          </a:solidFill>
          <a:ln/>
        </p:spPr>
      </p:sp>
      <p:sp>
        <p:nvSpPr>
          <p:cNvPr id="41" name="Shape 39"/>
          <p:cNvSpPr/>
          <p:nvPr/>
        </p:nvSpPr>
        <p:spPr>
          <a:xfrm>
            <a:off x="3785362" y="9567698"/>
            <a:ext cx="105103" cy="105103"/>
          </a:xfrm>
          <a:prstGeom prst="ellipse">
            <a:avLst/>
          </a:prstGeom>
          <a:solidFill>
            <a:srgbClr val="FF6A4D"/>
          </a:solidFill>
          <a:ln/>
        </p:spPr>
      </p:sp>
      <p:sp>
        <p:nvSpPr>
          <p:cNvPr id="42" name="Shape 40"/>
          <p:cNvSpPr/>
          <p:nvPr/>
        </p:nvSpPr>
        <p:spPr>
          <a:xfrm>
            <a:off x="3956155" y="9580836"/>
            <a:ext cx="78828" cy="78828"/>
          </a:xfrm>
          <a:prstGeom prst="ellipse">
            <a:avLst/>
          </a:prstGeom>
          <a:solidFill>
            <a:srgbClr val="F3EEE3">
              <a:alpha val="28000"/>
            </a:srgbClr>
          </a:solidFill>
          <a:ln/>
        </p:spPr>
      </p:sp>
      <p:sp>
        <p:nvSpPr>
          <p:cNvPr id="43" name="Shape 41"/>
          <p:cNvSpPr/>
          <p:nvPr/>
        </p:nvSpPr>
        <p:spPr>
          <a:xfrm>
            <a:off x="4113810" y="9580836"/>
            <a:ext cx="78828" cy="78828"/>
          </a:xfrm>
          <a:prstGeom prst="ellipse">
            <a:avLst/>
          </a:prstGeom>
          <a:solidFill>
            <a:srgbClr val="F3EEE3">
              <a:alpha val="28000"/>
            </a:srgbClr>
          </a:solidFill>
          <a:ln/>
        </p:spPr>
      </p:sp>
      <p:sp>
        <p:nvSpPr>
          <p:cNvPr id="44" name="Shape 42"/>
          <p:cNvSpPr/>
          <p:nvPr/>
        </p:nvSpPr>
        <p:spPr>
          <a:xfrm>
            <a:off x="4271465" y="9580836"/>
            <a:ext cx="78828" cy="78828"/>
          </a:xfrm>
          <a:prstGeom prst="ellipse">
            <a:avLst/>
          </a:prstGeom>
          <a:solidFill>
            <a:srgbClr val="F3EEE3">
              <a:alpha val="28000"/>
            </a:srgbClr>
          </a:solidFill>
          <a:ln/>
        </p:spPr>
      </p:sp>
      <p:sp>
        <p:nvSpPr>
          <p:cNvPr id="45" name="Shape 43"/>
          <p:cNvSpPr/>
          <p:nvPr/>
        </p:nvSpPr>
        <p:spPr>
          <a:xfrm>
            <a:off x="4429120" y="9580836"/>
            <a:ext cx="78828" cy="78828"/>
          </a:xfrm>
          <a:prstGeom prst="ellipse">
            <a:avLst/>
          </a:prstGeom>
          <a:solidFill>
            <a:srgbClr val="F3EEE3">
              <a:alpha val="28000"/>
            </a:srgbClr>
          </a:solidFill>
          <a:ln/>
        </p:spPr>
      </p:sp>
      <p:sp>
        <p:nvSpPr>
          <p:cNvPr id="46" name="Shape 44"/>
          <p:cNvSpPr/>
          <p:nvPr/>
        </p:nvSpPr>
        <p:spPr>
          <a:xfrm>
            <a:off x="4586775" y="9580836"/>
            <a:ext cx="78828" cy="78828"/>
          </a:xfrm>
          <a:prstGeom prst="ellipse">
            <a:avLst/>
          </a:prstGeom>
          <a:solidFill>
            <a:srgbClr val="F3EEE3">
              <a:alpha val="28000"/>
            </a:srgbClr>
          </a:solidFill>
          <a:ln/>
        </p:spPr>
      </p:sp>
      <p:sp>
        <p:nvSpPr>
          <p:cNvPr id="47" name="Shape 45"/>
          <p:cNvSpPr/>
          <p:nvPr/>
        </p:nvSpPr>
        <p:spPr>
          <a:xfrm>
            <a:off x="4744430" y="9580836"/>
            <a:ext cx="78828" cy="78828"/>
          </a:xfrm>
          <a:prstGeom prst="ellipse">
            <a:avLst/>
          </a:prstGeom>
          <a:solidFill>
            <a:srgbClr val="F3EEE3">
              <a:alpha val="28000"/>
            </a:srgbClr>
          </a:solidFill>
          <a:ln/>
        </p:spPr>
      </p:sp>
      <p:sp>
        <p:nvSpPr>
          <p:cNvPr id="48" name="Shape 46"/>
          <p:cNvSpPr/>
          <p:nvPr/>
        </p:nvSpPr>
        <p:spPr>
          <a:xfrm>
            <a:off x="4902085" y="9580836"/>
            <a:ext cx="78828" cy="78828"/>
          </a:xfrm>
          <a:prstGeom prst="ellipse">
            <a:avLst/>
          </a:prstGeom>
          <a:solidFill>
            <a:srgbClr val="F3EEE3">
              <a:alpha val="28000"/>
            </a:srgbClr>
          </a:solidFill>
          <a:ln/>
        </p:spPr>
      </p:sp>
      <p:sp>
        <p:nvSpPr>
          <p:cNvPr id="49" name="Shape 47"/>
          <p:cNvSpPr/>
          <p:nvPr/>
        </p:nvSpPr>
        <p:spPr>
          <a:xfrm>
            <a:off x="5059740" y="9580836"/>
            <a:ext cx="78828" cy="78828"/>
          </a:xfrm>
          <a:prstGeom prst="ellipse">
            <a:avLst/>
          </a:prstGeom>
          <a:solidFill>
            <a:srgbClr val="F3EEE3">
              <a:alpha val="28000"/>
            </a:srgbClr>
          </a:solidFill>
          <a:ln/>
        </p:spPr>
      </p:sp>
      <p:sp>
        <p:nvSpPr>
          <p:cNvPr id="50" name="Shape 48"/>
          <p:cNvSpPr/>
          <p:nvPr/>
        </p:nvSpPr>
        <p:spPr>
          <a:xfrm>
            <a:off x="5217395" y="9580836"/>
            <a:ext cx="78828" cy="78828"/>
          </a:xfrm>
          <a:prstGeom prst="ellipse">
            <a:avLst/>
          </a:prstGeom>
          <a:solidFill>
            <a:srgbClr val="F3EEE3">
              <a:alpha val="28000"/>
            </a:srgbClr>
          </a:solidFill>
          <a:ln/>
        </p:spPr>
      </p:sp>
      <p:sp>
        <p:nvSpPr>
          <p:cNvPr id="51" name="Shape 49"/>
          <p:cNvSpPr/>
          <p:nvPr/>
        </p:nvSpPr>
        <p:spPr>
          <a:xfrm>
            <a:off x="5375050" y="9580836"/>
            <a:ext cx="78828" cy="78828"/>
          </a:xfrm>
          <a:prstGeom prst="ellipse">
            <a:avLst/>
          </a:prstGeom>
          <a:solidFill>
            <a:srgbClr val="F3EEE3">
              <a:alpha val="28000"/>
            </a:srgbClr>
          </a:solidFill>
          <a:ln/>
        </p:spPr>
      </p:sp>
      <p:sp>
        <p:nvSpPr>
          <p:cNvPr id="52" name="Shape 50"/>
          <p:cNvSpPr/>
          <p:nvPr/>
        </p:nvSpPr>
        <p:spPr>
          <a:xfrm>
            <a:off x="5532705" y="9580836"/>
            <a:ext cx="78828" cy="78828"/>
          </a:xfrm>
          <a:prstGeom prst="ellipse">
            <a:avLst/>
          </a:prstGeom>
          <a:solidFill>
            <a:srgbClr val="F3EEE3">
              <a:alpha val="28000"/>
            </a:srgbClr>
          </a:solidFill>
          <a:ln/>
        </p:spPr>
      </p:sp>
      <p:sp>
        <p:nvSpPr>
          <p:cNvPr id="53" name="Shape 51"/>
          <p:cNvSpPr/>
          <p:nvPr/>
        </p:nvSpPr>
        <p:spPr>
          <a:xfrm>
            <a:off x="5690359" y="9580836"/>
            <a:ext cx="78828" cy="78828"/>
          </a:xfrm>
          <a:prstGeom prst="ellipse">
            <a:avLst/>
          </a:prstGeom>
          <a:solidFill>
            <a:srgbClr val="F3EEE3">
              <a:alpha val="28000"/>
            </a:srgbClr>
          </a:solidFill>
          <a:ln/>
        </p:spPr>
      </p:sp>
      <p:sp>
        <p:nvSpPr>
          <p:cNvPr id="54" name="Shape 52"/>
          <p:cNvSpPr/>
          <p:nvPr/>
        </p:nvSpPr>
        <p:spPr>
          <a:xfrm>
            <a:off x="5848014" y="9580836"/>
            <a:ext cx="78828" cy="78828"/>
          </a:xfrm>
          <a:prstGeom prst="ellipse">
            <a:avLst/>
          </a:prstGeom>
          <a:solidFill>
            <a:srgbClr val="F3EEE3">
              <a:alpha val="28000"/>
            </a:srgbClr>
          </a:solidFill>
          <a:ln/>
        </p:spPr>
      </p:sp>
      <p:sp>
        <p:nvSpPr>
          <p:cNvPr id="55" name="Shape 53"/>
          <p:cNvSpPr/>
          <p:nvPr/>
        </p:nvSpPr>
        <p:spPr>
          <a:xfrm>
            <a:off x="6005669" y="9580836"/>
            <a:ext cx="78828" cy="78828"/>
          </a:xfrm>
          <a:prstGeom prst="ellipse">
            <a:avLst/>
          </a:prstGeom>
          <a:solidFill>
            <a:srgbClr val="F3EEE3">
              <a:alpha val="28000"/>
            </a:srgbClr>
          </a:solidFill>
          <a:ln/>
        </p:spPr>
      </p:sp>
      <p:sp>
        <p:nvSpPr>
          <p:cNvPr id="56" name="Shape 54"/>
          <p:cNvSpPr/>
          <p:nvPr/>
        </p:nvSpPr>
        <p:spPr>
          <a:xfrm>
            <a:off x="6163324" y="9580836"/>
            <a:ext cx="78828" cy="78828"/>
          </a:xfrm>
          <a:prstGeom prst="ellipse">
            <a:avLst/>
          </a:prstGeom>
          <a:solidFill>
            <a:srgbClr val="F3EEE3">
              <a:alpha val="28000"/>
            </a:srgbClr>
          </a:solidFill>
          <a:ln/>
        </p:spPr>
      </p:sp>
      <p:sp>
        <p:nvSpPr>
          <p:cNvPr id="57" name="Shape 55"/>
          <p:cNvSpPr/>
          <p:nvPr/>
        </p:nvSpPr>
        <p:spPr>
          <a:xfrm>
            <a:off x="6320979" y="9580836"/>
            <a:ext cx="78828" cy="78828"/>
          </a:xfrm>
          <a:prstGeom prst="ellipse">
            <a:avLst/>
          </a:prstGeom>
          <a:solidFill>
            <a:srgbClr val="F3EEE3">
              <a:alpha val="28000"/>
            </a:srgbClr>
          </a:solidFill>
          <a:ln/>
        </p:spPr>
      </p:sp>
      <p:sp>
        <p:nvSpPr>
          <p:cNvPr id="58" name="Shape 56"/>
          <p:cNvSpPr/>
          <p:nvPr/>
        </p:nvSpPr>
        <p:spPr>
          <a:xfrm>
            <a:off x="6478634" y="9580836"/>
            <a:ext cx="78828" cy="78828"/>
          </a:xfrm>
          <a:prstGeom prst="ellipse">
            <a:avLst/>
          </a:prstGeom>
          <a:solidFill>
            <a:srgbClr val="F3EEE3">
              <a:alpha val="28000"/>
            </a:srgbClr>
          </a:solidFill>
          <a:ln/>
        </p:spPr>
      </p:sp>
      <p:sp>
        <p:nvSpPr>
          <p:cNvPr id="59" name="Shape 57"/>
          <p:cNvSpPr/>
          <p:nvPr/>
        </p:nvSpPr>
        <p:spPr>
          <a:xfrm>
            <a:off x="6636289" y="9580836"/>
            <a:ext cx="78828" cy="78828"/>
          </a:xfrm>
          <a:prstGeom prst="ellipse">
            <a:avLst/>
          </a:prstGeom>
          <a:solidFill>
            <a:srgbClr val="F3EEE3">
              <a:alpha val="28000"/>
            </a:srgbClr>
          </a:solidFill>
          <a:ln/>
        </p:spPr>
      </p:sp>
      <p:sp>
        <p:nvSpPr>
          <p:cNvPr id="60" name="Shape 58"/>
          <p:cNvSpPr/>
          <p:nvPr/>
        </p:nvSpPr>
        <p:spPr>
          <a:xfrm>
            <a:off x="6793944" y="9580836"/>
            <a:ext cx="78828" cy="78828"/>
          </a:xfrm>
          <a:prstGeom prst="ellipse">
            <a:avLst/>
          </a:prstGeom>
          <a:solidFill>
            <a:srgbClr val="F3EEE3">
              <a:alpha val="28000"/>
            </a:srgbClr>
          </a:solidFill>
          <a:ln/>
        </p:spPr>
      </p:sp>
      <p:sp>
        <p:nvSpPr>
          <p:cNvPr id="61" name="Shape 59"/>
          <p:cNvSpPr/>
          <p:nvPr/>
        </p:nvSpPr>
        <p:spPr>
          <a:xfrm>
            <a:off x="6951599" y="9580836"/>
            <a:ext cx="78828" cy="78828"/>
          </a:xfrm>
          <a:prstGeom prst="ellipse">
            <a:avLst/>
          </a:prstGeom>
          <a:solidFill>
            <a:srgbClr val="F3EEE3">
              <a:alpha val="28000"/>
            </a:srgbClr>
          </a:solidFill>
          <a:ln/>
        </p:spPr>
      </p:sp>
      <p:sp>
        <p:nvSpPr>
          <p:cNvPr id="62" name="Shape 60"/>
          <p:cNvSpPr/>
          <p:nvPr/>
        </p:nvSpPr>
        <p:spPr>
          <a:xfrm>
            <a:off x="7109254" y="9580836"/>
            <a:ext cx="78828" cy="78828"/>
          </a:xfrm>
          <a:prstGeom prst="ellipse">
            <a:avLst/>
          </a:prstGeom>
          <a:solidFill>
            <a:srgbClr val="F3EEE3">
              <a:alpha val="28000"/>
            </a:srgbClr>
          </a:solidFill>
          <a:ln/>
        </p:spPr>
      </p:sp>
      <p:sp>
        <p:nvSpPr>
          <p:cNvPr id="63" name="Shape 61"/>
          <p:cNvSpPr/>
          <p:nvPr/>
        </p:nvSpPr>
        <p:spPr>
          <a:xfrm>
            <a:off x="7266909" y="9580836"/>
            <a:ext cx="78828" cy="78828"/>
          </a:xfrm>
          <a:prstGeom prst="ellipse">
            <a:avLst/>
          </a:prstGeom>
          <a:solidFill>
            <a:srgbClr val="F3EEE3">
              <a:alpha val="28000"/>
            </a:srgbClr>
          </a:solidFill>
          <a:ln/>
        </p:spPr>
      </p:sp>
      <p:sp>
        <p:nvSpPr>
          <p:cNvPr id="64" name="Shape 62"/>
          <p:cNvSpPr/>
          <p:nvPr/>
        </p:nvSpPr>
        <p:spPr>
          <a:xfrm>
            <a:off x="7424564" y="9580836"/>
            <a:ext cx="78828" cy="78828"/>
          </a:xfrm>
          <a:prstGeom prst="ellipse">
            <a:avLst/>
          </a:prstGeom>
          <a:solidFill>
            <a:srgbClr val="F3EEE3">
              <a:alpha val="28000"/>
            </a:srgbClr>
          </a:solidFill>
          <a:ln/>
        </p:spPr>
      </p:sp>
      <p:sp>
        <p:nvSpPr>
          <p:cNvPr id="65" name="Shape 63"/>
          <p:cNvSpPr/>
          <p:nvPr/>
        </p:nvSpPr>
        <p:spPr>
          <a:xfrm>
            <a:off x="7582219" y="9580836"/>
            <a:ext cx="78828" cy="78828"/>
          </a:xfrm>
          <a:prstGeom prst="ellipse">
            <a:avLst/>
          </a:prstGeom>
          <a:solidFill>
            <a:srgbClr val="F3EEE3">
              <a:alpha val="28000"/>
            </a:srgbClr>
          </a:solidFill>
          <a:ln/>
        </p:spPr>
      </p:sp>
      <p:sp>
        <p:nvSpPr>
          <p:cNvPr id="66" name="Shape 64"/>
          <p:cNvSpPr/>
          <p:nvPr/>
        </p:nvSpPr>
        <p:spPr>
          <a:xfrm>
            <a:off x="7739874" y="9580836"/>
            <a:ext cx="78828" cy="78828"/>
          </a:xfrm>
          <a:prstGeom prst="ellipse">
            <a:avLst/>
          </a:prstGeom>
          <a:solidFill>
            <a:srgbClr val="F3EEE3">
              <a:alpha val="28000"/>
            </a:srgbClr>
          </a:solidFill>
          <a:ln/>
        </p:spPr>
      </p:sp>
      <p:sp>
        <p:nvSpPr>
          <p:cNvPr id="67" name="Shape 65"/>
          <p:cNvSpPr/>
          <p:nvPr/>
        </p:nvSpPr>
        <p:spPr>
          <a:xfrm>
            <a:off x="7897529" y="9580836"/>
            <a:ext cx="78828" cy="78828"/>
          </a:xfrm>
          <a:prstGeom prst="ellipse">
            <a:avLst/>
          </a:prstGeom>
          <a:solidFill>
            <a:srgbClr val="F3EEE3">
              <a:alpha val="28000"/>
            </a:srgbClr>
          </a:solidFill>
          <a:ln/>
        </p:spPr>
      </p:sp>
      <p:sp>
        <p:nvSpPr>
          <p:cNvPr id="68" name="Shape 66"/>
          <p:cNvSpPr/>
          <p:nvPr/>
        </p:nvSpPr>
        <p:spPr>
          <a:xfrm>
            <a:off x="8055184" y="9580836"/>
            <a:ext cx="78828" cy="78828"/>
          </a:xfrm>
          <a:prstGeom prst="ellipse">
            <a:avLst/>
          </a:prstGeom>
          <a:solidFill>
            <a:srgbClr val="F3EEE3">
              <a:alpha val="28000"/>
            </a:srgbClr>
          </a:solidFill>
          <a:ln/>
        </p:spPr>
      </p:sp>
      <p:sp>
        <p:nvSpPr>
          <p:cNvPr id="69" name="Shape 67"/>
          <p:cNvSpPr/>
          <p:nvPr/>
        </p:nvSpPr>
        <p:spPr>
          <a:xfrm>
            <a:off x="8212839" y="9580836"/>
            <a:ext cx="78828" cy="78828"/>
          </a:xfrm>
          <a:prstGeom prst="ellipse">
            <a:avLst/>
          </a:prstGeom>
          <a:solidFill>
            <a:srgbClr val="F3EEE3">
              <a:alpha val="28000"/>
            </a:srgbClr>
          </a:solidFill>
          <a:ln/>
        </p:spPr>
      </p:sp>
      <p:sp>
        <p:nvSpPr>
          <p:cNvPr id="70" name="Shape 68"/>
          <p:cNvSpPr/>
          <p:nvPr/>
        </p:nvSpPr>
        <p:spPr>
          <a:xfrm>
            <a:off x="8370494" y="9580836"/>
            <a:ext cx="78828" cy="78828"/>
          </a:xfrm>
          <a:prstGeom prst="ellipse">
            <a:avLst/>
          </a:prstGeom>
          <a:solidFill>
            <a:srgbClr val="F3EEE3">
              <a:alpha val="28000"/>
            </a:srgbClr>
          </a:solidFill>
          <a:ln/>
        </p:spPr>
      </p:sp>
      <p:sp>
        <p:nvSpPr>
          <p:cNvPr id="71" name="Shape 69"/>
          <p:cNvSpPr/>
          <p:nvPr/>
        </p:nvSpPr>
        <p:spPr>
          <a:xfrm>
            <a:off x="8528148" y="9580836"/>
            <a:ext cx="78828" cy="78828"/>
          </a:xfrm>
          <a:prstGeom prst="ellipse">
            <a:avLst/>
          </a:prstGeom>
          <a:solidFill>
            <a:srgbClr val="F3EEE3">
              <a:alpha val="28000"/>
            </a:srgbClr>
          </a:solidFill>
          <a:ln/>
        </p:spPr>
      </p:sp>
      <p:sp>
        <p:nvSpPr>
          <p:cNvPr id="72" name="Shape 70"/>
          <p:cNvSpPr/>
          <p:nvPr/>
        </p:nvSpPr>
        <p:spPr>
          <a:xfrm>
            <a:off x="8685803" y="9580836"/>
            <a:ext cx="78828" cy="78828"/>
          </a:xfrm>
          <a:prstGeom prst="ellipse">
            <a:avLst/>
          </a:prstGeom>
          <a:solidFill>
            <a:srgbClr val="F3EEE3">
              <a:alpha val="28000"/>
            </a:srgbClr>
          </a:solidFill>
          <a:ln/>
        </p:spPr>
      </p:sp>
      <p:sp>
        <p:nvSpPr>
          <p:cNvPr id="73" name="Shape 71"/>
          <p:cNvSpPr/>
          <p:nvPr/>
        </p:nvSpPr>
        <p:spPr>
          <a:xfrm>
            <a:off x="8843458" y="9580836"/>
            <a:ext cx="78828" cy="78828"/>
          </a:xfrm>
          <a:prstGeom prst="ellipse">
            <a:avLst/>
          </a:prstGeom>
          <a:solidFill>
            <a:srgbClr val="F3EEE3">
              <a:alpha val="28000"/>
            </a:srgbClr>
          </a:solidFill>
          <a:ln/>
        </p:spPr>
      </p:sp>
      <p:sp>
        <p:nvSpPr>
          <p:cNvPr id="74" name="Shape 72"/>
          <p:cNvSpPr/>
          <p:nvPr/>
        </p:nvSpPr>
        <p:spPr>
          <a:xfrm>
            <a:off x="9001113" y="9580836"/>
            <a:ext cx="78828" cy="78828"/>
          </a:xfrm>
          <a:prstGeom prst="ellipse">
            <a:avLst/>
          </a:prstGeom>
          <a:solidFill>
            <a:srgbClr val="F3EEE3">
              <a:alpha val="28000"/>
            </a:srgbClr>
          </a:solidFill>
          <a:ln/>
        </p:spPr>
      </p:sp>
      <p:sp>
        <p:nvSpPr>
          <p:cNvPr id="75" name="Shape 73"/>
          <p:cNvSpPr/>
          <p:nvPr/>
        </p:nvSpPr>
        <p:spPr>
          <a:xfrm>
            <a:off x="9158768" y="9580836"/>
            <a:ext cx="78828" cy="78828"/>
          </a:xfrm>
          <a:prstGeom prst="ellipse">
            <a:avLst/>
          </a:prstGeom>
          <a:solidFill>
            <a:srgbClr val="F3EEE3">
              <a:alpha val="28000"/>
            </a:srgbClr>
          </a:solidFill>
          <a:ln/>
        </p:spPr>
      </p:sp>
      <p:sp>
        <p:nvSpPr>
          <p:cNvPr id="76" name="Shape 74"/>
          <p:cNvSpPr/>
          <p:nvPr/>
        </p:nvSpPr>
        <p:spPr>
          <a:xfrm>
            <a:off x="9316423" y="9580836"/>
            <a:ext cx="78828" cy="78828"/>
          </a:xfrm>
          <a:prstGeom prst="ellipse">
            <a:avLst/>
          </a:prstGeom>
          <a:solidFill>
            <a:srgbClr val="F3EEE3">
              <a:alpha val="28000"/>
            </a:srgbClr>
          </a:solidFill>
          <a:ln/>
        </p:spPr>
      </p:sp>
      <p:sp>
        <p:nvSpPr>
          <p:cNvPr id="77" name="Shape 75"/>
          <p:cNvSpPr/>
          <p:nvPr/>
        </p:nvSpPr>
        <p:spPr>
          <a:xfrm>
            <a:off x="9474078" y="9580836"/>
            <a:ext cx="78828" cy="78828"/>
          </a:xfrm>
          <a:prstGeom prst="ellipse">
            <a:avLst/>
          </a:prstGeom>
          <a:solidFill>
            <a:srgbClr val="F3EEE3">
              <a:alpha val="28000"/>
            </a:srgbClr>
          </a:solidFill>
          <a:ln/>
        </p:spPr>
      </p:sp>
      <p:sp>
        <p:nvSpPr>
          <p:cNvPr id="78" name="Shape 76"/>
          <p:cNvSpPr/>
          <p:nvPr/>
        </p:nvSpPr>
        <p:spPr>
          <a:xfrm>
            <a:off x="9631733" y="9580836"/>
            <a:ext cx="78828" cy="78828"/>
          </a:xfrm>
          <a:prstGeom prst="ellipse">
            <a:avLst/>
          </a:prstGeom>
          <a:solidFill>
            <a:srgbClr val="F3EEE3">
              <a:alpha val="28000"/>
            </a:srgbClr>
          </a:solidFill>
          <a:ln/>
        </p:spPr>
      </p:sp>
      <p:sp>
        <p:nvSpPr>
          <p:cNvPr id="79" name="Shape 77"/>
          <p:cNvSpPr/>
          <p:nvPr/>
        </p:nvSpPr>
        <p:spPr>
          <a:xfrm>
            <a:off x="9789388" y="9580836"/>
            <a:ext cx="78828" cy="78828"/>
          </a:xfrm>
          <a:prstGeom prst="ellipse">
            <a:avLst/>
          </a:prstGeom>
          <a:solidFill>
            <a:srgbClr val="F3EEE3">
              <a:alpha val="28000"/>
            </a:srgbClr>
          </a:solidFill>
          <a:ln/>
        </p:spPr>
      </p:sp>
      <p:sp>
        <p:nvSpPr>
          <p:cNvPr id="80" name="Shape 78"/>
          <p:cNvSpPr/>
          <p:nvPr/>
        </p:nvSpPr>
        <p:spPr>
          <a:xfrm>
            <a:off x="9947043" y="9580836"/>
            <a:ext cx="78828" cy="78828"/>
          </a:xfrm>
          <a:prstGeom prst="ellipse">
            <a:avLst/>
          </a:prstGeom>
          <a:solidFill>
            <a:srgbClr val="F3EEE3">
              <a:alpha val="28000"/>
            </a:srgbClr>
          </a:solidFill>
          <a:ln/>
        </p:spPr>
      </p:sp>
      <p:sp>
        <p:nvSpPr>
          <p:cNvPr id="81" name="Text 79"/>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19/58</a:t>
            </a:r>
            <a:endParaRPr lang="en-US" sz="1800" dirty="0"/>
          </a:p>
        </p:txBody>
      </p:sp>
      <p:sp>
        <p:nvSpPr>
          <p:cNvPr id="82" name="Shape 80"/>
          <p:cNvSpPr/>
          <p:nvPr/>
        </p:nvSpPr>
        <p:spPr>
          <a:xfrm>
            <a:off x="15983712" y="9076331"/>
            <a:ext cx="1645920" cy="552301"/>
          </a:xfrm>
          <a:prstGeom prst="roundRect">
            <a:avLst>
              <a:gd name="adj" fmla="val 28000"/>
            </a:avLst>
          </a:prstGeom>
          <a:solidFill>
            <a:srgbClr val="FFFFFF">
              <a:alpha val="82000"/>
            </a:srgbClr>
          </a:solidFill>
          <a:ln/>
        </p:spPr>
      </p:sp>
      <p:pic>
        <p:nvPicPr>
          <p:cNvPr id="83" name="Moda image moda-export-watermark-829da9d8-b90c-436b-9fa3-7d8e6f96413b"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0" kern="0">
                <a:solidFill>
                  <a:srgbClr val="14161C"/>
                </a:solidFill>
                <a:latin typeface="Noto Sans JP ExtraBold" pitchFamily="34" charset="0"/>
                <a:ea typeface="Noto Sans JP ExtraBold" pitchFamily="34" charset="-122"/>
                <a:cs typeface="Noto Sans JP ExtraBold" pitchFamily="34" charset="-120"/>
              </a:rPr>
              <a:t>車の 中で 領域Cに</a:t>
            </a:r>
            <a:r>
              <a:rPr lang="en-US" sz="5700" dirty="0" spc="-1" kern="0">
                <a:solidFill>
                  <a:srgbClr val="14161C"/>
                </a:solidFill>
                <a:latin typeface="Noto Sans JP ExtraBold" pitchFamily="34" charset="0"/>
                <a:ea typeface="Noto Sans JP ExtraBold" pitchFamily="34" charset="-122"/>
                <a:cs typeface="Noto Sans JP ExtraBold" pitchFamily="34" charset="-120"/>
              </a:rPr>
              <a:t> 出会う</a:t>
            </a:r>
            <a:r>
              <a:rPr lang="en-US" sz="5700" dirty="0" spc="0" kern="0">
                <a:solidFill>
                  <a:srgbClr val="14161C"/>
                </a:solidFill>
                <a:latin typeface="Noto Sans JP ExtraBold" pitchFamily="34" charset="0"/>
                <a:ea typeface="Noto Sans JP ExtraBold" pitchFamily="34" charset="-122"/>
                <a:cs typeface="Noto Sans JP ExtraBold" pitchFamily="34" charset="-120"/>
              </a:rPr>
              <a:t> 場所</a:t>
            </a:r>
            <a:endParaRPr lang="en-US" sz="5700" dirty="0"/>
          </a:p>
        </p:txBody>
      </p:sp>
      <p:sp>
        <p:nvSpPr>
          <p:cNvPr id="3" name="Shape 1"/>
          <p:cNvSpPr/>
          <p:nvPr/>
        </p:nvSpPr>
        <p:spPr>
          <a:xfrm>
            <a:off x="914400" y="3048000"/>
            <a:ext cx="5257800" cy="4953000"/>
          </a:xfrm>
          <a:prstGeom prst="roundRect">
            <a:avLst>
              <a:gd name="adj" fmla="val 5385"/>
            </a:avLst>
          </a:prstGeom>
          <a:solidFill>
            <a:srgbClr val="E8E0CF"/>
          </a:solidFill>
          <a:ln/>
        </p:spPr>
      </p:sp>
      <p:sp>
        <p:nvSpPr>
          <p:cNvPr id="4" name="Shape 2"/>
          <p:cNvSpPr/>
          <p:nvPr/>
        </p:nvSpPr>
        <p:spPr>
          <a:xfrm>
            <a:off x="914400" y="3048000"/>
            <a:ext cx="5257800" cy="152400"/>
          </a:xfrm>
          <a:prstGeom prst="roundRect">
            <a:avLst>
              <a:gd name="adj" fmla="val 50000"/>
            </a:avLst>
          </a:prstGeom>
          <a:solidFill>
            <a:srgbClr val="0F766E"/>
          </a:solidFill>
          <a:ln/>
        </p:spPr>
      </p:sp>
      <p:sp>
        <p:nvSpPr>
          <p:cNvPr id="5" name="Text 3"/>
          <p:cNvSpPr/>
          <p:nvPr/>
        </p:nvSpPr>
        <p:spPr>
          <a:xfrm>
            <a:off x="1295400" y="3543300"/>
            <a:ext cx="4495800" cy="1238250"/>
          </a:xfrm>
          <a:prstGeom prst="rect">
            <a:avLst/>
          </a:prstGeom>
          <a:noFill/>
          <a:ln/>
        </p:spPr>
        <p:txBody>
          <a:bodyPr wrap="square" lIns="0" tIns="0" rIns="0" bIns="0" rtlCol="0" anchor="ctr"/>
          <a:lstStyle/>
          <a:p>
            <a:pPr algn="l" indent="0" marL="0">
              <a:buNone/>
            </a:pPr>
            <a:r>
              <a:rPr lang="en-US" sz="7200" dirty="0" kern="0">
                <a:solidFill>
                  <a:srgbClr val="0F766E"/>
                </a:solidFill>
                <a:latin typeface="Noto Sans JP ExtraBold" pitchFamily="34" charset="0"/>
                <a:ea typeface="Noto Sans JP ExtraBold" pitchFamily="34" charset="-122"/>
                <a:cs typeface="Noto Sans JP ExtraBold" pitchFamily="34" charset="-120"/>
              </a:rPr>
              <a:t>01</a:t>
            </a:r>
            <a:endParaRPr lang="en-US" sz="7200" dirty="0"/>
          </a:p>
        </p:txBody>
      </p:sp>
      <p:sp>
        <p:nvSpPr>
          <p:cNvPr id="6" name="Text 4"/>
          <p:cNvSpPr/>
          <p:nvPr/>
        </p:nvSpPr>
        <p:spPr>
          <a:xfrm>
            <a:off x="1295400" y="4857750"/>
            <a:ext cx="4495800" cy="1047750"/>
          </a:xfrm>
          <a:prstGeom prst="rect">
            <a:avLst/>
          </a:prstGeom>
          <a:noFill/>
          <a:ln/>
        </p:spPr>
        <p:txBody>
          <a:bodyPr wrap="square" lIns="0" tIns="0" rIns="0" bIns="0" rtlCol="0" anchor="t"/>
          <a:lstStyle/>
          <a:p>
            <a:pPr algn="l" indent="0" marL="0">
              <a:buNone/>
            </a:pPr>
            <a:r>
              <a:rPr lang="en-US" sz="2700" b="1" dirty="0" kern="0">
                <a:solidFill>
                  <a:srgbClr val="14161C"/>
                </a:solidFill>
                <a:latin typeface="Noto Sans JP" pitchFamily="34" charset="0"/>
                <a:ea typeface="Noto Sans JP" pitchFamily="34" charset="-122"/>
                <a:cs typeface="Noto Sans JP" pitchFamily="34" charset="-120"/>
              </a:rPr>
              <a:t>タンク</a:t>
            </a:r>
            <a:endParaRPr lang="en-US" sz="2700" dirty="0"/>
          </a:p>
        </p:txBody>
      </p:sp>
      <p:sp>
        <p:nvSpPr>
          <p:cNvPr id="7" name="Text 5"/>
          <p:cNvSpPr/>
          <p:nvPr/>
        </p:nvSpPr>
        <p:spPr>
          <a:xfrm>
            <a:off x="1295400" y="6000750"/>
            <a:ext cx="4495800"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6B6A66"/>
                </a:solidFill>
                <a:latin typeface="Noto Sans JP" pitchFamily="34" charset="0"/>
                <a:ea typeface="Noto Sans JP" pitchFamily="34" charset="-122"/>
                <a:cs typeface="Noto Sans JP" pitchFamily="34" charset="-120"/>
              </a:rPr>
              <a:t>日向に</a:t>
            </a:r>
            <a:r>
              <a:rPr lang="en-US" sz="2550" dirty="0" spc="-1" kern="0">
                <a:solidFill>
                  <a:srgbClr val="6B6A66"/>
                </a:solidFill>
                <a:latin typeface="Noto Sans JP" pitchFamily="34" charset="0"/>
                <a:ea typeface="Noto Sans JP" pitchFamily="34" charset="-122"/>
                <a:cs typeface="Noto Sans JP" pitchFamily="34" charset="-120"/>
              </a:rPr>
              <a:t> 駐車した 車、 熱源の 近くの</a:t>
            </a:r>
            <a:r>
              <a:rPr lang="en-US" sz="2550" dirty="0" spc="0" kern="0">
                <a:solidFill>
                  <a:srgbClr val="6B6A66"/>
                </a:solidFill>
                <a:latin typeface="Noto Sans JP" pitchFamily="34" charset="0"/>
                <a:ea typeface="Noto Sans JP" pitchFamily="34" charset="-122"/>
                <a:cs typeface="Noto Sans JP" pitchFamily="34" charset="-120"/>
              </a:rPr>
              <a:t> タンク（推測）</a:t>
            </a:r>
            <a:endParaRPr lang="en-US" sz="2550" dirty="0"/>
          </a:p>
        </p:txBody>
      </p:sp>
      <p:sp>
        <p:nvSpPr>
          <p:cNvPr id="8" name="Shape 6"/>
          <p:cNvSpPr/>
          <p:nvPr/>
        </p:nvSpPr>
        <p:spPr>
          <a:xfrm>
            <a:off x="6515100" y="3048000"/>
            <a:ext cx="5257800" cy="4953000"/>
          </a:xfrm>
          <a:prstGeom prst="roundRect">
            <a:avLst>
              <a:gd name="adj" fmla="val 5385"/>
            </a:avLst>
          </a:prstGeom>
          <a:solidFill>
            <a:srgbClr val="E8E0CF"/>
          </a:solidFill>
          <a:ln/>
        </p:spPr>
      </p:sp>
      <p:sp>
        <p:nvSpPr>
          <p:cNvPr id="9" name="Shape 7"/>
          <p:cNvSpPr/>
          <p:nvPr/>
        </p:nvSpPr>
        <p:spPr>
          <a:xfrm>
            <a:off x="6515100" y="3048000"/>
            <a:ext cx="5257800" cy="152400"/>
          </a:xfrm>
          <a:prstGeom prst="roundRect">
            <a:avLst>
              <a:gd name="adj" fmla="val 50000"/>
            </a:avLst>
          </a:prstGeom>
          <a:solidFill>
            <a:srgbClr val="E8472B"/>
          </a:solidFill>
          <a:ln/>
        </p:spPr>
      </p:sp>
      <p:sp>
        <p:nvSpPr>
          <p:cNvPr id="10" name="Text 8"/>
          <p:cNvSpPr/>
          <p:nvPr/>
        </p:nvSpPr>
        <p:spPr>
          <a:xfrm>
            <a:off x="6896100" y="3543300"/>
            <a:ext cx="4495800" cy="1238250"/>
          </a:xfrm>
          <a:prstGeom prst="rect">
            <a:avLst/>
          </a:prstGeom>
          <a:noFill/>
          <a:ln/>
        </p:spPr>
        <p:txBody>
          <a:bodyPr wrap="square" lIns="0" tIns="0" rIns="0" bIns="0" rtlCol="0" anchor="ctr"/>
          <a:lstStyle/>
          <a:p>
            <a:pPr algn="l" indent="0" marL="0">
              <a:buNone/>
            </a:pPr>
            <a:r>
              <a:rPr lang="en-US" sz="7200" dirty="0" kern="0">
                <a:solidFill>
                  <a:srgbClr val="E8472B"/>
                </a:solidFill>
                <a:latin typeface="Noto Sans JP ExtraBold" pitchFamily="34" charset="0"/>
                <a:ea typeface="Noto Sans JP ExtraBold" pitchFamily="34" charset="-122"/>
                <a:cs typeface="Noto Sans JP ExtraBold" pitchFamily="34" charset="-120"/>
              </a:rPr>
              <a:t>02</a:t>
            </a:r>
            <a:endParaRPr lang="en-US" sz="7200" dirty="0"/>
          </a:p>
        </p:txBody>
      </p:sp>
      <p:sp>
        <p:nvSpPr>
          <p:cNvPr id="11" name="Text 9"/>
          <p:cNvSpPr/>
          <p:nvPr/>
        </p:nvSpPr>
        <p:spPr>
          <a:xfrm>
            <a:off x="6896100" y="4857750"/>
            <a:ext cx="4495800" cy="1047750"/>
          </a:xfrm>
          <a:prstGeom prst="rect">
            <a:avLst/>
          </a:prstGeom>
          <a:noFill/>
          <a:ln/>
        </p:spPr>
        <p:txBody>
          <a:bodyPr wrap="square" lIns="0" tIns="0" rIns="0" bIns="0" rtlCol="0" anchor="t"/>
          <a:lstStyle/>
          <a:p>
            <a:pPr algn="l" indent="0" marL="0">
              <a:buNone/>
            </a:pPr>
            <a:r>
              <a:rPr lang="en-US" sz="2700" b="1" dirty="0" kern="0">
                <a:solidFill>
                  <a:srgbClr val="14161C"/>
                </a:solidFill>
                <a:latin typeface="Noto Sans JP" pitchFamily="34" charset="0"/>
                <a:ea typeface="Noto Sans JP" pitchFamily="34" charset="-122"/>
                <a:cs typeface="Noto Sans JP" pitchFamily="34" charset="-120"/>
              </a:rPr>
              <a:t>加熱配管</a:t>
            </a:r>
            <a:endParaRPr lang="en-US" sz="2700" dirty="0"/>
          </a:p>
        </p:txBody>
      </p:sp>
      <p:sp>
        <p:nvSpPr>
          <p:cNvPr id="12" name="Text 10"/>
          <p:cNvSpPr/>
          <p:nvPr/>
        </p:nvSpPr>
        <p:spPr>
          <a:xfrm>
            <a:off x="6896100" y="6000750"/>
            <a:ext cx="4495800"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6B6A66"/>
                </a:solidFill>
                <a:latin typeface="Noto Sans JP" pitchFamily="34" charset="0"/>
                <a:ea typeface="Noto Sans JP" pitchFamily="34" charset="-122"/>
                <a:cs typeface="Noto Sans JP" pitchFamily="34" charset="-120"/>
              </a:rPr>
              <a:t>加熱時の</a:t>
            </a:r>
            <a:r>
              <a:rPr lang="en-US" sz="2550" dirty="0" spc="-1" kern="0">
                <a:solidFill>
                  <a:srgbClr val="6B6A66"/>
                </a:solidFill>
                <a:latin typeface="Noto Sans JP" pitchFamily="34" charset="0"/>
                <a:ea typeface="Noto Sans JP" pitchFamily="34" charset="-122"/>
                <a:cs typeface="Noto Sans JP" pitchFamily="34" charset="-120"/>
              </a:rPr>
              <a:t> 局所的な</a:t>
            </a:r>
            <a:r>
              <a:rPr lang="en-US" sz="2550" dirty="0" spc="0" kern="0">
                <a:solidFill>
                  <a:srgbClr val="6B6A66"/>
                </a:solidFill>
                <a:latin typeface="Noto Sans JP" pitchFamily="34" charset="0"/>
                <a:ea typeface="Noto Sans JP" pitchFamily="34" charset="-122"/>
                <a:cs typeface="Noto Sans JP" pitchFamily="34" charset="-120"/>
              </a:rPr>
              <a:t> 高温（推測）</a:t>
            </a:r>
            <a:endParaRPr lang="en-US" sz="2550" dirty="0"/>
          </a:p>
        </p:txBody>
      </p:sp>
      <p:sp>
        <p:nvSpPr>
          <p:cNvPr id="13" name="Shape 11"/>
          <p:cNvSpPr/>
          <p:nvPr/>
        </p:nvSpPr>
        <p:spPr>
          <a:xfrm>
            <a:off x="12115800" y="3048000"/>
            <a:ext cx="5257800" cy="4953000"/>
          </a:xfrm>
          <a:prstGeom prst="roundRect">
            <a:avLst>
              <a:gd name="adj" fmla="val 5385"/>
            </a:avLst>
          </a:prstGeom>
          <a:solidFill>
            <a:srgbClr val="E8E0CF"/>
          </a:solidFill>
          <a:ln/>
        </p:spPr>
      </p:sp>
      <p:sp>
        <p:nvSpPr>
          <p:cNvPr id="14" name="Shape 12"/>
          <p:cNvSpPr/>
          <p:nvPr/>
        </p:nvSpPr>
        <p:spPr>
          <a:xfrm>
            <a:off x="12115800" y="3048000"/>
            <a:ext cx="5257800" cy="152400"/>
          </a:xfrm>
          <a:prstGeom prst="roundRect">
            <a:avLst>
              <a:gd name="adj" fmla="val 50000"/>
            </a:avLst>
          </a:prstGeom>
          <a:solidFill>
            <a:srgbClr val="1F3FD1"/>
          </a:solidFill>
          <a:ln/>
        </p:spPr>
      </p:sp>
      <p:sp>
        <p:nvSpPr>
          <p:cNvPr id="15" name="Text 13"/>
          <p:cNvSpPr/>
          <p:nvPr/>
        </p:nvSpPr>
        <p:spPr>
          <a:xfrm>
            <a:off x="12496800" y="3543300"/>
            <a:ext cx="4495800" cy="1238250"/>
          </a:xfrm>
          <a:prstGeom prst="rect">
            <a:avLst/>
          </a:prstGeom>
          <a:noFill/>
          <a:ln/>
        </p:spPr>
        <p:txBody>
          <a:bodyPr wrap="square" lIns="0" tIns="0" rIns="0" bIns="0" rtlCol="0" anchor="ctr"/>
          <a:lstStyle/>
          <a:p>
            <a:pPr algn="l" indent="0" marL="0">
              <a:buNone/>
            </a:pPr>
            <a:r>
              <a:rPr lang="en-US" sz="7200" dirty="0" kern="0">
                <a:solidFill>
                  <a:srgbClr val="1F3FD1"/>
                </a:solidFill>
                <a:latin typeface="Noto Sans JP ExtraBold" pitchFamily="34" charset="0"/>
                <a:ea typeface="Noto Sans JP ExtraBold" pitchFamily="34" charset="-122"/>
                <a:cs typeface="Noto Sans JP ExtraBold" pitchFamily="34" charset="-120"/>
              </a:rPr>
              <a:t>03</a:t>
            </a:r>
            <a:endParaRPr lang="en-US" sz="7200" dirty="0"/>
          </a:p>
        </p:txBody>
      </p:sp>
      <p:sp>
        <p:nvSpPr>
          <p:cNvPr id="16" name="Text 14"/>
          <p:cNvSpPr/>
          <p:nvPr/>
        </p:nvSpPr>
        <p:spPr>
          <a:xfrm>
            <a:off x="12496800" y="4857750"/>
            <a:ext cx="4495800" cy="1047750"/>
          </a:xfrm>
          <a:prstGeom prst="rect">
            <a:avLst/>
          </a:prstGeom>
          <a:noFill/>
          <a:ln/>
        </p:spPr>
        <p:txBody>
          <a:bodyPr wrap="square" lIns="0" tIns="0" rIns="0" bIns="0" rtlCol="0" anchor="t"/>
          <a:lstStyle/>
          <a:p>
            <a:pPr algn="l" indent="0" marL="0">
              <a:buNone/>
            </a:pPr>
            <a:r>
              <a:rPr lang="en-US" sz="2700" b="1" dirty="0" kern="0">
                <a:solidFill>
                  <a:srgbClr val="14161C"/>
                </a:solidFill>
                <a:latin typeface="Noto Sans JP" pitchFamily="34" charset="0"/>
                <a:ea typeface="Noto Sans JP" pitchFamily="34" charset="-122"/>
                <a:cs typeface="Noto Sans JP" pitchFamily="34" charset="-120"/>
              </a:rPr>
              <a:t>ヒーター</a:t>
            </a:r>
            <a:endParaRPr lang="en-US" sz="2700" dirty="0"/>
          </a:p>
        </p:txBody>
      </p:sp>
      <p:sp>
        <p:nvSpPr>
          <p:cNvPr id="17" name="Text 15"/>
          <p:cNvSpPr/>
          <p:nvPr/>
        </p:nvSpPr>
        <p:spPr>
          <a:xfrm>
            <a:off x="12496800" y="6000750"/>
            <a:ext cx="4495800"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6B6A66"/>
                </a:solidFill>
                <a:latin typeface="Noto Sans JP" pitchFamily="34" charset="0"/>
                <a:ea typeface="Noto Sans JP" pitchFamily="34" charset="-122"/>
                <a:cs typeface="Noto Sans JP" pitchFamily="34" charset="-120"/>
              </a:rPr>
              <a:t>局所的な</a:t>
            </a:r>
            <a:r>
              <a:rPr lang="en-US" sz="2550" dirty="0" spc="-1" kern="0">
                <a:solidFill>
                  <a:srgbClr val="6B6A66"/>
                </a:solidFill>
                <a:latin typeface="Noto Sans JP" pitchFamily="34" charset="0"/>
                <a:ea typeface="Noto Sans JP" pitchFamily="34" charset="-122"/>
                <a:cs typeface="Noto Sans JP" pitchFamily="34" charset="-120"/>
              </a:rPr>
              <a:t> 過熱を 避ける[S6]</a:t>
            </a:r>
            <a:endParaRPr lang="en-US" sz="2550" dirty="0"/>
          </a:p>
        </p:txBody>
      </p:sp>
      <p:sp>
        <p:nvSpPr>
          <p:cNvPr id="18" name="Text 16"/>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[S6]</a:t>
            </a:r>
            <a:endParaRPr lang="en-US" sz="1800" dirty="0"/>
          </a:p>
        </p:txBody>
      </p:sp>
      <p:sp>
        <p:nvSpPr>
          <p:cNvPr id="19" name="Shape 17"/>
          <p:cNvSpPr/>
          <p:nvPr/>
        </p:nvSpPr>
        <p:spPr>
          <a:xfrm>
            <a:off x="960711" y="9580836"/>
            <a:ext cx="78828" cy="78828"/>
          </a:xfrm>
          <a:prstGeom prst="ellipse">
            <a:avLst/>
          </a:prstGeom>
          <a:solidFill>
            <a:srgbClr val="14161C">
              <a:alpha val="28000"/>
            </a:srgbClr>
          </a:solidFill>
          <a:ln/>
        </p:spPr>
      </p:sp>
      <p:sp>
        <p:nvSpPr>
          <p:cNvPr id="20" name="Shape 18"/>
          <p:cNvSpPr/>
          <p:nvPr/>
        </p:nvSpPr>
        <p:spPr>
          <a:xfrm>
            <a:off x="1118366" y="9580836"/>
            <a:ext cx="78828" cy="78828"/>
          </a:xfrm>
          <a:prstGeom prst="ellipse">
            <a:avLst/>
          </a:prstGeom>
          <a:solidFill>
            <a:srgbClr val="14161C">
              <a:alpha val="28000"/>
            </a:srgbClr>
          </a:solidFill>
          <a:ln/>
        </p:spPr>
      </p:sp>
      <p:sp>
        <p:nvSpPr>
          <p:cNvPr id="21" name="Shape 19"/>
          <p:cNvSpPr/>
          <p:nvPr/>
        </p:nvSpPr>
        <p:spPr>
          <a:xfrm>
            <a:off x="1276021" y="9580836"/>
            <a:ext cx="78828" cy="78828"/>
          </a:xfrm>
          <a:prstGeom prst="ellipse">
            <a:avLst/>
          </a:prstGeom>
          <a:solidFill>
            <a:srgbClr val="14161C">
              <a:alpha val="28000"/>
            </a:srgbClr>
          </a:solidFill>
          <a:ln/>
        </p:spPr>
      </p:sp>
      <p:sp>
        <p:nvSpPr>
          <p:cNvPr id="22" name="Shape 20"/>
          <p:cNvSpPr/>
          <p:nvPr/>
        </p:nvSpPr>
        <p:spPr>
          <a:xfrm>
            <a:off x="1433676" y="9580836"/>
            <a:ext cx="78828" cy="78828"/>
          </a:xfrm>
          <a:prstGeom prst="ellipse">
            <a:avLst/>
          </a:prstGeom>
          <a:solidFill>
            <a:srgbClr val="14161C">
              <a:alpha val="28000"/>
            </a:srgbClr>
          </a:solidFill>
          <a:ln/>
        </p:spPr>
      </p:sp>
      <p:sp>
        <p:nvSpPr>
          <p:cNvPr id="23" name="Shape 21"/>
          <p:cNvSpPr/>
          <p:nvPr/>
        </p:nvSpPr>
        <p:spPr>
          <a:xfrm>
            <a:off x="1591331" y="9580836"/>
            <a:ext cx="78828" cy="78828"/>
          </a:xfrm>
          <a:prstGeom prst="ellipse">
            <a:avLst/>
          </a:prstGeom>
          <a:solidFill>
            <a:srgbClr val="14161C">
              <a:alpha val="28000"/>
            </a:srgbClr>
          </a:solidFill>
          <a:ln/>
        </p:spPr>
      </p:sp>
      <p:sp>
        <p:nvSpPr>
          <p:cNvPr id="24" name="Shape 22"/>
          <p:cNvSpPr/>
          <p:nvPr/>
        </p:nvSpPr>
        <p:spPr>
          <a:xfrm>
            <a:off x="1748986" y="9580836"/>
            <a:ext cx="78828" cy="78828"/>
          </a:xfrm>
          <a:prstGeom prst="ellipse">
            <a:avLst/>
          </a:prstGeom>
          <a:solidFill>
            <a:srgbClr val="14161C">
              <a:alpha val="28000"/>
            </a:srgbClr>
          </a:solidFill>
          <a:ln/>
        </p:spPr>
      </p:sp>
      <p:sp>
        <p:nvSpPr>
          <p:cNvPr id="25" name="Shape 23"/>
          <p:cNvSpPr/>
          <p:nvPr/>
        </p:nvSpPr>
        <p:spPr>
          <a:xfrm>
            <a:off x="1906641" y="9580836"/>
            <a:ext cx="78828" cy="78828"/>
          </a:xfrm>
          <a:prstGeom prst="ellipse">
            <a:avLst/>
          </a:prstGeom>
          <a:solidFill>
            <a:srgbClr val="14161C">
              <a:alpha val="28000"/>
            </a:srgbClr>
          </a:solidFill>
          <a:ln/>
        </p:spPr>
      </p:sp>
      <p:sp>
        <p:nvSpPr>
          <p:cNvPr id="26" name="Shape 24"/>
          <p:cNvSpPr/>
          <p:nvPr/>
        </p:nvSpPr>
        <p:spPr>
          <a:xfrm>
            <a:off x="2064296" y="9580836"/>
            <a:ext cx="78828" cy="78828"/>
          </a:xfrm>
          <a:prstGeom prst="ellipse">
            <a:avLst/>
          </a:prstGeom>
          <a:solidFill>
            <a:srgbClr val="14161C">
              <a:alpha val="28000"/>
            </a:srgbClr>
          </a:solidFill>
          <a:ln/>
        </p:spPr>
      </p:sp>
      <p:sp>
        <p:nvSpPr>
          <p:cNvPr id="27" name="Shape 25"/>
          <p:cNvSpPr/>
          <p:nvPr/>
        </p:nvSpPr>
        <p:spPr>
          <a:xfrm>
            <a:off x="2221951" y="9580836"/>
            <a:ext cx="78828" cy="78828"/>
          </a:xfrm>
          <a:prstGeom prst="ellipse">
            <a:avLst/>
          </a:prstGeom>
          <a:solidFill>
            <a:srgbClr val="14161C">
              <a:alpha val="28000"/>
            </a:srgbClr>
          </a:solidFill>
          <a:ln/>
        </p:spPr>
      </p:sp>
      <p:sp>
        <p:nvSpPr>
          <p:cNvPr id="28" name="Shape 26"/>
          <p:cNvSpPr/>
          <p:nvPr/>
        </p:nvSpPr>
        <p:spPr>
          <a:xfrm>
            <a:off x="2379606" y="9580836"/>
            <a:ext cx="78828" cy="78828"/>
          </a:xfrm>
          <a:prstGeom prst="ellipse">
            <a:avLst/>
          </a:prstGeom>
          <a:solidFill>
            <a:srgbClr val="14161C">
              <a:alpha val="28000"/>
            </a:srgbClr>
          </a:solidFill>
          <a:ln/>
        </p:spPr>
      </p:sp>
      <p:sp>
        <p:nvSpPr>
          <p:cNvPr id="29" name="Shape 27"/>
          <p:cNvSpPr/>
          <p:nvPr/>
        </p:nvSpPr>
        <p:spPr>
          <a:xfrm>
            <a:off x="2537261" y="9580836"/>
            <a:ext cx="78828" cy="78828"/>
          </a:xfrm>
          <a:prstGeom prst="ellipse">
            <a:avLst/>
          </a:prstGeom>
          <a:solidFill>
            <a:srgbClr val="14161C">
              <a:alpha val="28000"/>
            </a:srgbClr>
          </a:solidFill>
          <a:ln/>
        </p:spPr>
      </p:sp>
      <p:sp>
        <p:nvSpPr>
          <p:cNvPr id="30" name="Shape 28"/>
          <p:cNvSpPr/>
          <p:nvPr/>
        </p:nvSpPr>
        <p:spPr>
          <a:xfrm>
            <a:off x="2694916" y="9580836"/>
            <a:ext cx="78828" cy="78828"/>
          </a:xfrm>
          <a:prstGeom prst="ellipse">
            <a:avLst/>
          </a:prstGeom>
          <a:solidFill>
            <a:srgbClr val="14161C">
              <a:alpha val="28000"/>
            </a:srgbClr>
          </a:solidFill>
          <a:ln/>
        </p:spPr>
      </p:sp>
      <p:sp>
        <p:nvSpPr>
          <p:cNvPr id="31" name="Shape 29"/>
          <p:cNvSpPr/>
          <p:nvPr/>
        </p:nvSpPr>
        <p:spPr>
          <a:xfrm>
            <a:off x="2852571" y="9580836"/>
            <a:ext cx="78828" cy="78828"/>
          </a:xfrm>
          <a:prstGeom prst="ellipse">
            <a:avLst/>
          </a:prstGeom>
          <a:solidFill>
            <a:srgbClr val="14161C">
              <a:alpha val="28000"/>
            </a:srgbClr>
          </a:solidFill>
          <a:ln/>
        </p:spPr>
      </p:sp>
      <p:sp>
        <p:nvSpPr>
          <p:cNvPr id="32" name="Shape 30"/>
          <p:cNvSpPr/>
          <p:nvPr/>
        </p:nvSpPr>
        <p:spPr>
          <a:xfrm>
            <a:off x="3010225" y="9580836"/>
            <a:ext cx="78828" cy="78828"/>
          </a:xfrm>
          <a:prstGeom prst="ellipse">
            <a:avLst/>
          </a:prstGeom>
          <a:solidFill>
            <a:srgbClr val="14161C">
              <a:alpha val="28000"/>
            </a:srgbClr>
          </a:solidFill>
          <a:ln/>
        </p:spPr>
      </p:sp>
      <p:sp>
        <p:nvSpPr>
          <p:cNvPr id="33" name="Shape 31"/>
          <p:cNvSpPr/>
          <p:nvPr/>
        </p:nvSpPr>
        <p:spPr>
          <a:xfrm>
            <a:off x="3167880" y="9580836"/>
            <a:ext cx="78828" cy="78828"/>
          </a:xfrm>
          <a:prstGeom prst="ellipse">
            <a:avLst/>
          </a:prstGeom>
          <a:solidFill>
            <a:srgbClr val="14161C">
              <a:alpha val="28000"/>
            </a:srgbClr>
          </a:solidFill>
          <a:ln/>
        </p:spPr>
      </p:sp>
      <p:sp>
        <p:nvSpPr>
          <p:cNvPr id="34" name="Shape 32"/>
          <p:cNvSpPr/>
          <p:nvPr/>
        </p:nvSpPr>
        <p:spPr>
          <a:xfrm>
            <a:off x="3325535" y="9580836"/>
            <a:ext cx="78828" cy="78828"/>
          </a:xfrm>
          <a:prstGeom prst="ellipse">
            <a:avLst/>
          </a:prstGeom>
          <a:solidFill>
            <a:srgbClr val="14161C">
              <a:alpha val="28000"/>
            </a:srgbClr>
          </a:solidFill>
          <a:ln/>
        </p:spPr>
      </p:sp>
      <p:sp>
        <p:nvSpPr>
          <p:cNvPr id="35" name="Shape 33"/>
          <p:cNvSpPr/>
          <p:nvPr/>
        </p:nvSpPr>
        <p:spPr>
          <a:xfrm>
            <a:off x="3483190" y="9580836"/>
            <a:ext cx="78828" cy="78828"/>
          </a:xfrm>
          <a:prstGeom prst="ellipse">
            <a:avLst/>
          </a:prstGeom>
          <a:solidFill>
            <a:srgbClr val="14161C">
              <a:alpha val="28000"/>
            </a:srgbClr>
          </a:solidFill>
          <a:ln/>
        </p:spPr>
      </p:sp>
      <p:sp>
        <p:nvSpPr>
          <p:cNvPr id="36" name="Shape 34"/>
          <p:cNvSpPr/>
          <p:nvPr/>
        </p:nvSpPr>
        <p:spPr>
          <a:xfrm>
            <a:off x="3640845" y="9580836"/>
            <a:ext cx="78828" cy="78828"/>
          </a:xfrm>
          <a:prstGeom prst="ellipse">
            <a:avLst/>
          </a:prstGeom>
          <a:solidFill>
            <a:srgbClr val="14161C">
              <a:alpha val="28000"/>
            </a:srgbClr>
          </a:solidFill>
          <a:ln/>
        </p:spPr>
      </p:sp>
      <p:sp>
        <p:nvSpPr>
          <p:cNvPr id="37" name="Shape 35"/>
          <p:cNvSpPr/>
          <p:nvPr/>
        </p:nvSpPr>
        <p:spPr>
          <a:xfrm>
            <a:off x="3798500" y="9580836"/>
            <a:ext cx="78828" cy="78828"/>
          </a:xfrm>
          <a:prstGeom prst="ellipse">
            <a:avLst/>
          </a:prstGeom>
          <a:solidFill>
            <a:srgbClr val="14161C">
              <a:alpha val="28000"/>
            </a:srgbClr>
          </a:solidFill>
          <a:ln/>
        </p:spPr>
      </p:sp>
      <p:sp>
        <p:nvSpPr>
          <p:cNvPr id="38" name="Shape 36"/>
          <p:cNvSpPr/>
          <p:nvPr/>
        </p:nvSpPr>
        <p:spPr>
          <a:xfrm>
            <a:off x="3943017" y="9567698"/>
            <a:ext cx="105103" cy="105103"/>
          </a:xfrm>
          <a:prstGeom prst="ellipse">
            <a:avLst/>
          </a:prstGeom>
          <a:solidFill>
            <a:srgbClr val="E8472B"/>
          </a:solidFill>
          <a:ln/>
        </p:spPr>
      </p:sp>
      <p:sp>
        <p:nvSpPr>
          <p:cNvPr id="39" name="Shape 37"/>
          <p:cNvSpPr/>
          <p:nvPr/>
        </p:nvSpPr>
        <p:spPr>
          <a:xfrm>
            <a:off x="4113810" y="9580836"/>
            <a:ext cx="78828" cy="78828"/>
          </a:xfrm>
          <a:prstGeom prst="ellipse">
            <a:avLst/>
          </a:prstGeom>
          <a:solidFill>
            <a:srgbClr val="14161C">
              <a:alpha val="28000"/>
            </a:srgbClr>
          </a:solidFill>
          <a:ln/>
        </p:spPr>
      </p:sp>
      <p:sp>
        <p:nvSpPr>
          <p:cNvPr id="40" name="Shape 38"/>
          <p:cNvSpPr/>
          <p:nvPr/>
        </p:nvSpPr>
        <p:spPr>
          <a:xfrm>
            <a:off x="4271465" y="9580836"/>
            <a:ext cx="78828" cy="78828"/>
          </a:xfrm>
          <a:prstGeom prst="ellipse">
            <a:avLst/>
          </a:prstGeom>
          <a:solidFill>
            <a:srgbClr val="14161C">
              <a:alpha val="28000"/>
            </a:srgbClr>
          </a:solidFill>
          <a:ln/>
        </p:spPr>
      </p:sp>
      <p:sp>
        <p:nvSpPr>
          <p:cNvPr id="41" name="Shape 39"/>
          <p:cNvSpPr/>
          <p:nvPr/>
        </p:nvSpPr>
        <p:spPr>
          <a:xfrm>
            <a:off x="4429120" y="9580836"/>
            <a:ext cx="78828" cy="78828"/>
          </a:xfrm>
          <a:prstGeom prst="ellipse">
            <a:avLst/>
          </a:prstGeom>
          <a:solidFill>
            <a:srgbClr val="14161C">
              <a:alpha val="28000"/>
            </a:srgbClr>
          </a:solidFill>
          <a:ln/>
        </p:spPr>
      </p:sp>
      <p:sp>
        <p:nvSpPr>
          <p:cNvPr id="42" name="Shape 40"/>
          <p:cNvSpPr/>
          <p:nvPr/>
        </p:nvSpPr>
        <p:spPr>
          <a:xfrm>
            <a:off x="4586775" y="9580836"/>
            <a:ext cx="78828" cy="78828"/>
          </a:xfrm>
          <a:prstGeom prst="ellipse">
            <a:avLst/>
          </a:prstGeom>
          <a:solidFill>
            <a:srgbClr val="14161C">
              <a:alpha val="28000"/>
            </a:srgbClr>
          </a:solidFill>
          <a:ln/>
        </p:spPr>
      </p:sp>
      <p:sp>
        <p:nvSpPr>
          <p:cNvPr id="43" name="Shape 41"/>
          <p:cNvSpPr/>
          <p:nvPr/>
        </p:nvSpPr>
        <p:spPr>
          <a:xfrm>
            <a:off x="4744430" y="9580836"/>
            <a:ext cx="78828" cy="78828"/>
          </a:xfrm>
          <a:prstGeom prst="ellipse">
            <a:avLst/>
          </a:prstGeom>
          <a:solidFill>
            <a:srgbClr val="14161C">
              <a:alpha val="28000"/>
            </a:srgbClr>
          </a:solidFill>
          <a:ln/>
        </p:spPr>
      </p:sp>
      <p:sp>
        <p:nvSpPr>
          <p:cNvPr id="44" name="Shape 42"/>
          <p:cNvSpPr/>
          <p:nvPr/>
        </p:nvSpPr>
        <p:spPr>
          <a:xfrm>
            <a:off x="4902085" y="9580836"/>
            <a:ext cx="78828" cy="78828"/>
          </a:xfrm>
          <a:prstGeom prst="ellipse">
            <a:avLst/>
          </a:prstGeom>
          <a:solidFill>
            <a:srgbClr val="14161C">
              <a:alpha val="28000"/>
            </a:srgbClr>
          </a:solidFill>
          <a:ln/>
        </p:spPr>
      </p:sp>
      <p:sp>
        <p:nvSpPr>
          <p:cNvPr id="45" name="Shape 43"/>
          <p:cNvSpPr/>
          <p:nvPr/>
        </p:nvSpPr>
        <p:spPr>
          <a:xfrm>
            <a:off x="5059740" y="9580836"/>
            <a:ext cx="78828" cy="78828"/>
          </a:xfrm>
          <a:prstGeom prst="ellipse">
            <a:avLst/>
          </a:prstGeom>
          <a:solidFill>
            <a:srgbClr val="14161C">
              <a:alpha val="28000"/>
            </a:srgbClr>
          </a:solidFill>
          <a:ln/>
        </p:spPr>
      </p:sp>
      <p:sp>
        <p:nvSpPr>
          <p:cNvPr id="46" name="Shape 44"/>
          <p:cNvSpPr/>
          <p:nvPr/>
        </p:nvSpPr>
        <p:spPr>
          <a:xfrm>
            <a:off x="5217395" y="9580836"/>
            <a:ext cx="78828" cy="78828"/>
          </a:xfrm>
          <a:prstGeom prst="ellipse">
            <a:avLst/>
          </a:prstGeom>
          <a:solidFill>
            <a:srgbClr val="14161C">
              <a:alpha val="28000"/>
            </a:srgbClr>
          </a:solidFill>
          <a:ln/>
        </p:spPr>
      </p:sp>
      <p:sp>
        <p:nvSpPr>
          <p:cNvPr id="47" name="Shape 45"/>
          <p:cNvSpPr/>
          <p:nvPr/>
        </p:nvSpPr>
        <p:spPr>
          <a:xfrm>
            <a:off x="5375050" y="9580836"/>
            <a:ext cx="78828" cy="78828"/>
          </a:xfrm>
          <a:prstGeom prst="ellipse">
            <a:avLst/>
          </a:prstGeom>
          <a:solidFill>
            <a:srgbClr val="14161C">
              <a:alpha val="28000"/>
            </a:srgbClr>
          </a:solidFill>
          <a:ln/>
        </p:spPr>
      </p:sp>
      <p:sp>
        <p:nvSpPr>
          <p:cNvPr id="48" name="Shape 46"/>
          <p:cNvSpPr/>
          <p:nvPr/>
        </p:nvSpPr>
        <p:spPr>
          <a:xfrm>
            <a:off x="5532705" y="9580836"/>
            <a:ext cx="78828" cy="78828"/>
          </a:xfrm>
          <a:prstGeom prst="ellipse">
            <a:avLst/>
          </a:prstGeom>
          <a:solidFill>
            <a:srgbClr val="14161C">
              <a:alpha val="28000"/>
            </a:srgbClr>
          </a:solidFill>
          <a:ln/>
        </p:spPr>
      </p:sp>
      <p:sp>
        <p:nvSpPr>
          <p:cNvPr id="49" name="Shape 47"/>
          <p:cNvSpPr/>
          <p:nvPr/>
        </p:nvSpPr>
        <p:spPr>
          <a:xfrm>
            <a:off x="5690359" y="9580836"/>
            <a:ext cx="78828" cy="78828"/>
          </a:xfrm>
          <a:prstGeom prst="ellipse">
            <a:avLst/>
          </a:prstGeom>
          <a:solidFill>
            <a:srgbClr val="14161C">
              <a:alpha val="28000"/>
            </a:srgbClr>
          </a:solidFill>
          <a:ln/>
        </p:spPr>
      </p:sp>
      <p:sp>
        <p:nvSpPr>
          <p:cNvPr id="50" name="Shape 48"/>
          <p:cNvSpPr/>
          <p:nvPr/>
        </p:nvSpPr>
        <p:spPr>
          <a:xfrm>
            <a:off x="5848014" y="9580836"/>
            <a:ext cx="78828" cy="78828"/>
          </a:xfrm>
          <a:prstGeom prst="ellipse">
            <a:avLst/>
          </a:prstGeom>
          <a:solidFill>
            <a:srgbClr val="14161C">
              <a:alpha val="28000"/>
            </a:srgbClr>
          </a:solidFill>
          <a:ln/>
        </p:spPr>
      </p:sp>
      <p:sp>
        <p:nvSpPr>
          <p:cNvPr id="51" name="Shape 49"/>
          <p:cNvSpPr/>
          <p:nvPr/>
        </p:nvSpPr>
        <p:spPr>
          <a:xfrm>
            <a:off x="6005669" y="9580836"/>
            <a:ext cx="78828" cy="78828"/>
          </a:xfrm>
          <a:prstGeom prst="ellipse">
            <a:avLst/>
          </a:prstGeom>
          <a:solidFill>
            <a:srgbClr val="14161C">
              <a:alpha val="28000"/>
            </a:srgbClr>
          </a:solidFill>
          <a:ln/>
        </p:spPr>
      </p:sp>
      <p:sp>
        <p:nvSpPr>
          <p:cNvPr id="52" name="Shape 50"/>
          <p:cNvSpPr/>
          <p:nvPr/>
        </p:nvSpPr>
        <p:spPr>
          <a:xfrm>
            <a:off x="6163324" y="9580836"/>
            <a:ext cx="78828" cy="78828"/>
          </a:xfrm>
          <a:prstGeom prst="ellipse">
            <a:avLst/>
          </a:prstGeom>
          <a:solidFill>
            <a:srgbClr val="14161C">
              <a:alpha val="28000"/>
            </a:srgbClr>
          </a:solidFill>
          <a:ln/>
        </p:spPr>
      </p:sp>
      <p:sp>
        <p:nvSpPr>
          <p:cNvPr id="53" name="Shape 51"/>
          <p:cNvSpPr/>
          <p:nvPr/>
        </p:nvSpPr>
        <p:spPr>
          <a:xfrm>
            <a:off x="6320979" y="9580836"/>
            <a:ext cx="78828" cy="78828"/>
          </a:xfrm>
          <a:prstGeom prst="ellipse">
            <a:avLst/>
          </a:prstGeom>
          <a:solidFill>
            <a:srgbClr val="14161C">
              <a:alpha val="28000"/>
            </a:srgbClr>
          </a:solidFill>
          <a:ln/>
        </p:spPr>
      </p:sp>
      <p:sp>
        <p:nvSpPr>
          <p:cNvPr id="54" name="Shape 52"/>
          <p:cNvSpPr/>
          <p:nvPr/>
        </p:nvSpPr>
        <p:spPr>
          <a:xfrm>
            <a:off x="6478634" y="9580836"/>
            <a:ext cx="78828" cy="78828"/>
          </a:xfrm>
          <a:prstGeom prst="ellipse">
            <a:avLst/>
          </a:prstGeom>
          <a:solidFill>
            <a:srgbClr val="14161C">
              <a:alpha val="28000"/>
            </a:srgbClr>
          </a:solidFill>
          <a:ln/>
        </p:spPr>
      </p:sp>
      <p:sp>
        <p:nvSpPr>
          <p:cNvPr id="55" name="Shape 53"/>
          <p:cNvSpPr/>
          <p:nvPr/>
        </p:nvSpPr>
        <p:spPr>
          <a:xfrm>
            <a:off x="6636289" y="9580836"/>
            <a:ext cx="78828" cy="78828"/>
          </a:xfrm>
          <a:prstGeom prst="ellipse">
            <a:avLst/>
          </a:prstGeom>
          <a:solidFill>
            <a:srgbClr val="14161C">
              <a:alpha val="28000"/>
            </a:srgbClr>
          </a:solidFill>
          <a:ln/>
        </p:spPr>
      </p:sp>
      <p:sp>
        <p:nvSpPr>
          <p:cNvPr id="56" name="Shape 54"/>
          <p:cNvSpPr/>
          <p:nvPr/>
        </p:nvSpPr>
        <p:spPr>
          <a:xfrm>
            <a:off x="6793944" y="9580836"/>
            <a:ext cx="78828" cy="78828"/>
          </a:xfrm>
          <a:prstGeom prst="ellipse">
            <a:avLst/>
          </a:prstGeom>
          <a:solidFill>
            <a:srgbClr val="14161C">
              <a:alpha val="28000"/>
            </a:srgbClr>
          </a:solidFill>
          <a:ln/>
        </p:spPr>
      </p:sp>
      <p:sp>
        <p:nvSpPr>
          <p:cNvPr id="57" name="Shape 55"/>
          <p:cNvSpPr/>
          <p:nvPr/>
        </p:nvSpPr>
        <p:spPr>
          <a:xfrm>
            <a:off x="6951599" y="9580836"/>
            <a:ext cx="78828" cy="78828"/>
          </a:xfrm>
          <a:prstGeom prst="ellipse">
            <a:avLst/>
          </a:prstGeom>
          <a:solidFill>
            <a:srgbClr val="14161C">
              <a:alpha val="28000"/>
            </a:srgbClr>
          </a:solidFill>
          <a:ln/>
        </p:spPr>
      </p:sp>
      <p:sp>
        <p:nvSpPr>
          <p:cNvPr id="58" name="Shape 56"/>
          <p:cNvSpPr/>
          <p:nvPr/>
        </p:nvSpPr>
        <p:spPr>
          <a:xfrm>
            <a:off x="7109254" y="9580836"/>
            <a:ext cx="78828" cy="78828"/>
          </a:xfrm>
          <a:prstGeom prst="ellipse">
            <a:avLst/>
          </a:prstGeom>
          <a:solidFill>
            <a:srgbClr val="14161C">
              <a:alpha val="28000"/>
            </a:srgbClr>
          </a:solidFill>
          <a:ln/>
        </p:spPr>
      </p:sp>
      <p:sp>
        <p:nvSpPr>
          <p:cNvPr id="59" name="Shape 57"/>
          <p:cNvSpPr/>
          <p:nvPr/>
        </p:nvSpPr>
        <p:spPr>
          <a:xfrm>
            <a:off x="7266909" y="9580836"/>
            <a:ext cx="78828" cy="78828"/>
          </a:xfrm>
          <a:prstGeom prst="ellipse">
            <a:avLst/>
          </a:prstGeom>
          <a:solidFill>
            <a:srgbClr val="14161C">
              <a:alpha val="28000"/>
            </a:srgbClr>
          </a:solidFill>
          <a:ln/>
        </p:spPr>
      </p:sp>
      <p:sp>
        <p:nvSpPr>
          <p:cNvPr id="60" name="Shape 58"/>
          <p:cNvSpPr/>
          <p:nvPr/>
        </p:nvSpPr>
        <p:spPr>
          <a:xfrm>
            <a:off x="7424564" y="9580836"/>
            <a:ext cx="78828" cy="78828"/>
          </a:xfrm>
          <a:prstGeom prst="ellipse">
            <a:avLst/>
          </a:prstGeom>
          <a:solidFill>
            <a:srgbClr val="14161C">
              <a:alpha val="28000"/>
            </a:srgbClr>
          </a:solidFill>
          <a:ln/>
        </p:spPr>
      </p:sp>
      <p:sp>
        <p:nvSpPr>
          <p:cNvPr id="61" name="Shape 59"/>
          <p:cNvSpPr/>
          <p:nvPr/>
        </p:nvSpPr>
        <p:spPr>
          <a:xfrm>
            <a:off x="7582219" y="9580836"/>
            <a:ext cx="78828" cy="78828"/>
          </a:xfrm>
          <a:prstGeom prst="ellipse">
            <a:avLst/>
          </a:prstGeom>
          <a:solidFill>
            <a:srgbClr val="14161C">
              <a:alpha val="28000"/>
            </a:srgbClr>
          </a:solidFill>
          <a:ln/>
        </p:spPr>
      </p:sp>
      <p:sp>
        <p:nvSpPr>
          <p:cNvPr id="62" name="Shape 60"/>
          <p:cNvSpPr/>
          <p:nvPr/>
        </p:nvSpPr>
        <p:spPr>
          <a:xfrm>
            <a:off x="7739874" y="9580836"/>
            <a:ext cx="78828" cy="78828"/>
          </a:xfrm>
          <a:prstGeom prst="ellipse">
            <a:avLst/>
          </a:prstGeom>
          <a:solidFill>
            <a:srgbClr val="14161C">
              <a:alpha val="28000"/>
            </a:srgbClr>
          </a:solidFill>
          <a:ln/>
        </p:spPr>
      </p:sp>
      <p:sp>
        <p:nvSpPr>
          <p:cNvPr id="63" name="Shape 61"/>
          <p:cNvSpPr/>
          <p:nvPr/>
        </p:nvSpPr>
        <p:spPr>
          <a:xfrm>
            <a:off x="7897529" y="9580836"/>
            <a:ext cx="78828" cy="78828"/>
          </a:xfrm>
          <a:prstGeom prst="ellipse">
            <a:avLst/>
          </a:prstGeom>
          <a:solidFill>
            <a:srgbClr val="14161C">
              <a:alpha val="28000"/>
            </a:srgbClr>
          </a:solidFill>
          <a:ln/>
        </p:spPr>
      </p:sp>
      <p:sp>
        <p:nvSpPr>
          <p:cNvPr id="64" name="Shape 62"/>
          <p:cNvSpPr/>
          <p:nvPr/>
        </p:nvSpPr>
        <p:spPr>
          <a:xfrm>
            <a:off x="8055184" y="9580836"/>
            <a:ext cx="78828" cy="78828"/>
          </a:xfrm>
          <a:prstGeom prst="ellipse">
            <a:avLst/>
          </a:prstGeom>
          <a:solidFill>
            <a:srgbClr val="14161C">
              <a:alpha val="28000"/>
            </a:srgbClr>
          </a:solidFill>
          <a:ln/>
        </p:spPr>
      </p:sp>
      <p:sp>
        <p:nvSpPr>
          <p:cNvPr id="65" name="Shape 63"/>
          <p:cNvSpPr/>
          <p:nvPr/>
        </p:nvSpPr>
        <p:spPr>
          <a:xfrm>
            <a:off x="8212839" y="9580836"/>
            <a:ext cx="78828" cy="78828"/>
          </a:xfrm>
          <a:prstGeom prst="ellipse">
            <a:avLst/>
          </a:prstGeom>
          <a:solidFill>
            <a:srgbClr val="14161C">
              <a:alpha val="28000"/>
            </a:srgbClr>
          </a:solidFill>
          <a:ln/>
        </p:spPr>
      </p:sp>
      <p:sp>
        <p:nvSpPr>
          <p:cNvPr id="66" name="Shape 64"/>
          <p:cNvSpPr/>
          <p:nvPr/>
        </p:nvSpPr>
        <p:spPr>
          <a:xfrm>
            <a:off x="8370494" y="9580836"/>
            <a:ext cx="78828" cy="78828"/>
          </a:xfrm>
          <a:prstGeom prst="ellipse">
            <a:avLst/>
          </a:prstGeom>
          <a:solidFill>
            <a:srgbClr val="14161C">
              <a:alpha val="28000"/>
            </a:srgbClr>
          </a:solidFill>
          <a:ln/>
        </p:spPr>
      </p:sp>
      <p:sp>
        <p:nvSpPr>
          <p:cNvPr id="67" name="Shape 65"/>
          <p:cNvSpPr/>
          <p:nvPr/>
        </p:nvSpPr>
        <p:spPr>
          <a:xfrm>
            <a:off x="8528148" y="9580836"/>
            <a:ext cx="78828" cy="78828"/>
          </a:xfrm>
          <a:prstGeom prst="ellipse">
            <a:avLst/>
          </a:prstGeom>
          <a:solidFill>
            <a:srgbClr val="14161C">
              <a:alpha val="28000"/>
            </a:srgbClr>
          </a:solidFill>
          <a:ln/>
        </p:spPr>
      </p:sp>
      <p:sp>
        <p:nvSpPr>
          <p:cNvPr id="68" name="Shape 66"/>
          <p:cNvSpPr/>
          <p:nvPr/>
        </p:nvSpPr>
        <p:spPr>
          <a:xfrm>
            <a:off x="8685803" y="9580836"/>
            <a:ext cx="78828" cy="78828"/>
          </a:xfrm>
          <a:prstGeom prst="ellipse">
            <a:avLst/>
          </a:prstGeom>
          <a:solidFill>
            <a:srgbClr val="14161C">
              <a:alpha val="28000"/>
            </a:srgbClr>
          </a:solidFill>
          <a:ln/>
        </p:spPr>
      </p:sp>
      <p:sp>
        <p:nvSpPr>
          <p:cNvPr id="69" name="Shape 67"/>
          <p:cNvSpPr/>
          <p:nvPr/>
        </p:nvSpPr>
        <p:spPr>
          <a:xfrm>
            <a:off x="8843458" y="9580836"/>
            <a:ext cx="78828" cy="78828"/>
          </a:xfrm>
          <a:prstGeom prst="ellipse">
            <a:avLst/>
          </a:prstGeom>
          <a:solidFill>
            <a:srgbClr val="14161C">
              <a:alpha val="28000"/>
            </a:srgbClr>
          </a:solidFill>
          <a:ln/>
        </p:spPr>
      </p:sp>
      <p:sp>
        <p:nvSpPr>
          <p:cNvPr id="70" name="Shape 68"/>
          <p:cNvSpPr/>
          <p:nvPr/>
        </p:nvSpPr>
        <p:spPr>
          <a:xfrm>
            <a:off x="9001113" y="9580836"/>
            <a:ext cx="78828" cy="78828"/>
          </a:xfrm>
          <a:prstGeom prst="ellipse">
            <a:avLst/>
          </a:prstGeom>
          <a:solidFill>
            <a:srgbClr val="14161C">
              <a:alpha val="28000"/>
            </a:srgbClr>
          </a:solidFill>
          <a:ln/>
        </p:spPr>
      </p:sp>
      <p:sp>
        <p:nvSpPr>
          <p:cNvPr id="71" name="Shape 69"/>
          <p:cNvSpPr/>
          <p:nvPr/>
        </p:nvSpPr>
        <p:spPr>
          <a:xfrm>
            <a:off x="9158768" y="9580836"/>
            <a:ext cx="78828" cy="78828"/>
          </a:xfrm>
          <a:prstGeom prst="ellipse">
            <a:avLst/>
          </a:prstGeom>
          <a:solidFill>
            <a:srgbClr val="14161C">
              <a:alpha val="28000"/>
            </a:srgbClr>
          </a:solidFill>
          <a:ln/>
        </p:spPr>
      </p:sp>
      <p:sp>
        <p:nvSpPr>
          <p:cNvPr id="72" name="Shape 70"/>
          <p:cNvSpPr/>
          <p:nvPr/>
        </p:nvSpPr>
        <p:spPr>
          <a:xfrm>
            <a:off x="9316423" y="9580836"/>
            <a:ext cx="78828" cy="78828"/>
          </a:xfrm>
          <a:prstGeom prst="ellipse">
            <a:avLst/>
          </a:prstGeom>
          <a:solidFill>
            <a:srgbClr val="14161C">
              <a:alpha val="28000"/>
            </a:srgbClr>
          </a:solidFill>
          <a:ln/>
        </p:spPr>
      </p:sp>
      <p:sp>
        <p:nvSpPr>
          <p:cNvPr id="73" name="Shape 71"/>
          <p:cNvSpPr/>
          <p:nvPr/>
        </p:nvSpPr>
        <p:spPr>
          <a:xfrm>
            <a:off x="9474078" y="9580836"/>
            <a:ext cx="78828" cy="78828"/>
          </a:xfrm>
          <a:prstGeom prst="ellipse">
            <a:avLst/>
          </a:prstGeom>
          <a:solidFill>
            <a:srgbClr val="14161C">
              <a:alpha val="28000"/>
            </a:srgbClr>
          </a:solidFill>
          <a:ln/>
        </p:spPr>
      </p:sp>
      <p:sp>
        <p:nvSpPr>
          <p:cNvPr id="74" name="Shape 72"/>
          <p:cNvSpPr/>
          <p:nvPr/>
        </p:nvSpPr>
        <p:spPr>
          <a:xfrm>
            <a:off x="9631733" y="9580836"/>
            <a:ext cx="78828" cy="78828"/>
          </a:xfrm>
          <a:prstGeom prst="ellipse">
            <a:avLst/>
          </a:prstGeom>
          <a:solidFill>
            <a:srgbClr val="14161C">
              <a:alpha val="28000"/>
            </a:srgbClr>
          </a:solidFill>
          <a:ln/>
        </p:spPr>
      </p:sp>
      <p:sp>
        <p:nvSpPr>
          <p:cNvPr id="75" name="Shape 73"/>
          <p:cNvSpPr/>
          <p:nvPr/>
        </p:nvSpPr>
        <p:spPr>
          <a:xfrm>
            <a:off x="9789388" y="9580836"/>
            <a:ext cx="78828" cy="78828"/>
          </a:xfrm>
          <a:prstGeom prst="ellipse">
            <a:avLst/>
          </a:prstGeom>
          <a:solidFill>
            <a:srgbClr val="14161C">
              <a:alpha val="28000"/>
            </a:srgbClr>
          </a:solidFill>
          <a:ln/>
        </p:spPr>
      </p:sp>
      <p:sp>
        <p:nvSpPr>
          <p:cNvPr id="76" name="Shape 74"/>
          <p:cNvSpPr/>
          <p:nvPr/>
        </p:nvSpPr>
        <p:spPr>
          <a:xfrm>
            <a:off x="9947043" y="9580836"/>
            <a:ext cx="78828" cy="78828"/>
          </a:xfrm>
          <a:prstGeom prst="ellipse">
            <a:avLst/>
          </a:prstGeom>
          <a:solidFill>
            <a:srgbClr val="14161C">
              <a:alpha val="28000"/>
            </a:srgbClr>
          </a:solidFill>
          <a:ln/>
        </p:spPr>
      </p:sp>
      <p:sp>
        <p:nvSpPr>
          <p:cNvPr id="77" name="Text 75"/>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20/58</a:t>
            </a:r>
            <a:endParaRPr lang="en-US" sz="1800" dirty="0"/>
          </a:p>
        </p:txBody>
      </p:sp>
      <p:sp>
        <p:nvSpPr>
          <p:cNvPr id="78" name="Shape 76"/>
          <p:cNvSpPr/>
          <p:nvPr/>
        </p:nvSpPr>
        <p:spPr>
          <a:xfrm>
            <a:off x="15983712" y="9076331"/>
            <a:ext cx="1645920" cy="552301"/>
          </a:xfrm>
          <a:prstGeom prst="roundRect">
            <a:avLst>
              <a:gd name="adj" fmla="val 28000"/>
            </a:avLst>
          </a:prstGeom>
          <a:solidFill>
            <a:srgbClr val="FFFFFF">
              <a:alpha val="82000"/>
            </a:srgbClr>
          </a:solidFill>
          <a:ln/>
        </p:spPr>
      </p:sp>
      <p:pic>
        <p:nvPicPr>
          <p:cNvPr id="79" name="Moda image moda-export-watermark-6f3781c9-236c-47cb-8637-c557a109087e"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領域D：</a:t>
            </a:r>
            <a:r>
              <a:rPr lang="en-US" sz="5700" dirty="0" spc="-1" kern="0">
                <a:solidFill>
                  <a:srgbClr val="F3EEE3"/>
                </a:solidFill>
                <a:latin typeface="Noto Sans JP ExtraBold" pitchFamily="34" charset="0"/>
                <a:ea typeface="Noto Sans JP ExtraBold" pitchFamily="34" charset="-122"/>
                <a:cs typeface="Noto Sans JP ExtraBold" pitchFamily="34" charset="-120"/>
              </a:rPr>
              <a:t> 水の</a:t>
            </a:r>
            <a:r>
              <a:rPr lang="en-US" sz="5700" dirty="0" spc="0" kern="0">
                <a:solidFill>
                  <a:srgbClr val="F3EEE3"/>
                </a:solidFill>
                <a:latin typeface="Noto Sans JP ExtraBold" pitchFamily="34" charset="0"/>
                <a:ea typeface="Noto Sans JP ExtraBold" pitchFamily="34" charset="-122"/>
                <a:cs typeface="Noto Sans JP ExtraBold" pitchFamily="34" charset="-120"/>
              </a:rPr>
              <a:t> 蒸発と 尿素の 結晶化</a:t>
            </a:r>
            <a:endParaRPr lang="en-US" sz="5700" dirty="0"/>
          </a:p>
        </p:txBody>
      </p:sp>
      <p:sp>
        <p:nvSpPr>
          <p:cNvPr id="3" name="Shape 1"/>
          <p:cNvSpPr/>
          <p:nvPr/>
        </p:nvSpPr>
        <p:spPr>
          <a:xfrm>
            <a:off x="914400" y="2724150"/>
            <a:ext cx="5305425" cy="2838450"/>
          </a:xfrm>
          <a:prstGeom prst="roundRect">
            <a:avLst>
              <a:gd name="adj" fmla="val 8054"/>
            </a:avLst>
          </a:prstGeom>
          <a:solidFill>
            <a:srgbClr val="1E212B"/>
          </a:solidFill>
          <a:ln/>
        </p:spPr>
      </p:sp>
      <p:sp>
        <p:nvSpPr>
          <p:cNvPr id="4" name="Shape 2"/>
          <p:cNvSpPr/>
          <p:nvPr/>
        </p:nvSpPr>
        <p:spPr>
          <a:xfrm>
            <a:off x="914400" y="2724150"/>
            <a:ext cx="114300" cy="2838450"/>
          </a:xfrm>
          <a:prstGeom prst="roundRect">
            <a:avLst>
              <a:gd name="adj" fmla="val 50000"/>
            </a:avLst>
          </a:prstGeom>
          <a:solidFill>
            <a:srgbClr val="3DD6A0"/>
          </a:solidFill>
          <a:ln/>
        </p:spPr>
      </p:sp>
      <p:sp>
        <p:nvSpPr>
          <p:cNvPr id="5" name="Text 3"/>
          <p:cNvSpPr/>
          <p:nvPr/>
        </p:nvSpPr>
        <p:spPr>
          <a:xfrm>
            <a:off x="1295400" y="2933700"/>
            <a:ext cx="4695825" cy="400050"/>
          </a:xfrm>
          <a:prstGeom prst="rect">
            <a:avLst/>
          </a:prstGeom>
          <a:noFill/>
          <a:ln/>
        </p:spPr>
        <p:txBody>
          <a:bodyPr wrap="square" lIns="0" tIns="0" rIns="0" bIns="0" rtlCol="0" anchor="ctr"/>
          <a:lstStyle/>
          <a:p>
            <a:pPr algn="l" indent="0" marL="0">
              <a:buNone/>
            </a:pPr>
            <a:r>
              <a:rPr lang="en-US" sz="2100" dirty="0" kern="0">
                <a:solidFill>
                  <a:srgbClr val="3DD6A0"/>
                </a:solidFill>
                <a:latin typeface="Noto Sans JP ExtraBold" pitchFamily="34" charset="0"/>
                <a:ea typeface="Noto Sans JP ExtraBold" pitchFamily="34" charset="-122"/>
                <a:cs typeface="Noto Sans JP ExtraBold" pitchFamily="34" charset="-120"/>
              </a:rPr>
              <a:t>状態</a:t>
            </a:r>
            <a:endParaRPr lang="en-US" sz="2100" dirty="0"/>
          </a:p>
        </p:txBody>
      </p:sp>
      <p:sp>
        <p:nvSpPr>
          <p:cNvPr id="6" name="Text 4"/>
          <p:cNvSpPr/>
          <p:nvPr/>
        </p:nvSpPr>
        <p:spPr>
          <a:xfrm>
            <a:off x="1295400" y="3448050"/>
            <a:ext cx="4695825" cy="1962150"/>
          </a:xfrm>
          <a:prstGeom prst="rect">
            <a:avLst/>
          </a:prstGeom>
          <a:noFill/>
          <a:ln/>
        </p:spPr>
        <p:txBody>
          <a:bodyPr wrap="square" lIns="0" tIns="39980" rIns="0" bIns="-39980" rtlCol="0" anchor="t"/>
          <a:lstStyle/>
          <a:p>
            <a:pPr algn="l" indent="0" marL="0">
              <a:lnSpc>
                <a:spcPts val="3188"/>
              </a:lnSpc>
              <a:buNone/>
            </a:pPr>
            <a:r>
              <a:rPr lang="en-US" sz="2550" dirty="0" spc="0" kern="0">
                <a:solidFill>
                  <a:srgbClr val="F3EEE3"/>
                </a:solidFill>
                <a:latin typeface="Noto Sans JP Medium" pitchFamily="34" charset="0"/>
                <a:ea typeface="Noto Sans JP Medium" pitchFamily="34" charset="-122"/>
                <a:cs typeface="Noto Sans JP Medium" pitchFamily="34" charset="-120"/>
              </a:rPr>
              <a:t>水が 蒸発し、</a:t>
            </a:r>
            <a:r>
              <a:rPr lang="en-US" sz="2550" dirty="0" spc="-1" kern="0">
                <a:solidFill>
                  <a:srgbClr val="F3EEE3"/>
                </a:solidFill>
                <a:latin typeface="Noto Sans JP Medium" pitchFamily="34" charset="0"/>
                <a:ea typeface="Noto Sans JP Medium" pitchFamily="34" charset="-122"/>
                <a:cs typeface="Noto Sans JP Medium" pitchFamily="34" charset="-120"/>
              </a:rPr>
              <a:t> 尿素が</a:t>
            </a:r>
            <a:r>
              <a:rPr lang="en-US" sz="2550" dirty="0" spc="-6" kern="0">
                <a:solidFill>
                  <a:srgbClr val="F3EEE3"/>
                </a:solidFill>
                <a:latin typeface="Noto Sans JP Medium" pitchFamily="34" charset="0"/>
                <a:ea typeface="Noto Sans JP Medium" pitchFamily="34" charset="-122"/>
                <a:cs typeface="Noto Sans JP Medium" pitchFamily="34" charset="-120"/>
              </a:rPr>
              <a:t> 濃縮・結晶化し、そして</a:t>
            </a:r>
            <a:r>
              <a:rPr lang="en-US" sz="2550" dirty="0" spc="-2" kern="0">
                <a:solidFill>
                  <a:srgbClr val="F3EEE3"/>
                </a:solidFill>
                <a:latin typeface="Noto Sans JP Medium" pitchFamily="34" charset="0"/>
                <a:ea typeface="Noto Sans JP Medium" pitchFamily="34" charset="-122"/>
                <a:cs typeface="Noto Sans JP Medium" pitchFamily="34" charset="-120"/>
              </a:rPr>
              <a:t> 溶融</a:t>
            </a:r>
            <a:pPr algn="l" indent="0" marL="0">
              <a:lnSpc>
                <a:spcPts val="3188"/>
              </a:lnSpc>
              <a:buNone/>
            </a:pPr>
            <a:r>
              <a:rPr lang="en-US" sz="2550" dirty="0" kern="0">
                <a:solidFill>
                  <a:srgbClr val="9AA0B5"/>
                </a:solidFill>
                <a:latin typeface="Noto Sans JP Medium" pitchFamily="34" charset="0"/>
                <a:ea typeface="Noto Sans JP Medium" pitchFamily="34" charset="-122"/>
                <a:cs typeface="Noto Sans JP Medium" pitchFamily="34" charset="-120"/>
              </a:rPr>
              <a:t>[S11]</a:t>
            </a:r>
            <a:endParaRPr lang="en-US" sz="2550" dirty="0"/>
          </a:p>
        </p:txBody>
      </p:sp>
      <p:sp>
        <p:nvSpPr>
          <p:cNvPr id="7" name="Shape 5"/>
          <p:cNvSpPr/>
          <p:nvPr/>
        </p:nvSpPr>
        <p:spPr>
          <a:xfrm>
            <a:off x="6486525" y="2724150"/>
            <a:ext cx="5305425" cy="2838450"/>
          </a:xfrm>
          <a:prstGeom prst="roundRect">
            <a:avLst>
              <a:gd name="adj" fmla="val 8054"/>
            </a:avLst>
          </a:prstGeom>
          <a:solidFill>
            <a:srgbClr val="1E212B"/>
          </a:solidFill>
          <a:ln/>
        </p:spPr>
      </p:sp>
      <p:sp>
        <p:nvSpPr>
          <p:cNvPr id="8" name="Shape 6"/>
          <p:cNvSpPr/>
          <p:nvPr/>
        </p:nvSpPr>
        <p:spPr>
          <a:xfrm>
            <a:off x="6486525" y="2724150"/>
            <a:ext cx="114300" cy="2838450"/>
          </a:xfrm>
          <a:prstGeom prst="roundRect">
            <a:avLst>
              <a:gd name="adj" fmla="val 50000"/>
            </a:avLst>
          </a:prstGeom>
          <a:solidFill>
            <a:srgbClr val="FF6A4D"/>
          </a:solidFill>
          <a:ln/>
        </p:spPr>
      </p:sp>
      <p:sp>
        <p:nvSpPr>
          <p:cNvPr id="9" name="Text 7"/>
          <p:cNvSpPr/>
          <p:nvPr/>
        </p:nvSpPr>
        <p:spPr>
          <a:xfrm>
            <a:off x="6867525" y="2933700"/>
            <a:ext cx="4695825" cy="400050"/>
          </a:xfrm>
          <a:prstGeom prst="rect">
            <a:avLst/>
          </a:prstGeom>
          <a:noFill/>
          <a:ln/>
        </p:spPr>
        <p:txBody>
          <a:bodyPr wrap="square" lIns="0" tIns="0" rIns="0" bIns="0" rtlCol="0" anchor="ctr"/>
          <a:lstStyle/>
          <a:p>
            <a:pPr algn="l" indent="0" marL="0">
              <a:buNone/>
            </a:pPr>
            <a:r>
              <a:rPr lang="en-US" sz="2100" dirty="0" spc="0" kern="0">
                <a:solidFill>
                  <a:srgbClr val="FF6A4D"/>
                </a:solidFill>
                <a:latin typeface="Noto Sans JP ExtraBold" pitchFamily="34" charset="0"/>
                <a:ea typeface="Noto Sans JP ExtraBold" pitchFamily="34" charset="-122"/>
                <a:cs typeface="Noto Sans JP ExtraBold" pitchFamily="34" charset="-120"/>
              </a:rPr>
              <a:t>存在する</a:t>
            </a:r>
            <a:r>
              <a:rPr lang="en-US" sz="2100" dirty="0" spc="1" kern="0">
                <a:solidFill>
                  <a:srgbClr val="FF6A4D"/>
                </a:solidFill>
                <a:latin typeface="Noto Sans JP ExtraBold" pitchFamily="34" charset="0"/>
                <a:ea typeface="Noto Sans JP ExtraBold" pitchFamily="34" charset="-122"/>
                <a:cs typeface="Noto Sans JP ExtraBold" pitchFamily="34" charset="-120"/>
              </a:rPr>
              <a:t> 物質</a:t>
            </a:r>
            <a:endParaRPr lang="en-US" sz="2100" dirty="0"/>
          </a:p>
        </p:txBody>
      </p:sp>
      <p:sp>
        <p:nvSpPr>
          <p:cNvPr id="10" name="Text 8"/>
          <p:cNvSpPr/>
          <p:nvPr/>
        </p:nvSpPr>
        <p:spPr>
          <a:xfrm>
            <a:off x="6867525" y="3448050"/>
            <a:ext cx="4695825" cy="1962150"/>
          </a:xfrm>
          <a:prstGeom prst="rect">
            <a:avLst/>
          </a:prstGeom>
          <a:noFill/>
          <a:ln/>
        </p:spPr>
        <p:txBody>
          <a:bodyPr wrap="square" lIns="0" tIns="39980" rIns="0" bIns="-39980" rtlCol="0" anchor="t"/>
          <a:lstStyle/>
          <a:p>
            <a:pPr algn="l" indent="0" marL="0">
              <a:lnSpc>
                <a:spcPts val="3188"/>
              </a:lnSpc>
              <a:buNone/>
            </a:pPr>
            <a:r>
              <a:rPr lang="en-US" sz="2550" dirty="0" spc="0" kern="0">
                <a:solidFill>
                  <a:srgbClr val="F3EEE3"/>
                </a:solidFill>
                <a:latin typeface="Noto Sans JP Medium" pitchFamily="34" charset="0"/>
                <a:ea typeface="Noto Sans JP Medium" pitchFamily="34" charset="-122"/>
                <a:cs typeface="Noto Sans JP Medium" pitchFamily="34" charset="-120"/>
              </a:rPr>
              <a:t>水蒸気、 尿素の 結晶または</a:t>
            </a:r>
            <a:r>
              <a:rPr lang="en-US" sz="2550" dirty="0" spc="-1" kern="0">
                <a:solidFill>
                  <a:srgbClr val="F3EEE3"/>
                </a:solidFill>
                <a:latin typeface="Noto Sans JP Medium" pitchFamily="34" charset="0"/>
                <a:ea typeface="Noto Sans JP Medium" pitchFamily="34" charset="-122"/>
                <a:cs typeface="Noto Sans JP Medium" pitchFamily="34" charset="-120"/>
              </a:rPr>
              <a:t> 液体</a:t>
            </a:r>
            <a:pPr algn="l" indent="0" marL="0">
              <a:lnSpc>
                <a:spcPts val="3188"/>
              </a:lnSpc>
              <a:buNone/>
            </a:pPr>
            <a:r>
              <a:rPr lang="en-US" sz="2550" dirty="0" kern="0">
                <a:solidFill>
                  <a:srgbClr val="9AA0B5"/>
                </a:solidFill>
                <a:latin typeface="Noto Sans JP Medium" pitchFamily="34" charset="0"/>
                <a:ea typeface="Noto Sans JP Medium" pitchFamily="34" charset="-122"/>
                <a:cs typeface="Noto Sans JP Medium" pitchFamily="34" charset="-120"/>
              </a:rPr>
              <a:t>[S11]</a:t>
            </a:r>
            <a:endParaRPr lang="en-US" sz="2550" dirty="0"/>
          </a:p>
        </p:txBody>
      </p:sp>
      <p:sp>
        <p:nvSpPr>
          <p:cNvPr id="11" name="Shape 9"/>
          <p:cNvSpPr/>
          <p:nvPr/>
        </p:nvSpPr>
        <p:spPr>
          <a:xfrm>
            <a:off x="12068175" y="2724150"/>
            <a:ext cx="5305425" cy="2838450"/>
          </a:xfrm>
          <a:prstGeom prst="roundRect">
            <a:avLst>
              <a:gd name="adj" fmla="val 8054"/>
            </a:avLst>
          </a:prstGeom>
          <a:solidFill>
            <a:srgbClr val="1E212B"/>
          </a:solidFill>
          <a:ln/>
        </p:spPr>
      </p:sp>
      <p:sp>
        <p:nvSpPr>
          <p:cNvPr id="12" name="Shape 10"/>
          <p:cNvSpPr/>
          <p:nvPr/>
        </p:nvSpPr>
        <p:spPr>
          <a:xfrm>
            <a:off x="12068175" y="2724150"/>
            <a:ext cx="114300" cy="2838450"/>
          </a:xfrm>
          <a:prstGeom prst="roundRect">
            <a:avLst>
              <a:gd name="adj" fmla="val 50000"/>
            </a:avLst>
          </a:prstGeom>
          <a:solidFill>
            <a:srgbClr val="7C93FF"/>
          </a:solidFill>
          <a:ln/>
        </p:spPr>
      </p:sp>
      <p:sp>
        <p:nvSpPr>
          <p:cNvPr id="13" name="Text 11"/>
          <p:cNvSpPr/>
          <p:nvPr/>
        </p:nvSpPr>
        <p:spPr>
          <a:xfrm>
            <a:off x="12449175" y="2933700"/>
            <a:ext cx="4695825" cy="400050"/>
          </a:xfrm>
          <a:prstGeom prst="rect">
            <a:avLst/>
          </a:prstGeom>
          <a:noFill/>
          <a:ln/>
        </p:spPr>
        <p:txBody>
          <a:bodyPr wrap="square" lIns="0" tIns="0" rIns="0" bIns="0" rtlCol="0" anchor="ctr"/>
          <a:lstStyle/>
          <a:p>
            <a:pPr algn="l" indent="0" marL="0">
              <a:buNone/>
            </a:pPr>
            <a:r>
              <a:rPr lang="en-US" sz="2100" dirty="0" spc="0" kern="0">
                <a:solidFill>
                  <a:srgbClr val="7C93FF"/>
                </a:solidFill>
                <a:latin typeface="Noto Sans JP ExtraBold" pitchFamily="34" charset="0"/>
                <a:ea typeface="Noto Sans JP ExtraBold" pitchFamily="34" charset="-122"/>
                <a:cs typeface="Noto Sans JP ExtraBold" pitchFamily="34" charset="-120"/>
              </a:rPr>
              <a:t>主な</a:t>
            </a:r>
            <a:r>
              <a:rPr lang="en-US" sz="2100" dirty="0" spc="1" kern="0">
                <a:solidFill>
                  <a:srgbClr val="7C93FF"/>
                </a:solidFill>
                <a:latin typeface="Noto Sans JP ExtraBold" pitchFamily="34" charset="0"/>
                <a:ea typeface="Noto Sans JP ExtraBold" pitchFamily="34" charset="-122"/>
                <a:cs typeface="Noto Sans JP ExtraBold" pitchFamily="34" charset="-120"/>
              </a:rPr>
              <a:t> 反応</a:t>
            </a:r>
            <a:endParaRPr lang="en-US" sz="2100" dirty="0"/>
          </a:p>
        </p:txBody>
      </p:sp>
      <p:sp>
        <p:nvSpPr>
          <p:cNvPr id="14" name="Text 12"/>
          <p:cNvSpPr/>
          <p:nvPr/>
        </p:nvSpPr>
        <p:spPr>
          <a:xfrm>
            <a:off x="12449175" y="3448050"/>
            <a:ext cx="4695825" cy="1962150"/>
          </a:xfrm>
          <a:prstGeom prst="rect">
            <a:avLst/>
          </a:prstGeom>
          <a:noFill/>
          <a:ln/>
        </p:spPr>
        <p:txBody>
          <a:bodyPr wrap="square" lIns="0" tIns="39980" rIns="0" bIns="-39980" rtlCol="0" anchor="t"/>
          <a:lstStyle/>
          <a:p>
            <a:pPr algn="l" indent="0" marL="0">
              <a:lnSpc>
                <a:spcPts val="3188"/>
              </a:lnSpc>
              <a:buNone/>
            </a:pPr>
            <a:r>
              <a:rPr lang="en-US" sz="2550" dirty="0" spc="0" kern="0">
                <a:solidFill>
                  <a:srgbClr val="F3EEE3"/>
                </a:solidFill>
                <a:latin typeface="Noto Sans JP Medium" pitchFamily="34" charset="0"/>
                <a:ea typeface="Noto Sans JP Medium" pitchFamily="34" charset="-122"/>
                <a:cs typeface="Noto Sans JP Medium" pitchFamily="34" charset="-120"/>
              </a:rPr>
              <a:t>ほぼ 相の 変化のみ。</a:t>
            </a:r>
            <a:r>
              <a:rPr lang="en-US" sz="2550" dirty="0" spc="-1" kern="0">
                <a:solidFill>
                  <a:srgbClr val="F3EEE3"/>
                </a:solidFill>
                <a:latin typeface="Noto Sans JP Medium" pitchFamily="34" charset="0"/>
                <a:ea typeface="Noto Sans JP Medium" pitchFamily="34" charset="-122"/>
                <a:cs typeface="Noto Sans JP Medium" pitchFamily="34" charset="-120"/>
              </a:rPr>
              <a:t> 目立った</a:t>
            </a:r>
            <a:r>
              <a:rPr lang="en-US" sz="2550" dirty="0" spc="0" kern="0">
                <a:solidFill>
                  <a:srgbClr val="F3EEE3"/>
                </a:solidFill>
                <a:latin typeface="Noto Sans JP Medium" pitchFamily="34" charset="0"/>
                <a:ea typeface="Noto Sans JP Medium" pitchFamily="34" charset="-122"/>
                <a:cs typeface="Noto Sans JP Medium" pitchFamily="34" charset="-120"/>
              </a:rPr>
              <a:t> 化学反応はまだない</a:t>
            </a:r>
            <a:pPr algn="l" indent="0" marL="0">
              <a:lnSpc>
                <a:spcPts val="3188"/>
              </a:lnSpc>
              <a:buNone/>
            </a:pPr>
            <a:r>
              <a:rPr lang="en-US" sz="2550" dirty="0" spc="-1" kern="0">
                <a:solidFill>
                  <a:srgbClr val="9AA0B5"/>
                </a:solidFill>
                <a:latin typeface="Noto Sans JP Medium" pitchFamily="34" charset="0"/>
                <a:ea typeface="Noto Sans JP Medium" pitchFamily="34" charset="-122"/>
                <a:cs typeface="Noto Sans JP Medium" pitchFamily="34" charset="-120"/>
              </a:rPr>
              <a:t>[S3]</a:t>
            </a:r>
            <a:endParaRPr lang="en-US" sz="2550" dirty="0"/>
          </a:p>
        </p:txBody>
      </p:sp>
      <p:sp>
        <p:nvSpPr>
          <p:cNvPr id="15" name="Shape 13"/>
          <p:cNvSpPr/>
          <p:nvPr/>
        </p:nvSpPr>
        <p:spPr>
          <a:xfrm>
            <a:off x="914400" y="5829300"/>
            <a:ext cx="5305425" cy="2838450"/>
          </a:xfrm>
          <a:prstGeom prst="roundRect">
            <a:avLst>
              <a:gd name="adj" fmla="val 8054"/>
            </a:avLst>
          </a:prstGeom>
          <a:solidFill>
            <a:srgbClr val="1E212B"/>
          </a:solidFill>
          <a:ln/>
        </p:spPr>
      </p:sp>
      <p:sp>
        <p:nvSpPr>
          <p:cNvPr id="16" name="Shape 14"/>
          <p:cNvSpPr/>
          <p:nvPr/>
        </p:nvSpPr>
        <p:spPr>
          <a:xfrm>
            <a:off x="914400" y="5829300"/>
            <a:ext cx="114300" cy="2838450"/>
          </a:xfrm>
          <a:prstGeom prst="roundRect">
            <a:avLst>
              <a:gd name="adj" fmla="val 50000"/>
            </a:avLst>
          </a:prstGeom>
          <a:solidFill>
            <a:srgbClr val="FFB454"/>
          </a:solidFill>
          <a:ln/>
        </p:spPr>
      </p:sp>
      <p:sp>
        <p:nvSpPr>
          <p:cNvPr id="17" name="Text 15"/>
          <p:cNvSpPr/>
          <p:nvPr/>
        </p:nvSpPr>
        <p:spPr>
          <a:xfrm>
            <a:off x="1295400" y="6038850"/>
            <a:ext cx="4695825" cy="400050"/>
          </a:xfrm>
          <a:prstGeom prst="rect">
            <a:avLst/>
          </a:prstGeom>
          <a:noFill/>
          <a:ln/>
        </p:spPr>
        <p:txBody>
          <a:bodyPr wrap="square" lIns="0" tIns="0" rIns="0" bIns="0" rtlCol="0" anchor="ctr"/>
          <a:lstStyle/>
          <a:p>
            <a:pPr algn="l" indent="0" marL="0">
              <a:buNone/>
            </a:pPr>
            <a:r>
              <a:rPr lang="en-US" sz="2100" dirty="0" kern="0">
                <a:solidFill>
                  <a:srgbClr val="FFB454"/>
                </a:solidFill>
                <a:latin typeface="Noto Sans JP ExtraBold" pitchFamily="34" charset="0"/>
                <a:ea typeface="Noto Sans JP ExtraBold" pitchFamily="34" charset="-122"/>
                <a:cs typeface="Noto Sans JP ExtraBold" pitchFamily="34" charset="-120"/>
              </a:rPr>
              <a:t>数値</a:t>
            </a:r>
            <a:endParaRPr lang="en-US" sz="2100" dirty="0"/>
          </a:p>
        </p:txBody>
      </p:sp>
      <p:sp>
        <p:nvSpPr>
          <p:cNvPr id="18" name="Text 16"/>
          <p:cNvSpPr/>
          <p:nvPr/>
        </p:nvSpPr>
        <p:spPr>
          <a:xfrm>
            <a:off x="1295400" y="6553200"/>
            <a:ext cx="4695825" cy="1962150"/>
          </a:xfrm>
          <a:prstGeom prst="rect">
            <a:avLst/>
          </a:prstGeom>
          <a:noFill/>
          <a:ln/>
        </p:spPr>
        <p:txBody>
          <a:bodyPr wrap="square" lIns="0" tIns="39980" rIns="0" bIns="-39980" rtlCol="0" anchor="t"/>
          <a:lstStyle/>
          <a:p>
            <a:pPr algn="l" indent="0" marL="0">
              <a:lnSpc>
                <a:spcPts val="3188"/>
              </a:lnSpc>
              <a:buNone/>
            </a:pPr>
            <a:r>
              <a:rPr lang="en-US" sz="2550" dirty="0" spc="1" kern="0">
                <a:solidFill>
                  <a:srgbClr val="F3EEE3"/>
                </a:solidFill>
                <a:latin typeface="Noto Sans JP Medium" pitchFamily="34" charset="0"/>
                <a:ea typeface="Noto Sans JP Medium" pitchFamily="34" charset="-122"/>
                <a:cs typeface="Noto Sans JP Medium" pitchFamily="34" charset="-120"/>
              </a:rPr>
              <a:t>水20〜100°C、</a:t>
            </a:r>
            <a:r>
              <a:rPr lang="en-US" sz="2550" dirty="0" spc="-1" kern="0">
                <a:solidFill>
                  <a:srgbClr val="F3EEE3"/>
                </a:solidFill>
                <a:latin typeface="Noto Sans JP Medium" pitchFamily="34" charset="0"/>
                <a:ea typeface="Noto Sans JP Medium" pitchFamily="34" charset="-122"/>
                <a:cs typeface="Noto Sans JP Medium" pitchFamily="34" charset="-120"/>
              </a:rPr>
              <a:t> 尿素の</a:t>
            </a:r>
            <a:r>
              <a:rPr lang="en-US" sz="2550" dirty="0" spc="1" kern="0">
                <a:solidFill>
                  <a:srgbClr val="F3EEE3"/>
                </a:solidFill>
                <a:latin typeface="Noto Sans JP Medium" pitchFamily="34" charset="0"/>
                <a:ea typeface="Noto Sans JP Medium" pitchFamily="34" charset="-122"/>
                <a:cs typeface="Noto Sans JP Medium" pitchFamily="34" charset="-120"/>
              </a:rPr>
              <a:t> 分解120〜230°C、 溶融132〜133°C</a:t>
            </a:r>
            <a:pPr algn="l" indent="0" marL="0">
              <a:lnSpc>
                <a:spcPts val="3188"/>
              </a:lnSpc>
              <a:buNone/>
            </a:pPr>
            <a:r>
              <a:rPr lang="en-US" sz="2550" dirty="0" spc="-1" kern="0">
                <a:solidFill>
                  <a:srgbClr val="9AA0B5"/>
                </a:solidFill>
                <a:latin typeface="Noto Sans JP Medium" pitchFamily="34" charset="0"/>
                <a:ea typeface="Noto Sans JP Medium" pitchFamily="34" charset="-122"/>
                <a:cs typeface="Noto Sans JP Medium" pitchFamily="34" charset="-120"/>
              </a:rPr>
              <a:t>[S3][S5][S11]</a:t>
            </a:r>
            <a:endParaRPr lang="en-US" sz="2550" dirty="0"/>
          </a:p>
        </p:txBody>
      </p:sp>
      <p:sp>
        <p:nvSpPr>
          <p:cNvPr id="19" name="Shape 17"/>
          <p:cNvSpPr/>
          <p:nvPr/>
        </p:nvSpPr>
        <p:spPr>
          <a:xfrm>
            <a:off x="6486525" y="5829300"/>
            <a:ext cx="5305425" cy="2838450"/>
          </a:xfrm>
          <a:prstGeom prst="roundRect">
            <a:avLst>
              <a:gd name="adj" fmla="val 8054"/>
            </a:avLst>
          </a:prstGeom>
          <a:solidFill>
            <a:srgbClr val="1E212B"/>
          </a:solidFill>
          <a:ln/>
        </p:spPr>
      </p:sp>
      <p:sp>
        <p:nvSpPr>
          <p:cNvPr id="20" name="Shape 18"/>
          <p:cNvSpPr/>
          <p:nvPr/>
        </p:nvSpPr>
        <p:spPr>
          <a:xfrm>
            <a:off x="6486525" y="5829300"/>
            <a:ext cx="114300" cy="2838450"/>
          </a:xfrm>
          <a:prstGeom prst="roundRect">
            <a:avLst>
              <a:gd name="adj" fmla="val 50000"/>
            </a:avLst>
          </a:prstGeom>
          <a:solidFill>
            <a:srgbClr val="3DD6A0"/>
          </a:solidFill>
          <a:ln/>
        </p:spPr>
      </p:sp>
      <p:sp>
        <p:nvSpPr>
          <p:cNvPr id="21" name="Text 19"/>
          <p:cNvSpPr/>
          <p:nvPr/>
        </p:nvSpPr>
        <p:spPr>
          <a:xfrm>
            <a:off x="6867525" y="6038850"/>
            <a:ext cx="4695825" cy="400050"/>
          </a:xfrm>
          <a:prstGeom prst="rect">
            <a:avLst/>
          </a:prstGeom>
          <a:noFill/>
          <a:ln/>
        </p:spPr>
        <p:txBody>
          <a:bodyPr wrap="square" lIns="0" tIns="0" rIns="0" bIns="0" rtlCol="0" anchor="ctr"/>
          <a:lstStyle/>
          <a:p>
            <a:pPr algn="l" indent="0" marL="0">
              <a:buNone/>
            </a:pPr>
            <a:r>
              <a:rPr lang="en-US" sz="2100" dirty="0" spc="-24" kern="0">
                <a:solidFill>
                  <a:srgbClr val="3DD6A0"/>
                </a:solidFill>
                <a:latin typeface="Noto Sans JP ExtraBold" pitchFamily="34" charset="0"/>
                <a:ea typeface="Noto Sans JP ExtraBold" pitchFamily="34" charset="-122"/>
                <a:cs typeface="Noto Sans JP ExtraBold" pitchFamily="34" charset="-120"/>
              </a:rPr>
              <a:t>DNOxにとっての</a:t>
            </a:r>
            <a:r>
              <a:rPr lang="en-US" sz="2100" dirty="0" spc="1" kern="0">
                <a:solidFill>
                  <a:srgbClr val="3DD6A0"/>
                </a:solidFill>
                <a:latin typeface="Noto Sans JP ExtraBold" pitchFamily="34" charset="0"/>
                <a:ea typeface="Noto Sans JP ExtraBold" pitchFamily="34" charset="-122"/>
                <a:cs typeface="Noto Sans JP ExtraBold" pitchFamily="34" charset="-120"/>
              </a:rPr>
              <a:t> 意味</a:t>
            </a:r>
            <a:endParaRPr lang="en-US" sz="2100" dirty="0"/>
          </a:p>
        </p:txBody>
      </p:sp>
      <p:sp>
        <p:nvSpPr>
          <p:cNvPr id="22" name="Text 20"/>
          <p:cNvSpPr/>
          <p:nvPr/>
        </p:nvSpPr>
        <p:spPr>
          <a:xfrm>
            <a:off x="6867525" y="6553200"/>
            <a:ext cx="4695825" cy="1962150"/>
          </a:xfrm>
          <a:prstGeom prst="rect">
            <a:avLst/>
          </a:prstGeom>
          <a:noFill/>
          <a:ln/>
        </p:spPr>
        <p:txBody>
          <a:bodyPr wrap="square" lIns="0" tIns="39980" rIns="0" bIns="-39980" rtlCol="0" anchor="t"/>
          <a:lstStyle/>
          <a:p>
            <a:pPr algn="l" indent="0" marL="0">
              <a:lnSpc>
                <a:spcPts val="3188"/>
              </a:lnSpc>
              <a:buNone/>
            </a:pPr>
            <a:r>
              <a:rPr lang="en-US" sz="2550" dirty="0" spc="0" kern="0">
                <a:solidFill>
                  <a:srgbClr val="F3EEE3"/>
                </a:solidFill>
                <a:latin typeface="Noto Sans JP Medium" pitchFamily="34" charset="0"/>
                <a:ea typeface="Noto Sans JP Medium" pitchFamily="34" charset="-122"/>
                <a:cs typeface="Noto Sans JP Medium" pitchFamily="34" charset="-120"/>
              </a:rPr>
              <a:t>壁で 起きれば</a:t>
            </a:r>
            <a:r>
              <a:rPr lang="en-US" sz="2550" dirty="0" spc="-1" kern="0">
                <a:solidFill>
                  <a:srgbClr val="F3EEE3"/>
                </a:solidFill>
                <a:latin typeface="Noto Sans JP Medium" pitchFamily="34" charset="0"/>
                <a:ea typeface="Noto Sans JP Medium" pitchFamily="34" charset="-122"/>
                <a:cs typeface="Noto Sans JP Medium" pitchFamily="34" charset="-120"/>
              </a:rPr>
              <a:t> 害：</a:t>
            </a:r>
            <a:r>
              <a:rPr lang="en-US" sz="2550" dirty="0" spc="0" kern="0">
                <a:solidFill>
                  <a:srgbClr val="F3EEE3"/>
                </a:solidFill>
                <a:latin typeface="Noto Sans JP Medium" pitchFamily="34" charset="0"/>
                <a:ea typeface="Noto Sans JP Medium" pitchFamily="34" charset="-122"/>
                <a:cs typeface="Noto Sans JP Medium" pitchFamily="34" charset="-120"/>
              </a:rPr>
              <a:t> ガス約150°Cでの 尿素堆積物</a:t>
            </a:r>
            <a:pPr algn="l" indent="0" marL="0">
              <a:lnSpc>
                <a:spcPts val="3188"/>
              </a:lnSpc>
              <a:buNone/>
            </a:pPr>
            <a:r>
              <a:rPr lang="en-US" sz="2550" dirty="0" spc="-1" kern="0">
                <a:solidFill>
                  <a:srgbClr val="9AA0B5"/>
                </a:solidFill>
                <a:latin typeface="Noto Sans JP Medium" pitchFamily="34" charset="0"/>
                <a:ea typeface="Noto Sans JP Medium" pitchFamily="34" charset="-122"/>
                <a:cs typeface="Noto Sans JP Medium" pitchFamily="34" charset="-120"/>
              </a:rPr>
              <a:t>[S4]</a:t>
            </a:r>
            <a:endParaRPr lang="en-US" sz="255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[S3]</a:t>
            </a:r>
            <a:r>
              <a:rPr lang="en-US" sz="1800" dirty="0" spc="-1" kern="0">
                <a:solidFill>
                  <a:srgbClr val="9AA0B5"/>
                </a:solidFill>
                <a:latin typeface="Noto Sans JP" pitchFamily="34" charset="0"/>
                <a:ea typeface="Noto Sans JP" pitchFamily="34" charset="-122"/>
                <a:cs typeface="Noto Sans JP" pitchFamily="34" charset="-120"/>
              </a:rPr>
              <a:t> [S4]</a:t>
            </a:r>
            <a:r>
              <a:rPr lang="en-US" sz="1800" dirty="0" spc="-2" kern="0">
                <a:solidFill>
                  <a:srgbClr val="9AA0B5"/>
                </a:solidFill>
                <a:latin typeface="Noto Sans JP" pitchFamily="34" charset="0"/>
                <a:ea typeface="Noto Sans JP" pitchFamily="34" charset="-122"/>
                <a:cs typeface="Noto Sans JP" pitchFamily="34" charset="-120"/>
              </a:rPr>
              <a:t> [S5]</a:t>
            </a:r>
            <a:r>
              <a:rPr lang="en-US" sz="1800" dirty="0" spc="-1" kern="0">
                <a:solidFill>
                  <a:srgbClr val="9AA0B5"/>
                </a:solidFill>
                <a:latin typeface="Noto Sans JP" pitchFamily="34" charset="0"/>
                <a:ea typeface="Noto Sans JP" pitchFamily="34" charset="-122"/>
                <a:cs typeface="Noto Sans JP" pitchFamily="34" charset="-120"/>
              </a:rPr>
              <a:t> [S11]</a:t>
            </a:r>
            <a:endParaRPr lang="en-US" sz="1800" dirty="0"/>
          </a:p>
        </p:txBody>
      </p:sp>
      <p:sp>
        <p:nvSpPr>
          <p:cNvPr id="24" name="Shape 22"/>
          <p:cNvSpPr/>
          <p:nvPr/>
        </p:nvSpPr>
        <p:spPr>
          <a:xfrm>
            <a:off x="960711" y="9580836"/>
            <a:ext cx="78828" cy="78828"/>
          </a:xfrm>
          <a:prstGeom prst="ellipse">
            <a:avLst/>
          </a:prstGeom>
          <a:solidFill>
            <a:srgbClr val="F3EEE3">
              <a:alpha val="28000"/>
            </a:srgbClr>
          </a:solidFill>
          <a:ln/>
        </p:spPr>
      </p:sp>
      <p:sp>
        <p:nvSpPr>
          <p:cNvPr id="25" name="Shape 23"/>
          <p:cNvSpPr/>
          <p:nvPr/>
        </p:nvSpPr>
        <p:spPr>
          <a:xfrm>
            <a:off x="1118366" y="9580836"/>
            <a:ext cx="78828" cy="78828"/>
          </a:xfrm>
          <a:prstGeom prst="ellipse">
            <a:avLst/>
          </a:prstGeom>
          <a:solidFill>
            <a:srgbClr val="F3EEE3">
              <a:alpha val="28000"/>
            </a:srgbClr>
          </a:solidFill>
          <a:ln/>
        </p:spPr>
      </p:sp>
      <p:sp>
        <p:nvSpPr>
          <p:cNvPr id="26" name="Shape 24"/>
          <p:cNvSpPr/>
          <p:nvPr/>
        </p:nvSpPr>
        <p:spPr>
          <a:xfrm>
            <a:off x="1276021" y="9580836"/>
            <a:ext cx="78828" cy="78828"/>
          </a:xfrm>
          <a:prstGeom prst="ellipse">
            <a:avLst/>
          </a:prstGeom>
          <a:solidFill>
            <a:srgbClr val="F3EEE3">
              <a:alpha val="28000"/>
            </a:srgbClr>
          </a:solidFill>
          <a:ln/>
        </p:spPr>
      </p:sp>
      <p:sp>
        <p:nvSpPr>
          <p:cNvPr id="27" name="Shape 25"/>
          <p:cNvSpPr/>
          <p:nvPr/>
        </p:nvSpPr>
        <p:spPr>
          <a:xfrm>
            <a:off x="1433676" y="9580836"/>
            <a:ext cx="78828" cy="78828"/>
          </a:xfrm>
          <a:prstGeom prst="ellipse">
            <a:avLst/>
          </a:prstGeom>
          <a:solidFill>
            <a:srgbClr val="F3EEE3">
              <a:alpha val="28000"/>
            </a:srgbClr>
          </a:solidFill>
          <a:ln/>
        </p:spPr>
      </p:sp>
      <p:sp>
        <p:nvSpPr>
          <p:cNvPr id="28" name="Shape 26"/>
          <p:cNvSpPr/>
          <p:nvPr/>
        </p:nvSpPr>
        <p:spPr>
          <a:xfrm>
            <a:off x="1591331" y="9580836"/>
            <a:ext cx="78828" cy="78828"/>
          </a:xfrm>
          <a:prstGeom prst="ellipse">
            <a:avLst/>
          </a:prstGeom>
          <a:solidFill>
            <a:srgbClr val="F3EEE3">
              <a:alpha val="28000"/>
            </a:srgbClr>
          </a:solidFill>
          <a:ln/>
        </p:spPr>
      </p:sp>
      <p:sp>
        <p:nvSpPr>
          <p:cNvPr id="29" name="Shape 27"/>
          <p:cNvSpPr/>
          <p:nvPr/>
        </p:nvSpPr>
        <p:spPr>
          <a:xfrm>
            <a:off x="1748986" y="9580836"/>
            <a:ext cx="78828" cy="78828"/>
          </a:xfrm>
          <a:prstGeom prst="ellipse">
            <a:avLst/>
          </a:prstGeom>
          <a:solidFill>
            <a:srgbClr val="F3EEE3">
              <a:alpha val="28000"/>
            </a:srgbClr>
          </a:solidFill>
          <a:ln/>
        </p:spPr>
      </p:sp>
      <p:sp>
        <p:nvSpPr>
          <p:cNvPr id="30" name="Shape 28"/>
          <p:cNvSpPr/>
          <p:nvPr/>
        </p:nvSpPr>
        <p:spPr>
          <a:xfrm>
            <a:off x="1906641" y="9580836"/>
            <a:ext cx="78828" cy="78828"/>
          </a:xfrm>
          <a:prstGeom prst="ellipse">
            <a:avLst/>
          </a:prstGeom>
          <a:solidFill>
            <a:srgbClr val="F3EEE3">
              <a:alpha val="28000"/>
            </a:srgbClr>
          </a:solidFill>
          <a:ln/>
        </p:spPr>
      </p:sp>
      <p:sp>
        <p:nvSpPr>
          <p:cNvPr id="31" name="Shape 29"/>
          <p:cNvSpPr/>
          <p:nvPr/>
        </p:nvSpPr>
        <p:spPr>
          <a:xfrm>
            <a:off x="2064296" y="9580836"/>
            <a:ext cx="78828" cy="78828"/>
          </a:xfrm>
          <a:prstGeom prst="ellipse">
            <a:avLst/>
          </a:prstGeom>
          <a:solidFill>
            <a:srgbClr val="F3EEE3">
              <a:alpha val="28000"/>
            </a:srgbClr>
          </a:solidFill>
          <a:ln/>
        </p:spPr>
      </p:sp>
      <p:sp>
        <p:nvSpPr>
          <p:cNvPr id="32" name="Shape 30"/>
          <p:cNvSpPr/>
          <p:nvPr/>
        </p:nvSpPr>
        <p:spPr>
          <a:xfrm>
            <a:off x="2221951" y="9580836"/>
            <a:ext cx="78828" cy="78828"/>
          </a:xfrm>
          <a:prstGeom prst="ellipse">
            <a:avLst/>
          </a:prstGeom>
          <a:solidFill>
            <a:srgbClr val="F3EEE3">
              <a:alpha val="28000"/>
            </a:srgbClr>
          </a:solidFill>
          <a:ln/>
        </p:spPr>
      </p:sp>
      <p:sp>
        <p:nvSpPr>
          <p:cNvPr id="33" name="Shape 31"/>
          <p:cNvSpPr/>
          <p:nvPr/>
        </p:nvSpPr>
        <p:spPr>
          <a:xfrm>
            <a:off x="2379606" y="9580836"/>
            <a:ext cx="78828" cy="78828"/>
          </a:xfrm>
          <a:prstGeom prst="ellipse">
            <a:avLst/>
          </a:prstGeom>
          <a:solidFill>
            <a:srgbClr val="F3EEE3">
              <a:alpha val="28000"/>
            </a:srgbClr>
          </a:solidFill>
          <a:ln/>
        </p:spPr>
      </p:sp>
      <p:sp>
        <p:nvSpPr>
          <p:cNvPr id="34" name="Shape 32"/>
          <p:cNvSpPr/>
          <p:nvPr/>
        </p:nvSpPr>
        <p:spPr>
          <a:xfrm>
            <a:off x="2537261" y="9580836"/>
            <a:ext cx="78828" cy="78828"/>
          </a:xfrm>
          <a:prstGeom prst="ellipse">
            <a:avLst/>
          </a:prstGeom>
          <a:solidFill>
            <a:srgbClr val="F3EEE3">
              <a:alpha val="28000"/>
            </a:srgbClr>
          </a:solidFill>
          <a:ln/>
        </p:spPr>
      </p:sp>
      <p:sp>
        <p:nvSpPr>
          <p:cNvPr id="35" name="Shape 33"/>
          <p:cNvSpPr/>
          <p:nvPr/>
        </p:nvSpPr>
        <p:spPr>
          <a:xfrm>
            <a:off x="2694916" y="9580836"/>
            <a:ext cx="78828" cy="78828"/>
          </a:xfrm>
          <a:prstGeom prst="ellipse">
            <a:avLst/>
          </a:prstGeom>
          <a:solidFill>
            <a:srgbClr val="F3EEE3">
              <a:alpha val="28000"/>
            </a:srgbClr>
          </a:solidFill>
          <a:ln/>
        </p:spPr>
      </p:sp>
      <p:sp>
        <p:nvSpPr>
          <p:cNvPr id="36" name="Shape 34"/>
          <p:cNvSpPr/>
          <p:nvPr/>
        </p:nvSpPr>
        <p:spPr>
          <a:xfrm>
            <a:off x="2852571" y="9580836"/>
            <a:ext cx="78828" cy="78828"/>
          </a:xfrm>
          <a:prstGeom prst="ellipse">
            <a:avLst/>
          </a:prstGeom>
          <a:solidFill>
            <a:srgbClr val="F3EEE3">
              <a:alpha val="28000"/>
            </a:srgbClr>
          </a:solidFill>
          <a:ln/>
        </p:spPr>
      </p:sp>
      <p:sp>
        <p:nvSpPr>
          <p:cNvPr id="37" name="Shape 35"/>
          <p:cNvSpPr/>
          <p:nvPr/>
        </p:nvSpPr>
        <p:spPr>
          <a:xfrm>
            <a:off x="3010225" y="9580836"/>
            <a:ext cx="78828" cy="78828"/>
          </a:xfrm>
          <a:prstGeom prst="ellipse">
            <a:avLst/>
          </a:prstGeom>
          <a:solidFill>
            <a:srgbClr val="F3EEE3">
              <a:alpha val="28000"/>
            </a:srgbClr>
          </a:solidFill>
          <a:ln/>
        </p:spPr>
      </p:sp>
      <p:sp>
        <p:nvSpPr>
          <p:cNvPr id="38" name="Shape 36"/>
          <p:cNvSpPr/>
          <p:nvPr/>
        </p:nvSpPr>
        <p:spPr>
          <a:xfrm>
            <a:off x="3167880" y="9580836"/>
            <a:ext cx="78828" cy="78828"/>
          </a:xfrm>
          <a:prstGeom prst="ellipse">
            <a:avLst/>
          </a:prstGeom>
          <a:solidFill>
            <a:srgbClr val="F3EEE3">
              <a:alpha val="28000"/>
            </a:srgbClr>
          </a:solidFill>
          <a:ln/>
        </p:spPr>
      </p:sp>
      <p:sp>
        <p:nvSpPr>
          <p:cNvPr id="39" name="Shape 37"/>
          <p:cNvSpPr/>
          <p:nvPr/>
        </p:nvSpPr>
        <p:spPr>
          <a:xfrm>
            <a:off x="3325535" y="9580836"/>
            <a:ext cx="78828" cy="78828"/>
          </a:xfrm>
          <a:prstGeom prst="ellipse">
            <a:avLst/>
          </a:prstGeom>
          <a:solidFill>
            <a:srgbClr val="F3EEE3">
              <a:alpha val="28000"/>
            </a:srgbClr>
          </a:solidFill>
          <a:ln/>
        </p:spPr>
      </p:sp>
      <p:sp>
        <p:nvSpPr>
          <p:cNvPr id="40" name="Shape 38"/>
          <p:cNvSpPr/>
          <p:nvPr/>
        </p:nvSpPr>
        <p:spPr>
          <a:xfrm>
            <a:off x="3483190" y="9580836"/>
            <a:ext cx="78828" cy="78828"/>
          </a:xfrm>
          <a:prstGeom prst="ellipse">
            <a:avLst/>
          </a:prstGeom>
          <a:solidFill>
            <a:srgbClr val="F3EEE3">
              <a:alpha val="28000"/>
            </a:srgbClr>
          </a:solidFill>
          <a:ln/>
        </p:spPr>
      </p:sp>
      <p:sp>
        <p:nvSpPr>
          <p:cNvPr id="41" name="Shape 39"/>
          <p:cNvSpPr/>
          <p:nvPr/>
        </p:nvSpPr>
        <p:spPr>
          <a:xfrm>
            <a:off x="3640845" y="9580836"/>
            <a:ext cx="78828" cy="78828"/>
          </a:xfrm>
          <a:prstGeom prst="ellipse">
            <a:avLst/>
          </a:prstGeom>
          <a:solidFill>
            <a:srgbClr val="F3EEE3">
              <a:alpha val="28000"/>
            </a:srgbClr>
          </a:solidFill>
          <a:ln/>
        </p:spPr>
      </p:sp>
      <p:sp>
        <p:nvSpPr>
          <p:cNvPr id="42" name="Shape 40"/>
          <p:cNvSpPr/>
          <p:nvPr/>
        </p:nvSpPr>
        <p:spPr>
          <a:xfrm>
            <a:off x="3798500" y="9580836"/>
            <a:ext cx="78828" cy="78828"/>
          </a:xfrm>
          <a:prstGeom prst="ellipse">
            <a:avLst/>
          </a:prstGeom>
          <a:solidFill>
            <a:srgbClr val="F3EEE3">
              <a:alpha val="28000"/>
            </a:srgbClr>
          </a:solidFill>
          <a:ln/>
        </p:spPr>
      </p:sp>
      <p:sp>
        <p:nvSpPr>
          <p:cNvPr id="43" name="Shape 41"/>
          <p:cNvSpPr/>
          <p:nvPr/>
        </p:nvSpPr>
        <p:spPr>
          <a:xfrm>
            <a:off x="3956155" y="9580836"/>
            <a:ext cx="78828" cy="78828"/>
          </a:xfrm>
          <a:prstGeom prst="ellipse">
            <a:avLst/>
          </a:prstGeom>
          <a:solidFill>
            <a:srgbClr val="F3EEE3">
              <a:alpha val="28000"/>
            </a:srgbClr>
          </a:solidFill>
          <a:ln/>
        </p:spPr>
      </p:sp>
      <p:sp>
        <p:nvSpPr>
          <p:cNvPr id="44" name="Shape 42"/>
          <p:cNvSpPr/>
          <p:nvPr/>
        </p:nvSpPr>
        <p:spPr>
          <a:xfrm>
            <a:off x="4100672" y="9567698"/>
            <a:ext cx="105103" cy="105103"/>
          </a:xfrm>
          <a:prstGeom prst="ellipse">
            <a:avLst/>
          </a:prstGeom>
          <a:solidFill>
            <a:srgbClr val="FF6A4D"/>
          </a:solidFill>
          <a:ln/>
        </p:spPr>
      </p:sp>
      <p:sp>
        <p:nvSpPr>
          <p:cNvPr id="45" name="Shape 43"/>
          <p:cNvSpPr/>
          <p:nvPr/>
        </p:nvSpPr>
        <p:spPr>
          <a:xfrm>
            <a:off x="4271465" y="9580836"/>
            <a:ext cx="78828" cy="78828"/>
          </a:xfrm>
          <a:prstGeom prst="ellipse">
            <a:avLst/>
          </a:prstGeom>
          <a:solidFill>
            <a:srgbClr val="F3EEE3">
              <a:alpha val="28000"/>
            </a:srgbClr>
          </a:solidFill>
          <a:ln/>
        </p:spPr>
      </p:sp>
      <p:sp>
        <p:nvSpPr>
          <p:cNvPr id="46" name="Shape 44"/>
          <p:cNvSpPr/>
          <p:nvPr/>
        </p:nvSpPr>
        <p:spPr>
          <a:xfrm>
            <a:off x="4429120" y="9580836"/>
            <a:ext cx="78828" cy="78828"/>
          </a:xfrm>
          <a:prstGeom prst="ellipse">
            <a:avLst/>
          </a:prstGeom>
          <a:solidFill>
            <a:srgbClr val="F3EEE3">
              <a:alpha val="28000"/>
            </a:srgbClr>
          </a:solidFill>
          <a:ln/>
        </p:spPr>
      </p:sp>
      <p:sp>
        <p:nvSpPr>
          <p:cNvPr id="47" name="Shape 45"/>
          <p:cNvSpPr/>
          <p:nvPr/>
        </p:nvSpPr>
        <p:spPr>
          <a:xfrm>
            <a:off x="4586775" y="9580836"/>
            <a:ext cx="78828" cy="78828"/>
          </a:xfrm>
          <a:prstGeom prst="ellipse">
            <a:avLst/>
          </a:prstGeom>
          <a:solidFill>
            <a:srgbClr val="F3EEE3">
              <a:alpha val="28000"/>
            </a:srgbClr>
          </a:solidFill>
          <a:ln/>
        </p:spPr>
      </p:sp>
      <p:sp>
        <p:nvSpPr>
          <p:cNvPr id="48" name="Shape 46"/>
          <p:cNvSpPr/>
          <p:nvPr/>
        </p:nvSpPr>
        <p:spPr>
          <a:xfrm>
            <a:off x="4744430" y="9580836"/>
            <a:ext cx="78828" cy="78828"/>
          </a:xfrm>
          <a:prstGeom prst="ellipse">
            <a:avLst/>
          </a:prstGeom>
          <a:solidFill>
            <a:srgbClr val="F3EEE3">
              <a:alpha val="28000"/>
            </a:srgbClr>
          </a:solidFill>
          <a:ln/>
        </p:spPr>
      </p:sp>
      <p:sp>
        <p:nvSpPr>
          <p:cNvPr id="49" name="Shape 47"/>
          <p:cNvSpPr/>
          <p:nvPr/>
        </p:nvSpPr>
        <p:spPr>
          <a:xfrm>
            <a:off x="4902085" y="9580836"/>
            <a:ext cx="78828" cy="78828"/>
          </a:xfrm>
          <a:prstGeom prst="ellipse">
            <a:avLst/>
          </a:prstGeom>
          <a:solidFill>
            <a:srgbClr val="F3EEE3">
              <a:alpha val="28000"/>
            </a:srgbClr>
          </a:solidFill>
          <a:ln/>
        </p:spPr>
      </p:sp>
      <p:sp>
        <p:nvSpPr>
          <p:cNvPr id="50" name="Shape 48"/>
          <p:cNvSpPr/>
          <p:nvPr/>
        </p:nvSpPr>
        <p:spPr>
          <a:xfrm>
            <a:off x="5059740" y="9580836"/>
            <a:ext cx="78828" cy="78828"/>
          </a:xfrm>
          <a:prstGeom prst="ellipse">
            <a:avLst/>
          </a:prstGeom>
          <a:solidFill>
            <a:srgbClr val="F3EEE3">
              <a:alpha val="28000"/>
            </a:srgbClr>
          </a:solidFill>
          <a:ln/>
        </p:spPr>
      </p:sp>
      <p:sp>
        <p:nvSpPr>
          <p:cNvPr id="51" name="Shape 49"/>
          <p:cNvSpPr/>
          <p:nvPr/>
        </p:nvSpPr>
        <p:spPr>
          <a:xfrm>
            <a:off x="5217395" y="9580836"/>
            <a:ext cx="78828" cy="78828"/>
          </a:xfrm>
          <a:prstGeom prst="ellipse">
            <a:avLst/>
          </a:prstGeom>
          <a:solidFill>
            <a:srgbClr val="F3EEE3">
              <a:alpha val="28000"/>
            </a:srgbClr>
          </a:solidFill>
          <a:ln/>
        </p:spPr>
      </p:sp>
      <p:sp>
        <p:nvSpPr>
          <p:cNvPr id="52" name="Shape 50"/>
          <p:cNvSpPr/>
          <p:nvPr/>
        </p:nvSpPr>
        <p:spPr>
          <a:xfrm>
            <a:off x="5375050" y="9580836"/>
            <a:ext cx="78828" cy="78828"/>
          </a:xfrm>
          <a:prstGeom prst="ellipse">
            <a:avLst/>
          </a:prstGeom>
          <a:solidFill>
            <a:srgbClr val="F3EEE3">
              <a:alpha val="28000"/>
            </a:srgbClr>
          </a:solidFill>
          <a:ln/>
        </p:spPr>
      </p:sp>
      <p:sp>
        <p:nvSpPr>
          <p:cNvPr id="53" name="Shape 51"/>
          <p:cNvSpPr/>
          <p:nvPr/>
        </p:nvSpPr>
        <p:spPr>
          <a:xfrm>
            <a:off x="5532705" y="9580836"/>
            <a:ext cx="78828" cy="78828"/>
          </a:xfrm>
          <a:prstGeom prst="ellipse">
            <a:avLst/>
          </a:prstGeom>
          <a:solidFill>
            <a:srgbClr val="F3EEE3">
              <a:alpha val="28000"/>
            </a:srgbClr>
          </a:solidFill>
          <a:ln/>
        </p:spPr>
      </p:sp>
      <p:sp>
        <p:nvSpPr>
          <p:cNvPr id="54" name="Shape 52"/>
          <p:cNvSpPr/>
          <p:nvPr/>
        </p:nvSpPr>
        <p:spPr>
          <a:xfrm>
            <a:off x="5690359" y="9580836"/>
            <a:ext cx="78828" cy="78828"/>
          </a:xfrm>
          <a:prstGeom prst="ellipse">
            <a:avLst/>
          </a:prstGeom>
          <a:solidFill>
            <a:srgbClr val="F3EEE3">
              <a:alpha val="28000"/>
            </a:srgbClr>
          </a:solidFill>
          <a:ln/>
        </p:spPr>
      </p:sp>
      <p:sp>
        <p:nvSpPr>
          <p:cNvPr id="55" name="Shape 53"/>
          <p:cNvSpPr/>
          <p:nvPr/>
        </p:nvSpPr>
        <p:spPr>
          <a:xfrm>
            <a:off x="5848014" y="9580836"/>
            <a:ext cx="78828" cy="78828"/>
          </a:xfrm>
          <a:prstGeom prst="ellipse">
            <a:avLst/>
          </a:prstGeom>
          <a:solidFill>
            <a:srgbClr val="F3EEE3">
              <a:alpha val="28000"/>
            </a:srgbClr>
          </a:solidFill>
          <a:ln/>
        </p:spPr>
      </p:sp>
      <p:sp>
        <p:nvSpPr>
          <p:cNvPr id="56" name="Shape 54"/>
          <p:cNvSpPr/>
          <p:nvPr/>
        </p:nvSpPr>
        <p:spPr>
          <a:xfrm>
            <a:off x="6005669" y="9580836"/>
            <a:ext cx="78828" cy="78828"/>
          </a:xfrm>
          <a:prstGeom prst="ellipse">
            <a:avLst/>
          </a:prstGeom>
          <a:solidFill>
            <a:srgbClr val="F3EEE3">
              <a:alpha val="28000"/>
            </a:srgbClr>
          </a:solidFill>
          <a:ln/>
        </p:spPr>
      </p:sp>
      <p:sp>
        <p:nvSpPr>
          <p:cNvPr id="57" name="Shape 55"/>
          <p:cNvSpPr/>
          <p:nvPr/>
        </p:nvSpPr>
        <p:spPr>
          <a:xfrm>
            <a:off x="6163324" y="9580836"/>
            <a:ext cx="78828" cy="78828"/>
          </a:xfrm>
          <a:prstGeom prst="ellipse">
            <a:avLst/>
          </a:prstGeom>
          <a:solidFill>
            <a:srgbClr val="F3EEE3">
              <a:alpha val="28000"/>
            </a:srgbClr>
          </a:solidFill>
          <a:ln/>
        </p:spPr>
      </p:sp>
      <p:sp>
        <p:nvSpPr>
          <p:cNvPr id="58" name="Shape 56"/>
          <p:cNvSpPr/>
          <p:nvPr/>
        </p:nvSpPr>
        <p:spPr>
          <a:xfrm>
            <a:off x="6320979" y="9580836"/>
            <a:ext cx="78828" cy="78828"/>
          </a:xfrm>
          <a:prstGeom prst="ellipse">
            <a:avLst/>
          </a:prstGeom>
          <a:solidFill>
            <a:srgbClr val="F3EEE3">
              <a:alpha val="28000"/>
            </a:srgbClr>
          </a:solidFill>
          <a:ln/>
        </p:spPr>
      </p:sp>
      <p:sp>
        <p:nvSpPr>
          <p:cNvPr id="59" name="Shape 57"/>
          <p:cNvSpPr/>
          <p:nvPr/>
        </p:nvSpPr>
        <p:spPr>
          <a:xfrm>
            <a:off x="6478634" y="9580836"/>
            <a:ext cx="78828" cy="78828"/>
          </a:xfrm>
          <a:prstGeom prst="ellipse">
            <a:avLst/>
          </a:prstGeom>
          <a:solidFill>
            <a:srgbClr val="F3EEE3">
              <a:alpha val="28000"/>
            </a:srgbClr>
          </a:solidFill>
          <a:ln/>
        </p:spPr>
      </p:sp>
      <p:sp>
        <p:nvSpPr>
          <p:cNvPr id="60" name="Shape 58"/>
          <p:cNvSpPr/>
          <p:nvPr/>
        </p:nvSpPr>
        <p:spPr>
          <a:xfrm>
            <a:off x="6636289" y="9580836"/>
            <a:ext cx="78828" cy="78828"/>
          </a:xfrm>
          <a:prstGeom prst="ellipse">
            <a:avLst/>
          </a:prstGeom>
          <a:solidFill>
            <a:srgbClr val="F3EEE3">
              <a:alpha val="28000"/>
            </a:srgbClr>
          </a:solidFill>
          <a:ln/>
        </p:spPr>
      </p:sp>
      <p:sp>
        <p:nvSpPr>
          <p:cNvPr id="61" name="Shape 59"/>
          <p:cNvSpPr/>
          <p:nvPr/>
        </p:nvSpPr>
        <p:spPr>
          <a:xfrm>
            <a:off x="6793944" y="9580836"/>
            <a:ext cx="78828" cy="78828"/>
          </a:xfrm>
          <a:prstGeom prst="ellipse">
            <a:avLst/>
          </a:prstGeom>
          <a:solidFill>
            <a:srgbClr val="F3EEE3">
              <a:alpha val="28000"/>
            </a:srgbClr>
          </a:solidFill>
          <a:ln/>
        </p:spPr>
      </p:sp>
      <p:sp>
        <p:nvSpPr>
          <p:cNvPr id="62" name="Shape 60"/>
          <p:cNvSpPr/>
          <p:nvPr/>
        </p:nvSpPr>
        <p:spPr>
          <a:xfrm>
            <a:off x="6951599" y="9580836"/>
            <a:ext cx="78828" cy="78828"/>
          </a:xfrm>
          <a:prstGeom prst="ellipse">
            <a:avLst/>
          </a:prstGeom>
          <a:solidFill>
            <a:srgbClr val="F3EEE3">
              <a:alpha val="28000"/>
            </a:srgbClr>
          </a:solidFill>
          <a:ln/>
        </p:spPr>
      </p:sp>
      <p:sp>
        <p:nvSpPr>
          <p:cNvPr id="63" name="Shape 61"/>
          <p:cNvSpPr/>
          <p:nvPr/>
        </p:nvSpPr>
        <p:spPr>
          <a:xfrm>
            <a:off x="7109254" y="9580836"/>
            <a:ext cx="78828" cy="78828"/>
          </a:xfrm>
          <a:prstGeom prst="ellipse">
            <a:avLst/>
          </a:prstGeom>
          <a:solidFill>
            <a:srgbClr val="F3EEE3">
              <a:alpha val="28000"/>
            </a:srgbClr>
          </a:solidFill>
          <a:ln/>
        </p:spPr>
      </p:sp>
      <p:sp>
        <p:nvSpPr>
          <p:cNvPr id="64" name="Shape 62"/>
          <p:cNvSpPr/>
          <p:nvPr/>
        </p:nvSpPr>
        <p:spPr>
          <a:xfrm>
            <a:off x="7266909" y="9580836"/>
            <a:ext cx="78828" cy="78828"/>
          </a:xfrm>
          <a:prstGeom prst="ellipse">
            <a:avLst/>
          </a:prstGeom>
          <a:solidFill>
            <a:srgbClr val="F3EEE3">
              <a:alpha val="28000"/>
            </a:srgbClr>
          </a:solidFill>
          <a:ln/>
        </p:spPr>
      </p:sp>
      <p:sp>
        <p:nvSpPr>
          <p:cNvPr id="65" name="Shape 63"/>
          <p:cNvSpPr/>
          <p:nvPr/>
        </p:nvSpPr>
        <p:spPr>
          <a:xfrm>
            <a:off x="7424564" y="9580836"/>
            <a:ext cx="78828" cy="78828"/>
          </a:xfrm>
          <a:prstGeom prst="ellipse">
            <a:avLst/>
          </a:prstGeom>
          <a:solidFill>
            <a:srgbClr val="F3EEE3">
              <a:alpha val="28000"/>
            </a:srgbClr>
          </a:solidFill>
          <a:ln/>
        </p:spPr>
      </p:sp>
      <p:sp>
        <p:nvSpPr>
          <p:cNvPr id="66" name="Shape 64"/>
          <p:cNvSpPr/>
          <p:nvPr/>
        </p:nvSpPr>
        <p:spPr>
          <a:xfrm>
            <a:off x="7582219" y="9580836"/>
            <a:ext cx="78828" cy="78828"/>
          </a:xfrm>
          <a:prstGeom prst="ellipse">
            <a:avLst/>
          </a:prstGeom>
          <a:solidFill>
            <a:srgbClr val="F3EEE3">
              <a:alpha val="28000"/>
            </a:srgbClr>
          </a:solidFill>
          <a:ln/>
        </p:spPr>
      </p:sp>
      <p:sp>
        <p:nvSpPr>
          <p:cNvPr id="67" name="Shape 65"/>
          <p:cNvSpPr/>
          <p:nvPr/>
        </p:nvSpPr>
        <p:spPr>
          <a:xfrm>
            <a:off x="7739874" y="9580836"/>
            <a:ext cx="78828" cy="78828"/>
          </a:xfrm>
          <a:prstGeom prst="ellipse">
            <a:avLst/>
          </a:prstGeom>
          <a:solidFill>
            <a:srgbClr val="F3EEE3">
              <a:alpha val="28000"/>
            </a:srgbClr>
          </a:solidFill>
          <a:ln/>
        </p:spPr>
      </p:sp>
      <p:sp>
        <p:nvSpPr>
          <p:cNvPr id="68" name="Shape 66"/>
          <p:cNvSpPr/>
          <p:nvPr/>
        </p:nvSpPr>
        <p:spPr>
          <a:xfrm>
            <a:off x="7897529" y="9580836"/>
            <a:ext cx="78828" cy="78828"/>
          </a:xfrm>
          <a:prstGeom prst="ellipse">
            <a:avLst/>
          </a:prstGeom>
          <a:solidFill>
            <a:srgbClr val="F3EEE3">
              <a:alpha val="28000"/>
            </a:srgbClr>
          </a:solidFill>
          <a:ln/>
        </p:spPr>
      </p:sp>
      <p:sp>
        <p:nvSpPr>
          <p:cNvPr id="69" name="Shape 67"/>
          <p:cNvSpPr/>
          <p:nvPr/>
        </p:nvSpPr>
        <p:spPr>
          <a:xfrm>
            <a:off x="8055184" y="9580836"/>
            <a:ext cx="78828" cy="78828"/>
          </a:xfrm>
          <a:prstGeom prst="ellipse">
            <a:avLst/>
          </a:prstGeom>
          <a:solidFill>
            <a:srgbClr val="F3EEE3">
              <a:alpha val="28000"/>
            </a:srgbClr>
          </a:solidFill>
          <a:ln/>
        </p:spPr>
      </p:sp>
      <p:sp>
        <p:nvSpPr>
          <p:cNvPr id="70" name="Shape 68"/>
          <p:cNvSpPr/>
          <p:nvPr/>
        </p:nvSpPr>
        <p:spPr>
          <a:xfrm>
            <a:off x="8212839" y="9580836"/>
            <a:ext cx="78828" cy="78828"/>
          </a:xfrm>
          <a:prstGeom prst="ellipse">
            <a:avLst/>
          </a:prstGeom>
          <a:solidFill>
            <a:srgbClr val="F3EEE3">
              <a:alpha val="28000"/>
            </a:srgbClr>
          </a:solidFill>
          <a:ln/>
        </p:spPr>
      </p:sp>
      <p:sp>
        <p:nvSpPr>
          <p:cNvPr id="71" name="Shape 69"/>
          <p:cNvSpPr/>
          <p:nvPr/>
        </p:nvSpPr>
        <p:spPr>
          <a:xfrm>
            <a:off x="8370494" y="9580836"/>
            <a:ext cx="78828" cy="78828"/>
          </a:xfrm>
          <a:prstGeom prst="ellipse">
            <a:avLst/>
          </a:prstGeom>
          <a:solidFill>
            <a:srgbClr val="F3EEE3">
              <a:alpha val="28000"/>
            </a:srgbClr>
          </a:solidFill>
          <a:ln/>
        </p:spPr>
      </p:sp>
      <p:sp>
        <p:nvSpPr>
          <p:cNvPr id="72" name="Shape 70"/>
          <p:cNvSpPr/>
          <p:nvPr/>
        </p:nvSpPr>
        <p:spPr>
          <a:xfrm>
            <a:off x="8528148" y="9580836"/>
            <a:ext cx="78828" cy="78828"/>
          </a:xfrm>
          <a:prstGeom prst="ellipse">
            <a:avLst/>
          </a:prstGeom>
          <a:solidFill>
            <a:srgbClr val="F3EEE3">
              <a:alpha val="28000"/>
            </a:srgbClr>
          </a:solidFill>
          <a:ln/>
        </p:spPr>
      </p:sp>
      <p:sp>
        <p:nvSpPr>
          <p:cNvPr id="73" name="Shape 71"/>
          <p:cNvSpPr/>
          <p:nvPr/>
        </p:nvSpPr>
        <p:spPr>
          <a:xfrm>
            <a:off x="8685803" y="9580836"/>
            <a:ext cx="78828" cy="78828"/>
          </a:xfrm>
          <a:prstGeom prst="ellipse">
            <a:avLst/>
          </a:prstGeom>
          <a:solidFill>
            <a:srgbClr val="F3EEE3">
              <a:alpha val="28000"/>
            </a:srgbClr>
          </a:solidFill>
          <a:ln/>
        </p:spPr>
      </p:sp>
      <p:sp>
        <p:nvSpPr>
          <p:cNvPr id="74" name="Shape 72"/>
          <p:cNvSpPr/>
          <p:nvPr/>
        </p:nvSpPr>
        <p:spPr>
          <a:xfrm>
            <a:off x="8843458" y="9580836"/>
            <a:ext cx="78828" cy="78828"/>
          </a:xfrm>
          <a:prstGeom prst="ellipse">
            <a:avLst/>
          </a:prstGeom>
          <a:solidFill>
            <a:srgbClr val="F3EEE3">
              <a:alpha val="28000"/>
            </a:srgbClr>
          </a:solidFill>
          <a:ln/>
        </p:spPr>
      </p:sp>
      <p:sp>
        <p:nvSpPr>
          <p:cNvPr id="75" name="Shape 73"/>
          <p:cNvSpPr/>
          <p:nvPr/>
        </p:nvSpPr>
        <p:spPr>
          <a:xfrm>
            <a:off x="9001113" y="9580836"/>
            <a:ext cx="78828" cy="78828"/>
          </a:xfrm>
          <a:prstGeom prst="ellipse">
            <a:avLst/>
          </a:prstGeom>
          <a:solidFill>
            <a:srgbClr val="F3EEE3">
              <a:alpha val="28000"/>
            </a:srgbClr>
          </a:solidFill>
          <a:ln/>
        </p:spPr>
      </p:sp>
      <p:sp>
        <p:nvSpPr>
          <p:cNvPr id="76" name="Shape 74"/>
          <p:cNvSpPr/>
          <p:nvPr/>
        </p:nvSpPr>
        <p:spPr>
          <a:xfrm>
            <a:off x="9158768" y="9580836"/>
            <a:ext cx="78828" cy="78828"/>
          </a:xfrm>
          <a:prstGeom prst="ellipse">
            <a:avLst/>
          </a:prstGeom>
          <a:solidFill>
            <a:srgbClr val="F3EEE3">
              <a:alpha val="28000"/>
            </a:srgbClr>
          </a:solidFill>
          <a:ln/>
        </p:spPr>
      </p:sp>
      <p:sp>
        <p:nvSpPr>
          <p:cNvPr id="77" name="Shape 75"/>
          <p:cNvSpPr/>
          <p:nvPr/>
        </p:nvSpPr>
        <p:spPr>
          <a:xfrm>
            <a:off x="9316423" y="9580836"/>
            <a:ext cx="78828" cy="78828"/>
          </a:xfrm>
          <a:prstGeom prst="ellipse">
            <a:avLst/>
          </a:prstGeom>
          <a:solidFill>
            <a:srgbClr val="F3EEE3">
              <a:alpha val="28000"/>
            </a:srgbClr>
          </a:solidFill>
          <a:ln/>
        </p:spPr>
      </p:sp>
      <p:sp>
        <p:nvSpPr>
          <p:cNvPr id="78" name="Shape 76"/>
          <p:cNvSpPr/>
          <p:nvPr/>
        </p:nvSpPr>
        <p:spPr>
          <a:xfrm>
            <a:off x="9474078" y="9580836"/>
            <a:ext cx="78828" cy="78828"/>
          </a:xfrm>
          <a:prstGeom prst="ellipse">
            <a:avLst/>
          </a:prstGeom>
          <a:solidFill>
            <a:srgbClr val="F3EEE3">
              <a:alpha val="28000"/>
            </a:srgbClr>
          </a:solidFill>
          <a:ln/>
        </p:spPr>
      </p:sp>
      <p:sp>
        <p:nvSpPr>
          <p:cNvPr id="79" name="Shape 77"/>
          <p:cNvSpPr/>
          <p:nvPr/>
        </p:nvSpPr>
        <p:spPr>
          <a:xfrm>
            <a:off x="9631733" y="9580836"/>
            <a:ext cx="78828" cy="78828"/>
          </a:xfrm>
          <a:prstGeom prst="ellipse">
            <a:avLst/>
          </a:prstGeom>
          <a:solidFill>
            <a:srgbClr val="F3EEE3">
              <a:alpha val="28000"/>
            </a:srgbClr>
          </a:solidFill>
          <a:ln/>
        </p:spPr>
      </p:sp>
      <p:sp>
        <p:nvSpPr>
          <p:cNvPr id="80" name="Shape 78"/>
          <p:cNvSpPr/>
          <p:nvPr/>
        </p:nvSpPr>
        <p:spPr>
          <a:xfrm>
            <a:off x="9789388" y="9580836"/>
            <a:ext cx="78828" cy="78828"/>
          </a:xfrm>
          <a:prstGeom prst="ellipse">
            <a:avLst/>
          </a:prstGeom>
          <a:solidFill>
            <a:srgbClr val="F3EEE3">
              <a:alpha val="28000"/>
            </a:srgbClr>
          </a:solidFill>
          <a:ln/>
        </p:spPr>
      </p:sp>
      <p:sp>
        <p:nvSpPr>
          <p:cNvPr id="81" name="Shape 79"/>
          <p:cNvSpPr/>
          <p:nvPr/>
        </p:nvSpPr>
        <p:spPr>
          <a:xfrm>
            <a:off x="9947043" y="9580836"/>
            <a:ext cx="78828" cy="78828"/>
          </a:xfrm>
          <a:prstGeom prst="ellipse">
            <a:avLst/>
          </a:prstGeom>
          <a:solidFill>
            <a:srgbClr val="F3EEE3">
              <a:alpha val="28000"/>
            </a:srgbClr>
          </a:solidFill>
          <a:ln/>
        </p:spPr>
      </p:sp>
      <p:sp>
        <p:nvSpPr>
          <p:cNvPr id="82" name="Text 80"/>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21/58</a:t>
            </a:r>
            <a:endParaRPr lang="en-US" sz="1800" dirty="0"/>
          </a:p>
        </p:txBody>
      </p:sp>
      <p:sp>
        <p:nvSpPr>
          <p:cNvPr id="83" name="Shape 81"/>
          <p:cNvSpPr/>
          <p:nvPr/>
        </p:nvSpPr>
        <p:spPr>
          <a:xfrm>
            <a:off x="15983712" y="9076331"/>
            <a:ext cx="1645920" cy="552301"/>
          </a:xfrm>
          <a:prstGeom prst="roundRect">
            <a:avLst>
              <a:gd name="adj" fmla="val 28000"/>
            </a:avLst>
          </a:prstGeom>
          <a:solidFill>
            <a:srgbClr val="FFFFFF">
              <a:alpha val="82000"/>
            </a:srgbClr>
          </a:solidFill>
          <a:ln/>
        </p:spPr>
      </p:sp>
      <p:pic>
        <p:nvPicPr>
          <p:cNvPr id="84" name="Moda image moda-export-watermark-80e1de78-19f2-40fa-a643-c826085cb394"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14161C"/>
                </a:solidFill>
                <a:latin typeface="Noto Sans JP ExtraBold" pitchFamily="34" charset="0"/>
                <a:ea typeface="Noto Sans JP ExtraBold" pitchFamily="34" charset="-122"/>
                <a:cs typeface="Noto Sans JP ExtraBold" pitchFamily="34" charset="-120"/>
              </a:rPr>
              <a:t>領域Dで</a:t>
            </a:r>
            <a:r>
              <a:rPr lang="en-US" sz="5700" dirty="0" spc="0" kern="0">
                <a:solidFill>
                  <a:srgbClr val="14161C"/>
                </a:solidFill>
                <a:latin typeface="Noto Sans JP ExtraBold" pitchFamily="34" charset="0"/>
                <a:ea typeface="Noto Sans JP ExtraBold" pitchFamily="34" charset="-122"/>
                <a:cs typeface="Noto Sans JP ExtraBold" pitchFamily="34" charset="-120"/>
              </a:rPr>
              <a:t> 起こる 4つのこと</a:t>
            </a:r>
            <a:endParaRPr lang="en-US" sz="5700" dirty="0"/>
          </a:p>
        </p:txBody>
      </p:sp>
      <p:sp>
        <p:nvSpPr>
          <p:cNvPr id="3" name="Text 1"/>
          <p:cNvSpPr/>
          <p:nvPr/>
        </p:nvSpPr>
        <p:spPr>
          <a:xfrm>
            <a:off x="914400" y="2667000"/>
            <a:ext cx="1619250" cy="1428750"/>
          </a:xfrm>
          <a:prstGeom prst="rect">
            <a:avLst/>
          </a:prstGeom>
          <a:noFill/>
          <a:ln/>
        </p:spPr>
        <p:txBody>
          <a:bodyPr wrap="square" lIns="0" tIns="0" rIns="0" bIns="0" rtlCol="0" anchor="ctr"/>
          <a:lstStyle/>
          <a:p>
            <a:pPr algn="l" indent="0" marL="0">
              <a:buNone/>
            </a:pPr>
            <a:r>
              <a:rPr lang="en-US" sz="8700" dirty="0" spc="-1" kern="0">
                <a:solidFill>
                  <a:srgbClr val="0F766E"/>
                </a:solidFill>
                <a:latin typeface="Noto Sans JP ExtraBold" pitchFamily="34" charset="0"/>
                <a:ea typeface="Noto Sans JP ExtraBold" pitchFamily="34" charset="-122"/>
                <a:cs typeface="Noto Sans JP ExtraBold" pitchFamily="34" charset="-120"/>
              </a:rPr>
              <a:t>1</a:t>
            </a:r>
            <a:endParaRPr lang="en-US" sz="8700" dirty="0"/>
          </a:p>
        </p:txBody>
      </p:sp>
      <p:sp>
        <p:nvSpPr>
          <p:cNvPr id="4" name="Shape 2"/>
          <p:cNvSpPr/>
          <p:nvPr/>
        </p:nvSpPr>
        <p:spPr>
          <a:xfrm>
            <a:off x="2724150" y="2762250"/>
            <a:ext cx="14649450" cy="1238250"/>
          </a:xfrm>
          <a:prstGeom prst="roundRect">
            <a:avLst>
              <a:gd name="adj" fmla="val 15385"/>
            </a:avLst>
          </a:prstGeom>
          <a:solidFill>
            <a:srgbClr val="E8E0CF"/>
          </a:solidFill>
          <a:ln/>
        </p:spPr>
      </p:sp>
      <p:sp>
        <p:nvSpPr>
          <p:cNvPr id="5" name="Text 3"/>
          <p:cNvSpPr/>
          <p:nvPr/>
        </p:nvSpPr>
        <p:spPr>
          <a:xfrm>
            <a:off x="3105150" y="2762250"/>
            <a:ext cx="14001750" cy="1238250"/>
          </a:xfrm>
          <a:prstGeom prst="rect">
            <a:avLst/>
          </a:prstGeom>
          <a:noFill/>
          <a:ln/>
        </p:spPr>
        <p:txBody>
          <a:bodyPr wrap="square" lIns="0" tIns="0" rIns="0" bIns="0" rtlCol="0" anchor="ctr"/>
          <a:lstStyle/>
          <a:p>
            <a:pPr algn="l" indent="0" marL="0">
              <a:buNone/>
            </a:pPr>
            <a:r>
              <a:rPr lang="en-US" sz="3000" dirty="0" spc="0" kern="0">
                <a:solidFill>
                  <a:srgbClr val="14161C"/>
                </a:solidFill>
                <a:latin typeface="Noto Sans JP SemiBold" pitchFamily="34" charset="0"/>
                <a:ea typeface="Noto Sans JP SemiBold" pitchFamily="34" charset="-122"/>
                <a:cs typeface="Noto Sans JP SemiBold" pitchFamily="34" charset="-120"/>
              </a:rPr>
              <a:t>水の</a:t>
            </a:r>
            <a:r>
              <a:rPr lang="en-US" sz="3000" dirty="0" spc="1" kern="0">
                <a:solidFill>
                  <a:srgbClr val="14161C"/>
                </a:solidFill>
                <a:latin typeface="Noto Sans JP SemiBold" pitchFamily="34" charset="0"/>
                <a:ea typeface="Noto Sans JP SemiBold" pitchFamily="34" charset="-122"/>
                <a:cs typeface="Noto Sans JP SemiBold" pitchFamily="34" charset="-120"/>
              </a:rPr>
              <a:t> 蒸発：</a:t>
            </a:r>
            <a:r>
              <a:rPr lang="en-US" sz="3000" dirty="0" spc="-22" kern="0">
                <a:solidFill>
                  <a:srgbClr val="14161C"/>
                </a:solidFill>
                <a:latin typeface="Noto Sans JP SemiBold" pitchFamily="34" charset="0"/>
                <a:ea typeface="Noto Sans JP SemiBold" pitchFamily="34" charset="-122"/>
                <a:cs typeface="Noto Sans JP SemiBold" pitchFamily="34" charset="-120"/>
              </a:rPr>
              <a:t> TGAでは</a:t>
            </a:r>
            <a:r>
              <a:rPr lang="en-US" sz="3000" dirty="0" spc="1" kern="0">
                <a:solidFill>
                  <a:srgbClr val="14161C"/>
                </a:solidFill>
                <a:latin typeface="Noto Sans JP SemiBold" pitchFamily="34" charset="0"/>
                <a:ea typeface="Noto Sans JP SemiBold" pitchFamily="34" charset="-122"/>
                <a:cs typeface="Noto Sans JP SemiBold" pitchFamily="34" charset="-120"/>
              </a:rPr>
              <a:t> 20〜100°C[S11]</a:t>
            </a:r>
            <a:endParaRPr lang="en-US" sz="3000" dirty="0"/>
          </a:p>
        </p:txBody>
      </p:sp>
      <p:sp>
        <p:nvSpPr>
          <p:cNvPr id="6" name="Text 4"/>
          <p:cNvSpPr/>
          <p:nvPr/>
        </p:nvSpPr>
        <p:spPr>
          <a:xfrm>
            <a:off x="914400" y="4210050"/>
            <a:ext cx="1619250" cy="1428750"/>
          </a:xfrm>
          <a:prstGeom prst="rect">
            <a:avLst/>
          </a:prstGeom>
          <a:noFill/>
          <a:ln/>
        </p:spPr>
        <p:txBody>
          <a:bodyPr wrap="square" lIns="0" tIns="0" rIns="0" bIns="0" rtlCol="0" anchor="ctr"/>
          <a:lstStyle/>
          <a:p>
            <a:pPr algn="l" indent="0" marL="0">
              <a:buNone/>
            </a:pPr>
            <a:r>
              <a:rPr lang="en-US" sz="8700" dirty="0" spc="-1" kern="0">
                <a:solidFill>
                  <a:srgbClr val="E8472B"/>
                </a:solidFill>
                <a:latin typeface="Noto Sans JP ExtraBold" pitchFamily="34" charset="0"/>
                <a:ea typeface="Noto Sans JP ExtraBold" pitchFamily="34" charset="-122"/>
                <a:cs typeface="Noto Sans JP ExtraBold" pitchFamily="34" charset="-120"/>
              </a:rPr>
              <a:t>2</a:t>
            </a:r>
            <a:endParaRPr lang="en-US" sz="8700" dirty="0"/>
          </a:p>
        </p:txBody>
      </p:sp>
      <p:sp>
        <p:nvSpPr>
          <p:cNvPr id="7" name="Shape 5"/>
          <p:cNvSpPr/>
          <p:nvPr/>
        </p:nvSpPr>
        <p:spPr>
          <a:xfrm>
            <a:off x="2724150" y="4305300"/>
            <a:ext cx="14649450" cy="1238250"/>
          </a:xfrm>
          <a:prstGeom prst="roundRect">
            <a:avLst>
              <a:gd name="adj" fmla="val 15385"/>
            </a:avLst>
          </a:prstGeom>
          <a:solidFill>
            <a:srgbClr val="E8E0CF"/>
          </a:solidFill>
          <a:ln/>
        </p:spPr>
      </p:sp>
      <p:sp>
        <p:nvSpPr>
          <p:cNvPr id="8" name="Text 6"/>
          <p:cNvSpPr/>
          <p:nvPr/>
        </p:nvSpPr>
        <p:spPr>
          <a:xfrm>
            <a:off x="3105150" y="4305300"/>
            <a:ext cx="14001750" cy="1238250"/>
          </a:xfrm>
          <a:prstGeom prst="rect">
            <a:avLst/>
          </a:prstGeom>
          <a:noFill/>
          <a:ln/>
        </p:spPr>
        <p:txBody>
          <a:bodyPr wrap="square" lIns="0" tIns="0" rIns="0" bIns="0" rtlCol="0" anchor="ctr"/>
          <a:lstStyle/>
          <a:p>
            <a:pPr algn="l" indent="0" marL="0">
              <a:buNone/>
            </a:pPr>
            <a:r>
              <a:rPr lang="en-US" sz="3000" dirty="0" spc="0" kern="0">
                <a:solidFill>
                  <a:srgbClr val="14161C"/>
                </a:solidFill>
                <a:latin typeface="Noto Sans JP SemiBold" pitchFamily="34" charset="0"/>
                <a:ea typeface="Noto Sans JP SemiBold" pitchFamily="34" charset="-122"/>
                <a:cs typeface="Noto Sans JP SemiBold" pitchFamily="34" charset="-120"/>
              </a:rPr>
              <a:t>尿素の</a:t>
            </a:r>
            <a:r>
              <a:rPr lang="en-US" sz="3000" dirty="0" spc="1" kern="0">
                <a:solidFill>
                  <a:srgbClr val="14161C"/>
                </a:solidFill>
                <a:latin typeface="Noto Sans JP SemiBold" pitchFamily="34" charset="0"/>
                <a:ea typeface="Noto Sans JP SemiBold" pitchFamily="34" charset="-122"/>
                <a:cs typeface="Noto Sans JP SemiBold" pitchFamily="34" charset="-120"/>
              </a:rPr>
              <a:t> 結晶化：</a:t>
            </a:r>
            <a:r>
              <a:rPr lang="en-US" sz="3000" dirty="0" spc="0" kern="0">
                <a:solidFill>
                  <a:srgbClr val="14161C"/>
                </a:solidFill>
                <a:latin typeface="Noto Sans JP SemiBold" pitchFamily="34" charset="0"/>
                <a:ea typeface="Noto Sans JP SemiBold" pitchFamily="34" charset="-122"/>
                <a:cs typeface="Noto Sans JP SemiBold" pitchFamily="34" charset="-120"/>
              </a:rPr>
              <a:t> 溶液が 過飽和になると</a:t>
            </a:r>
            <a:r>
              <a:rPr lang="en-US" sz="3000" dirty="0" spc="1" kern="0">
                <a:solidFill>
                  <a:srgbClr val="14161C"/>
                </a:solidFill>
                <a:latin typeface="Noto Sans JP SemiBold" pitchFamily="34" charset="0"/>
                <a:ea typeface="Noto Sans JP SemiBold" pitchFamily="34" charset="-122"/>
                <a:cs typeface="Noto Sans JP SemiBold" pitchFamily="34" charset="-120"/>
              </a:rPr>
              <a:t> 起こる。 400°C未満では 尿素が 液滴の</a:t>
            </a:r>
            <a:r>
              <a:rPr lang="en-US" sz="3000" dirty="0" spc="0" kern="0">
                <a:solidFill>
                  <a:srgbClr val="14161C"/>
                </a:solidFill>
                <a:latin typeface="Noto Sans JP SemiBold" pitchFamily="34" charset="0"/>
                <a:ea typeface="Noto Sans JP SemiBold" pitchFamily="34" charset="-122"/>
                <a:cs typeface="Noto Sans JP SemiBold" pitchFamily="34" charset="-120"/>
              </a:rPr>
              <a:t> 核に</a:t>
            </a:r>
            <a:r>
              <a:rPr lang="en-US" sz="3000" dirty="0" spc="1" kern="0">
                <a:solidFill>
                  <a:srgbClr val="14161C"/>
                </a:solidFill>
                <a:latin typeface="Noto Sans JP SemiBold" pitchFamily="34" charset="0"/>
                <a:ea typeface="Noto Sans JP SemiBold" pitchFamily="34" charset="-122"/>
                <a:cs typeface="Noto Sans JP SemiBold" pitchFamily="34" charset="-120"/>
              </a:rPr>
              <a:t> 集まる[S11]</a:t>
            </a:r>
            <a:endParaRPr lang="en-US" sz="3000" dirty="0"/>
          </a:p>
        </p:txBody>
      </p:sp>
      <p:sp>
        <p:nvSpPr>
          <p:cNvPr id="9" name="Text 7"/>
          <p:cNvSpPr/>
          <p:nvPr/>
        </p:nvSpPr>
        <p:spPr>
          <a:xfrm>
            <a:off x="914400" y="5753100"/>
            <a:ext cx="1619250" cy="1428750"/>
          </a:xfrm>
          <a:prstGeom prst="rect">
            <a:avLst/>
          </a:prstGeom>
          <a:noFill/>
          <a:ln/>
        </p:spPr>
        <p:txBody>
          <a:bodyPr wrap="square" lIns="0" tIns="0" rIns="0" bIns="0" rtlCol="0" anchor="ctr"/>
          <a:lstStyle/>
          <a:p>
            <a:pPr algn="l" indent="0" marL="0">
              <a:buNone/>
            </a:pPr>
            <a:r>
              <a:rPr lang="en-US" sz="8700" dirty="0" spc="-1" kern="0">
                <a:solidFill>
                  <a:srgbClr val="1F3FD1"/>
                </a:solidFill>
                <a:latin typeface="Noto Sans JP ExtraBold" pitchFamily="34" charset="0"/>
                <a:ea typeface="Noto Sans JP ExtraBold" pitchFamily="34" charset="-122"/>
                <a:cs typeface="Noto Sans JP ExtraBold" pitchFamily="34" charset="-120"/>
              </a:rPr>
              <a:t>3</a:t>
            </a:r>
            <a:endParaRPr lang="en-US" sz="8700" dirty="0"/>
          </a:p>
        </p:txBody>
      </p:sp>
      <p:sp>
        <p:nvSpPr>
          <p:cNvPr id="10" name="Shape 8"/>
          <p:cNvSpPr/>
          <p:nvPr/>
        </p:nvSpPr>
        <p:spPr>
          <a:xfrm>
            <a:off x="2724150" y="5848350"/>
            <a:ext cx="14649450" cy="1238250"/>
          </a:xfrm>
          <a:prstGeom prst="roundRect">
            <a:avLst>
              <a:gd name="adj" fmla="val 15385"/>
            </a:avLst>
          </a:prstGeom>
          <a:solidFill>
            <a:srgbClr val="E8E0CF"/>
          </a:solidFill>
          <a:ln/>
        </p:spPr>
      </p:sp>
      <p:sp>
        <p:nvSpPr>
          <p:cNvPr id="11" name="Text 9"/>
          <p:cNvSpPr/>
          <p:nvPr/>
        </p:nvSpPr>
        <p:spPr>
          <a:xfrm>
            <a:off x="3105150" y="5848350"/>
            <a:ext cx="14001750" cy="1238250"/>
          </a:xfrm>
          <a:prstGeom prst="rect">
            <a:avLst/>
          </a:prstGeom>
          <a:noFill/>
          <a:ln/>
        </p:spPr>
        <p:txBody>
          <a:bodyPr wrap="square" lIns="0" tIns="0" rIns="0" bIns="0" rtlCol="0" anchor="ctr"/>
          <a:lstStyle/>
          <a:p>
            <a:pPr algn="l" indent="0" marL="0">
              <a:buNone/>
            </a:pPr>
            <a:r>
              <a:rPr lang="en-US" sz="3000" dirty="0" spc="0" kern="0">
                <a:solidFill>
                  <a:srgbClr val="14161C"/>
                </a:solidFill>
                <a:latin typeface="Noto Sans JP SemiBold" pitchFamily="34" charset="0"/>
                <a:ea typeface="Noto Sans JP SemiBold" pitchFamily="34" charset="-122"/>
                <a:cs typeface="Noto Sans JP SemiBold" pitchFamily="34" charset="-120"/>
              </a:rPr>
              <a:t>尿素の</a:t>
            </a:r>
            <a:r>
              <a:rPr lang="en-US" sz="3000" dirty="0" spc="1" kern="0">
                <a:solidFill>
                  <a:srgbClr val="14161C"/>
                </a:solidFill>
                <a:latin typeface="Noto Sans JP SemiBold" pitchFamily="34" charset="0"/>
                <a:ea typeface="Noto Sans JP SemiBold" pitchFamily="34" charset="-122"/>
                <a:cs typeface="Noto Sans JP SemiBold" pitchFamily="34" charset="-120"/>
              </a:rPr>
              <a:t> 溶融：</a:t>
            </a:r>
            <a:r>
              <a:rPr lang="en-US" sz="3000" dirty="0" spc="0" kern="0">
                <a:solidFill>
                  <a:srgbClr val="14161C"/>
                </a:solidFill>
                <a:latin typeface="Noto Sans JP SemiBold" pitchFamily="34" charset="0"/>
                <a:ea typeface="Noto Sans JP SemiBold" pitchFamily="34" charset="-122"/>
                <a:cs typeface="Noto Sans JP SemiBold" pitchFamily="34" charset="-120"/>
              </a:rPr>
              <a:t> 132°C（Tischer）または</a:t>
            </a:r>
            <a:r>
              <a:rPr lang="en-US" sz="3000" dirty="0" spc="-3" kern="0">
                <a:solidFill>
                  <a:srgbClr val="14161C"/>
                </a:solidFill>
                <a:latin typeface="Noto Sans JP SemiBold" pitchFamily="34" charset="0"/>
                <a:ea typeface="Noto Sans JP SemiBold" pitchFamily="34" charset="-122"/>
                <a:cs typeface="Noto Sans JP SemiBold" pitchFamily="34" charset="-120"/>
              </a:rPr>
              <a:t> 133°C（Bernhardの</a:t>
            </a:r>
            <a:r>
              <a:rPr lang="en-US" sz="3000" dirty="0" spc="0" kern="0">
                <a:solidFill>
                  <a:srgbClr val="14161C"/>
                </a:solidFill>
                <a:latin typeface="Noto Sans JP SemiBold" pitchFamily="34" charset="0"/>
                <a:ea typeface="Noto Sans JP SemiBold" pitchFamily="34" charset="-122"/>
                <a:cs typeface="Noto Sans JP SemiBold" pitchFamily="34" charset="-120"/>
              </a:rPr>
              <a:t> DSC）[S3][S5]</a:t>
            </a:r>
            <a:endParaRPr lang="en-US" sz="3000" dirty="0"/>
          </a:p>
        </p:txBody>
      </p:sp>
      <p:sp>
        <p:nvSpPr>
          <p:cNvPr id="12" name="Text 10"/>
          <p:cNvSpPr/>
          <p:nvPr/>
        </p:nvSpPr>
        <p:spPr>
          <a:xfrm>
            <a:off x="914400" y="7296150"/>
            <a:ext cx="1619250" cy="1428750"/>
          </a:xfrm>
          <a:prstGeom prst="rect">
            <a:avLst/>
          </a:prstGeom>
          <a:noFill/>
          <a:ln/>
        </p:spPr>
        <p:txBody>
          <a:bodyPr wrap="square" lIns="0" tIns="0" rIns="0" bIns="0" rtlCol="0" anchor="ctr"/>
          <a:lstStyle/>
          <a:p>
            <a:pPr algn="l" indent="0" marL="0">
              <a:buNone/>
            </a:pPr>
            <a:r>
              <a:rPr lang="en-US" sz="8700" dirty="0" spc="-1" kern="0">
                <a:solidFill>
                  <a:srgbClr val="B45309"/>
                </a:solidFill>
                <a:latin typeface="Noto Sans JP ExtraBold" pitchFamily="34" charset="0"/>
                <a:ea typeface="Noto Sans JP ExtraBold" pitchFamily="34" charset="-122"/>
                <a:cs typeface="Noto Sans JP ExtraBold" pitchFamily="34" charset="-120"/>
              </a:rPr>
              <a:t>4</a:t>
            </a:r>
            <a:endParaRPr lang="en-US" sz="8700" dirty="0"/>
          </a:p>
        </p:txBody>
      </p:sp>
      <p:sp>
        <p:nvSpPr>
          <p:cNvPr id="13" name="Shape 11"/>
          <p:cNvSpPr/>
          <p:nvPr/>
        </p:nvSpPr>
        <p:spPr>
          <a:xfrm>
            <a:off x="2724150" y="7391400"/>
            <a:ext cx="14649450" cy="1238250"/>
          </a:xfrm>
          <a:prstGeom prst="roundRect">
            <a:avLst>
              <a:gd name="adj" fmla="val 15385"/>
            </a:avLst>
          </a:prstGeom>
          <a:solidFill>
            <a:srgbClr val="E8E0CF"/>
          </a:solidFill>
          <a:ln/>
        </p:spPr>
      </p:sp>
      <p:sp>
        <p:nvSpPr>
          <p:cNvPr id="14" name="Text 12"/>
          <p:cNvSpPr/>
          <p:nvPr/>
        </p:nvSpPr>
        <p:spPr>
          <a:xfrm>
            <a:off x="3105150" y="7391400"/>
            <a:ext cx="14001750" cy="1238250"/>
          </a:xfrm>
          <a:prstGeom prst="rect">
            <a:avLst/>
          </a:prstGeom>
          <a:noFill/>
          <a:ln/>
        </p:spPr>
        <p:txBody>
          <a:bodyPr wrap="square" lIns="0" tIns="0" rIns="0" bIns="0" rtlCol="0" anchor="ctr"/>
          <a:lstStyle/>
          <a:p>
            <a:pPr algn="l" indent="0" marL="0">
              <a:buNone/>
            </a:pPr>
            <a:r>
              <a:rPr lang="en-US" sz="3000" dirty="0" spc="0" kern="0">
                <a:solidFill>
                  <a:srgbClr val="14161C"/>
                </a:solidFill>
                <a:latin typeface="Noto Sans JP SemiBold" pitchFamily="34" charset="0"/>
                <a:ea typeface="Noto Sans JP SemiBold" pitchFamily="34" charset="-122"/>
                <a:cs typeface="Noto Sans JP SemiBold" pitchFamily="34" charset="-120"/>
              </a:rPr>
              <a:t>尿素の</a:t>
            </a:r>
            <a:r>
              <a:rPr lang="en-US" sz="3000" dirty="0" spc="1" kern="0">
                <a:solidFill>
                  <a:srgbClr val="14161C"/>
                </a:solidFill>
                <a:latin typeface="Noto Sans JP SemiBold" pitchFamily="34" charset="0"/>
                <a:ea typeface="Noto Sans JP SemiBold" pitchFamily="34" charset="-122"/>
                <a:cs typeface="Noto Sans JP SemiBold" pitchFamily="34" charset="-120"/>
              </a:rPr>
              <a:t> 蒸気：</a:t>
            </a:r>
            <a:r>
              <a:rPr lang="en-US" sz="3000" dirty="0" spc="-13" kern="0">
                <a:solidFill>
                  <a:srgbClr val="14161C"/>
                </a:solidFill>
                <a:latin typeface="Noto Sans JP SemiBold" pitchFamily="34" charset="0"/>
                <a:ea typeface="Noto Sans JP SemiBold" pitchFamily="34" charset="-122"/>
                <a:cs typeface="Noto Sans JP SemiBold" pitchFamily="34" charset="-120"/>
              </a:rPr>
              <a:t> 約120°Cで、</a:t>
            </a:r>
            <a:r>
              <a:rPr lang="en-US" sz="3000" dirty="0" spc="0" kern="0">
                <a:solidFill>
                  <a:srgbClr val="14161C"/>
                </a:solidFill>
                <a:latin typeface="Noto Sans JP SemiBold" pitchFamily="34" charset="0"/>
                <a:ea typeface="Noto Sans JP SemiBold" pitchFamily="34" charset="-122"/>
                <a:cs typeface="Noto Sans JP SemiBold" pitchFamily="34" charset="-120"/>
              </a:rPr>
              <a:t> SCRに</a:t>
            </a:r>
            <a:r>
              <a:rPr lang="en-US" sz="3000" dirty="0" spc="1" kern="0">
                <a:solidFill>
                  <a:srgbClr val="14161C"/>
                </a:solidFill>
                <a:latin typeface="Noto Sans JP SemiBold" pitchFamily="34" charset="0"/>
                <a:ea typeface="Noto Sans JP SemiBold" pitchFamily="34" charset="-122"/>
                <a:cs typeface="Noto Sans JP SemiBold" pitchFamily="34" charset="-120"/>
              </a:rPr>
              <a:t> 必要な 量が</a:t>
            </a:r>
            <a:r>
              <a:rPr lang="en-US" sz="3000" dirty="0" spc="-7" kern="0">
                <a:solidFill>
                  <a:srgbClr val="14161C"/>
                </a:solidFill>
                <a:latin typeface="Noto Sans JP SemiBold" pitchFamily="34" charset="0"/>
                <a:ea typeface="Noto Sans JP SemiBold" pitchFamily="34" charset="-122"/>
                <a:cs typeface="Noto Sans JP SemiBold" pitchFamily="34" charset="-120"/>
              </a:rPr>
              <a:t> 昇華できるが、120°Cでの</a:t>
            </a:r>
            <a:r>
              <a:rPr lang="en-US" sz="3000" dirty="0" spc="-1" kern="0">
                <a:solidFill>
                  <a:srgbClr val="14161C"/>
                </a:solidFill>
                <a:latin typeface="Noto Sans JP SemiBold" pitchFamily="34" charset="0"/>
                <a:ea typeface="Noto Sans JP SemiBold" pitchFamily="34" charset="-122"/>
                <a:cs typeface="Noto Sans JP SemiBold" pitchFamily="34" charset="-120"/>
              </a:rPr>
              <a:t> SCRは</a:t>
            </a:r>
            <a:r>
              <a:rPr lang="en-US" sz="3000" dirty="0" spc="0" kern="0">
                <a:solidFill>
                  <a:srgbClr val="14161C"/>
                </a:solidFill>
                <a:latin typeface="Noto Sans JP SemiBold" pitchFamily="34" charset="0"/>
                <a:ea typeface="Noto Sans JP SemiBold" pitchFamily="34" charset="-122"/>
                <a:cs typeface="Noto Sans JP SemiBold" pitchFamily="34" charset="-120"/>
              </a:rPr>
              <a:t> 成り</a:t>
            </a:r>
            <a:r>
              <a:rPr lang="en-US" sz="3000" dirty="0" spc="1" kern="0">
                <a:solidFill>
                  <a:srgbClr val="14161C"/>
                </a:solidFill>
                <a:latin typeface="Noto Sans JP SemiBold" pitchFamily="34" charset="0"/>
                <a:ea typeface="Noto Sans JP SemiBold" pitchFamily="34" charset="-122"/>
                <a:cs typeface="Noto Sans JP SemiBold" pitchFamily="34" charset="-120"/>
              </a:rPr>
              <a:t> 立たない[S5]</a:t>
            </a:r>
            <a:endParaRPr lang="en-US" sz="3000" dirty="0"/>
          </a:p>
        </p:txBody>
      </p:sp>
      <p:sp>
        <p:nvSpPr>
          <p:cNvPr id="15" name="Text 13"/>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[S3]</a:t>
            </a:r>
            <a:r>
              <a:rPr lang="en-US" sz="1800" dirty="0" spc="-1" kern="0">
                <a:solidFill>
                  <a:srgbClr val="6B6A66"/>
                </a:solidFill>
                <a:latin typeface="Noto Sans JP" pitchFamily="34" charset="0"/>
                <a:ea typeface="Noto Sans JP" pitchFamily="34" charset="-122"/>
                <a:cs typeface="Noto Sans JP" pitchFamily="34" charset="-120"/>
              </a:rPr>
              <a:t> [S5]</a:t>
            </a:r>
            <a:r>
              <a:rPr lang="en-US" sz="1800" dirty="0" spc="-2" kern="0">
                <a:solidFill>
                  <a:srgbClr val="6B6A66"/>
                </a:solidFill>
                <a:latin typeface="Noto Sans JP" pitchFamily="34" charset="0"/>
                <a:ea typeface="Noto Sans JP" pitchFamily="34" charset="-122"/>
                <a:cs typeface="Noto Sans JP" pitchFamily="34" charset="-120"/>
              </a:rPr>
              <a:t> [S11]</a:t>
            </a:r>
            <a:endParaRPr lang="en-US" sz="1800" dirty="0"/>
          </a:p>
        </p:txBody>
      </p:sp>
      <p:sp>
        <p:nvSpPr>
          <p:cNvPr id="16" name="Shape 14"/>
          <p:cNvSpPr/>
          <p:nvPr/>
        </p:nvSpPr>
        <p:spPr>
          <a:xfrm>
            <a:off x="960711" y="9580836"/>
            <a:ext cx="78828" cy="78828"/>
          </a:xfrm>
          <a:prstGeom prst="ellipse">
            <a:avLst/>
          </a:prstGeom>
          <a:solidFill>
            <a:srgbClr val="14161C">
              <a:alpha val="28000"/>
            </a:srgbClr>
          </a:solidFill>
          <a:ln/>
        </p:spPr>
      </p:sp>
      <p:sp>
        <p:nvSpPr>
          <p:cNvPr id="17" name="Shape 15"/>
          <p:cNvSpPr/>
          <p:nvPr/>
        </p:nvSpPr>
        <p:spPr>
          <a:xfrm>
            <a:off x="1118366" y="9580836"/>
            <a:ext cx="78828" cy="78828"/>
          </a:xfrm>
          <a:prstGeom prst="ellipse">
            <a:avLst/>
          </a:prstGeom>
          <a:solidFill>
            <a:srgbClr val="14161C">
              <a:alpha val="28000"/>
            </a:srgbClr>
          </a:solidFill>
          <a:ln/>
        </p:spPr>
      </p:sp>
      <p:sp>
        <p:nvSpPr>
          <p:cNvPr id="18" name="Shape 16"/>
          <p:cNvSpPr/>
          <p:nvPr/>
        </p:nvSpPr>
        <p:spPr>
          <a:xfrm>
            <a:off x="1276021" y="9580836"/>
            <a:ext cx="78828" cy="78828"/>
          </a:xfrm>
          <a:prstGeom prst="ellipse">
            <a:avLst/>
          </a:prstGeom>
          <a:solidFill>
            <a:srgbClr val="14161C">
              <a:alpha val="28000"/>
            </a:srgbClr>
          </a:solidFill>
          <a:ln/>
        </p:spPr>
      </p:sp>
      <p:sp>
        <p:nvSpPr>
          <p:cNvPr id="19" name="Shape 17"/>
          <p:cNvSpPr/>
          <p:nvPr/>
        </p:nvSpPr>
        <p:spPr>
          <a:xfrm>
            <a:off x="1433676" y="9580836"/>
            <a:ext cx="78828" cy="78828"/>
          </a:xfrm>
          <a:prstGeom prst="ellipse">
            <a:avLst/>
          </a:prstGeom>
          <a:solidFill>
            <a:srgbClr val="14161C">
              <a:alpha val="28000"/>
            </a:srgbClr>
          </a:solidFill>
          <a:ln/>
        </p:spPr>
      </p:sp>
      <p:sp>
        <p:nvSpPr>
          <p:cNvPr id="20" name="Shape 18"/>
          <p:cNvSpPr/>
          <p:nvPr/>
        </p:nvSpPr>
        <p:spPr>
          <a:xfrm>
            <a:off x="1591331" y="9580836"/>
            <a:ext cx="78828" cy="78828"/>
          </a:xfrm>
          <a:prstGeom prst="ellipse">
            <a:avLst/>
          </a:prstGeom>
          <a:solidFill>
            <a:srgbClr val="14161C">
              <a:alpha val="28000"/>
            </a:srgbClr>
          </a:solidFill>
          <a:ln/>
        </p:spPr>
      </p:sp>
      <p:sp>
        <p:nvSpPr>
          <p:cNvPr id="21" name="Shape 19"/>
          <p:cNvSpPr/>
          <p:nvPr/>
        </p:nvSpPr>
        <p:spPr>
          <a:xfrm>
            <a:off x="1748986" y="9580836"/>
            <a:ext cx="78828" cy="78828"/>
          </a:xfrm>
          <a:prstGeom prst="ellipse">
            <a:avLst/>
          </a:prstGeom>
          <a:solidFill>
            <a:srgbClr val="14161C">
              <a:alpha val="28000"/>
            </a:srgbClr>
          </a:solidFill>
          <a:ln/>
        </p:spPr>
      </p:sp>
      <p:sp>
        <p:nvSpPr>
          <p:cNvPr id="22" name="Shape 20"/>
          <p:cNvSpPr/>
          <p:nvPr/>
        </p:nvSpPr>
        <p:spPr>
          <a:xfrm>
            <a:off x="1906641" y="9580836"/>
            <a:ext cx="78828" cy="78828"/>
          </a:xfrm>
          <a:prstGeom prst="ellipse">
            <a:avLst/>
          </a:prstGeom>
          <a:solidFill>
            <a:srgbClr val="14161C">
              <a:alpha val="28000"/>
            </a:srgbClr>
          </a:solidFill>
          <a:ln/>
        </p:spPr>
      </p:sp>
      <p:sp>
        <p:nvSpPr>
          <p:cNvPr id="23" name="Shape 21"/>
          <p:cNvSpPr/>
          <p:nvPr/>
        </p:nvSpPr>
        <p:spPr>
          <a:xfrm>
            <a:off x="2064296" y="9580836"/>
            <a:ext cx="78828" cy="78828"/>
          </a:xfrm>
          <a:prstGeom prst="ellipse">
            <a:avLst/>
          </a:prstGeom>
          <a:solidFill>
            <a:srgbClr val="14161C">
              <a:alpha val="28000"/>
            </a:srgbClr>
          </a:solidFill>
          <a:ln/>
        </p:spPr>
      </p:sp>
      <p:sp>
        <p:nvSpPr>
          <p:cNvPr id="24" name="Shape 22"/>
          <p:cNvSpPr/>
          <p:nvPr/>
        </p:nvSpPr>
        <p:spPr>
          <a:xfrm>
            <a:off x="2221951" y="9580836"/>
            <a:ext cx="78828" cy="78828"/>
          </a:xfrm>
          <a:prstGeom prst="ellipse">
            <a:avLst/>
          </a:prstGeom>
          <a:solidFill>
            <a:srgbClr val="14161C">
              <a:alpha val="28000"/>
            </a:srgbClr>
          </a:solidFill>
          <a:ln/>
        </p:spPr>
      </p:sp>
      <p:sp>
        <p:nvSpPr>
          <p:cNvPr id="25" name="Shape 23"/>
          <p:cNvSpPr/>
          <p:nvPr/>
        </p:nvSpPr>
        <p:spPr>
          <a:xfrm>
            <a:off x="2379606" y="9580836"/>
            <a:ext cx="78828" cy="78828"/>
          </a:xfrm>
          <a:prstGeom prst="ellipse">
            <a:avLst/>
          </a:prstGeom>
          <a:solidFill>
            <a:srgbClr val="14161C">
              <a:alpha val="28000"/>
            </a:srgbClr>
          </a:solidFill>
          <a:ln/>
        </p:spPr>
      </p:sp>
      <p:sp>
        <p:nvSpPr>
          <p:cNvPr id="26" name="Shape 24"/>
          <p:cNvSpPr/>
          <p:nvPr/>
        </p:nvSpPr>
        <p:spPr>
          <a:xfrm>
            <a:off x="2537261" y="9580836"/>
            <a:ext cx="78828" cy="78828"/>
          </a:xfrm>
          <a:prstGeom prst="ellipse">
            <a:avLst/>
          </a:prstGeom>
          <a:solidFill>
            <a:srgbClr val="14161C">
              <a:alpha val="28000"/>
            </a:srgbClr>
          </a:solidFill>
          <a:ln/>
        </p:spPr>
      </p:sp>
      <p:sp>
        <p:nvSpPr>
          <p:cNvPr id="27" name="Shape 25"/>
          <p:cNvSpPr/>
          <p:nvPr/>
        </p:nvSpPr>
        <p:spPr>
          <a:xfrm>
            <a:off x="2694916" y="9580836"/>
            <a:ext cx="78828" cy="78828"/>
          </a:xfrm>
          <a:prstGeom prst="ellipse">
            <a:avLst/>
          </a:prstGeom>
          <a:solidFill>
            <a:srgbClr val="14161C">
              <a:alpha val="28000"/>
            </a:srgbClr>
          </a:solidFill>
          <a:ln/>
        </p:spPr>
      </p:sp>
      <p:sp>
        <p:nvSpPr>
          <p:cNvPr id="28" name="Shape 26"/>
          <p:cNvSpPr/>
          <p:nvPr/>
        </p:nvSpPr>
        <p:spPr>
          <a:xfrm>
            <a:off x="2852571" y="9580836"/>
            <a:ext cx="78828" cy="78828"/>
          </a:xfrm>
          <a:prstGeom prst="ellipse">
            <a:avLst/>
          </a:prstGeom>
          <a:solidFill>
            <a:srgbClr val="14161C">
              <a:alpha val="28000"/>
            </a:srgbClr>
          </a:solidFill>
          <a:ln/>
        </p:spPr>
      </p:sp>
      <p:sp>
        <p:nvSpPr>
          <p:cNvPr id="29" name="Shape 27"/>
          <p:cNvSpPr/>
          <p:nvPr/>
        </p:nvSpPr>
        <p:spPr>
          <a:xfrm>
            <a:off x="3010225" y="9580836"/>
            <a:ext cx="78828" cy="78828"/>
          </a:xfrm>
          <a:prstGeom prst="ellipse">
            <a:avLst/>
          </a:prstGeom>
          <a:solidFill>
            <a:srgbClr val="14161C">
              <a:alpha val="28000"/>
            </a:srgbClr>
          </a:solidFill>
          <a:ln/>
        </p:spPr>
      </p:sp>
      <p:sp>
        <p:nvSpPr>
          <p:cNvPr id="30" name="Shape 28"/>
          <p:cNvSpPr/>
          <p:nvPr/>
        </p:nvSpPr>
        <p:spPr>
          <a:xfrm>
            <a:off x="3167880" y="9580836"/>
            <a:ext cx="78828" cy="78828"/>
          </a:xfrm>
          <a:prstGeom prst="ellipse">
            <a:avLst/>
          </a:prstGeom>
          <a:solidFill>
            <a:srgbClr val="14161C">
              <a:alpha val="28000"/>
            </a:srgbClr>
          </a:solidFill>
          <a:ln/>
        </p:spPr>
      </p:sp>
      <p:sp>
        <p:nvSpPr>
          <p:cNvPr id="31" name="Shape 29"/>
          <p:cNvSpPr/>
          <p:nvPr/>
        </p:nvSpPr>
        <p:spPr>
          <a:xfrm>
            <a:off x="3325535" y="9580836"/>
            <a:ext cx="78828" cy="78828"/>
          </a:xfrm>
          <a:prstGeom prst="ellipse">
            <a:avLst/>
          </a:prstGeom>
          <a:solidFill>
            <a:srgbClr val="14161C">
              <a:alpha val="28000"/>
            </a:srgbClr>
          </a:solidFill>
          <a:ln/>
        </p:spPr>
      </p:sp>
      <p:sp>
        <p:nvSpPr>
          <p:cNvPr id="32" name="Shape 30"/>
          <p:cNvSpPr/>
          <p:nvPr/>
        </p:nvSpPr>
        <p:spPr>
          <a:xfrm>
            <a:off x="3483190" y="9580836"/>
            <a:ext cx="78828" cy="78828"/>
          </a:xfrm>
          <a:prstGeom prst="ellipse">
            <a:avLst/>
          </a:prstGeom>
          <a:solidFill>
            <a:srgbClr val="14161C">
              <a:alpha val="28000"/>
            </a:srgbClr>
          </a:solidFill>
          <a:ln/>
        </p:spPr>
      </p:sp>
      <p:sp>
        <p:nvSpPr>
          <p:cNvPr id="33" name="Shape 31"/>
          <p:cNvSpPr/>
          <p:nvPr/>
        </p:nvSpPr>
        <p:spPr>
          <a:xfrm>
            <a:off x="3640845" y="9580836"/>
            <a:ext cx="78828" cy="78828"/>
          </a:xfrm>
          <a:prstGeom prst="ellipse">
            <a:avLst/>
          </a:prstGeom>
          <a:solidFill>
            <a:srgbClr val="14161C">
              <a:alpha val="28000"/>
            </a:srgbClr>
          </a:solidFill>
          <a:ln/>
        </p:spPr>
      </p:sp>
      <p:sp>
        <p:nvSpPr>
          <p:cNvPr id="34" name="Shape 32"/>
          <p:cNvSpPr/>
          <p:nvPr/>
        </p:nvSpPr>
        <p:spPr>
          <a:xfrm>
            <a:off x="3798500" y="9580836"/>
            <a:ext cx="78828" cy="78828"/>
          </a:xfrm>
          <a:prstGeom prst="ellipse">
            <a:avLst/>
          </a:prstGeom>
          <a:solidFill>
            <a:srgbClr val="14161C">
              <a:alpha val="28000"/>
            </a:srgbClr>
          </a:solidFill>
          <a:ln/>
        </p:spPr>
      </p:sp>
      <p:sp>
        <p:nvSpPr>
          <p:cNvPr id="35" name="Shape 33"/>
          <p:cNvSpPr/>
          <p:nvPr/>
        </p:nvSpPr>
        <p:spPr>
          <a:xfrm>
            <a:off x="3956155" y="9580836"/>
            <a:ext cx="78828" cy="78828"/>
          </a:xfrm>
          <a:prstGeom prst="ellipse">
            <a:avLst/>
          </a:prstGeom>
          <a:solidFill>
            <a:srgbClr val="14161C">
              <a:alpha val="28000"/>
            </a:srgbClr>
          </a:solidFill>
          <a:ln/>
        </p:spPr>
      </p:sp>
      <p:sp>
        <p:nvSpPr>
          <p:cNvPr id="36" name="Shape 34"/>
          <p:cNvSpPr/>
          <p:nvPr/>
        </p:nvSpPr>
        <p:spPr>
          <a:xfrm>
            <a:off x="4113810" y="9580836"/>
            <a:ext cx="78828" cy="78828"/>
          </a:xfrm>
          <a:prstGeom prst="ellipse">
            <a:avLst/>
          </a:prstGeom>
          <a:solidFill>
            <a:srgbClr val="14161C">
              <a:alpha val="28000"/>
            </a:srgbClr>
          </a:solidFill>
          <a:ln/>
        </p:spPr>
      </p:sp>
      <p:sp>
        <p:nvSpPr>
          <p:cNvPr id="37" name="Shape 35"/>
          <p:cNvSpPr/>
          <p:nvPr/>
        </p:nvSpPr>
        <p:spPr>
          <a:xfrm>
            <a:off x="4258327" y="9567698"/>
            <a:ext cx="105103" cy="105103"/>
          </a:xfrm>
          <a:prstGeom prst="ellipse">
            <a:avLst/>
          </a:prstGeom>
          <a:solidFill>
            <a:srgbClr val="E8472B"/>
          </a:solidFill>
          <a:ln/>
        </p:spPr>
      </p:sp>
      <p:sp>
        <p:nvSpPr>
          <p:cNvPr id="38" name="Shape 36"/>
          <p:cNvSpPr/>
          <p:nvPr/>
        </p:nvSpPr>
        <p:spPr>
          <a:xfrm>
            <a:off x="4429120" y="9580836"/>
            <a:ext cx="78828" cy="78828"/>
          </a:xfrm>
          <a:prstGeom prst="ellipse">
            <a:avLst/>
          </a:prstGeom>
          <a:solidFill>
            <a:srgbClr val="14161C">
              <a:alpha val="28000"/>
            </a:srgbClr>
          </a:solidFill>
          <a:ln/>
        </p:spPr>
      </p:sp>
      <p:sp>
        <p:nvSpPr>
          <p:cNvPr id="39" name="Shape 37"/>
          <p:cNvSpPr/>
          <p:nvPr/>
        </p:nvSpPr>
        <p:spPr>
          <a:xfrm>
            <a:off x="4586775" y="9580836"/>
            <a:ext cx="78828" cy="78828"/>
          </a:xfrm>
          <a:prstGeom prst="ellipse">
            <a:avLst/>
          </a:prstGeom>
          <a:solidFill>
            <a:srgbClr val="14161C">
              <a:alpha val="28000"/>
            </a:srgbClr>
          </a:solidFill>
          <a:ln/>
        </p:spPr>
      </p:sp>
      <p:sp>
        <p:nvSpPr>
          <p:cNvPr id="40" name="Shape 38"/>
          <p:cNvSpPr/>
          <p:nvPr/>
        </p:nvSpPr>
        <p:spPr>
          <a:xfrm>
            <a:off x="4744430" y="9580836"/>
            <a:ext cx="78828" cy="78828"/>
          </a:xfrm>
          <a:prstGeom prst="ellipse">
            <a:avLst/>
          </a:prstGeom>
          <a:solidFill>
            <a:srgbClr val="14161C">
              <a:alpha val="28000"/>
            </a:srgbClr>
          </a:solidFill>
          <a:ln/>
        </p:spPr>
      </p:sp>
      <p:sp>
        <p:nvSpPr>
          <p:cNvPr id="41" name="Shape 39"/>
          <p:cNvSpPr/>
          <p:nvPr/>
        </p:nvSpPr>
        <p:spPr>
          <a:xfrm>
            <a:off x="4902085" y="9580836"/>
            <a:ext cx="78828" cy="78828"/>
          </a:xfrm>
          <a:prstGeom prst="ellipse">
            <a:avLst/>
          </a:prstGeom>
          <a:solidFill>
            <a:srgbClr val="14161C">
              <a:alpha val="28000"/>
            </a:srgbClr>
          </a:solidFill>
          <a:ln/>
        </p:spPr>
      </p:sp>
      <p:sp>
        <p:nvSpPr>
          <p:cNvPr id="42" name="Shape 40"/>
          <p:cNvSpPr/>
          <p:nvPr/>
        </p:nvSpPr>
        <p:spPr>
          <a:xfrm>
            <a:off x="5059740" y="9580836"/>
            <a:ext cx="78828" cy="78828"/>
          </a:xfrm>
          <a:prstGeom prst="ellipse">
            <a:avLst/>
          </a:prstGeom>
          <a:solidFill>
            <a:srgbClr val="14161C">
              <a:alpha val="28000"/>
            </a:srgbClr>
          </a:solidFill>
          <a:ln/>
        </p:spPr>
      </p:sp>
      <p:sp>
        <p:nvSpPr>
          <p:cNvPr id="43" name="Shape 41"/>
          <p:cNvSpPr/>
          <p:nvPr/>
        </p:nvSpPr>
        <p:spPr>
          <a:xfrm>
            <a:off x="5217395" y="9580836"/>
            <a:ext cx="78828" cy="78828"/>
          </a:xfrm>
          <a:prstGeom prst="ellipse">
            <a:avLst/>
          </a:prstGeom>
          <a:solidFill>
            <a:srgbClr val="14161C">
              <a:alpha val="28000"/>
            </a:srgbClr>
          </a:solidFill>
          <a:ln/>
        </p:spPr>
      </p:sp>
      <p:sp>
        <p:nvSpPr>
          <p:cNvPr id="44" name="Shape 42"/>
          <p:cNvSpPr/>
          <p:nvPr/>
        </p:nvSpPr>
        <p:spPr>
          <a:xfrm>
            <a:off x="5375050" y="9580836"/>
            <a:ext cx="78828" cy="78828"/>
          </a:xfrm>
          <a:prstGeom prst="ellipse">
            <a:avLst/>
          </a:prstGeom>
          <a:solidFill>
            <a:srgbClr val="14161C">
              <a:alpha val="28000"/>
            </a:srgbClr>
          </a:solidFill>
          <a:ln/>
        </p:spPr>
      </p:sp>
      <p:sp>
        <p:nvSpPr>
          <p:cNvPr id="45" name="Shape 43"/>
          <p:cNvSpPr/>
          <p:nvPr/>
        </p:nvSpPr>
        <p:spPr>
          <a:xfrm>
            <a:off x="5532705" y="9580836"/>
            <a:ext cx="78828" cy="78828"/>
          </a:xfrm>
          <a:prstGeom prst="ellipse">
            <a:avLst/>
          </a:prstGeom>
          <a:solidFill>
            <a:srgbClr val="14161C">
              <a:alpha val="28000"/>
            </a:srgbClr>
          </a:solidFill>
          <a:ln/>
        </p:spPr>
      </p:sp>
      <p:sp>
        <p:nvSpPr>
          <p:cNvPr id="46" name="Shape 44"/>
          <p:cNvSpPr/>
          <p:nvPr/>
        </p:nvSpPr>
        <p:spPr>
          <a:xfrm>
            <a:off x="5690359" y="9580836"/>
            <a:ext cx="78828" cy="78828"/>
          </a:xfrm>
          <a:prstGeom prst="ellipse">
            <a:avLst/>
          </a:prstGeom>
          <a:solidFill>
            <a:srgbClr val="14161C">
              <a:alpha val="28000"/>
            </a:srgbClr>
          </a:solidFill>
          <a:ln/>
        </p:spPr>
      </p:sp>
      <p:sp>
        <p:nvSpPr>
          <p:cNvPr id="47" name="Shape 45"/>
          <p:cNvSpPr/>
          <p:nvPr/>
        </p:nvSpPr>
        <p:spPr>
          <a:xfrm>
            <a:off x="5848014" y="9580836"/>
            <a:ext cx="78828" cy="78828"/>
          </a:xfrm>
          <a:prstGeom prst="ellipse">
            <a:avLst/>
          </a:prstGeom>
          <a:solidFill>
            <a:srgbClr val="14161C">
              <a:alpha val="28000"/>
            </a:srgbClr>
          </a:solidFill>
          <a:ln/>
        </p:spPr>
      </p:sp>
      <p:sp>
        <p:nvSpPr>
          <p:cNvPr id="48" name="Shape 46"/>
          <p:cNvSpPr/>
          <p:nvPr/>
        </p:nvSpPr>
        <p:spPr>
          <a:xfrm>
            <a:off x="6005669" y="9580836"/>
            <a:ext cx="78828" cy="78828"/>
          </a:xfrm>
          <a:prstGeom prst="ellipse">
            <a:avLst/>
          </a:prstGeom>
          <a:solidFill>
            <a:srgbClr val="14161C">
              <a:alpha val="28000"/>
            </a:srgbClr>
          </a:solidFill>
          <a:ln/>
        </p:spPr>
      </p:sp>
      <p:sp>
        <p:nvSpPr>
          <p:cNvPr id="49" name="Shape 47"/>
          <p:cNvSpPr/>
          <p:nvPr/>
        </p:nvSpPr>
        <p:spPr>
          <a:xfrm>
            <a:off x="6163324" y="9580836"/>
            <a:ext cx="78828" cy="78828"/>
          </a:xfrm>
          <a:prstGeom prst="ellipse">
            <a:avLst/>
          </a:prstGeom>
          <a:solidFill>
            <a:srgbClr val="14161C">
              <a:alpha val="28000"/>
            </a:srgbClr>
          </a:solidFill>
          <a:ln/>
        </p:spPr>
      </p:sp>
      <p:sp>
        <p:nvSpPr>
          <p:cNvPr id="50" name="Shape 48"/>
          <p:cNvSpPr/>
          <p:nvPr/>
        </p:nvSpPr>
        <p:spPr>
          <a:xfrm>
            <a:off x="6320979" y="9580836"/>
            <a:ext cx="78828" cy="78828"/>
          </a:xfrm>
          <a:prstGeom prst="ellipse">
            <a:avLst/>
          </a:prstGeom>
          <a:solidFill>
            <a:srgbClr val="14161C">
              <a:alpha val="28000"/>
            </a:srgbClr>
          </a:solidFill>
          <a:ln/>
        </p:spPr>
      </p:sp>
      <p:sp>
        <p:nvSpPr>
          <p:cNvPr id="51" name="Shape 49"/>
          <p:cNvSpPr/>
          <p:nvPr/>
        </p:nvSpPr>
        <p:spPr>
          <a:xfrm>
            <a:off x="6478634" y="9580836"/>
            <a:ext cx="78828" cy="78828"/>
          </a:xfrm>
          <a:prstGeom prst="ellipse">
            <a:avLst/>
          </a:prstGeom>
          <a:solidFill>
            <a:srgbClr val="14161C">
              <a:alpha val="28000"/>
            </a:srgbClr>
          </a:solidFill>
          <a:ln/>
        </p:spPr>
      </p:sp>
      <p:sp>
        <p:nvSpPr>
          <p:cNvPr id="52" name="Shape 50"/>
          <p:cNvSpPr/>
          <p:nvPr/>
        </p:nvSpPr>
        <p:spPr>
          <a:xfrm>
            <a:off x="6636289" y="9580836"/>
            <a:ext cx="78828" cy="78828"/>
          </a:xfrm>
          <a:prstGeom prst="ellipse">
            <a:avLst/>
          </a:prstGeom>
          <a:solidFill>
            <a:srgbClr val="14161C">
              <a:alpha val="28000"/>
            </a:srgbClr>
          </a:solidFill>
          <a:ln/>
        </p:spPr>
      </p:sp>
      <p:sp>
        <p:nvSpPr>
          <p:cNvPr id="53" name="Shape 51"/>
          <p:cNvSpPr/>
          <p:nvPr/>
        </p:nvSpPr>
        <p:spPr>
          <a:xfrm>
            <a:off x="6793944" y="9580836"/>
            <a:ext cx="78828" cy="78828"/>
          </a:xfrm>
          <a:prstGeom prst="ellipse">
            <a:avLst/>
          </a:prstGeom>
          <a:solidFill>
            <a:srgbClr val="14161C">
              <a:alpha val="28000"/>
            </a:srgbClr>
          </a:solidFill>
          <a:ln/>
        </p:spPr>
      </p:sp>
      <p:sp>
        <p:nvSpPr>
          <p:cNvPr id="54" name="Shape 52"/>
          <p:cNvSpPr/>
          <p:nvPr/>
        </p:nvSpPr>
        <p:spPr>
          <a:xfrm>
            <a:off x="6951599" y="9580836"/>
            <a:ext cx="78828" cy="78828"/>
          </a:xfrm>
          <a:prstGeom prst="ellipse">
            <a:avLst/>
          </a:prstGeom>
          <a:solidFill>
            <a:srgbClr val="14161C">
              <a:alpha val="28000"/>
            </a:srgbClr>
          </a:solidFill>
          <a:ln/>
        </p:spPr>
      </p:sp>
      <p:sp>
        <p:nvSpPr>
          <p:cNvPr id="55" name="Shape 53"/>
          <p:cNvSpPr/>
          <p:nvPr/>
        </p:nvSpPr>
        <p:spPr>
          <a:xfrm>
            <a:off x="7109254" y="9580836"/>
            <a:ext cx="78828" cy="78828"/>
          </a:xfrm>
          <a:prstGeom prst="ellipse">
            <a:avLst/>
          </a:prstGeom>
          <a:solidFill>
            <a:srgbClr val="14161C">
              <a:alpha val="28000"/>
            </a:srgbClr>
          </a:solidFill>
          <a:ln/>
        </p:spPr>
      </p:sp>
      <p:sp>
        <p:nvSpPr>
          <p:cNvPr id="56" name="Shape 54"/>
          <p:cNvSpPr/>
          <p:nvPr/>
        </p:nvSpPr>
        <p:spPr>
          <a:xfrm>
            <a:off x="7266909" y="9580836"/>
            <a:ext cx="78828" cy="78828"/>
          </a:xfrm>
          <a:prstGeom prst="ellipse">
            <a:avLst/>
          </a:prstGeom>
          <a:solidFill>
            <a:srgbClr val="14161C">
              <a:alpha val="28000"/>
            </a:srgbClr>
          </a:solidFill>
          <a:ln/>
        </p:spPr>
      </p:sp>
      <p:sp>
        <p:nvSpPr>
          <p:cNvPr id="57" name="Shape 55"/>
          <p:cNvSpPr/>
          <p:nvPr/>
        </p:nvSpPr>
        <p:spPr>
          <a:xfrm>
            <a:off x="7424564" y="9580836"/>
            <a:ext cx="78828" cy="78828"/>
          </a:xfrm>
          <a:prstGeom prst="ellipse">
            <a:avLst/>
          </a:prstGeom>
          <a:solidFill>
            <a:srgbClr val="14161C">
              <a:alpha val="28000"/>
            </a:srgbClr>
          </a:solidFill>
          <a:ln/>
        </p:spPr>
      </p:sp>
      <p:sp>
        <p:nvSpPr>
          <p:cNvPr id="58" name="Shape 56"/>
          <p:cNvSpPr/>
          <p:nvPr/>
        </p:nvSpPr>
        <p:spPr>
          <a:xfrm>
            <a:off x="7582219" y="9580836"/>
            <a:ext cx="78828" cy="78828"/>
          </a:xfrm>
          <a:prstGeom prst="ellipse">
            <a:avLst/>
          </a:prstGeom>
          <a:solidFill>
            <a:srgbClr val="14161C">
              <a:alpha val="28000"/>
            </a:srgbClr>
          </a:solidFill>
          <a:ln/>
        </p:spPr>
      </p:sp>
      <p:sp>
        <p:nvSpPr>
          <p:cNvPr id="59" name="Shape 57"/>
          <p:cNvSpPr/>
          <p:nvPr/>
        </p:nvSpPr>
        <p:spPr>
          <a:xfrm>
            <a:off x="7739874" y="9580836"/>
            <a:ext cx="78828" cy="78828"/>
          </a:xfrm>
          <a:prstGeom prst="ellipse">
            <a:avLst/>
          </a:prstGeom>
          <a:solidFill>
            <a:srgbClr val="14161C">
              <a:alpha val="28000"/>
            </a:srgbClr>
          </a:solidFill>
          <a:ln/>
        </p:spPr>
      </p:sp>
      <p:sp>
        <p:nvSpPr>
          <p:cNvPr id="60" name="Shape 58"/>
          <p:cNvSpPr/>
          <p:nvPr/>
        </p:nvSpPr>
        <p:spPr>
          <a:xfrm>
            <a:off x="7897529" y="9580836"/>
            <a:ext cx="78828" cy="78828"/>
          </a:xfrm>
          <a:prstGeom prst="ellipse">
            <a:avLst/>
          </a:prstGeom>
          <a:solidFill>
            <a:srgbClr val="14161C">
              <a:alpha val="28000"/>
            </a:srgbClr>
          </a:solidFill>
          <a:ln/>
        </p:spPr>
      </p:sp>
      <p:sp>
        <p:nvSpPr>
          <p:cNvPr id="61" name="Shape 59"/>
          <p:cNvSpPr/>
          <p:nvPr/>
        </p:nvSpPr>
        <p:spPr>
          <a:xfrm>
            <a:off x="8055184" y="9580836"/>
            <a:ext cx="78828" cy="78828"/>
          </a:xfrm>
          <a:prstGeom prst="ellipse">
            <a:avLst/>
          </a:prstGeom>
          <a:solidFill>
            <a:srgbClr val="14161C">
              <a:alpha val="28000"/>
            </a:srgbClr>
          </a:solidFill>
          <a:ln/>
        </p:spPr>
      </p:sp>
      <p:sp>
        <p:nvSpPr>
          <p:cNvPr id="62" name="Shape 60"/>
          <p:cNvSpPr/>
          <p:nvPr/>
        </p:nvSpPr>
        <p:spPr>
          <a:xfrm>
            <a:off x="8212839" y="9580836"/>
            <a:ext cx="78828" cy="78828"/>
          </a:xfrm>
          <a:prstGeom prst="ellipse">
            <a:avLst/>
          </a:prstGeom>
          <a:solidFill>
            <a:srgbClr val="14161C">
              <a:alpha val="28000"/>
            </a:srgbClr>
          </a:solidFill>
          <a:ln/>
        </p:spPr>
      </p:sp>
      <p:sp>
        <p:nvSpPr>
          <p:cNvPr id="63" name="Shape 61"/>
          <p:cNvSpPr/>
          <p:nvPr/>
        </p:nvSpPr>
        <p:spPr>
          <a:xfrm>
            <a:off x="8370494" y="9580836"/>
            <a:ext cx="78828" cy="78828"/>
          </a:xfrm>
          <a:prstGeom prst="ellipse">
            <a:avLst/>
          </a:prstGeom>
          <a:solidFill>
            <a:srgbClr val="14161C">
              <a:alpha val="28000"/>
            </a:srgbClr>
          </a:solidFill>
          <a:ln/>
        </p:spPr>
      </p:sp>
      <p:sp>
        <p:nvSpPr>
          <p:cNvPr id="64" name="Shape 62"/>
          <p:cNvSpPr/>
          <p:nvPr/>
        </p:nvSpPr>
        <p:spPr>
          <a:xfrm>
            <a:off x="8528148" y="9580836"/>
            <a:ext cx="78828" cy="78828"/>
          </a:xfrm>
          <a:prstGeom prst="ellipse">
            <a:avLst/>
          </a:prstGeom>
          <a:solidFill>
            <a:srgbClr val="14161C">
              <a:alpha val="28000"/>
            </a:srgbClr>
          </a:solidFill>
          <a:ln/>
        </p:spPr>
      </p:sp>
      <p:sp>
        <p:nvSpPr>
          <p:cNvPr id="65" name="Shape 63"/>
          <p:cNvSpPr/>
          <p:nvPr/>
        </p:nvSpPr>
        <p:spPr>
          <a:xfrm>
            <a:off x="8685803" y="9580836"/>
            <a:ext cx="78828" cy="78828"/>
          </a:xfrm>
          <a:prstGeom prst="ellipse">
            <a:avLst/>
          </a:prstGeom>
          <a:solidFill>
            <a:srgbClr val="14161C">
              <a:alpha val="28000"/>
            </a:srgbClr>
          </a:solidFill>
          <a:ln/>
        </p:spPr>
      </p:sp>
      <p:sp>
        <p:nvSpPr>
          <p:cNvPr id="66" name="Shape 64"/>
          <p:cNvSpPr/>
          <p:nvPr/>
        </p:nvSpPr>
        <p:spPr>
          <a:xfrm>
            <a:off x="8843458" y="9580836"/>
            <a:ext cx="78828" cy="78828"/>
          </a:xfrm>
          <a:prstGeom prst="ellipse">
            <a:avLst/>
          </a:prstGeom>
          <a:solidFill>
            <a:srgbClr val="14161C">
              <a:alpha val="28000"/>
            </a:srgbClr>
          </a:solidFill>
          <a:ln/>
        </p:spPr>
      </p:sp>
      <p:sp>
        <p:nvSpPr>
          <p:cNvPr id="67" name="Shape 65"/>
          <p:cNvSpPr/>
          <p:nvPr/>
        </p:nvSpPr>
        <p:spPr>
          <a:xfrm>
            <a:off x="9001113" y="9580836"/>
            <a:ext cx="78828" cy="78828"/>
          </a:xfrm>
          <a:prstGeom prst="ellipse">
            <a:avLst/>
          </a:prstGeom>
          <a:solidFill>
            <a:srgbClr val="14161C">
              <a:alpha val="28000"/>
            </a:srgbClr>
          </a:solidFill>
          <a:ln/>
        </p:spPr>
      </p:sp>
      <p:sp>
        <p:nvSpPr>
          <p:cNvPr id="68" name="Shape 66"/>
          <p:cNvSpPr/>
          <p:nvPr/>
        </p:nvSpPr>
        <p:spPr>
          <a:xfrm>
            <a:off x="9158768" y="9580836"/>
            <a:ext cx="78828" cy="78828"/>
          </a:xfrm>
          <a:prstGeom prst="ellipse">
            <a:avLst/>
          </a:prstGeom>
          <a:solidFill>
            <a:srgbClr val="14161C">
              <a:alpha val="28000"/>
            </a:srgbClr>
          </a:solidFill>
          <a:ln/>
        </p:spPr>
      </p:sp>
      <p:sp>
        <p:nvSpPr>
          <p:cNvPr id="69" name="Shape 67"/>
          <p:cNvSpPr/>
          <p:nvPr/>
        </p:nvSpPr>
        <p:spPr>
          <a:xfrm>
            <a:off x="9316423" y="9580836"/>
            <a:ext cx="78828" cy="78828"/>
          </a:xfrm>
          <a:prstGeom prst="ellipse">
            <a:avLst/>
          </a:prstGeom>
          <a:solidFill>
            <a:srgbClr val="14161C">
              <a:alpha val="28000"/>
            </a:srgbClr>
          </a:solidFill>
          <a:ln/>
        </p:spPr>
      </p:sp>
      <p:sp>
        <p:nvSpPr>
          <p:cNvPr id="70" name="Shape 68"/>
          <p:cNvSpPr/>
          <p:nvPr/>
        </p:nvSpPr>
        <p:spPr>
          <a:xfrm>
            <a:off x="9474078" y="9580836"/>
            <a:ext cx="78828" cy="78828"/>
          </a:xfrm>
          <a:prstGeom prst="ellipse">
            <a:avLst/>
          </a:prstGeom>
          <a:solidFill>
            <a:srgbClr val="14161C">
              <a:alpha val="28000"/>
            </a:srgbClr>
          </a:solidFill>
          <a:ln/>
        </p:spPr>
      </p:sp>
      <p:sp>
        <p:nvSpPr>
          <p:cNvPr id="71" name="Shape 69"/>
          <p:cNvSpPr/>
          <p:nvPr/>
        </p:nvSpPr>
        <p:spPr>
          <a:xfrm>
            <a:off x="9631733" y="9580836"/>
            <a:ext cx="78828" cy="78828"/>
          </a:xfrm>
          <a:prstGeom prst="ellipse">
            <a:avLst/>
          </a:prstGeom>
          <a:solidFill>
            <a:srgbClr val="14161C">
              <a:alpha val="28000"/>
            </a:srgbClr>
          </a:solidFill>
          <a:ln/>
        </p:spPr>
      </p:sp>
      <p:sp>
        <p:nvSpPr>
          <p:cNvPr id="72" name="Shape 70"/>
          <p:cNvSpPr/>
          <p:nvPr/>
        </p:nvSpPr>
        <p:spPr>
          <a:xfrm>
            <a:off x="9789388" y="9580836"/>
            <a:ext cx="78828" cy="78828"/>
          </a:xfrm>
          <a:prstGeom prst="ellipse">
            <a:avLst/>
          </a:prstGeom>
          <a:solidFill>
            <a:srgbClr val="14161C">
              <a:alpha val="28000"/>
            </a:srgbClr>
          </a:solidFill>
          <a:ln/>
        </p:spPr>
      </p:sp>
      <p:sp>
        <p:nvSpPr>
          <p:cNvPr id="73" name="Shape 71"/>
          <p:cNvSpPr/>
          <p:nvPr/>
        </p:nvSpPr>
        <p:spPr>
          <a:xfrm>
            <a:off x="9947043" y="9580836"/>
            <a:ext cx="78828" cy="78828"/>
          </a:xfrm>
          <a:prstGeom prst="ellipse">
            <a:avLst/>
          </a:prstGeom>
          <a:solidFill>
            <a:srgbClr val="14161C">
              <a:alpha val="28000"/>
            </a:srgbClr>
          </a:solidFill>
          <a:ln/>
        </p:spPr>
      </p:sp>
      <p:sp>
        <p:nvSpPr>
          <p:cNvPr id="74" name="Text 72"/>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22/58</a:t>
            </a:r>
            <a:endParaRPr lang="en-US" sz="1800" dirty="0"/>
          </a:p>
        </p:txBody>
      </p:sp>
      <p:sp>
        <p:nvSpPr>
          <p:cNvPr id="75" name="Shape 73"/>
          <p:cNvSpPr/>
          <p:nvPr/>
        </p:nvSpPr>
        <p:spPr>
          <a:xfrm>
            <a:off x="15983712" y="9076331"/>
            <a:ext cx="1645920" cy="552301"/>
          </a:xfrm>
          <a:prstGeom prst="roundRect">
            <a:avLst>
              <a:gd name="adj" fmla="val 28000"/>
            </a:avLst>
          </a:prstGeom>
          <a:solidFill>
            <a:srgbClr val="FFFFFF">
              <a:alpha val="82000"/>
            </a:srgbClr>
          </a:solidFill>
          <a:ln/>
        </p:spPr>
      </p:sp>
      <p:pic>
        <p:nvPicPr>
          <p:cNvPr id="76" name="Moda image moda-export-watermark-7a3ea6d6-0069-4493-9b22-e44cf06d229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ガス約150°Cでの</a:t>
            </a:r>
            <a:r>
              <a:rPr lang="en-US" sz="5700" dirty="0" spc="0" kern="0">
                <a:solidFill>
                  <a:srgbClr val="F3EEE3"/>
                </a:solidFill>
                <a:latin typeface="Noto Sans JP ExtraBold" pitchFamily="34" charset="0"/>
                <a:ea typeface="Noto Sans JP ExtraBold" pitchFamily="34" charset="-122"/>
                <a:cs typeface="Noto Sans JP ExtraBold" pitchFamily="34" charset="-120"/>
              </a:rPr>
              <a:t> 尿素堆積物</a:t>
            </a:r>
            <a:endParaRPr lang="en-US" sz="5700" dirty="0"/>
          </a:p>
        </p:txBody>
      </p:sp>
      <p:sp>
        <p:nvSpPr>
          <p:cNvPr id="3" name="Text 1"/>
          <p:cNvSpPr/>
          <p:nvPr/>
        </p:nvSpPr>
        <p:spPr>
          <a:xfrm>
            <a:off x="914400" y="2476500"/>
            <a:ext cx="16459200" cy="3429000"/>
          </a:xfrm>
          <a:prstGeom prst="rect">
            <a:avLst/>
          </a:prstGeom>
          <a:noFill/>
          <a:ln/>
        </p:spPr>
        <p:txBody>
          <a:bodyPr wrap="square" lIns="0" tIns="499131" rIns="0" bIns="-499131" rtlCol="0" anchor="ctr"/>
          <a:lstStyle/>
          <a:p>
            <a:pPr algn="l" indent="0" marL="0">
              <a:lnSpc>
                <a:spcPts val="22500"/>
              </a:lnSpc>
              <a:buNone/>
            </a:pPr>
            <a:r>
              <a:rPr lang="en-US" sz="22500" dirty="0" spc="3" kern="0">
                <a:solidFill>
                  <a:srgbClr val="3DD6A0"/>
                </a:solidFill>
                <a:latin typeface="Noto Sans JP ExtraBold" pitchFamily="34" charset="0"/>
                <a:ea typeface="Noto Sans JP ExtraBold" pitchFamily="34" charset="-122"/>
                <a:cs typeface="Noto Sans JP ExtraBold" pitchFamily="34" charset="-120"/>
              </a:rPr>
              <a:t>96.6%</a:t>
            </a:r>
            <a:endParaRPr lang="en-US" sz="22500" dirty="0"/>
          </a:p>
        </p:txBody>
      </p:sp>
      <p:sp>
        <p:nvSpPr>
          <p:cNvPr id="4" name="Text 2"/>
          <p:cNvSpPr/>
          <p:nvPr/>
        </p:nvSpPr>
        <p:spPr>
          <a:xfrm>
            <a:off x="914400" y="6096000"/>
            <a:ext cx="16459200" cy="1238250"/>
          </a:xfrm>
          <a:prstGeom prst="rect">
            <a:avLst/>
          </a:prstGeom>
          <a:noFill/>
          <a:ln/>
        </p:spPr>
        <p:txBody>
          <a:bodyPr wrap="square" lIns="0" tIns="41773" rIns="0" bIns="-41773" rtlCol="0" anchor="t"/>
          <a:lstStyle/>
          <a:p>
            <a:pPr algn="l" indent="0" marL="0">
              <a:lnSpc>
                <a:spcPts val="3795"/>
              </a:lnSpc>
              <a:buNone/>
            </a:pPr>
            <a:r>
              <a:rPr lang="en-US" sz="3300" dirty="0" spc="0" kern="0">
                <a:solidFill>
                  <a:srgbClr val="F3EEE3"/>
                </a:solidFill>
                <a:latin typeface="Noto Sans JP SemiBold" pitchFamily="34" charset="0"/>
                <a:ea typeface="Noto Sans JP SemiBold" pitchFamily="34" charset="-122"/>
                <a:cs typeface="Noto Sans JP SemiBold" pitchFamily="34" charset="-120"/>
              </a:rPr>
              <a:t>FVV試験の</a:t>
            </a:r>
            <a:r>
              <a:rPr lang="en-US" sz="3300" dirty="0" spc="-1" kern="0">
                <a:solidFill>
                  <a:srgbClr val="F3EEE3"/>
                </a:solidFill>
                <a:latin typeface="Noto Sans JP SemiBold" pitchFamily="34" charset="0"/>
                <a:ea typeface="Noto Sans JP SemiBold" pitchFamily="34" charset="-122"/>
                <a:cs typeface="Noto Sans JP SemiBold" pitchFamily="34" charset="-120"/>
              </a:rPr>
              <a:t> 最大の 堆積物に 含まれる 尿素の 割合。</a:t>
            </a:r>
            <a:r>
              <a:rPr lang="en-US" sz="3300" dirty="0" spc="0" kern="0">
                <a:solidFill>
                  <a:srgbClr val="F3EEE3"/>
                </a:solidFill>
                <a:latin typeface="Noto Sans JP SemiBold" pitchFamily="34" charset="0"/>
                <a:ea typeface="Noto Sans JP SemiBold" pitchFamily="34" charset="-122"/>
                <a:cs typeface="Noto Sans JP SemiBold" pitchFamily="34" charset="-120"/>
              </a:rPr>
              <a:t> ガス約150°C[S4]</a:t>
            </a:r>
            <a:endParaRPr lang="en-US" sz="3300" dirty="0"/>
          </a:p>
        </p:txBody>
      </p:sp>
      <p:sp>
        <p:nvSpPr>
          <p:cNvPr id="5" name="Text 3"/>
          <p:cNvSpPr/>
          <p:nvPr/>
        </p:nvSpPr>
        <p:spPr>
          <a:xfrm>
            <a:off x="914400" y="7429500"/>
            <a:ext cx="16459200" cy="1238250"/>
          </a:xfrm>
          <a:prstGeom prst="rect">
            <a:avLst/>
          </a:prstGeom>
          <a:noFill/>
          <a:ln/>
        </p:spPr>
        <p:txBody>
          <a:bodyPr wrap="square" lIns="0" tIns="41773" rIns="0" bIns="-41773" rtlCol="0" anchor="t"/>
          <a:lstStyle/>
          <a:p>
            <a:pPr algn="l" indent="0" marL="0">
              <a:lnSpc>
                <a:spcPts val="3795"/>
              </a:lnSpc>
              <a:buNone/>
            </a:pPr>
            <a:r>
              <a:rPr lang="en-US" sz="3300" dirty="0" spc="0" kern="0">
                <a:solidFill>
                  <a:srgbClr val="F3EEE3"/>
                </a:solidFill>
                <a:latin typeface="Noto Sans JP SemiBold" pitchFamily="34" charset="0"/>
                <a:ea typeface="Noto Sans JP SemiBold" pitchFamily="34" charset="-122"/>
                <a:cs typeface="Noto Sans JP SemiBold" pitchFamily="34" charset="-120"/>
              </a:rPr>
              <a:t>AdBlueは 通常180°C未満では 噴射されない。ただし</a:t>
            </a:r>
            <a:r>
              <a:rPr lang="en-US" sz="3300" dirty="0" spc="-2" kern="0">
                <a:solidFill>
                  <a:srgbClr val="F3EEE3"/>
                </a:solidFill>
                <a:latin typeface="Noto Sans JP SemiBold" pitchFamily="34" charset="0"/>
                <a:ea typeface="Noto Sans JP SemiBold" pitchFamily="34" charset="-122"/>
                <a:cs typeface="Noto Sans JP SemiBold" pitchFamily="34" charset="-120"/>
              </a:rPr>
              <a:t> 始動時と</a:t>
            </a:r>
            <a:r>
              <a:rPr lang="en-US" sz="3300" dirty="0" spc="-1" kern="0">
                <a:solidFill>
                  <a:srgbClr val="F3EEE3"/>
                </a:solidFill>
                <a:latin typeface="Noto Sans JP SemiBold" pitchFamily="34" charset="0"/>
                <a:ea typeface="Noto Sans JP SemiBold" pitchFamily="34" charset="-122"/>
                <a:cs typeface="Noto Sans JP SemiBold" pitchFamily="34" charset="-120"/>
              </a:rPr>
              <a:t> 停止時には リスクがある[S4]</a:t>
            </a:r>
            <a:endParaRPr lang="en-US" sz="3300" dirty="0"/>
          </a:p>
        </p:txBody>
      </p:sp>
      <p:sp>
        <p:nvSpPr>
          <p:cNvPr id="6" name="Text 4"/>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[S4]</a:t>
            </a:r>
            <a:endParaRPr lang="en-US" sz="1800" dirty="0"/>
          </a:p>
        </p:txBody>
      </p:sp>
      <p:sp>
        <p:nvSpPr>
          <p:cNvPr id="7" name="Shape 5"/>
          <p:cNvSpPr/>
          <p:nvPr/>
        </p:nvSpPr>
        <p:spPr>
          <a:xfrm>
            <a:off x="960711" y="9580836"/>
            <a:ext cx="78828" cy="78828"/>
          </a:xfrm>
          <a:prstGeom prst="ellipse">
            <a:avLst/>
          </a:prstGeom>
          <a:solidFill>
            <a:srgbClr val="F3EEE3">
              <a:alpha val="28000"/>
            </a:srgbClr>
          </a:solidFill>
          <a:ln/>
        </p:spPr>
      </p:sp>
      <p:sp>
        <p:nvSpPr>
          <p:cNvPr id="8" name="Shape 6"/>
          <p:cNvSpPr/>
          <p:nvPr/>
        </p:nvSpPr>
        <p:spPr>
          <a:xfrm>
            <a:off x="1118366" y="9580836"/>
            <a:ext cx="78828" cy="78828"/>
          </a:xfrm>
          <a:prstGeom prst="ellipse">
            <a:avLst/>
          </a:prstGeom>
          <a:solidFill>
            <a:srgbClr val="F3EEE3">
              <a:alpha val="28000"/>
            </a:srgbClr>
          </a:solidFill>
          <a:ln/>
        </p:spPr>
      </p:sp>
      <p:sp>
        <p:nvSpPr>
          <p:cNvPr id="9" name="Shape 7"/>
          <p:cNvSpPr/>
          <p:nvPr/>
        </p:nvSpPr>
        <p:spPr>
          <a:xfrm>
            <a:off x="1276021" y="9580836"/>
            <a:ext cx="78828" cy="78828"/>
          </a:xfrm>
          <a:prstGeom prst="ellipse">
            <a:avLst/>
          </a:prstGeom>
          <a:solidFill>
            <a:srgbClr val="F3EEE3">
              <a:alpha val="28000"/>
            </a:srgbClr>
          </a:solidFill>
          <a:ln/>
        </p:spPr>
      </p:sp>
      <p:sp>
        <p:nvSpPr>
          <p:cNvPr id="10" name="Shape 8"/>
          <p:cNvSpPr/>
          <p:nvPr/>
        </p:nvSpPr>
        <p:spPr>
          <a:xfrm>
            <a:off x="1433676" y="9580836"/>
            <a:ext cx="78828" cy="78828"/>
          </a:xfrm>
          <a:prstGeom prst="ellipse">
            <a:avLst/>
          </a:prstGeom>
          <a:solidFill>
            <a:srgbClr val="F3EEE3">
              <a:alpha val="28000"/>
            </a:srgbClr>
          </a:solidFill>
          <a:ln/>
        </p:spPr>
      </p:sp>
      <p:sp>
        <p:nvSpPr>
          <p:cNvPr id="11" name="Shape 9"/>
          <p:cNvSpPr/>
          <p:nvPr/>
        </p:nvSpPr>
        <p:spPr>
          <a:xfrm>
            <a:off x="1591331" y="9580836"/>
            <a:ext cx="78828" cy="78828"/>
          </a:xfrm>
          <a:prstGeom prst="ellipse">
            <a:avLst/>
          </a:prstGeom>
          <a:solidFill>
            <a:srgbClr val="F3EEE3">
              <a:alpha val="28000"/>
            </a:srgbClr>
          </a:solidFill>
          <a:ln/>
        </p:spPr>
      </p:sp>
      <p:sp>
        <p:nvSpPr>
          <p:cNvPr id="12" name="Shape 10"/>
          <p:cNvSpPr/>
          <p:nvPr/>
        </p:nvSpPr>
        <p:spPr>
          <a:xfrm>
            <a:off x="1748986" y="9580836"/>
            <a:ext cx="78828" cy="78828"/>
          </a:xfrm>
          <a:prstGeom prst="ellipse">
            <a:avLst/>
          </a:prstGeom>
          <a:solidFill>
            <a:srgbClr val="F3EEE3">
              <a:alpha val="28000"/>
            </a:srgbClr>
          </a:solidFill>
          <a:ln/>
        </p:spPr>
      </p:sp>
      <p:sp>
        <p:nvSpPr>
          <p:cNvPr id="13" name="Shape 11"/>
          <p:cNvSpPr/>
          <p:nvPr/>
        </p:nvSpPr>
        <p:spPr>
          <a:xfrm>
            <a:off x="1906641" y="9580836"/>
            <a:ext cx="78828" cy="78828"/>
          </a:xfrm>
          <a:prstGeom prst="ellipse">
            <a:avLst/>
          </a:prstGeom>
          <a:solidFill>
            <a:srgbClr val="F3EEE3">
              <a:alpha val="28000"/>
            </a:srgbClr>
          </a:solidFill>
          <a:ln/>
        </p:spPr>
      </p:sp>
      <p:sp>
        <p:nvSpPr>
          <p:cNvPr id="14" name="Shape 12"/>
          <p:cNvSpPr/>
          <p:nvPr/>
        </p:nvSpPr>
        <p:spPr>
          <a:xfrm>
            <a:off x="2064296" y="9580836"/>
            <a:ext cx="78828" cy="78828"/>
          </a:xfrm>
          <a:prstGeom prst="ellipse">
            <a:avLst/>
          </a:prstGeom>
          <a:solidFill>
            <a:srgbClr val="F3EEE3">
              <a:alpha val="28000"/>
            </a:srgbClr>
          </a:solidFill>
          <a:ln/>
        </p:spPr>
      </p:sp>
      <p:sp>
        <p:nvSpPr>
          <p:cNvPr id="15" name="Shape 13"/>
          <p:cNvSpPr/>
          <p:nvPr/>
        </p:nvSpPr>
        <p:spPr>
          <a:xfrm>
            <a:off x="2221951" y="9580836"/>
            <a:ext cx="78828" cy="78828"/>
          </a:xfrm>
          <a:prstGeom prst="ellipse">
            <a:avLst/>
          </a:prstGeom>
          <a:solidFill>
            <a:srgbClr val="F3EEE3">
              <a:alpha val="28000"/>
            </a:srgbClr>
          </a:solidFill>
          <a:ln/>
        </p:spPr>
      </p:sp>
      <p:sp>
        <p:nvSpPr>
          <p:cNvPr id="16" name="Shape 14"/>
          <p:cNvSpPr/>
          <p:nvPr/>
        </p:nvSpPr>
        <p:spPr>
          <a:xfrm>
            <a:off x="2379606" y="9580836"/>
            <a:ext cx="78828" cy="78828"/>
          </a:xfrm>
          <a:prstGeom prst="ellipse">
            <a:avLst/>
          </a:prstGeom>
          <a:solidFill>
            <a:srgbClr val="F3EEE3">
              <a:alpha val="28000"/>
            </a:srgbClr>
          </a:solidFill>
          <a:ln/>
        </p:spPr>
      </p:sp>
      <p:sp>
        <p:nvSpPr>
          <p:cNvPr id="17" name="Shape 15"/>
          <p:cNvSpPr/>
          <p:nvPr/>
        </p:nvSpPr>
        <p:spPr>
          <a:xfrm>
            <a:off x="2537261" y="9580836"/>
            <a:ext cx="78828" cy="78828"/>
          </a:xfrm>
          <a:prstGeom prst="ellipse">
            <a:avLst/>
          </a:prstGeom>
          <a:solidFill>
            <a:srgbClr val="F3EEE3">
              <a:alpha val="28000"/>
            </a:srgbClr>
          </a:solidFill>
          <a:ln/>
        </p:spPr>
      </p:sp>
      <p:sp>
        <p:nvSpPr>
          <p:cNvPr id="18" name="Shape 16"/>
          <p:cNvSpPr/>
          <p:nvPr/>
        </p:nvSpPr>
        <p:spPr>
          <a:xfrm>
            <a:off x="2694916" y="9580836"/>
            <a:ext cx="78828" cy="78828"/>
          </a:xfrm>
          <a:prstGeom prst="ellipse">
            <a:avLst/>
          </a:prstGeom>
          <a:solidFill>
            <a:srgbClr val="F3EEE3">
              <a:alpha val="28000"/>
            </a:srgbClr>
          </a:solidFill>
          <a:ln/>
        </p:spPr>
      </p:sp>
      <p:sp>
        <p:nvSpPr>
          <p:cNvPr id="19" name="Shape 17"/>
          <p:cNvSpPr/>
          <p:nvPr/>
        </p:nvSpPr>
        <p:spPr>
          <a:xfrm>
            <a:off x="2852571" y="9580836"/>
            <a:ext cx="78828" cy="78828"/>
          </a:xfrm>
          <a:prstGeom prst="ellipse">
            <a:avLst/>
          </a:prstGeom>
          <a:solidFill>
            <a:srgbClr val="F3EEE3">
              <a:alpha val="28000"/>
            </a:srgbClr>
          </a:solidFill>
          <a:ln/>
        </p:spPr>
      </p:sp>
      <p:sp>
        <p:nvSpPr>
          <p:cNvPr id="20" name="Shape 18"/>
          <p:cNvSpPr/>
          <p:nvPr/>
        </p:nvSpPr>
        <p:spPr>
          <a:xfrm>
            <a:off x="3010225" y="9580836"/>
            <a:ext cx="78828" cy="78828"/>
          </a:xfrm>
          <a:prstGeom prst="ellipse">
            <a:avLst/>
          </a:prstGeom>
          <a:solidFill>
            <a:srgbClr val="F3EEE3">
              <a:alpha val="28000"/>
            </a:srgbClr>
          </a:solidFill>
          <a:ln/>
        </p:spPr>
      </p:sp>
      <p:sp>
        <p:nvSpPr>
          <p:cNvPr id="21" name="Shape 19"/>
          <p:cNvSpPr/>
          <p:nvPr/>
        </p:nvSpPr>
        <p:spPr>
          <a:xfrm>
            <a:off x="3167880" y="9580836"/>
            <a:ext cx="78828" cy="78828"/>
          </a:xfrm>
          <a:prstGeom prst="ellipse">
            <a:avLst/>
          </a:prstGeom>
          <a:solidFill>
            <a:srgbClr val="F3EEE3">
              <a:alpha val="28000"/>
            </a:srgbClr>
          </a:solidFill>
          <a:ln/>
        </p:spPr>
      </p:sp>
      <p:sp>
        <p:nvSpPr>
          <p:cNvPr id="22" name="Shape 20"/>
          <p:cNvSpPr/>
          <p:nvPr/>
        </p:nvSpPr>
        <p:spPr>
          <a:xfrm>
            <a:off x="3325535" y="9580836"/>
            <a:ext cx="78828" cy="78828"/>
          </a:xfrm>
          <a:prstGeom prst="ellipse">
            <a:avLst/>
          </a:prstGeom>
          <a:solidFill>
            <a:srgbClr val="F3EEE3">
              <a:alpha val="28000"/>
            </a:srgbClr>
          </a:solidFill>
          <a:ln/>
        </p:spPr>
      </p:sp>
      <p:sp>
        <p:nvSpPr>
          <p:cNvPr id="23" name="Shape 21"/>
          <p:cNvSpPr/>
          <p:nvPr/>
        </p:nvSpPr>
        <p:spPr>
          <a:xfrm>
            <a:off x="3483190" y="9580836"/>
            <a:ext cx="78828" cy="78828"/>
          </a:xfrm>
          <a:prstGeom prst="ellipse">
            <a:avLst/>
          </a:prstGeom>
          <a:solidFill>
            <a:srgbClr val="F3EEE3">
              <a:alpha val="28000"/>
            </a:srgbClr>
          </a:solidFill>
          <a:ln/>
        </p:spPr>
      </p:sp>
      <p:sp>
        <p:nvSpPr>
          <p:cNvPr id="24" name="Shape 22"/>
          <p:cNvSpPr/>
          <p:nvPr/>
        </p:nvSpPr>
        <p:spPr>
          <a:xfrm>
            <a:off x="3640845" y="9580836"/>
            <a:ext cx="78828" cy="78828"/>
          </a:xfrm>
          <a:prstGeom prst="ellipse">
            <a:avLst/>
          </a:prstGeom>
          <a:solidFill>
            <a:srgbClr val="F3EEE3">
              <a:alpha val="28000"/>
            </a:srgbClr>
          </a:solidFill>
          <a:ln/>
        </p:spPr>
      </p:sp>
      <p:sp>
        <p:nvSpPr>
          <p:cNvPr id="25" name="Shape 23"/>
          <p:cNvSpPr/>
          <p:nvPr/>
        </p:nvSpPr>
        <p:spPr>
          <a:xfrm>
            <a:off x="3798500" y="9580836"/>
            <a:ext cx="78828" cy="78828"/>
          </a:xfrm>
          <a:prstGeom prst="ellipse">
            <a:avLst/>
          </a:prstGeom>
          <a:solidFill>
            <a:srgbClr val="F3EEE3">
              <a:alpha val="28000"/>
            </a:srgbClr>
          </a:solidFill>
          <a:ln/>
        </p:spPr>
      </p:sp>
      <p:sp>
        <p:nvSpPr>
          <p:cNvPr id="26" name="Shape 24"/>
          <p:cNvSpPr/>
          <p:nvPr/>
        </p:nvSpPr>
        <p:spPr>
          <a:xfrm>
            <a:off x="3956155" y="9580836"/>
            <a:ext cx="78828" cy="78828"/>
          </a:xfrm>
          <a:prstGeom prst="ellipse">
            <a:avLst/>
          </a:prstGeom>
          <a:solidFill>
            <a:srgbClr val="F3EEE3">
              <a:alpha val="28000"/>
            </a:srgbClr>
          </a:solidFill>
          <a:ln/>
        </p:spPr>
      </p:sp>
      <p:sp>
        <p:nvSpPr>
          <p:cNvPr id="27" name="Shape 25"/>
          <p:cNvSpPr/>
          <p:nvPr/>
        </p:nvSpPr>
        <p:spPr>
          <a:xfrm>
            <a:off x="4113810" y="9580836"/>
            <a:ext cx="78828" cy="78828"/>
          </a:xfrm>
          <a:prstGeom prst="ellipse">
            <a:avLst/>
          </a:prstGeom>
          <a:solidFill>
            <a:srgbClr val="F3EEE3">
              <a:alpha val="28000"/>
            </a:srgbClr>
          </a:solidFill>
          <a:ln/>
        </p:spPr>
      </p:sp>
      <p:sp>
        <p:nvSpPr>
          <p:cNvPr id="28" name="Shape 26"/>
          <p:cNvSpPr/>
          <p:nvPr/>
        </p:nvSpPr>
        <p:spPr>
          <a:xfrm>
            <a:off x="4271465" y="9580836"/>
            <a:ext cx="78828" cy="78828"/>
          </a:xfrm>
          <a:prstGeom prst="ellipse">
            <a:avLst/>
          </a:prstGeom>
          <a:solidFill>
            <a:srgbClr val="F3EEE3">
              <a:alpha val="28000"/>
            </a:srgbClr>
          </a:solidFill>
          <a:ln/>
        </p:spPr>
      </p:sp>
      <p:sp>
        <p:nvSpPr>
          <p:cNvPr id="29" name="Shape 27"/>
          <p:cNvSpPr/>
          <p:nvPr/>
        </p:nvSpPr>
        <p:spPr>
          <a:xfrm>
            <a:off x="4415982" y="9567698"/>
            <a:ext cx="105103" cy="105103"/>
          </a:xfrm>
          <a:prstGeom prst="ellipse">
            <a:avLst/>
          </a:prstGeom>
          <a:solidFill>
            <a:srgbClr val="FF6A4D"/>
          </a:solidFill>
          <a:ln/>
        </p:spPr>
      </p:sp>
      <p:sp>
        <p:nvSpPr>
          <p:cNvPr id="30" name="Shape 28"/>
          <p:cNvSpPr/>
          <p:nvPr/>
        </p:nvSpPr>
        <p:spPr>
          <a:xfrm>
            <a:off x="4586775" y="9580836"/>
            <a:ext cx="78828" cy="78828"/>
          </a:xfrm>
          <a:prstGeom prst="ellipse">
            <a:avLst/>
          </a:prstGeom>
          <a:solidFill>
            <a:srgbClr val="F3EEE3">
              <a:alpha val="28000"/>
            </a:srgbClr>
          </a:solidFill>
          <a:ln/>
        </p:spPr>
      </p:sp>
      <p:sp>
        <p:nvSpPr>
          <p:cNvPr id="31" name="Shape 29"/>
          <p:cNvSpPr/>
          <p:nvPr/>
        </p:nvSpPr>
        <p:spPr>
          <a:xfrm>
            <a:off x="4744430" y="9580836"/>
            <a:ext cx="78828" cy="78828"/>
          </a:xfrm>
          <a:prstGeom prst="ellipse">
            <a:avLst/>
          </a:prstGeom>
          <a:solidFill>
            <a:srgbClr val="F3EEE3">
              <a:alpha val="28000"/>
            </a:srgbClr>
          </a:solidFill>
          <a:ln/>
        </p:spPr>
      </p:sp>
      <p:sp>
        <p:nvSpPr>
          <p:cNvPr id="32" name="Shape 30"/>
          <p:cNvSpPr/>
          <p:nvPr/>
        </p:nvSpPr>
        <p:spPr>
          <a:xfrm>
            <a:off x="4902085" y="9580836"/>
            <a:ext cx="78828" cy="78828"/>
          </a:xfrm>
          <a:prstGeom prst="ellipse">
            <a:avLst/>
          </a:prstGeom>
          <a:solidFill>
            <a:srgbClr val="F3EEE3">
              <a:alpha val="28000"/>
            </a:srgbClr>
          </a:solidFill>
          <a:ln/>
        </p:spPr>
      </p:sp>
      <p:sp>
        <p:nvSpPr>
          <p:cNvPr id="33" name="Shape 31"/>
          <p:cNvSpPr/>
          <p:nvPr/>
        </p:nvSpPr>
        <p:spPr>
          <a:xfrm>
            <a:off x="5059740" y="9580836"/>
            <a:ext cx="78828" cy="78828"/>
          </a:xfrm>
          <a:prstGeom prst="ellipse">
            <a:avLst/>
          </a:prstGeom>
          <a:solidFill>
            <a:srgbClr val="F3EEE3">
              <a:alpha val="28000"/>
            </a:srgbClr>
          </a:solidFill>
          <a:ln/>
        </p:spPr>
      </p:sp>
      <p:sp>
        <p:nvSpPr>
          <p:cNvPr id="34" name="Shape 32"/>
          <p:cNvSpPr/>
          <p:nvPr/>
        </p:nvSpPr>
        <p:spPr>
          <a:xfrm>
            <a:off x="5217395" y="9580836"/>
            <a:ext cx="78828" cy="78828"/>
          </a:xfrm>
          <a:prstGeom prst="ellipse">
            <a:avLst/>
          </a:prstGeom>
          <a:solidFill>
            <a:srgbClr val="F3EEE3">
              <a:alpha val="28000"/>
            </a:srgbClr>
          </a:solidFill>
          <a:ln/>
        </p:spPr>
      </p:sp>
      <p:sp>
        <p:nvSpPr>
          <p:cNvPr id="35" name="Shape 33"/>
          <p:cNvSpPr/>
          <p:nvPr/>
        </p:nvSpPr>
        <p:spPr>
          <a:xfrm>
            <a:off x="5375050" y="9580836"/>
            <a:ext cx="78828" cy="78828"/>
          </a:xfrm>
          <a:prstGeom prst="ellipse">
            <a:avLst/>
          </a:prstGeom>
          <a:solidFill>
            <a:srgbClr val="F3EEE3">
              <a:alpha val="28000"/>
            </a:srgbClr>
          </a:solidFill>
          <a:ln/>
        </p:spPr>
      </p:sp>
      <p:sp>
        <p:nvSpPr>
          <p:cNvPr id="36" name="Shape 34"/>
          <p:cNvSpPr/>
          <p:nvPr/>
        </p:nvSpPr>
        <p:spPr>
          <a:xfrm>
            <a:off x="5532705" y="9580836"/>
            <a:ext cx="78828" cy="78828"/>
          </a:xfrm>
          <a:prstGeom prst="ellipse">
            <a:avLst/>
          </a:prstGeom>
          <a:solidFill>
            <a:srgbClr val="F3EEE3">
              <a:alpha val="28000"/>
            </a:srgbClr>
          </a:solidFill>
          <a:ln/>
        </p:spPr>
      </p:sp>
      <p:sp>
        <p:nvSpPr>
          <p:cNvPr id="37" name="Shape 35"/>
          <p:cNvSpPr/>
          <p:nvPr/>
        </p:nvSpPr>
        <p:spPr>
          <a:xfrm>
            <a:off x="5690359" y="9580836"/>
            <a:ext cx="78828" cy="78828"/>
          </a:xfrm>
          <a:prstGeom prst="ellipse">
            <a:avLst/>
          </a:prstGeom>
          <a:solidFill>
            <a:srgbClr val="F3EEE3">
              <a:alpha val="28000"/>
            </a:srgbClr>
          </a:solidFill>
          <a:ln/>
        </p:spPr>
      </p:sp>
      <p:sp>
        <p:nvSpPr>
          <p:cNvPr id="38" name="Shape 36"/>
          <p:cNvSpPr/>
          <p:nvPr/>
        </p:nvSpPr>
        <p:spPr>
          <a:xfrm>
            <a:off x="5848014" y="9580836"/>
            <a:ext cx="78828" cy="78828"/>
          </a:xfrm>
          <a:prstGeom prst="ellipse">
            <a:avLst/>
          </a:prstGeom>
          <a:solidFill>
            <a:srgbClr val="F3EEE3">
              <a:alpha val="28000"/>
            </a:srgbClr>
          </a:solidFill>
          <a:ln/>
        </p:spPr>
      </p:sp>
      <p:sp>
        <p:nvSpPr>
          <p:cNvPr id="39" name="Shape 37"/>
          <p:cNvSpPr/>
          <p:nvPr/>
        </p:nvSpPr>
        <p:spPr>
          <a:xfrm>
            <a:off x="6005669" y="9580836"/>
            <a:ext cx="78828" cy="78828"/>
          </a:xfrm>
          <a:prstGeom prst="ellipse">
            <a:avLst/>
          </a:prstGeom>
          <a:solidFill>
            <a:srgbClr val="F3EEE3">
              <a:alpha val="28000"/>
            </a:srgbClr>
          </a:solidFill>
          <a:ln/>
        </p:spPr>
      </p:sp>
      <p:sp>
        <p:nvSpPr>
          <p:cNvPr id="40" name="Shape 38"/>
          <p:cNvSpPr/>
          <p:nvPr/>
        </p:nvSpPr>
        <p:spPr>
          <a:xfrm>
            <a:off x="6163324" y="9580836"/>
            <a:ext cx="78828" cy="78828"/>
          </a:xfrm>
          <a:prstGeom prst="ellipse">
            <a:avLst/>
          </a:prstGeom>
          <a:solidFill>
            <a:srgbClr val="F3EEE3">
              <a:alpha val="28000"/>
            </a:srgbClr>
          </a:solidFill>
          <a:ln/>
        </p:spPr>
      </p:sp>
      <p:sp>
        <p:nvSpPr>
          <p:cNvPr id="41" name="Shape 39"/>
          <p:cNvSpPr/>
          <p:nvPr/>
        </p:nvSpPr>
        <p:spPr>
          <a:xfrm>
            <a:off x="6320979" y="9580836"/>
            <a:ext cx="78828" cy="78828"/>
          </a:xfrm>
          <a:prstGeom prst="ellipse">
            <a:avLst/>
          </a:prstGeom>
          <a:solidFill>
            <a:srgbClr val="F3EEE3">
              <a:alpha val="28000"/>
            </a:srgbClr>
          </a:solidFill>
          <a:ln/>
        </p:spPr>
      </p:sp>
      <p:sp>
        <p:nvSpPr>
          <p:cNvPr id="42" name="Shape 40"/>
          <p:cNvSpPr/>
          <p:nvPr/>
        </p:nvSpPr>
        <p:spPr>
          <a:xfrm>
            <a:off x="6478634" y="9580836"/>
            <a:ext cx="78828" cy="78828"/>
          </a:xfrm>
          <a:prstGeom prst="ellipse">
            <a:avLst/>
          </a:prstGeom>
          <a:solidFill>
            <a:srgbClr val="F3EEE3">
              <a:alpha val="28000"/>
            </a:srgbClr>
          </a:solidFill>
          <a:ln/>
        </p:spPr>
      </p:sp>
      <p:sp>
        <p:nvSpPr>
          <p:cNvPr id="43" name="Shape 41"/>
          <p:cNvSpPr/>
          <p:nvPr/>
        </p:nvSpPr>
        <p:spPr>
          <a:xfrm>
            <a:off x="6636289" y="9580836"/>
            <a:ext cx="78828" cy="78828"/>
          </a:xfrm>
          <a:prstGeom prst="ellipse">
            <a:avLst/>
          </a:prstGeom>
          <a:solidFill>
            <a:srgbClr val="F3EEE3">
              <a:alpha val="28000"/>
            </a:srgbClr>
          </a:solidFill>
          <a:ln/>
        </p:spPr>
      </p:sp>
      <p:sp>
        <p:nvSpPr>
          <p:cNvPr id="44" name="Shape 42"/>
          <p:cNvSpPr/>
          <p:nvPr/>
        </p:nvSpPr>
        <p:spPr>
          <a:xfrm>
            <a:off x="6793944" y="9580836"/>
            <a:ext cx="78828" cy="78828"/>
          </a:xfrm>
          <a:prstGeom prst="ellipse">
            <a:avLst/>
          </a:prstGeom>
          <a:solidFill>
            <a:srgbClr val="F3EEE3">
              <a:alpha val="28000"/>
            </a:srgbClr>
          </a:solidFill>
          <a:ln/>
        </p:spPr>
      </p:sp>
      <p:sp>
        <p:nvSpPr>
          <p:cNvPr id="45" name="Shape 43"/>
          <p:cNvSpPr/>
          <p:nvPr/>
        </p:nvSpPr>
        <p:spPr>
          <a:xfrm>
            <a:off x="6951599" y="9580836"/>
            <a:ext cx="78828" cy="78828"/>
          </a:xfrm>
          <a:prstGeom prst="ellipse">
            <a:avLst/>
          </a:prstGeom>
          <a:solidFill>
            <a:srgbClr val="F3EEE3">
              <a:alpha val="28000"/>
            </a:srgbClr>
          </a:solidFill>
          <a:ln/>
        </p:spPr>
      </p:sp>
      <p:sp>
        <p:nvSpPr>
          <p:cNvPr id="46" name="Shape 44"/>
          <p:cNvSpPr/>
          <p:nvPr/>
        </p:nvSpPr>
        <p:spPr>
          <a:xfrm>
            <a:off x="7109254" y="9580836"/>
            <a:ext cx="78828" cy="78828"/>
          </a:xfrm>
          <a:prstGeom prst="ellipse">
            <a:avLst/>
          </a:prstGeom>
          <a:solidFill>
            <a:srgbClr val="F3EEE3">
              <a:alpha val="28000"/>
            </a:srgbClr>
          </a:solidFill>
          <a:ln/>
        </p:spPr>
      </p:sp>
      <p:sp>
        <p:nvSpPr>
          <p:cNvPr id="47" name="Shape 45"/>
          <p:cNvSpPr/>
          <p:nvPr/>
        </p:nvSpPr>
        <p:spPr>
          <a:xfrm>
            <a:off x="7266909" y="9580836"/>
            <a:ext cx="78828" cy="78828"/>
          </a:xfrm>
          <a:prstGeom prst="ellipse">
            <a:avLst/>
          </a:prstGeom>
          <a:solidFill>
            <a:srgbClr val="F3EEE3">
              <a:alpha val="28000"/>
            </a:srgbClr>
          </a:solidFill>
          <a:ln/>
        </p:spPr>
      </p:sp>
      <p:sp>
        <p:nvSpPr>
          <p:cNvPr id="48" name="Shape 46"/>
          <p:cNvSpPr/>
          <p:nvPr/>
        </p:nvSpPr>
        <p:spPr>
          <a:xfrm>
            <a:off x="7424564" y="9580836"/>
            <a:ext cx="78828" cy="78828"/>
          </a:xfrm>
          <a:prstGeom prst="ellipse">
            <a:avLst/>
          </a:prstGeom>
          <a:solidFill>
            <a:srgbClr val="F3EEE3">
              <a:alpha val="28000"/>
            </a:srgbClr>
          </a:solidFill>
          <a:ln/>
        </p:spPr>
      </p:sp>
      <p:sp>
        <p:nvSpPr>
          <p:cNvPr id="49" name="Shape 47"/>
          <p:cNvSpPr/>
          <p:nvPr/>
        </p:nvSpPr>
        <p:spPr>
          <a:xfrm>
            <a:off x="7582219" y="9580836"/>
            <a:ext cx="78828" cy="78828"/>
          </a:xfrm>
          <a:prstGeom prst="ellipse">
            <a:avLst/>
          </a:prstGeom>
          <a:solidFill>
            <a:srgbClr val="F3EEE3">
              <a:alpha val="28000"/>
            </a:srgbClr>
          </a:solidFill>
          <a:ln/>
        </p:spPr>
      </p:sp>
      <p:sp>
        <p:nvSpPr>
          <p:cNvPr id="50" name="Shape 48"/>
          <p:cNvSpPr/>
          <p:nvPr/>
        </p:nvSpPr>
        <p:spPr>
          <a:xfrm>
            <a:off x="7739874" y="9580836"/>
            <a:ext cx="78828" cy="78828"/>
          </a:xfrm>
          <a:prstGeom prst="ellipse">
            <a:avLst/>
          </a:prstGeom>
          <a:solidFill>
            <a:srgbClr val="F3EEE3">
              <a:alpha val="28000"/>
            </a:srgbClr>
          </a:solidFill>
          <a:ln/>
        </p:spPr>
      </p:sp>
      <p:sp>
        <p:nvSpPr>
          <p:cNvPr id="51" name="Shape 49"/>
          <p:cNvSpPr/>
          <p:nvPr/>
        </p:nvSpPr>
        <p:spPr>
          <a:xfrm>
            <a:off x="7897529" y="9580836"/>
            <a:ext cx="78828" cy="78828"/>
          </a:xfrm>
          <a:prstGeom prst="ellipse">
            <a:avLst/>
          </a:prstGeom>
          <a:solidFill>
            <a:srgbClr val="F3EEE3">
              <a:alpha val="28000"/>
            </a:srgbClr>
          </a:solidFill>
          <a:ln/>
        </p:spPr>
      </p:sp>
      <p:sp>
        <p:nvSpPr>
          <p:cNvPr id="52" name="Shape 50"/>
          <p:cNvSpPr/>
          <p:nvPr/>
        </p:nvSpPr>
        <p:spPr>
          <a:xfrm>
            <a:off x="8055184" y="9580836"/>
            <a:ext cx="78828" cy="78828"/>
          </a:xfrm>
          <a:prstGeom prst="ellipse">
            <a:avLst/>
          </a:prstGeom>
          <a:solidFill>
            <a:srgbClr val="F3EEE3">
              <a:alpha val="28000"/>
            </a:srgbClr>
          </a:solidFill>
          <a:ln/>
        </p:spPr>
      </p:sp>
      <p:sp>
        <p:nvSpPr>
          <p:cNvPr id="53" name="Shape 51"/>
          <p:cNvSpPr/>
          <p:nvPr/>
        </p:nvSpPr>
        <p:spPr>
          <a:xfrm>
            <a:off x="8212839" y="9580836"/>
            <a:ext cx="78828" cy="78828"/>
          </a:xfrm>
          <a:prstGeom prst="ellipse">
            <a:avLst/>
          </a:prstGeom>
          <a:solidFill>
            <a:srgbClr val="F3EEE3">
              <a:alpha val="28000"/>
            </a:srgbClr>
          </a:solidFill>
          <a:ln/>
        </p:spPr>
      </p:sp>
      <p:sp>
        <p:nvSpPr>
          <p:cNvPr id="54" name="Shape 52"/>
          <p:cNvSpPr/>
          <p:nvPr/>
        </p:nvSpPr>
        <p:spPr>
          <a:xfrm>
            <a:off x="8370494" y="9580836"/>
            <a:ext cx="78828" cy="78828"/>
          </a:xfrm>
          <a:prstGeom prst="ellipse">
            <a:avLst/>
          </a:prstGeom>
          <a:solidFill>
            <a:srgbClr val="F3EEE3">
              <a:alpha val="28000"/>
            </a:srgbClr>
          </a:solidFill>
          <a:ln/>
        </p:spPr>
      </p:sp>
      <p:sp>
        <p:nvSpPr>
          <p:cNvPr id="55" name="Shape 53"/>
          <p:cNvSpPr/>
          <p:nvPr/>
        </p:nvSpPr>
        <p:spPr>
          <a:xfrm>
            <a:off x="8528148" y="9580836"/>
            <a:ext cx="78828" cy="78828"/>
          </a:xfrm>
          <a:prstGeom prst="ellipse">
            <a:avLst/>
          </a:prstGeom>
          <a:solidFill>
            <a:srgbClr val="F3EEE3">
              <a:alpha val="28000"/>
            </a:srgbClr>
          </a:solidFill>
          <a:ln/>
        </p:spPr>
      </p:sp>
      <p:sp>
        <p:nvSpPr>
          <p:cNvPr id="56" name="Shape 54"/>
          <p:cNvSpPr/>
          <p:nvPr/>
        </p:nvSpPr>
        <p:spPr>
          <a:xfrm>
            <a:off x="8685803" y="9580836"/>
            <a:ext cx="78828" cy="78828"/>
          </a:xfrm>
          <a:prstGeom prst="ellipse">
            <a:avLst/>
          </a:prstGeom>
          <a:solidFill>
            <a:srgbClr val="F3EEE3">
              <a:alpha val="28000"/>
            </a:srgbClr>
          </a:solidFill>
          <a:ln/>
        </p:spPr>
      </p:sp>
      <p:sp>
        <p:nvSpPr>
          <p:cNvPr id="57" name="Shape 55"/>
          <p:cNvSpPr/>
          <p:nvPr/>
        </p:nvSpPr>
        <p:spPr>
          <a:xfrm>
            <a:off x="8843458" y="9580836"/>
            <a:ext cx="78828" cy="78828"/>
          </a:xfrm>
          <a:prstGeom prst="ellipse">
            <a:avLst/>
          </a:prstGeom>
          <a:solidFill>
            <a:srgbClr val="F3EEE3">
              <a:alpha val="28000"/>
            </a:srgbClr>
          </a:solidFill>
          <a:ln/>
        </p:spPr>
      </p:sp>
      <p:sp>
        <p:nvSpPr>
          <p:cNvPr id="58" name="Shape 56"/>
          <p:cNvSpPr/>
          <p:nvPr/>
        </p:nvSpPr>
        <p:spPr>
          <a:xfrm>
            <a:off x="9001113" y="9580836"/>
            <a:ext cx="78828" cy="78828"/>
          </a:xfrm>
          <a:prstGeom prst="ellipse">
            <a:avLst/>
          </a:prstGeom>
          <a:solidFill>
            <a:srgbClr val="F3EEE3">
              <a:alpha val="28000"/>
            </a:srgbClr>
          </a:solidFill>
          <a:ln/>
        </p:spPr>
      </p:sp>
      <p:sp>
        <p:nvSpPr>
          <p:cNvPr id="59" name="Shape 57"/>
          <p:cNvSpPr/>
          <p:nvPr/>
        </p:nvSpPr>
        <p:spPr>
          <a:xfrm>
            <a:off x="9158768" y="9580836"/>
            <a:ext cx="78828" cy="78828"/>
          </a:xfrm>
          <a:prstGeom prst="ellipse">
            <a:avLst/>
          </a:prstGeom>
          <a:solidFill>
            <a:srgbClr val="F3EEE3">
              <a:alpha val="28000"/>
            </a:srgbClr>
          </a:solidFill>
          <a:ln/>
        </p:spPr>
      </p:sp>
      <p:sp>
        <p:nvSpPr>
          <p:cNvPr id="60" name="Shape 58"/>
          <p:cNvSpPr/>
          <p:nvPr/>
        </p:nvSpPr>
        <p:spPr>
          <a:xfrm>
            <a:off x="9316423" y="9580836"/>
            <a:ext cx="78828" cy="78828"/>
          </a:xfrm>
          <a:prstGeom prst="ellipse">
            <a:avLst/>
          </a:prstGeom>
          <a:solidFill>
            <a:srgbClr val="F3EEE3">
              <a:alpha val="28000"/>
            </a:srgbClr>
          </a:solidFill>
          <a:ln/>
        </p:spPr>
      </p:sp>
      <p:sp>
        <p:nvSpPr>
          <p:cNvPr id="61" name="Shape 59"/>
          <p:cNvSpPr/>
          <p:nvPr/>
        </p:nvSpPr>
        <p:spPr>
          <a:xfrm>
            <a:off x="9474078" y="9580836"/>
            <a:ext cx="78828" cy="78828"/>
          </a:xfrm>
          <a:prstGeom prst="ellipse">
            <a:avLst/>
          </a:prstGeom>
          <a:solidFill>
            <a:srgbClr val="F3EEE3">
              <a:alpha val="28000"/>
            </a:srgbClr>
          </a:solidFill>
          <a:ln/>
        </p:spPr>
      </p:sp>
      <p:sp>
        <p:nvSpPr>
          <p:cNvPr id="62" name="Shape 60"/>
          <p:cNvSpPr/>
          <p:nvPr/>
        </p:nvSpPr>
        <p:spPr>
          <a:xfrm>
            <a:off x="9631733" y="9580836"/>
            <a:ext cx="78828" cy="78828"/>
          </a:xfrm>
          <a:prstGeom prst="ellipse">
            <a:avLst/>
          </a:prstGeom>
          <a:solidFill>
            <a:srgbClr val="F3EEE3">
              <a:alpha val="28000"/>
            </a:srgbClr>
          </a:solidFill>
          <a:ln/>
        </p:spPr>
      </p:sp>
      <p:sp>
        <p:nvSpPr>
          <p:cNvPr id="63" name="Shape 61"/>
          <p:cNvSpPr/>
          <p:nvPr/>
        </p:nvSpPr>
        <p:spPr>
          <a:xfrm>
            <a:off x="9789388" y="9580836"/>
            <a:ext cx="78828" cy="78828"/>
          </a:xfrm>
          <a:prstGeom prst="ellipse">
            <a:avLst/>
          </a:prstGeom>
          <a:solidFill>
            <a:srgbClr val="F3EEE3">
              <a:alpha val="28000"/>
            </a:srgbClr>
          </a:solidFill>
          <a:ln/>
        </p:spPr>
      </p:sp>
      <p:sp>
        <p:nvSpPr>
          <p:cNvPr id="64" name="Shape 62"/>
          <p:cNvSpPr/>
          <p:nvPr/>
        </p:nvSpPr>
        <p:spPr>
          <a:xfrm>
            <a:off x="9947043" y="9580836"/>
            <a:ext cx="78828" cy="78828"/>
          </a:xfrm>
          <a:prstGeom prst="ellipse">
            <a:avLst/>
          </a:prstGeom>
          <a:solidFill>
            <a:srgbClr val="F3EEE3">
              <a:alpha val="28000"/>
            </a:srgbClr>
          </a:solidFill>
          <a:ln/>
        </p:spPr>
      </p:sp>
      <p:sp>
        <p:nvSpPr>
          <p:cNvPr id="65" name="Text 6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23/58</a:t>
            </a:r>
            <a:endParaRPr lang="en-US" sz="1800" dirty="0"/>
          </a:p>
        </p:txBody>
      </p:sp>
      <p:sp>
        <p:nvSpPr>
          <p:cNvPr id="66" name="Shape 64"/>
          <p:cNvSpPr/>
          <p:nvPr/>
        </p:nvSpPr>
        <p:spPr>
          <a:xfrm>
            <a:off x="15983712" y="9076331"/>
            <a:ext cx="1645920" cy="552301"/>
          </a:xfrm>
          <a:prstGeom prst="roundRect">
            <a:avLst>
              <a:gd name="adj" fmla="val 28000"/>
            </a:avLst>
          </a:prstGeom>
          <a:solidFill>
            <a:srgbClr val="FFFFFF">
              <a:alpha val="82000"/>
            </a:srgbClr>
          </a:solidFill>
          <a:ln/>
        </p:spPr>
      </p:sp>
      <p:pic>
        <p:nvPicPr>
          <p:cNvPr id="67" name="Moda image moda-export-watermark-0b8afc63-f384-48a7-b895-553528692b42"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0" kern="0">
                <a:solidFill>
                  <a:srgbClr val="14161C"/>
                </a:solidFill>
                <a:latin typeface="Noto Sans JP ExtraBold" pitchFamily="34" charset="0"/>
                <a:ea typeface="Noto Sans JP ExtraBold" pitchFamily="34" charset="-122"/>
                <a:cs typeface="Noto Sans JP ExtraBold" pitchFamily="34" charset="-120"/>
              </a:rPr>
              <a:t>領域E： 尿素が</a:t>
            </a:r>
            <a:r>
              <a:rPr lang="en-US" sz="5700" dirty="0" spc="-57" kern="0">
                <a:solidFill>
                  <a:srgbClr val="14161C"/>
                </a:solidFill>
                <a:latin typeface="Noto Sans JP ExtraBold" pitchFamily="34" charset="0"/>
                <a:ea typeface="Noto Sans JP ExtraBold" pitchFamily="34" charset="-122"/>
                <a:cs typeface="Noto Sans JP ExtraBold" pitchFamily="34" charset="-120"/>
              </a:rPr>
              <a:t> 溶けて、</a:t>
            </a:r>
            <a:r>
              <a:rPr lang="en-US" sz="5700" dirty="0" spc="0" kern="0">
                <a:solidFill>
                  <a:srgbClr val="14161C"/>
                </a:solidFill>
                <a:latin typeface="Noto Sans JP ExtraBold" pitchFamily="34" charset="0"/>
                <a:ea typeface="Noto Sans JP ExtraBold" pitchFamily="34" charset="-122"/>
                <a:cs typeface="Noto Sans JP ExtraBold" pitchFamily="34" charset="-120"/>
              </a:rPr>
              <a:t> 分解する</a:t>
            </a:r>
            <a:endParaRPr lang="en-US" sz="5700" dirty="0"/>
          </a:p>
        </p:txBody>
      </p:sp>
      <p:sp>
        <p:nvSpPr>
          <p:cNvPr id="3" name="Shape 1"/>
          <p:cNvSpPr/>
          <p:nvPr/>
        </p:nvSpPr>
        <p:spPr>
          <a:xfrm>
            <a:off x="914400" y="2819400"/>
            <a:ext cx="95250" cy="5505450"/>
          </a:xfrm>
          <a:prstGeom prst="roundRect">
            <a:avLst>
              <a:gd name="adj" fmla="val 50000"/>
            </a:avLst>
          </a:prstGeom>
          <a:solidFill>
            <a:srgbClr val="0F766E"/>
          </a:solidFill>
          <a:ln/>
        </p:spPr>
      </p:sp>
      <p:sp>
        <p:nvSpPr>
          <p:cNvPr id="4" name="Text 2"/>
          <p:cNvSpPr/>
          <p:nvPr/>
        </p:nvSpPr>
        <p:spPr>
          <a:xfrm>
            <a:off x="1295400" y="2762250"/>
            <a:ext cx="10572750" cy="5619750"/>
          </a:xfrm>
          <a:prstGeom prst="rect">
            <a:avLst/>
          </a:prstGeom>
          <a:noFill/>
          <a:ln/>
        </p:spPr>
        <p:txBody>
          <a:bodyPr wrap="square" lIns="0" tIns="35636" rIns="0" bIns="-35636" rtlCol="0" anchor="t"/>
          <a:lstStyle/>
          <a:p>
            <a:pPr algn="l" indent="0" marL="0">
              <a:lnSpc>
                <a:spcPts val="3848"/>
              </a:lnSpc>
              <a:buNone/>
            </a:pPr>
            <a:r>
              <a:rPr lang="en-US" sz="2850" dirty="0" spc="1" kern="0">
                <a:solidFill>
                  <a:srgbClr val="14161C"/>
                </a:solidFill>
                <a:latin typeface="Noto Sans JP" pitchFamily="34" charset="0"/>
                <a:ea typeface="Noto Sans JP" pitchFamily="34" charset="-122"/>
                <a:cs typeface="Noto Sans JP" pitchFamily="34" charset="-120"/>
              </a:rPr>
              <a:t>Tischerは、</a:t>
            </a:r>
            <a:pPr algn="l" indent="0" marL="0">
              <a:lnSpc>
                <a:spcPts val="3848"/>
              </a:lnSpc>
              <a:buNone/>
            </a:pPr>
            <a:r>
              <a:rPr lang="en-US" sz="2850" b="1" dirty="0" kern="0">
                <a:solidFill>
                  <a:srgbClr val="E91EC8"/>
                </a:solidFill>
                <a:latin typeface="Noto Sans JP" pitchFamily="34" charset="0"/>
                <a:ea typeface="Noto Sans JP" pitchFamily="34" charset="-122"/>
                <a:cs typeface="Noto Sans JP" pitchFamily="34" charset="-120"/>
              </a:rPr>
              <a:t>尿素</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の 分解の 始まりを</a:t>
            </a:r>
            <a:r>
              <a:rPr lang="en-US" sz="2850" dirty="0" spc="-1" kern="0">
                <a:solidFill>
                  <a:srgbClr val="14161C"/>
                </a:solidFill>
                <a:latin typeface="Noto Sans JP" pitchFamily="34" charset="0"/>
                <a:ea typeface="Noto Sans JP" pitchFamily="34" charset="-122"/>
                <a:cs typeface="Noto Sans JP" pitchFamily="34" charset="-120"/>
              </a:rPr>
              <a:t> 132°Cの</a:t>
            </a:r>
            <a:r>
              <a:rPr lang="en-US" sz="2850" dirty="0" spc="1" kern="0">
                <a:solidFill>
                  <a:srgbClr val="14161C"/>
                </a:solidFill>
                <a:latin typeface="Noto Sans JP" pitchFamily="34" charset="0"/>
                <a:ea typeface="Noto Sans JP" pitchFamily="34" charset="-122"/>
                <a:cs typeface="Noto Sans JP" pitchFamily="34" charset="-120"/>
              </a:rPr>
              <a:t> 溶融と</a:t>
            </a:r>
            <a:r>
              <a:rPr lang="en-US" sz="2850" dirty="0" spc="0" kern="0">
                <a:solidFill>
                  <a:srgbClr val="14161C"/>
                </a:solidFill>
                <a:latin typeface="Noto Sans JP" pitchFamily="34" charset="0"/>
                <a:ea typeface="Noto Sans JP" pitchFamily="34" charset="-122"/>
                <a:cs typeface="Noto Sans JP" pitchFamily="34" charset="-120"/>
              </a:rPr>
              <a:t> 同時と</a:t>
            </a:r>
            <a:r>
              <a:rPr lang="en-US" sz="2850" dirty="0" spc="-2" kern="0">
                <a:solidFill>
                  <a:srgbClr val="14161C"/>
                </a:solidFill>
                <a:latin typeface="Noto Sans JP" pitchFamily="34" charset="0"/>
                <a:ea typeface="Noto Sans JP" pitchFamily="34" charset="-122"/>
                <a:cs typeface="Noto Sans JP" pitchFamily="34" charset="-120"/>
              </a:rPr>
              <a:t> 記し、140〜180°Cでは</a:t>
            </a:r>
            <a:r>
              <a:rPr lang="en-US" sz="2850" dirty="0" spc="2" kern="0">
                <a:solidFill>
                  <a:srgbClr val="14161C"/>
                </a:solidFill>
                <a:latin typeface="Noto Sans JP" pitchFamily="34" charset="0"/>
                <a:ea typeface="Noto Sans JP" pitchFamily="34" charset="-122"/>
                <a:cs typeface="Noto Sans JP" pitchFamily="34" charset="-120"/>
              </a:rPr>
              <a:t> 見かけの</a:t>
            </a:r>
            <a:r>
              <a:rPr lang="en-US" sz="2850" dirty="0" spc="0" kern="0">
                <a:solidFill>
                  <a:srgbClr val="14161C"/>
                </a:solidFill>
                <a:latin typeface="Noto Sans JP" pitchFamily="34" charset="0"/>
                <a:ea typeface="Noto Sans JP" pitchFamily="34" charset="-122"/>
                <a:cs typeface="Noto Sans JP" pitchFamily="34" charset="-120"/>
              </a:rPr>
              <a:t> 速度がほぼ 直線的に</a:t>
            </a:r>
            <a:r>
              <a:rPr lang="en-US" sz="2850" dirty="0" spc="-21" kern="0">
                <a:solidFill>
                  <a:srgbClr val="14161C"/>
                </a:solidFill>
                <a:latin typeface="Noto Sans JP" pitchFamily="34" charset="0"/>
                <a:ea typeface="Noto Sans JP" pitchFamily="34" charset="-122"/>
                <a:cs typeface="Noto Sans JP" pitchFamily="34" charset="-120"/>
              </a:rPr>
              <a:t> 増える</a:t>
            </a:r>
            <a:pPr algn="l" indent="0" marL="0">
              <a:lnSpc>
                <a:spcPts val="3848"/>
              </a:lnSpc>
              <a:buNone/>
            </a:pPr>
            <a:r>
              <a:rPr lang="en-US" sz="2850" dirty="0" spc="-1" kern="0">
                <a:solidFill>
                  <a:srgbClr val="6B6A66"/>
                </a:solidFill>
                <a:latin typeface="Noto Sans JP" pitchFamily="34" charset="0"/>
                <a:ea typeface="Noto Sans JP" pitchFamily="34" charset="-122"/>
                <a:cs typeface="Noto Sans JP" pitchFamily="34" charset="-120"/>
              </a:rPr>
              <a:t>[S3]</a:t>
            </a:r>
            <a:pPr algn="l" indent="0" marL="0">
              <a:lnSpc>
                <a:spcPts val="3848"/>
              </a:lnSpc>
              <a:buNone/>
            </a:pPr>
            <a:r>
              <a:rPr lang="en-US" sz="2850" dirty="0" kern="0">
                <a:solidFill>
                  <a:srgbClr val="14161C"/>
                </a:solidFill>
                <a:latin typeface="Noto Sans JP" pitchFamily="34" charset="0"/>
                <a:ea typeface="Noto Sans JP" pitchFamily="34" charset="-122"/>
                <a:cs typeface="Noto Sans JP" pitchFamily="34" charset="-120"/>
              </a:rPr>
              <a:t>。 尿素は</a:t>
            </a:r>
            <a:pPr algn="l" indent="0" marL="0">
              <a:lnSpc>
                <a:spcPts val="3848"/>
              </a:lnSpc>
              <a:buNone/>
            </a:pPr>
            <a:r>
              <a:rPr lang="en-US" sz="2850" b="1" dirty="0" spc="-5" kern="0">
                <a:solidFill>
                  <a:srgbClr val="0F766E"/>
                </a:solidFill>
                <a:latin typeface="Noto Sans JP" pitchFamily="34" charset="0"/>
                <a:ea typeface="Noto Sans JP" pitchFamily="34" charset="-122"/>
                <a:cs typeface="Noto Sans JP" pitchFamily="34" charset="-120"/>
              </a:rPr>
              <a:t>NH3</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と</a:t>
            </a:r>
            <a:r>
              <a:rPr lang="en-US" sz="2850" dirty="0" spc="-15" kern="0">
                <a:solidFill>
                  <a:srgbClr val="14161C"/>
                </a:solidFill>
                <a:latin typeface="Noto Sans JP" pitchFamily="34" charset="0"/>
                <a:ea typeface="Noto Sans JP" pitchFamily="34" charset="-122"/>
                <a:cs typeface="Noto Sans JP" pitchFamily="34" charset="-120"/>
              </a:rPr>
              <a:t> HNCOに</a:t>
            </a:r>
            <a:r>
              <a:rPr lang="en-US" sz="2850" dirty="0" spc="6" kern="0">
                <a:solidFill>
                  <a:srgbClr val="14161C"/>
                </a:solidFill>
                <a:latin typeface="Noto Sans JP" pitchFamily="34" charset="0"/>
                <a:ea typeface="Noto Sans JP" pitchFamily="34" charset="-122"/>
                <a:cs typeface="Noto Sans JP" pitchFamily="34" charset="-120"/>
              </a:rPr>
              <a:t> 分かれ、</a:t>
            </a:r>
            <a:r>
              <a:rPr lang="en-US" sz="2850" dirty="0" spc="-12" kern="0">
                <a:solidFill>
                  <a:srgbClr val="14161C"/>
                </a:solidFill>
                <a:latin typeface="Noto Sans JP" pitchFamily="34" charset="0"/>
                <a:ea typeface="Noto Sans JP" pitchFamily="34" charset="-122"/>
                <a:cs typeface="Noto Sans JP" pitchFamily="34" charset="-120"/>
              </a:rPr>
              <a:t> 尿素2分子がつながって</a:t>
            </a:r>
            <a:pPr algn="l" indent="0" marL="0">
              <a:lnSpc>
                <a:spcPts val="3848"/>
              </a:lnSpc>
              <a:buNone/>
            </a:pPr>
            <a:r>
              <a:rPr lang="en-US" sz="2850" b="1" dirty="0" kern="0">
                <a:solidFill>
                  <a:srgbClr val="1B8A1B"/>
                </a:solidFill>
                <a:latin typeface="Noto Sans JP" pitchFamily="34" charset="0"/>
                <a:ea typeface="Noto Sans JP" pitchFamily="34" charset="-122"/>
                <a:cs typeface="Noto Sans JP" pitchFamily="34" charset="-120"/>
              </a:rPr>
              <a:t>ビウレット</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と</a:t>
            </a:r>
            <a:r>
              <a:rPr lang="en-US" sz="2850" dirty="0" spc="-1" kern="0">
                <a:solidFill>
                  <a:srgbClr val="14161C"/>
                </a:solidFill>
                <a:latin typeface="Noto Sans JP" pitchFamily="34" charset="0"/>
                <a:ea typeface="Noto Sans JP" pitchFamily="34" charset="-122"/>
                <a:cs typeface="Noto Sans JP" pitchFamily="34" charset="-120"/>
              </a:rPr>
              <a:t> NH3になる</a:t>
            </a:r>
            <a:pPr algn="l" indent="0" marL="0">
              <a:lnSpc>
                <a:spcPts val="3848"/>
              </a:lnSpc>
              <a:buNone/>
            </a:pPr>
            <a:r>
              <a:rPr lang="en-US" sz="2850" dirty="0" spc="-1" kern="0">
                <a:solidFill>
                  <a:srgbClr val="6B6A66"/>
                </a:solidFill>
                <a:latin typeface="Noto Sans JP" pitchFamily="34" charset="0"/>
                <a:ea typeface="Noto Sans JP" pitchFamily="34" charset="-122"/>
                <a:cs typeface="Noto Sans JP" pitchFamily="34" charset="-120"/>
              </a:rPr>
              <a:t>[S3]</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 Ceficは 排気管内の 加水分解の 閾値を</a:t>
            </a:r>
            <a:r>
              <a:rPr lang="en-US" sz="2850" dirty="0" spc="-8" kern="0">
                <a:solidFill>
                  <a:srgbClr val="14161C"/>
                </a:solidFill>
                <a:latin typeface="Noto Sans JP" pitchFamily="34" charset="0"/>
                <a:ea typeface="Noto Sans JP" pitchFamily="34" charset="-122"/>
                <a:cs typeface="Noto Sans JP" pitchFamily="34" charset="-120"/>
              </a:rPr>
              <a:t> 約180°Cとしている</a:t>
            </a:r>
            <a:pPr algn="l" indent="0" marL="0">
              <a:lnSpc>
                <a:spcPts val="3848"/>
              </a:lnSpc>
              <a:buNone/>
            </a:pPr>
            <a:r>
              <a:rPr lang="en-US" sz="2850" dirty="0" spc="-1" kern="0">
                <a:solidFill>
                  <a:srgbClr val="6B6A66"/>
                </a:solidFill>
                <a:latin typeface="Noto Sans JP" pitchFamily="34" charset="0"/>
                <a:ea typeface="Noto Sans JP" pitchFamily="34" charset="-122"/>
                <a:cs typeface="Noto Sans JP" pitchFamily="34" charset="-120"/>
              </a:rPr>
              <a:t>[S6]</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a:t>
            </a:r>
            <a:r>
              <a:rPr lang="en-US" sz="2850" dirty="0" spc="-2" kern="0">
                <a:solidFill>
                  <a:srgbClr val="14161C"/>
                </a:solidFill>
                <a:latin typeface="Noto Sans JP" pitchFamily="34" charset="0"/>
                <a:ea typeface="Noto Sans JP" pitchFamily="34" charset="-122"/>
                <a:cs typeface="Noto Sans JP" pitchFamily="34" charset="-120"/>
              </a:rPr>
              <a:t> S1の</a:t>
            </a:r>
            <a:r>
              <a:rPr lang="en-US" sz="2850" dirty="0" spc="0" kern="0">
                <a:solidFill>
                  <a:srgbClr val="14161C"/>
                </a:solidFill>
                <a:latin typeface="Noto Sans JP" pitchFamily="34" charset="0"/>
                <a:ea typeface="Noto Sans JP" pitchFamily="34" charset="-122"/>
                <a:cs typeface="Noto Sans JP" pitchFamily="34" charset="-120"/>
              </a:rPr>
              <a:t> グラフでは 190°Cで</a:t>
            </a:r>
            <a:r>
              <a:rPr lang="en-US" sz="2850" dirty="0" spc="-2" kern="0">
                <a:solidFill>
                  <a:srgbClr val="14161C"/>
                </a:solidFill>
                <a:latin typeface="Noto Sans JP" pitchFamily="34" charset="0"/>
                <a:ea typeface="Noto Sans JP" pitchFamily="34" charset="-122"/>
                <a:cs typeface="Noto Sans JP" pitchFamily="34" charset="-120"/>
              </a:rPr>
              <a:t> 尿素約46%、</a:t>
            </a:r>
            <a:r>
              <a:rPr lang="en-US" sz="2850" dirty="0" spc="-1" kern="0">
                <a:solidFill>
                  <a:srgbClr val="14161C"/>
                </a:solidFill>
                <a:latin typeface="Noto Sans JP" pitchFamily="34" charset="0"/>
                <a:ea typeface="Noto Sans JP" pitchFamily="34" charset="-122"/>
                <a:cs typeface="Noto Sans JP" pitchFamily="34" charset="-120"/>
              </a:rPr>
              <a:t> ビウレット約28%、</a:t>
            </a:r>
            <a:r>
              <a:rPr lang="en-US" sz="2850" dirty="0" spc="-4" kern="0">
                <a:solidFill>
                  <a:srgbClr val="14161C"/>
                </a:solidFill>
                <a:latin typeface="Noto Sans JP" pitchFamily="34" charset="0"/>
                <a:ea typeface="Noto Sans JP" pitchFamily="34" charset="-122"/>
                <a:cs typeface="Noto Sans JP" pitchFamily="34" charset="-120"/>
              </a:rPr>
              <a:t> 合計約77%である</a:t>
            </a:r>
            <a:pPr algn="l" indent="0" marL="0">
              <a:lnSpc>
                <a:spcPts val="3848"/>
              </a:lnSpc>
              <a:buNone/>
            </a:pPr>
            <a:r>
              <a:rPr lang="en-US" sz="2850" dirty="0" spc="-1" kern="0">
                <a:solidFill>
                  <a:srgbClr val="6B6A66"/>
                </a:solidFill>
                <a:latin typeface="Noto Sans JP" pitchFamily="34" charset="0"/>
                <a:ea typeface="Noto Sans JP" pitchFamily="34" charset="-122"/>
                <a:cs typeface="Noto Sans JP" pitchFamily="34" charset="-120"/>
              </a:rPr>
              <a:t>[S1]</a:t>
            </a:r>
            <a:pPr algn="l" indent="0" marL="0">
              <a:lnSpc>
                <a:spcPts val="3848"/>
              </a:lnSpc>
              <a:buNone/>
            </a:pPr>
            <a:r>
              <a:rPr lang="en-US" sz="2850" dirty="0" kern="0">
                <a:solidFill>
                  <a:srgbClr val="14161C"/>
                </a:solidFill>
                <a:latin typeface="Noto Sans JP" pitchFamily="34" charset="0"/>
                <a:ea typeface="Noto Sans JP" pitchFamily="34" charset="-122"/>
                <a:cs typeface="Noto Sans JP" pitchFamily="34" charset="-120"/>
              </a:rPr>
              <a:t>。</a:t>
            </a:r>
            <a:endParaRPr lang="en-US" sz="2850" dirty="0"/>
          </a:p>
        </p:txBody>
      </p:sp>
      <p:sp>
        <p:nvSpPr>
          <p:cNvPr id="5" name="Shape 3"/>
          <p:cNvSpPr/>
          <p:nvPr/>
        </p:nvSpPr>
        <p:spPr>
          <a:xfrm>
            <a:off x="12325350" y="2762250"/>
            <a:ext cx="5048250" cy="1724025"/>
          </a:xfrm>
          <a:prstGeom prst="roundRect">
            <a:avLst>
              <a:gd name="adj" fmla="val 12155"/>
            </a:avLst>
          </a:prstGeom>
          <a:solidFill>
            <a:srgbClr val="E8E0CF"/>
          </a:solidFill>
          <a:ln/>
        </p:spPr>
      </p:sp>
      <p:sp>
        <p:nvSpPr>
          <p:cNvPr id="6" name="Shape 4"/>
          <p:cNvSpPr/>
          <p:nvPr/>
        </p:nvSpPr>
        <p:spPr>
          <a:xfrm>
            <a:off x="12325350" y="2762250"/>
            <a:ext cx="5048250" cy="95250"/>
          </a:xfrm>
          <a:prstGeom prst="roundRect">
            <a:avLst>
              <a:gd name="adj" fmla="val 50000"/>
            </a:avLst>
          </a:prstGeom>
          <a:solidFill>
            <a:srgbClr val="0F766E"/>
          </a:solidFill>
          <a:ln/>
        </p:spPr>
      </p:sp>
      <p:sp>
        <p:nvSpPr>
          <p:cNvPr id="7" name="Text 5"/>
          <p:cNvSpPr/>
          <p:nvPr/>
        </p:nvSpPr>
        <p:spPr>
          <a:xfrm>
            <a:off x="12630150" y="3028950"/>
            <a:ext cx="4438650" cy="381000"/>
          </a:xfrm>
          <a:prstGeom prst="rect">
            <a:avLst/>
          </a:prstGeom>
          <a:noFill/>
          <a:ln/>
        </p:spPr>
        <p:txBody>
          <a:bodyPr wrap="square" lIns="0" tIns="0" rIns="0" bIns="0" rtlCol="0" anchor="ctr"/>
          <a:lstStyle/>
          <a:p>
            <a:pPr algn="l" indent="0" marL="0">
              <a:buNone/>
            </a:pPr>
            <a:r>
              <a:rPr lang="en-US" sz="1950" dirty="0" kern="0">
                <a:solidFill>
                  <a:srgbClr val="0F766E"/>
                </a:solidFill>
                <a:latin typeface="Noto Sans JP ExtraBold" pitchFamily="34" charset="0"/>
                <a:ea typeface="Noto Sans JP ExtraBold" pitchFamily="34" charset="-122"/>
                <a:cs typeface="Noto Sans JP ExtraBold" pitchFamily="34" charset="-120"/>
              </a:rPr>
              <a:t>場所</a:t>
            </a:r>
            <a:endParaRPr lang="en-US" sz="1950" dirty="0"/>
          </a:p>
        </p:txBody>
      </p:sp>
      <p:sp>
        <p:nvSpPr>
          <p:cNvPr id="8" name="Text 6"/>
          <p:cNvSpPr/>
          <p:nvPr/>
        </p:nvSpPr>
        <p:spPr>
          <a:xfrm>
            <a:off x="12630150" y="3486150"/>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14161C"/>
                </a:solidFill>
                <a:latin typeface="Noto Sans JP SemiBold" pitchFamily="34" charset="0"/>
                <a:ea typeface="Noto Sans JP SemiBold" pitchFamily="34" charset="-122"/>
                <a:cs typeface="Noto Sans JP SemiBold" pitchFamily="34" charset="-120"/>
              </a:rPr>
              <a:t>排気管、</a:t>
            </a:r>
            <a:r>
              <a:rPr lang="en-US" sz="2400" dirty="0" spc="2" kern="0">
                <a:solidFill>
                  <a:srgbClr val="14161C"/>
                </a:solidFill>
                <a:latin typeface="Noto Sans JP SemiBold" pitchFamily="34" charset="0"/>
                <a:ea typeface="Noto Sans JP SemiBold" pitchFamily="34" charset="-122"/>
                <a:cs typeface="Noto Sans JP SemiBold" pitchFamily="34" charset="-120"/>
              </a:rPr>
              <a:t> 約130〜190°C</a:t>
            </a:r>
            <a:endParaRPr lang="en-US" sz="2400" dirty="0"/>
          </a:p>
        </p:txBody>
      </p:sp>
      <p:sp>
        <p:nvSpPr>
          <p:cNvPr id="9" name="Shape 7"/>
          <p:cNvSpPr/>
          <p:nvPr/>
        </p:nvSpPr>
        <p:spPr>
          <a:xfrm>
            <a:off x="12325350" y="4714875"/>
            <a:ext cx="5048250" cy="1724025"/>
          </a:xfrm>
          <a:prstGeom prst="roundRect">
            <a:avLst>
              <a:gd name="adj" fmla="val 12155"/>
            </a:avLst>
          </a:prstGeom>
          <a:solidFill>
            <a:srgbClr val="E8E0CF"/>
          </a:solidFill>
          <a:ln/>
        </p:spPr>
      </p:sp>
      <p:sp>
        <p:nvSpPr>
          <p:cNvPr id="10" name="Shape 8"/>
          <p:cNvSpPr/>
          <p:nvPr/>
        </p:nvSpPr>
        <p:spPr>
          <a:xfrm>
            <a:off x="12325350" y="4714875"/>
            <a:ext cx="5048250" cy="95250"/>
          </a:xfrm>
          <a:prstGeom prst="roundRect">
            <a:avLst>
              <a:gd name="adj" fmla="val 50000"/>
            </a:avLst>
          </a:prstGeom>
          <a:solidFill>
            <a:srgbClr val="E8472B"/>
          </a:solidFill>
          <a:ln/>
        </p:spPr>
      </p:sp>
      <p:sp>
        <p:nvSpPr>
          <p:cNvPr id="11" name="Text 9"/>
          <p:cNvSpPr/>
          <p:nvPr/>
        </p:nvSpPr>
        <p:spPr>
          <a:xfrm>
            <a:off x="12630150" y="4981575"/>
            <a:ext cx="4438650" cy="381000"/>
          </a:xfrm>
          <a:prstGeom prst="rect">
            <a:avLst/>
          </a:prstGeom>
          <a:noFill/>
          <a:ln/>
        </p:spPr>
        <p:txBody>
          <a:bodyPr wrap="square" lIns="0" tIns="0" rIns="0" bIns="0" rtlCol="0" anchor="ctr"/>
          <a:lstStyle/>
          <a:p>
            <a:pPr algn="l" indent="0" marL="0">
              <a:buNone/>
            </a:pPr>
            <a:r>
              <a:rPr lang="en-US" sz="1950" dirty="0" kern="0">
                <a:solidFill>
                  <a:srgbClr val="E8472B"/>
                </a:solidFill>
                <a:latin typeface="Noto Sans JP ExtraBold" pitchFamily="34" charset="0"/>
                <a:ea typeface="Noto Sans JP ExtraBold" pitchFamily="34" charset="-122"/>
                <a:cs typeface="Noto Sans JP ExtraBold" pitchFamily="34" charset="-120"/>
              </a:rPr>
              <a:t>役割</a:t>
            </a:r>
            <a:endParaRPr lang="en-US" sz="1950" dirty="0"/>
          </a:p>
        </p:txBody>
      </p:sp>
      <p:sp>
        <p:nvSpPr>
          <p:cNvPr id="12" name="Text 10"/>
          <p:cNvSpPr/>
          <p:nvPr/>
        </p:nvSpPr>
        <p:spPr>
          <a:xfrm>
            <a:off x="12630150" y="5438775"/>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14161C"/>
                </a:solidFill>
                <a:latin typeface="Noto Sans JP SemiBold" pitchFamily="34" charset="0"/>
                <a:ea typeface="Noto Sans JP SemiBold" pitchFamily="34" charset="-122"/>
                <a:cs typeface="Noto Sans JP SemiBold" pitchFamily="34" charset="-120"/>
              </a:rPr>
              <a:t>尿素が</a:t>
            </a:r>
            <a:r>
              <a:rPr lang="en-US" sz="2400" dirty="0" spc="-8" kern="0">
                <a:solidFill>
                  <a:srgbClr val="14161C"/>
                </a:solidFill>
                <a:latin typeface="Noto Sans JP SemiBold" pitchFamily="34" charset="0"/>
                <a:ea typeface="Noto Sans JP SemiBold" pitchFamily="34" charset="-122"/>
                <a:cs typeface="Noto Sans JP SemiBold" pitchFamily="34" charset="-120"/>
              </a:rPr>
              <a:t> NH3＋HNCOと</a:t>
            </a:r>
            <a:r>
              <a:rPr lang="en-US" sz="2400" dirty="0" spc="1" kern="0">
                <a:solidFill>
                  <a:srgbClr val="14161C"/>
                </a:solidFill>
                <a:latin typeface="Noto Sans JP SemiBold" pitchFamily="34" charset="0"/>
                <a:ea typeface="Noto Sans JP SemiBold" pitchFamily="34" charset="-122"/>
                <a:cs typeface="Noto Sans JP SemiBold" pitchFamily="34" charset="-120"/>
              </a:rPr>
              <a:t> ビウレットになる</a:t>
            </a:r>
            <a:endParaRPr lang="en-US" sz="2400" dirty="0"/>
          </a:p>
        </p:txBody>
      </p:sp>
      <p:sp>
        <p:nvSpPr>
          <p:cNvPr id="13" name="Shape 11"/>
          <p:cNvSpPr/>
          <p:nvPr/>
        </p:nvSpPr>
        <p:spPr>
          <a:xfrm>
            <a:off x="12325350" y="6657975"/>
            <a:ext cx="5048250" cy="1724025"/>
          </a:xfrm>
          <a:prstGeom prst="roundRect">
            <a:avLst>
              <a:gd name="adj" fmla="val 12155"/>
            </a:avLst>
          </a:prstGeom>
          <a:solidFill>
            <a:srgbClr val="E8E0CF"/>
          </a:solidFill>
          <a:ln/>
        </p:spPr>
      </p:sp>
      <p:sp>
        <p:nvSpPr>
          <p:cNvPr id="14" name="Shape 12"/>
          <p:cNvSpPr/>
          <p:nvPr/>
        </p:nvSpPr>
        <p:spPr>
          <a:xfrm>
            <a:off x="12325350" y="6657975"/>
            <a:ext cx="5048250" cy="95250"/>
          </a:xfrm>
          <a:prstGeom prst="roundRect">
            <a:avLst>
              <a:gd name="adj" fmla="val 50000"/>
            </a:avLst>
          </a:prstGeom>
          <a:solidFill>
            <a:srgbClr val="1F3FD1"/>
          </a:solidFill>
          <a:ln/>
        </p:spPr>
      </p:sp>
      <p:sp>
        <p:nvSpPr>
          <p:cNvPr id="15" name="Text 13"/>
          <p:cNvSpPr/>
          <p:nvPr/>
        </p:nvSpPr>
        <p:spPr>
          <a:xfrm>
            <a:off x="12630150" y="6924675"/>
            <a:ext cx="4438650" cy="381000"/>
          </a:xfrm>
          <a:prstGeom prst="rect">
            <a:avLst/>
          </a:prstGeom>
          <a:noFill/>
          <a:ln/>
        </p:spPr>
        <p:txBody>
          <a:bodyPr wrap="square" lIns="0" tIns="0" rIns="0" bIns="0" rtlCol="0" anchor="ctr"/>
          <a:lstStyle/>
          <a:p>
            <a:pPr algn="l" indent="0" marL="0">
              <a:buNone/>
            </a:pPr>
            <a:r>
              <a:rPr lang="en-US" sz="1950" dirty="0" kern="0">
                <a:solidFill>
                  <a:srgbClr val="1F3FD1"/>
                </a:solidFill>
                <a:latin typeface="Noto Sans JP ExtraBold" pitchFamily="34" charset="0"/>
                <a:ea typeface="Noto Sans JP ExtraBold" pitchFamily="34" charset="-122"/>
                <a:cs typeface="Noto Sans JP ExtraBold" pitchFamily="34" charset="-120"/>
              </a:rPr>
              <a:t>誤解</a:t>
            </a:r>
            <a:endParaRPr lang="en-US" sz="1950" dirty="0"/>
          </a:p>
        </p:txBody>
      </p:sp>
      <p:sp>
        <p:nvSpPr>
          <p:cNvPr id="16" name="Text 14"/>
          <p:cNvSpPr/>
          <p:nvPr/>
        </p:nvSpPr>
        <p:spPr>
          <a:xfrm>
            <a:off x="12630150" y="7381875"/>
            <a:ext cx="4438650" cy="809625"/>
          </a:xfrm>
          <a:prstGeom prst="rect">
            <a:avLst/>
          </a:prstGeom>
          <a:noFill/>
          <a:ln/>
        </p:spPr>
        <p:txBody>
          <a:bodyPr wrap="square" lIns="0" tIns="39929" rIns="0" bIns="-39929" rtlCol="0" anchor="t"/>
          <a:lstStyle/>
          <a:p>
            <a:pPr algn="l" indent="0" marL="0">
              <a:lnSpc>
                <a:spcPts val="2928"/>
              </a:lnSpc>
              <a:buNone/>
            </a:pPr>
            <a:r>
              <a:rPr lang="en-US" sz="2400" dirty="0" spc="-21" kern="0">
                <a:solidFill>
                  <a:srgbClr val="14161C"/>
                </a:solidFill>
                <a:latin typeface="Noto Sans JP SemiBold" pitchFamily="34" charset="0"/>
                <a:ea typeface="Noto Sans JP SemiBold" pitchFamily="34" charset="-122"/>
                <a:cs typeface="Noto Sans JP SemiBold" pitchFamily="34" charset="-120"/>
              </a:rPr>
              <a:t>NH3がすべてではない。</a:t>
            </a:r>
            <a:r>
              <a:rPr lang="en-US" sz="2400" dirty="0" spc="0" kern="0">
                <a:solidFill>
                  <a:srgbClr val="14161C"/>
                </a:solidFill>
                <a:latin typeface="Noto Sans JP SemiBold" pitchFamily="34" charset="0"/>
                <a:ea typeface="Noto Sans JP SemiBold" pitchFamily="34" charset="-122"/>
                <a:cs typeface="Noto Sans JP SemiBold" pitchFamily="34" charset="-120"/>
              </a:rPr>
              <a:t> 一部は</a:t>
            </a:r>
            <a:r>
              <a:rPr lang="en-US" sz="2400" dirty="0" spc="1" kern="0">
                <a:solidFill>
                  <a:srgbClr val="14161C"/>
                </a:solidFill>
                <a:latin typeface="Noto Sans JP SemiBold" pitchFamily="34" charset="0"/>
                <a:ea typeface="Noto Sans JP SemiBold" pitchFamily="34" charset="-122"/>
                <a:cs typeface="Noto Sans JP SemiBold" pitchFamily="34" charset="-120"/>
              </a:rPr>
              <a:t> 固体になる</a:t>
            </a:r>
            <a:endParaRPr lang="en-US" sz="2400" dirty="0"/>
          </a:p>
        </p:txBody>
      </p:sp>
      <p:sp>
        <p:nvSpPr>
          <p:cNvPr id="17"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r>
              <a:rPr lang="en-US" sz="1800" dirty="0" spc="-1" kern="0">
                <a:solidFill>
                  <a:srgbClr val="6B6A66"/>
                </a:solidFill>
                <a:latin typeface="Noto Sans JP" pitchFamily="34" charset="0"/>
                <a:ea typeface="Noto Sans JP" pitchFamily="34" charset="-122"/>
                <a:cs typeface="Noto Sans JP" pitchFamily="34" charset="-120"/>
              </a:rPr>
              <a:t> [S3]</a:t>
            </a:r>
            <a:r>
              <a:rPr lang="en-US" sz="1800" dirty="0" spc="-2" kern="0">
                <a:solidFill>
                  <a:srgbClr val="6B6A66"/>
                </a:solidFill>
                <a:latin typeface="Noto Sans JP" pitchFamily="34" charset="0"/>
                <a:ea typeface="Noto Sans JP" pitchFamily="34" charset="-122"/>
                <a:cs typeface="Noto Sans JP" pitchFamily="34" charset="-120"/>
              </a:rPr>
              <a:t> [S6]</a:t>
            </a:r>
            <a:endParaRPr lang="en-US" sz="1800" dirty="0"/>
          </a:p>
        </p:txBody>
      </p:sp>
      <p:sp>
        <p:nvSpPr>
          <p:cNvPr id="18" name="Shape 16"/>
          <p:cNvSpPr/>
          <p:nvPr/>
        </p:nvSpPr>
        <p:spPr>
          <a:xfrm>
            <a:off x="960711" y="9580836"/>
            <a:ext cx="78828" cy="78828"/>
          </a:xfrm>
          <a:prstGeom prst="ellipse">
            <a:avLst/>
          </a:prstGeom>
          <a:solidFill>
            <a:srgbClr val="14161C">
              <a:alpha val="28000"/>
            </a:srgbClr>
          </a:solidFill>
          <a:ln/>
        </p:spPr>
      </p:sp>
      <p:sp>
        <p:nvSpPr>
          <p:cNvPr id="19" name="Shape 17"/>
          <p:cNvSpPr/>
          <p:nvPr/>
        </p:nvSpPr>
        <p:spPr>
          <a:xfrm>
            <a:off x="1118366" y="9580836"/>
            <a:ext cx="78828" cy="78828"/>
          </a:xfrm>
          <a:prstGeom prst="ellipse">
            <a:avLst/>
          </a:prstGeom>
          <a:solidFill>
            <a:srgbClr val="14161C">
              <a:alpha val="28000"/>
            </a:srgbClr>
          </a:solidFill>
          <a:ln/>
        </p:spPr>
      </p:sp>
      <p:sp>
        <p:nvSpPr>
          <p:cNvPr id="20" name="Shape 18"/>
          <p:cNvSpPr/>
          <p:nvPr/>
        </p:nvSpPr>
        <p:spPr>
          <a:xfrm>
            <a:off x="1276021" y="9580836"/>
            <a:ext cx="78828" cy="78828"/>
          </a:xfrm>
          <a:prstGeom prst="ellipse">
            <a:avLst/>
          </a:prstGeom>
          <a:solidFill>
            <a:srgbClr val="14161C">
              <a:alpha val="28000"/>
            </a:srgbClr>
          </a:solidFill>
          <a:ln/>
        </p:spPr>
      </p:sp>
      <p:sp>
        <p:nvSpPr>
          <p:cNvPr id="21" name="Shape 19"/>
          <p:cNvSpPr/>
          <p:nvPr/>
        </p:nvSpPr>
        <p:spPr>
          <a:xfrm>
            <a:off x="1433676" y="9580836"/>
            <a:ext cx="78828" cy="78828"/>
          </a:xfrm>
          <a:prstGeom prst="ellipse">
            <a:avLst/>
          </a:prstGeom>
          <a:solidFill>
            <a:srgbClr val="14161C">
              <a:alpha val="28000"/>
            </a:srgbClr>
          </a:solidFill>
          <a:ln/>
        </p:spPr>
      </p:sp>
      <p:sp>
        <p:nvSpPr>
          <p:cNvPr id="22" name="Shape 20"/>
          <p:cNvSpPr/>
          <p:nvPr/>
        </p:nvSpPr>
        <p:spPr>
          <a:xfrm>
            <a:off x="1591331" y="9580836"/>
            <a:ext cx="78828" cy="78828"/>
          </a:xfrm>
          <a:prstGeom prst="ellipse">
            <a:avLst/>
          </a:prstGeom>
          <a:solidFill>
            <a:srgbClr val="14161C">
              <a:alpha val="28000"/>
            </a:srgbClr>
          </a:solidFill>
          <a:ln/>
        </p:spPr>
      </p:sp>
      <p:sp>
        <p:nvSpPr>
          <p:cNvPr id="23" name="Shape 21"/>
          <p:cNvSpPr/>
          <p:nvPr/>
        </p:nvSpPr>
        <p:spPr>
          <a:xfrm>
            <a:off x="1748986" y="9580836"/>
            <a:ext cx="78828" cy="78828"/>
          </a:xfrm>
          <a:prstGeom prst="ellipse">
            <a:avLst/>
          </a:prstGeom>
          <a:solidFill>
            <a:srgbClr val="14161C">
              <a:alpha val="28000"/>
            </a:srgbClr>
          </a:solidFill>
          <a:ln/>
        </p:spPr>
      </p:sp>
      <p:sp>
        <p:nvSpPr>
          <p:cNvPr id="24" name="Shape 22"/>
          <p:cNvSpPr/>
          <p:nvPr/>
        </p:nvSpPr>
        <p:spPr>
          <a:xfrm>
            <a:off x="1906641" y="9580836"/>
            <a:ext cx="78828" cy="78828"/>
          </a:xfrm>
          <a:prstGeom prst="ellipse">
            <a:avLst/>
          </a:prstGeom>
          <a:solidFill>
            <a:srgbClr val="14161C">
              <a:alpha val="28000"/>
            </a:srgbClr>
          </a:solidFill>
          <a:ln/>
        </p:spPr>
      </p:sp>
      <p:sp>
        <p:nvSpPr>
          <p:cNvPr id="25" name="Shape 23"/>
          <p:cNvSpPr/>
          <p:nvPr/>
        </p:nvSpPr>
        <p:spPr>
          <a:xfrm>
            <a:off x="2064296" y="9580836"/>
            <a:ext cx="78828" cy="78828"/>
          </a:xfrm>
          <a:prstGeom prst="ellipse">
            <a:avLst/>
          </a:prstGeom>
          <a:solidFill>
            <a:srgbClr val="14161C">
              <a:alpha val="28000"/>
            </a:srgbClr>
          </a:solidFill>
          <a:ln/>
        </p:spPr>
      </p:sp>
      <p:sp>
        <p:nvSpPr>
          <p:cNvPr id="26" name="Shape 24"/>
          <p:cNvSpPr/>
          <p:nvPr/>
        </p:nvSpPr>
        <p:spPr>
          <a:xfrm>
            <a:off x="2221951" y="9580836"/>
            <a:ext cx="78828" cy="78828"/>
          </a:xfrm>
          <a:prstGeom prst="ellipse">
            <a:avLst/>
          </a:prstGeom>
          <a:solidFill>
            <a:srgbClr val="14161C">
              <a:alpha val="28000"/>
            </a:srgbClr>
          </a:solidFill>
          <a:ln/>
        </p:spPr>
      </p:sp>
      <p:sp>
        <p:nvSpPr>
          <p:cNvPr id="27" name="Shape 25"/>
          <p:cNvSpPr/>
          <p:nvPr/>
        </p:nvSpPr>
        <p:spPr>
          <a:xfrm>
            <a:off x="2379606" y="9580836"/>
            <a:ext cx="78828" cy="78828"/>
          </a:xfrm>
          <a:prstGeom prst="ellipse">
            <a:avLst/>
          </a:prstGeom>
          <a:solidFill>
            <a:srgbClr val="14161C">
              <a:alpha val="28000"/>
            </a:srgbClr>
          </a:solidFill>
          <a:ln/>
        </p:spPr>
      </p:sp>
      <p:sp>
        <p:nvSpPr>
          <p:cNvPr id="28" name="Shape 26"/>
          <p:cNvSpPr/>
          <p:nvPr/>
        </p:nvSpPr>
        <p:spPr>
          <a:xfrm>
            <a:off x="2537261" y="9580836"/>
            <a:ext cx="78828" cy="78828"/>
          </a:xfrm>
          <a:prstGeom prst="ellipse">
            <a:avLst/>
          </a:prstGeom>
          <a:solidFill>
            <a:srgbClr val="14161C">
              <a:alpha val="28000"/>
            </a:srgbClr>
          </a:solidFill>
          <a:ln/>
        </p:spPr>
      </p:sp>
      <p:sp>
        <p:nvSpPr>
          <p:cNvPr id="29" name="Shape 27"/>
          <p:cNvSpPr/>
          <p:nvPr/>
        </p:nvSpPr>
        <p:spPr>
          <a:xfrm>
            <a:off x="2694916" y="9580836"/>
            <a:ext cx="78828" cy="78828"/>
          </a:xfrm>
          <a:prstGeom prst="ellipse">
            <a:avLst/>
          </a:prstGeom>
          <a:solidFill>
            <a:srgbClr val="14161C">
              <a:alpha val="28000"/>
            </a:srgbClr>
          </a:solidFill>
          <a:ln/>
        </p:spPr>
      </p:sp>
      <p:sp>
        <p:nvSpPr>
          <p:cNvPr id="30" name="Shape 28"/>
          <p:cNvSpPr/>
          <p:nvPr/>
        </p:nvSpPr>
        <p:spPr>
          <a:xfrm>
            <a:off x="2852571" y="9580836"/>
            <a:ext cx="78828" cy="78828"/>
          </a:xfrm>
          <a:prstGeom prst="ellipse">
            <a:avLst/>
          </a:prstGeom>
          <a:solidFill>
            <a:srgbClr val="14161C">
              <a:alpha val="28000"/>
            </a:srgbClr>
          </a:solidFill>
          <a:ln/>
        </p:spPr>
      </p:sp>
      <p:sp>
        <p:nvSpPr>
          <p:cNvPr id="31" name="Shape 29"/>
          <p:cNvSpPr/>
          <p:nvPr/>
        </p:nvSpPr>
        <p:spPr>
          <a:xfrm>
            <a:off x="3010225" y="9580836"/>
            <a:ext cx="78828" cy="78828"/>
          </a:xfrm>
          <a:prstGeom prst="ellipse">
            <a:avLst/>
          </a:prstGeom>
          <a:solidFill>
            <a:srgbClr val="14161C">
              <a:alpha val="28000"/>
            </a:srgbClr>
          </a:solidFill>
          <a:ln/>
        </p:spPr>
      </p:sp>
      <p:sp>
        <p:nvSpPr>
          <p:cNvPr id="32" name="Shape 30"/>
          <p:cNvSpPr/>
          <p:nvPr/>
        </p:nvSpPr>
        <p:spPr>
          <a:xfrm>
            <a:off x="3167880" y="9580836"/>
            <a:ext cx="78828" cy="78828"/>
          </a:xfrm>
          <a:prstGeom prst="ellipse">
            <a:avLst/>
          </a:prstGeom>
          <a:solidFill>
            <a:srgbClr val="14161C">
              <a:alpha val="28000"/>
            </a:srgbClr>
          </a:solidFill>
          <a:ln/>
        </p:spPr>
      </p:sp>
      <p:sp>
        <p:nvSpPr>
          <p:cNvPr id="33" name="Shape 31"/>
          <p:cNvSpPr/>
          <p:nvPr/>
        </p:nvSpPr>
        <p:spPr>
          <a:xfrm>
            <a:off x="3325535" y="9580836"/>
            <a:ext cx="78828" cy="78828"/>
          </a:xfrm>
          <a:prstGeom prst="ellipse">
            <a:avLst/>
          </a:prstGeom>
          <a:solidFill>
            <a:srgbClr val="14161C">
              <a:alpha val="28000"/>
            </a:srgbClr>
          </a:solidFill>
          <a:ln/>
        </p:spPr>
      </p:sp>
      <p:sp>
        <p:nvSpPr>
          <p:cNvPr id="34" name="Shape 32"/>
          <p:cNvSpPr/>
          <p:nvPr/>
        </p:nvSpPr>
        <p:spPr>
          <a:xfrm>
            <a:off x="3483190" y="9580836"/>
            <a:ext cx="78828" cy="78828"/>
          </a:xfrm>
          <a:prstGeom prst="ellipse">
            <a:avLst/>
          </a:prstGeom>
          <a:solidFill>
            <a:srgbClr val="14161C">
              <a:alpha val="28000"/>
            </a:srgbClr>
          </a:solidFill>
          <a:ln/>
        </p:spPr>
      </p:sp>
      <p:sp>
        <p:nvSpPr>
          <p:cNvPr id="35" name="Shape 33"/>
          <p:cNvSpPr/>
          <p:nvPr/>
        </p:nvSpPr>
        <p:spPr>
          <a:xfrm>
            <a:off x="3640845" y="9580836"/>
            <a:ext cx="78828" cy="78828"/>
          </a:xfrm>
          <a:prstGeom prst="ellipse">
            <a:avLst/>
          </a:prstGeom>
          <a:solidFill>
            <a:srgbClr val="14161C">
              <a:alpha val="28000"/>
            </a:srgbClr>
          </a:solidFill>
          <a:ln/>
        </p:spPr>
      </p:sp>
      <p:sp>
        <p:nvSpPr>
          <p:cNvPr id="36" name="Shape 34"/>
          <p:cNvSpPr/>
          <p:nvPr/>
        </p:nvSpPr>
        <p:spPr>
          <a:xfrm>
            <a:off x="3798500" y="9580836"/>
            <a:ext cx="78828" cy="78828"/>
          </a:xfrm>
          <a:prstGeom prst="ellipse">
            <a:avLst/>
          </a:prstGeom>
          <a:solidFill>
            <a:srgbClr val="14161C">
              <a:alpha val="28000"/>
            </a:srgbClr>
          </a:solidFill>
          <a:ln/>
        </p:spPr>
      </p:sp>
      <p:sp>
        <p:nvSpPr>
          <p:cNvPr id="37" name="Shape 35"/>
          <p:cNvSpPr/>
          <p:nvPr/>
        </p:nvSpPr>
        <p:spPr>
          <a:xfrm>
            <a:off x="3956155" y="9580836"/>
            <a:ext cx="78828" cy="78828"/>
          </a:xfrm>
          <a:prstGeom prst="ellipse">
            <a:avLst/>
          </a:prstGeom>
          <a:solidFill>
            <a:srgbClr val="14161C">
              <a:alpha val="28000"/>
            </a:srgbClr>
          </a:solidFill>
          <a:ln/>
        </p:spPr>
      </p:sp>
      <p:sp>
        <p:nvSpPr>
          <p:cNvPr id="38" name="Shape 36"/>
          <p:cNvSpPr/>
          <p:nvPr/>
        </p:nvSpPr>
        <p:spPr>
          <a:xfrm>
            <a:off x="4113810" y="9580836"/>
            <a:ext cx="78828" cy="78828"/>
          </a:xfrm>
          <a:prstGeom prst="ellipse">
            <a:avLst/>
          </a:prstGeom>
          <a:solidFill>
            <a:srgbClr val="14161C">
              <a:alpha val="28000"/>
            </a:srgbClr>
          </a:solidFill>
          <a:ln/>
        </p:spPr>
      </p:sp>
      <p:sp>
        <p:nvSpPr>
          <p:cNvPr id="39" name="Shape 37"/>
          <p:cNvSpPr/>
          <p:nvPr/>
        </p:nvSpPr>
        <p:spPr>
          <a:xfrm>
            <a:off x="4271465" y="9580836"/>
            <a:ext cx="78828" cy="78828"/>
          </a:xfrm>
          <a:prstGeom prst="ellipse">
            <a:avLst/>
          </a:prstGeom>
          <a:solidFill>
            <a:srgbClr val="14161C">
              <a:alpha val="28000"/>
            </a:srgbClr>
          </a:solidFill>
          <a:ln/>
        </p:spPr>
      </p:sp>
      <p:sp>
        <p:nvSpPr>
          <p:cNvPr id="40" name="Shape 38"/>
          <p:cNvSpPr/>
          <p:nvPr/>
        </p:nvSpPr>
        <p:spPr>
          <a:xfrm>
            <a:off x="4429120" y="9580836"/>
            <a:ext cx="78828" cy="78828"/>
          </a:xfrm>
          <a:prstGeom prst="ellipse">
            <a:avLst/>
          </a:prstGeom>
          <a:solidFill>
            <a:srgbClr val="14161C">
              <a:alpha val="28000"/>
            </a:srgbClr>
          </a:solidFill>
          <a:ln/>
        </p:spPr>
      </p:sp>
      <p:sp>
        <p:nvSpPr>
          <p:cNvPr id="41" name="Shape 39"/>
          <p:cNvSpPr/>
          <p:nvPr/>
        </p:nvSpPr>
        <p:spPr>
          <a:xfrm>
            <a:off x="4573637" y="9567698"/>
            <a:ext cx="105103" cy="105103"/>
          </a:xfrm>
          <a:prstGeom prst="ellipse">
            <a:avLst/>
          </a:prstGeom>
          <a:solidFill>
            <a:srgbClr val="E8472B"/>
          </a:solidFill>
          <a:ln/>
        </p:spPr>
      </p:sp>
      <p:sp>
        <p:nvSpPr>
          <p:cNvPr id="42" name="Shape 40"/>
          <p:cNvSpPr/>
          <p:nvPr/>
        </p:nvSpPr>
        <p:spPr>
          <a:xfrm>
            <a:off x="4744430" y="9580836"/>
            <a:ext cx="78828" cy="78828"/>
          </a:xfrm>
          <a:prstGeom prst="ellipse">
            <a:avLst/>
          </a:prstGeom>
          <a:solidFill>
            <a:srgbClr val="14161C">
              <a:alpha val="28000"/>
            </a:srgbClr>
          </a:solidFill>
          <a:ln/>
        </p:spPr>
      </p:sp>
      <p:sp>
        <p:nvSpPr>
          <p:cNvPr id="43" name="Shape 41"/>
          <p:cNvSpPr/>
          <p:nvPr/>
        </p:nvSpPr>
        <p:spPr>
          <a:xfrm>
            <a:off x="4902085" y="9580836"/>
            <a:ext cx="78828" cy="78828"/>
          </a:xfrm>
          <a:prstGeom prst="ellipse">
            <a:avLst/>
          </a:prstGeom>
          <a:solidFill>
            <a:srgbClr val="14161C">
              <a:alpha val="28000"/>
            </a:srgbClr>
          </a:solidFill>
          <a:ln/>
        </p:spPr>
      </p:sp>
      <p:sp>
        <p:nvSpPr>
          <p:cNvPr id="44" name="Shape 42"/>
          <p:cNvSpPr/>
          <p:nvPr/>
        </p:nvSpPr>
        <p:spPr>
          <a:xfrm>
            <a:off x="5059740" y="9580836"/>
            <a:ext cx="78828" cy="78828"/>
          </a:xfrm>
          <a:prstGeom prst="ellipse">
            <a:avLst/>
          </a:prstGeom>
          <a:solidFill>
            <a:srgbClr val="14161C">
              <a:alpha val="28000"/>
            </a:srgbClr>
          </a:solidFill>
          <a:ln/>
        </p:spPr>
      </p:sp>
      <p:sp>
        <p:nvSpPr>
          <p:cNvPr id="45" name="Shape 43"/>
          <p:cNvSpPr/>
          <p:nvPr/>
        </p:nvSpPr>
        <p:spPr>
          <a:xfrm>
            <a:off x="5217395" y="9580836"/>
            <a:ext cx="78828" cy="78828"/>
          </a:xfrm>
          <a:prstGeom prst="ellipse">
            <a:avLst/>
          </a:prstGeom>
          <a:solidFill>
            <a:srgbClr val="14161C">
              <a:alpha val="28000"/>
            </a:srgbClr>
          </a:solidFill>
          <a:ln/>
        </p:spPr>
      </p:sp>
      <p:sp>
        <p:nvSpPr>
          <p:cNvPr id="46" name="Shape 44"/>
          <p:cNvSpPr/>
          <p:nvPr/>
        </p:nvSpPr>
        <p:spPr>
          <a:xfrm>
            <a:off x="5375050" y="9580836"/>
            <a:ext cx="78828" cy="78828"/>
          </a:xfrm>
          <a:prstGeom prst="ellipse">
            <a:avLst/>
          </a:prstGeom>
          <a:solidFill>
            <a:srgbClr val="14161C">
              <a:alpha val="28000"/>
            </a:srgbClr>
          </a:solidFill>
          <a:ln/>
        </p:spPr>
      </p:sp>
      <p:sp>
        <p:nvSpPr>
          <p:cNvPr id="47" name="Shape 45"/>
          <p:cNvSpPr/>
          <p:nvPr/>
        </p:nvSpPr>
        <p:spPr>
          <a:xfrm>
            <a:off x="5532705" y="9580836"/>
            <a:ext cx="78828" cy="78828"/>
          </a:xfrm>
          <a:prstGeom prst="ellipse">
            <a:avLst/>
          </a:prstGeom>
          <a:solidFill>
            <a:srgbClr val="14161C">
              <a:alpha val="28000"/>
            </a:srgbClr>
          </a:solidFill>
          <a:ln/>
        </p:spPr>
      </p:sp>
      <p:sp>
        <p:nvSpPr>
          <p:cNvPr id="48" name="Shape 46"/>
          <p:cNvSpPr/>
          <p:nvPr/>
        </p:nvSpPr>
        <p:spPr>
          <a:xfrm>
            <a:off x="5690359" y="9580836"/>
            <a:ext cx="78828" cy="78828"/>
          </a:xfrm>
          <a:prstGeom prst="ellipse">
            <a:avLst/>
          </a:prstGeom>
          <a:solidFill>
            <a:srgbClr val="14161C">
              <a:alpha val="28000"/>
            </a:srgbClr>
          </a:solidFill>
          <a:ln/>
        </p:spPr>
      </p:sp>
      <p:sp>
        <p:nvSpPr>
          <p:cNvPr id="49" name="Shape 47"/>
          <p:cNvSpPr/>
          <p:nvPr/>
        </p:nvSpPr>
        <p:spPr>
          <a:xfrm>
            <a:off x="5848014" y="9580836"/>
            <a:ext cx="78828" cy="78828"/>
          </a:xfrm>
          <a:prstGeom prst="ellipse">
            <a:avLst/>
          </a:prstGeom>
          <a:solidFill>
            <a:srgbClr val="14161C">
              <a:alpha val="28000"/>
            </a:srgbClr>
          </a:solidFill>
          <a:ln/>
        </p:spPr>
      </p:sp>
      <p:sp>
        <p:nvSpPr>
          <p:cNvPr id="50" name="Shape 48"/>
          <p:cNvSpPr/>
          <p:nvPr/>
        </p:nvSpPr>
        <p:spPr>
          <a:xfrm>
            <a:off x="6005669" y="9580836"/>
            <a:ext cx="78828" cy="78828"/>
          </a:xfrm>
          <a:prstGeom prst="ellipse">
            <a:avLst/>
          </a:prstGeom>
          <a:solidFill>
            <a:srgbClr val="14161C">
              <a:alpha val="28000"/>
            </a:srgbClr>
          </a:solidFill>
          <a:ln/>
        </p:spPr>
      </p:sp>
      <p:sp>
        <p:nvSpPr>
          <p:cNvPr id="51" name="Shape 49"/>
          <p:cNvSpPr/>
          <p:nvPr/>
        </p:nvSpPr>
        <p:spPr>
          <a:xfrm>
            <a:off x="6163324" y="9580836"/>
            <a:ext cx="78828" cy="78828"/>
          </a:xfrm>
          <a:prstGeom prst="ellipse">
            <a:avLst/>
          </a:prstGeom>
          <a:solidFill>
            <a:srgbClr val="14161C">
              <a:alpha val="28000"/>
            </a:srgbClr>
          </a:solidFill>
          <a:ln/>
        </p:spPr>
      </p:sp>
      <p:sp>
        <p:nvSpPr>
          <p:cNvPr id="52" name="Shape 50"/>
          <p:cNvSpPr/>
          <p:nvPr/>
        </p:nvSpPr>
        <p:spPr>
          <a:xfrm>
            <a:off x="6320979" y="9580836"/>
            <a:ext cx="78828" cy="78828"/>
          </a:xfrm>
          <a:prstGeom prst="ellipse">
            <a:avLst/>
          </a:prstGeom>
          <a:solidFill>
            <a:srgbClr val="14161C">
              <a:alpha val="28000"/>
            </a:srgbClr>
          </a:solidFill>
          <a:ln/>
        </p:spPr>
      </p:sp>
      <p:sp>
        <p:nvSpPr>
          <p:cNvPr id="53" name="Shape 51"/>
          <p:cNvSpPr/>
          <p:nvPr/>
        </p:nvSpPr>
        <p:spPr>
          <a:xfrm>
            <a:off x="6478634" y="9580836"/>
            <a:ext cx="78828" cy="78828"/>
          </a:xfrm>
          <a:prstGeom prst="ellipse">
            <a:avLst/>
          </a:prstGeom>
          <a:solidFill>
            <a:srgbClr val="14161C">
              <a:alpha val="28000"/>
            </a:srgbClr>
          </a:solidFill>
          <a:ln/>
        </p:spPr>
      </p:sp>
      <p:sp>
        <p:nvSpPr>
          <p:cNvPr id="54" name="Shape 52"/>
          <p:cNvSpPr/>
          <p:nvPr/>
        </p:nvSpPr>
        <p:spPr>
          <a:xfrm>
            <a:off x="6636289" y="9580836"/>
            <a:ext cx="78828" cy="78828"/>
          </a:xfrm>
          <a:prstGeom prst="ellipse">
            <a:avLst/>
          </a:prstGeom>
          <a:solidFill>
            <a:srgbClr val="14161C">
              <a:alpha val="28000"/>
            </a:srgbClr>
          </a:solidFill>
          <a:ln/>
        </p:spPr>
      </p:sp>
      <p:sp>
        <p:nvSpPr>
          <p:cNvPr id="55" name="Shape 53"/>
          <p:cNvSpPr/>
          <p:nvPr/>
        </p:nvSpPr>
        <p:spPr>
          <a:xfrm>
            <a:off x="6793944" y="9580836"/>
            <a:ext cx="78828" cy="78828"/>
          </a:xfrm>
          <a:prstGeom prst="ellipse">
            <a:avLst/>
          </a:prstGeom>
          <a:solidFill>
            <a:srgbClr val="14161C">
              <a:alpha val="28000"/>
            </a:srgbClr>
          </a:solidFill>
          <a:ln/>
        </p:spPr>
      </p:sp>
      <p:sp>
        <p:nvSpPr>
          <p:cNvPr id="56" name="Shape 54"/>
          <p:cNvSpPr/>
          <p:nvPr/>
        </p:nvSpPr>
        <p:spPr>
          <a:xfrm>
            <a:off x="6951599" y="9580836"/>
            <a:ext cx="78828" cy="78828"/>
          </a:xfrm>
          <a:prstGeom prst="ellipse">
            <a:avLst/>
          </a:prstGeom>
          <a:solidFill>
            <a:srgbClr val="14161C">
              <a:alpha val="28000"/>
            </a:srgbClr>
          </a:solidFill>
          <a:ln/>
        </p:spPr>
      </p:sp>
      <p:sp>
        <p:nvSpPr>
          <p:cNvPr id="57" name="Shape 55"/>
          <p:cNvSpPr/>
          <p:nvPr/>
        </p:nvSpPr>
        <p:spPr>
          <a:xfrm>
            <a:off x="7109254" y="9580836"/>
            <a:ext cx="78828" cy="78828"/>
          </a:xfrm>
          <a:prstGeom prst="ellipse">
            <a:avLst/>
          </a:prstGeom>
          <a:solidFill>
            <a:srgbClr val="14161C">
              <a:alpha val="28000"/>
            </a:srgbClr>
          </a:solidFill>
          <a:ln/>
        </p:spPr>
      </p:sp>
      <p:sp>
        <p:nvSpPr>
          <p:cNvPr id="58" name="Shape 56"/>
          <p:cNvSpPr/>
          <p:nvPr/>
        </p:nvSpPr>
        <p:spPr>
          <a:xfrm>
            <a:off x="7266909" y="9580836"/>
            <a:ext cx="78828" cy="78828"/>
          </a:xfrm>
          <a:prstGeom prst="ellipse">
            <a:avLst/>
          </a:prstGeom>
          <a:solidFill>
            <a:srgbClr val="14161C">
              <a:alpha val="28000"/>
            </a:srgbClr>
          </a:solidFill>
          <a:ln/>
        </p:spPr>
      </p:sp>
      <p:sp>
        <p:nvSpPr>
          <p:cNvPr id="59" name="Shape 57"/>
          <p:cNvSpPr/>
          <p:nvPr/>
        </p:nvSpPr>
        <p:spPr>
          <a:xfrm>
            <a:off x="7424564" y="9580836"/>
            <a:ext cx="78828" cy="78828"/>
          </a:xfrm>
          <a:prstGeom prst="ellipse">
            <a:avLst/>
          </a:prstGeom>
          <a:solidFill>
            <a:srgbClr val="14161C">
              <a:alpha val="28000"/>
            </a:srgbClr>
          </a:solidFill>
          <a:ln/>
        </p:spPr>
      </p:sp>
      <p:sp>
        <p:nvSpPr>
          <p:cNvPr id="60" name="Shape 58"/>
          <p:cNvSpPr/>
          <p:nvPr/>
        </p:nvSpPr>
        <p:spPr>
          <a:xfrm>
            <a:off x="7582219" y="9580836"/>
            <a:ext cx="78828" cy="78828"/>
          </a:xfrm>
          <a:prstGeom prst="ellipse">
            <a:avLst/>
          </a:prstGeom>
          <a:solidFill>
            <a:srgbClr val="14161C">
              <a:alpha val="28000"/>
            </a:srgbClr>
          </a:solidFill>
          <a:ln/>
        </p:spPr>
      </p:sp>
      <p:sp>
        <p:nvSpPr>
          <p:cNvPr id="61" name="Shape 59"/>
          <p:cNvSpPr/>
          <p:nvPr/>
        </p:nvSpPr>
        <p:spPr>
          <a:xfrm>
            <a:off x="7739874" y="9580836"/>
            <a:ext cx="78828" cy="78828"/>
          </a:xfrm>
          <a:prstGeom prst="ellipse">
            <a:avLst/>
          </a:prstGeom>
          <a:solidFill>
            <a:srgbClr val="14161C">
              <a:alpha val="28000"/>
            </a:srgbClr>
          </a:solidFill>
          <a:ln/>
        </p:spPr>
      </p:sp>
      <p:sp>
        <p:nvSpPr>
          <p:cNvPr id="62" name="Shape 60"/>
          <p:cNvSpPr/>
          <p:nvPr/>
        </p:nvSpPr>
        <p:spPr>
          <a:xfrm>
            <a:off x="7897529" y="9580836"/>
            <a:ext cx="78828" cy="78828"/>
          </a:xfrm>
          <a:prstGeom prst="ellipse">
            <a:avLst/>
          </a:prstGeom>
          <a:solidFill>
            <a:srgbClr val="14161C">
              <a:alpha val="28000"/>
            </a:srgbClr>
          </a:solidFill>
          <a:ln/>
        </p:spPr>
      </p:sp>
      <p:sp>
        <p:nvSpPr>
          <p:cNvPr id="63" name="Shape 61"/>
          <p:cNvSpPr/>
          <p:nvPr/>
        </p:nvSpPr>
        <p:spPr>
          <a:xfrm>
            <a:off x="8055184" y="9580836"/>
            <a:ext cx="78828" cy="78828"/>
          </a:xfrm>
          <a:prstGeom prst="ellipse">
            <a:avLst/>
          </a:prstGeom>
          <a:solidFill>
            <a:srgbClr val="14161C">
              <a:alpha val="28000"/>
            </a:srgbClr>
          </a:solidFill>
          <a:ln/>
        </p:spPr>
      </p:sp>
      <p:sp>
        <p:nvSpPr>
          <p:cNvPr id="64" name="Shape 62"/>
          <p:cNvSpPr/>
          <p:nvPr/>
        </p:nvSpPr>
        <p:spPr>
          <a:xfrm>
            <a:off x="8212839" y="9580836"/>
            <a:ext cx="78828" cy="78828"/>
          </a:xfrm>
          <a:prstGeom prst="ellipse">
            <a:avLst/>
          </a:prstGeom>
          <a:solidFill>
            <a:srgbClr val="14161C">
              <a:alpha val="28000"/>
            </a:srgbClr>
          </a:solidFill>
          <a:ln/>
        </p:spPr>
      </p:sp>
      <p:sp>
        <p:nvSpPr>
          <p:cNvPr id="65" name="Shape 63"/>
          <p:cNvSpPr/>
          <p:nvPr/>
        </p:nvSpPr>
        <p:spPr>
          <a:xfrm>
            <a:off x="8370494" y="9580836"/>
            <a:ext cx="78828" cy="78828"/>
          </a:xfrm>
          <a:prstGeom prst="ellipse">
            <a:avLst/>
          </a:prstGeom>
          <a:solidFill>
            <a:srgbClr val="14161C">
              <a:alpha val="28000"/>
            </a:srgbClr>
          </a:solidFill>
          <a:ln/>
        </p:spPr>
      </p:sp>
      <p:sp>
        <p:nvSpPr>
          <p:cNvPr id="66" name="Shape 64"/>
          <p:cNvSpPr/>
          <p:nvPr/>
        </p:nvSpPr>
        <p:spPr>
          <a:xfrm>
            <a:off x="8528148" y="9580836"/>
            <a:ext cx="78828" cy="78828"/>
          </a:xfrm>
          <a:prstGeom prst="ellipse">
            <a:avLst/>
          </a:prstGeom>
          <a:solidFill>
            <a:srgbClr val="14161C">
              <a:alpha val="28000"/>
            </a:srgbClr>
          </a:solidFill>
          <a:ln/>
        </p:spPr>
      </p:sp>
      <p:sp>
        <p:nvSpPr>
          <p:cNvPr id="67" name="Shape 65"/>
          <p:cNvSpPr/>
          <p:nvPr/>
        </p:nvSpPr>
        <p:spPr>
          <a:xfrm>
            <a:off x="8685803" y="9580836"/>
            <a:ext cx="78828" cy="78828"/>
          </a:xfrm>
          <a:prstGeom prst="ellipse">
            <a:avLst/>
          </a:prstGeom>
          <a:solidFill>
            <a:srgbClr val="14161C">
              <a:alpha val="28000"/>
            </a:srgbClr>
          </a:solidFill>
          <a:ln/>
        </p:spPr>
      </p:sp>
      <p:sp>
        <p:nvSpPr>
          <p:cNvPr id="68" name="Shape 66"/>
          <p:cNvSpPr/>
          <p:nvPr/>
        </p:nvSpPr>
        <p:spPr>
          <a:xfrm>
            <a:off x="8843458" y="9580836"/>
            <a:ext cx="78828" cy="78828"/>
          </a:xfrm>
          <a:prstGeom prst="ellipse">
            <a:avLst/>
          </a:prstGeom>
          <a:solidFill>
            <a:srgbClr val="14161C">
              <a:alpha val="28000"/>
            </a:srgbClr>
          </a:solidFill>
          <a:ln/>
        </p:spPr>
      </p:sp>
      <p:sp>
        <p:nvSpPr>
          <p:cNvPr id="69" name="Shape 67"/>
          <p:cNvSpPr/>
          <p:nvPr/>
        </p:nvSpPr>
        <p:spPr>
          <a:xfrm>
            <a:off x="9001113" y="9580836"/>
            <a:ext cx="78828" cy="78828"/>
          </a:xfrm>
          <a:prstGeom prst="ellipse">
            <a:avLst/>
          </a:prstGeom>
          <a:solidFill>
            <a:srgbClr val="14161C">
              <a:alpha val="28000"/>
            </a:srgbClr>
          </a:solidFill>
          <a:ln/>
        </p:spPr>
      </p:sp>
      <p:sp>
        <p:nvSpPr>
          <p:cNvPr id="70" name="Shape 68"/>
          <p:cNvSpPr/>
          <p:nvPr/>
        </p:nvSpPr>
        <p:spPr>
          <a:xfrm>
            <a:off x="9158768" y="9580836"/>
            <a:ext cx="78828" cy="78828"/>
          </a:xfrm>
          <a:prstGeom prst="ellipse">
            <a:avLst/>
          </a:prstGeom>
          <a:solidFill>
            <a:srgbClr val="14161C">
              <a:alpha val="28000"/>
            </a:srgbClr>
          </a:solidFill>
          <a:ln/>
        </p:spPr>
      </p:sp>
      <p:sp>
        <p:nvSpPr>
          <p:cNvPr id="71" name="Shape 69"/>
          <p:cNvSpPr/>
          <p:nvPr/>
        </p:nvSpPr>
        <p:spPr>
          <a:xfrm>
            <a:off x="9316423" y="9580836"/>
            <a:ext cx="78828" cy="78828"/>
          </a:xfrm>
          <a:prstGeom prst="ellipse">
            <a:avLst/>
          </a:prstGeom>
          <a:solidFill>
            <a:srgbClr val="14161C">
              <a:alpha val="28000"/>
            </a:srgbClr>
          </a:solidFill>
          <a:ln/>
        </p:spPr>
      </p:sp>
      <p:sp>
        <p:nvSpPr>
          <p:cNvPr id="72" name="Shape 70"/>
          <p:cNvSpPr/>
          <p:nvPr/>
        </p:nvSpPr>
        <p:spPr>
          <a:xfrm>
            <a:off x="9474078" y="9580836"/>
            <a:ext cx="78828" cy="78828"/>
          </a:xfrm>
          <a:prstGeom prst="ellipse">
            <a:avLst/>
          </a:prstGeom>
          <a:solidFill>
            <a:srgbClr val="14161C">
              <a:alpha val="28000"/>
            </a:srgbClr>
          </a:solidFill>
          <a:ln/>
        </p:spPr>
      </p:sp>
      <p:sp>
        <p:nvSpPr>
          <p:cNvPr id="73" name="Shape 71"/>
          <p:cNvSpPr/>
          <p:nvPr/>
        </p:nvSpPr>
        <p:spPr>
          <a:xfrm>
            <a:off x="9631733" y="9580836"/>
            <a:ext cx="78828" cy="78828"/>
          </a:xfrm>
          <a:prstGeom prst="ellipse">
            <a:avLst/>
          </a:prstGeom>
          <a:solidFill>
            <a:srgbClr val="14161C">
              <a:alpha val="28000"/>
            </a:srgbClr>
          </a:solidFill>
          <a:ln/>
        </p:spPr>
      </p:sp>
      <p:sp>
        <p:nvSpPr>
          <p:cNvPr id="74" name="Shape 72"/>
          <p:cNvSpPr/>
          <p:nvPr/>
        </p:nvSpPr>
        <p:spPr>
          <a:xfrm>
            <a:off x="9789388" y="9580836"/>
            <a:ext cx="78828" cy="78828"/>
          </a:xfrm>
          <a:prstGeom prst="ellipse">
            <a:avLst/>
          </a:prstGeom>
          <a:solidFill>
            <a:srgbClr val="14161C">
              <a:alpha val="28000"/>
            </a:srgbClr>
          </a:solidFill>
          <a:ln/>
        </p:spPr>
      </p:sp>
      <p:sp>
        <p:nvSpPr>
          <p:cNvPr id="75" name="Shape 73"/>
          <p:cNvSpPr/>
          <p:nvPr/>
        </p:nvSpPr>
        <p:spPr>
          <a:xfrm>
            <a:off x="9947043" y="9580836"/>
            <a:ext cx="78828" cy="78828"/>
          </a:xfrm>
          <a:prstGeom prst="ellipse">
            <a:avLst/>
          </a:prstGeom>
          <a:solidFill>
            <a:srgbClr val="14161C">
              <a:alpha val="28000"/>
            </a:srgbClr>
          </a:solidFill>
          <a:ln/>
        </p:spPr>
      </p:sp>
      <p:sp>
        <p:nvSpPr>
          <p:cNvPr id="76" name="Text 7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24/58</a:t>
            </a:r>
            <a:endParaRPr lang="en-US" sz="1800" dirty="0"/>
          </a:p>
        </p:txBody>
      </p:sp>
      <p:sp>
        <p:nvSpPr>
          <p:cNvPr id="77" name="Shape 75"/>
          <p:cNvSpPr/>
          <p:nvPr/>
        </p:nvSpPr>
        <p:spPr>
          <a:xfrm>
            <a:off x="15983712" y="9076331"/>
            <a:ext cx="1645920" cy="552301"/>
          </a:xfrm>
          <a:prstGeom prst="roundRect">
            <a:avLst>
              <a:gd name="adj" fmla="val 28000"/>
            </a:avLst>
          </a:prstGeom>
          <a:solidFill>
            <a:srgbClr val="FFFFFF">
              <a:alpha val="82000"/>
            </a:srgbClr>
          </a:solidFill>
          <a:ln/>
        </p:spPr>
      </p:sp>
      <p:pic>
        <p:nvPicPr>
          <p:cNvPr id="78" name="Moda image moda-export-watermark-cea8d2bf-d1b2-44af-aa0b-5ba7da325b70"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130〜190°C付近の</a:t>
            </a:r>
            <a:r>
              <a:rPr lang="en-US" sz="5700" dirty="0" spc="0" kern="0">
                <a:solidFill>
                  <a:srgbClr val="F3EEE3"/>
                </a:solidFill>
                <a:latin typeface="Noto Sans JP ExtraBold" pitchFamily="34" charset="0"/>
                <a:ea typeface="Noto Sans JP ExtraBold" pitchFamily="34" charset="-122"/>
                <a:cs typeface="Noto Sans JP ExtraBold" pitchFamily="34" charset="-120"/>
              </a:rPr>
              <a:t> 描き 直した グラフ</a:t>
            </a:r>
            <a:endParaRPr lang="en-US" sz="5700" dirty="0"/>
          </a:p>
        </p:txBody>
      </p:sp>
      <p:sp>
        <p:nvSpPr>
          <p:cNvPr id="3" name="Shape 1"/>
          <p:cNvSpPr/>
          <p:nvPr/>
        </p:nvSpPr>
        <p:spPr>
          <a:xfrm>
            <a:off x="914400" y="2247900"/>
            <a:ext cx="8953500" cy="6096000"/>
          </a:xfrm>
          <a:prstGeom prst="roundRect">
            <a:avLst>
              <a:gd name="adj" fmla="val 4375"/>
            </a:avLst>
          </a:prstGeom>
          <a:solidFill>
            <a:srgbClr val="FFFFFF"/>
          </a:solidFill>
          <a:ln w="28575">
            <a:solidFill>
              <a:srgbClr val="2C3040"/>
            </a:solidFill>
            <a:prstDash val="solid"/>
          </a:ln>
        </p:spPr>
      </p:sp>
      <p:pic>
        <p:nvPicPr>
          <p:cNvPr id="4" name="Moda image rect-1793258602000-188240529" descr="">    </p:cNvPr>
          <p:cNvPicPr>
            <a:picLocks noChangeAspect="1"/>
          </p:cNvPicPr>
          <p:nvPr/>
        </p:nvPicPr>
        <p:blipFill>
          <a:blip r:embed="rId1"/>
          <a:srcRect l="0" r="0" t="0" b="0"/>
          <a:stretch/>
        </p:blipFill>
        <p:spPr>
          <a:xfrm>
            <a:off x="1104900" y="2438400"/>
            <a:ext cx="8572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9AA0B5"/>
                </a:solidFill>
                <a:latin typeface="Noto Sans JP" pitchFamily="34" charset="0"/>
                <a:ea typeface="Noto Sans JP" pitchFamily="34" charset="-122"/>
                <a:cs typeface="Noto Sans JP" pitchFamily="34" charset="-120"/>
              </a:rPr>
              <a:t>図:</a:t>
            </a:r>
            <a:r>
              <a:rPr lang="en-US" sz="1650" dirty="0" spc="-1" kern="0">
                <a:solidFill>
                  <a:srgbClr val="9AA0B5"/>
                </a:solidFill>
                <a:latin typeface="Noto Sans JP" pitchFamily="34" charset="0"/>
                <a:ea typeface="Noto Sans JP" pitchFamily="34" charset="-122"/>
                <a:cs typeface="Noto Sans JP" pitchFamily="34" charset="-120"/>
              </a:rPr>
              <a:t> 自作。</a:t>
            </a:r>
            <a:r>
              <a:rPr lang="en-US" sz="1650" dirty="0" spc="-2" kern="0">
                <a:solidFill>
                  <a:srgbClr val="9AA0B5"/>
                </a:solidFill>
                <a:latin typeface="Noto Sans JP" pitchFamily="34" charset="0"/>
                <a:ea typeface="Noto Sans JP" pitchFamily="34" charset="-122"/>
                <a:cs typeface="Noto Sans JP" pitchFamily="34" charset="-120"/>
              </a:rPr>
              <a:t> S1の</a:t>
            </a:r>
            <a:r>
              <a:rPr lang="en-US" sz="1650" dirty="0" spc="-1" kern="0">
                <a:solidFill>
                  <a:srgbClr val="9AA0B5"/>
                </a:solidFill>
                <a:latin typeface="Noto Sans JP" pitchFamily="34" charset="0"/>
                <a:ea typeface="Noto Sans JP" pitchFamily="34" charset="-122"/>
                <a:cs typeface="Noto Sans JP" pitchFamily="34" charset="-120"/>
              </a:rPr>
              <a:t> グラフの</a:t>
            </a:r>
            <a:r>
              <a:rPr lang="en-US" sz="1650" dirty="0" spc="-2" kern="0">
                <a:solidFill>
                  <a:srgbClr val="9AA0B5"/>
                </a:solidFill>
                <a:latin typeface="Noto Sans JP" pitchFamily="34" charset="0"/>
                <a:ea typeface="Noto Sans JP" pitchFamily="34" charset="-122"/>
                <a:cs typeface="Noto Sans JP" pitchFamily="34" charset="-120"/>
              </a:rPr>
              <a:t> 読み 取り</a:t>
            </a:r>
            <a:r>
              <a:rPr lang="en-US" sz="1650" dirty="0" spc="-1" kern="0">
                <a:solidFill>
                  <a:srgbClr val="9AA0B5"/>
                </a:solidFill>
                <a:latin typeface="Noto Sans JP" pitchFamily="34" charset="0"/>
                <a:ea typeface="Noto Sans JP" pitchFamily="34" charset="-122"/>
                <a:cs typeface="Noto Sans JP" pitchFamily="34" charset="-120"/>
              </a:rPr>
              <a:t> 値（±2%）から 描き 直し、 L17参照[S1]</a:t>
            </a:r>
            <a:endParaRPr lang="en-US" sz="1650" dirty="0"/>
          </a:p>
        </p:txBody>
      </p:sp>
      <p:sp>
        <p:nvSpPr>
          <p:cNvPr id="6" name="Shape 3"/>
          <p:cNvSpPr/>
          <p:nvPr/>
        </p:nvSpPr>
        <p:spPr>
          <a:xfrm>
            <a:off x="10248900" y="2247900"/>
            <a:ext cx="7124700" cy="838200"/>
          </a:xfrm>
          <a:prstGeom prst="roundRect">
            <a:avLst>
              <a:gd name="adj" fmla="val 22727"/>
            </a:avLst>
          </a:prstGeom>
          <a:solidFill>
            <a:srgbClr val="1E212B"/>
          </a:solidFill>
          <a:ln/>
        </p:spPr>
      </p:sp>
      <p:sp>
        <p:nvSpPr>
          <p:cNvPr id="7" name="Shape 4"/>
          <p:cNvSpPr/>
          <p:nvPr/>
        </p:nvSpPr>
        <p:spPr>
          <a:xfrm>
            <a:off x="10248900" y="2247900"/>
            <a:ext cx="114300" cy="838200"/>
          </a:xfrm>
          <a:prstGeom prst="roundRect">
            <a:avLst>
              <a:gd name="adj" fmla="val 50000"/>
            </a:avLst>
          </a:prstGeom>
          <a:solidFill>
            <a:srgbClr val="3DD6A0"/>
          </a:solidFill>
          <a:ln/>
        </p:spPr>
      </p:sp>
      <p:sp>
        <p:nvSpPr>
          <p:cNvPr id="8" name="Text 5"/>
          <p:cNvSpPr/>
          <p:nvPr/>
        </p:nvSpPr>
        <p:spPr>
          <a:xfrm>
            <a:off x="10591800" y="2247900"/>
            <a:ext cx="6591300" cy="838200"/>
          </a:xfrm>
          <a:prstGeom prst="rect">
            <a:avLst/>
          </a:prstGeom>
          <a:noFill/>
          <a:ln/>
        </p:spPr>
        <p:txBody>
          <a:bodyPr wrap="square" lIns="0" tIns="0" rIns="0" bIns="0" rtlCol="0" anchor="ctr"/>
          <a:lstStyle/>
          <a:p>
            <a:pPr algn="l" indent="0" marL="0">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尿素が 急に</a:t>
            </a:r>
            <a:r>
              <a:rPr lang="en-US" sz="2550" dirty="0" spc="1" kern="0">
                <a:solidFill>
                  <a:srgbClr val="F3EEE3"/>
                </a:solidFill>
                <a:latin typeface="Noto Sans JP SemiBold" pitchFamily="34" charset="0"/>
                <a:ea typeface="Noto Sans JP SemiBold" pitchFamily="34" charset="-122"/>
                <a:cs typeface="Noto Sans JP SemiBold" pitchFamily="34" charset="-120"/>
              </a:rPr>
              <a:t> 減る</a:t>
            </a:r>
            <a:endParaRPr lang="en-US" sz="2550" dirty="0"/>
          </a:p>
        </p:txBody>
      </p:sp>
      <p:sp>
        <p:nvSpPr>
          <p:cNvPr id="9" name="Shape 6"/>
          <p:cNvSpPr/>
          <p:nvPr/>
        </p:nvSpPr>
        <p:spPr>
          <a:xfrm>
            <a:off x="10248900" y="3219450"/>
            <a:ext cx="7124700" cy="838200"/>
          </a:xfrm>
          <a:prstGeom prst="roundRect">
            <a:avLst>
              <a:gd name="adj" fmla="val 22727"/>
            </a:avLst>
          </a:prstGeom>
          <a:solidFill>
            <a:srgbClr val="1E212B"/>
          </a:solidFill>
          <a:ln/>
        </p:spPr>
      </p:sp>
      <p:sp>
        <p:nvSpPr>
          <p:cNvPr id="10" name="Shape 7"/>
          <p:cNvSpPr/>
          <p:nvPr/>
        </p:nvSpPr>
        <p:spPr>
          <a:xfrm>
            <a:off x="10248900" y="3219450"/>
            <a:ext cx="114300" cy="838200"/>
          </a:xfrm>
          <a:prstGeom prst="roundRect">
            <a:avLst>
              <a:gd name="adj" fmla="val 50000"/>
            </a:avLst>
          </a:prstGeom>
          <a:solidFill>
            <a:srgbClr val="FF6A4D"/>
          </a:solidFill>
          <a:ln/>
        </p:spPr>
      </p:sp>
      <p:sp>
        <p:nvSpPr>
          <p:cNvPr id="11" name="Text 8"/>
          <p:cNvSpPr/>
          <p:nvPr/>
        </p:nvSpPr>
        <p:spPr>
          <a:xfrm>
            <a:off x="10591800" y="3219450"/>
            <a:ext cx="6591300" cy="838200"/>
          </a:xfrm>
          <a:prstGeom prst="rect">
            <a:avLst/>
          </a:prstGeom>
          <a:noFill/>
          <a:ln/>
        </p:spPr>
        <p:txBody>
          <a:bodyPr wrap="square" lIns="0" tIns="0" rIns="0" bIns="0" rtlCol="0" anchor="ctr"/>
          <a:lstStyle/>
          <a:p>
            <a:pPr algn="l" indent="0" marL="0">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ビウレットは</a:t>
            </a:r>
            <a:r>
              <a:rPr lang="en-US" sz="2550" dirty="0" spc="2" kern="0">
                <a:solidFill>
                  <a:srgbClr val="F3EEE3"/>
                </a:solidFill>
                <a:latin typeface="Noto Sans JP SemiBold" pitchFamily="34" charset="0"/>
                <a:ea typeface="Noto Sans JP SemiBold" pitchFamily="34" charset="-122"/>
                <a:cs typeface="Noto Sans JP SemiBold" pitchFamily="34" charset="-120"/>
              </a:rPr>
              <a:t> 190°Cで 約28%の</a:t>
            </a:r>
            <a:r>
              <a:rPr lang="en-US" sz="2550" dirty="0" spc="0" kern="0">
                <a:solidFill>
                  <a:srgbClr val="F3EEE3"/>
                </a:solidFill>
                <a:latin typeface="Noto Sans JP SemiBold" pitchFamily="34" charset="0"/>
                <a:ea typeface="Noto Sans JP SemiBold" pitchFamily="34" charset="-122"/>
                <a:cs typeface="Noto Sans JP SemiBold" pitchFamily="34" charset="-120"/>
              </a:rPr>
              <a:t> ピーク</a:t>
            </a:r>
            <a:endParaRPr lang="en-US" sz="2550" dirty="0"/>
          </a:p>
        </p:txBody>
      </p:sp>
      <p:sp>
        <p:nvSpPr>
          <p:cNvPr id="12" name="Shape 9"/>
          <p:cNvSpPr/>
          <p:nvPr/>
        </p:nvSpPr>
        <p:spPr>
          <a:xfrm>
            <a:off x="10248900" y="4191000"/>
            <a:ext cx="7124700" cy="838200"/>
          </a:xfrm>
          <a:prstGeom prst="roundRect">
            <a:avLst>
              <a:gd name="adj" fmla="val 22727"/>
            </a:avLst>
          </a:prstGeom>
          <a:solidFill>
            <a:srgbClr val="1E212B"/>
          </a:solidFill>
          <a:ln/>
        </p:spPr>
      </p:sp>
      <p:sp>
        <p:nvSpPr>
          <p:cNvPr id="13" name="Shape 10"/>
          <p:cNvSpPr/>
          <p:nvPr/>
        </p:nvSpPr>
        <p:spPr>
          <a:xfrm>
            <a:off x="10248900" y="4191000"/>
            <a:ext cx="114300" cy="838200"/>
          </a:xfrm>
          <a:prstGeom prst="roundRect">
            <a:avLst>
              <a:gd name="adj" fmla="val 50000"/>
            </a:avLst>
          </a:prstGeom>
          <a:solidFill>
            <a:srgbClr val="7C93FF"/>
          </a:solidFill>
          <a:ln/>
        </p:spPr>
      </p:sp>
      <p:sp>
        <p:nvSpPr>
          <p:cNvPr id="14" name="Text 11"/>
          <p:cNvSpPr/>
          <p:nvPr/>
        </p:nvSpPr>
        <p:spPr>
          <a:xfrm>
            <a:off x="10591800" y="4191000"/>
            <a:ext cx="6591300" cy="838200"/>
          </a:xfrm>
          <a:prstGeom prst="rect">
            <a:avLst/>
          </a:prstGeom>
          <a:noFill/>
          <a:ln/>
        </p:spPr>
        <p:txBody>
          <a:bodyPr wrap="square" lIns="0" tIns="0" rIns="0" bIns="0" rtlCol="0" anchor="ctr"/>
          <a:lstStyle/>
          <a:p>
            <a:pPr algn="l" indent="0" marL="0">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合計回収量は</a:t>
            </a:r>
            <a:r>
              <a:rPr lang="en-US" sz="2550" dirty="0" spc="-18" kern="0">
                <a:solidFill>
                  <a:srgbClr val="F3EEE3"/>
                </a:solidFill>
                <a:latin typeface="Noto Sans JP SemiBold" pitchFamily="34" charset="0"/>
                <a:ea typeface="Noto Sans JP SemiBold" pitchFamily="34" charset="-122"/>
                <a:cs typeface="Noto Sans JP SemiBold" pitchFamily="34" charset="-120"/>
              </a:rPr>
              <a:t> 気体になって</a:t>
            </a:r>
            <a:r>
              <a:rPr lang="en-US" sz="2550" dirty="0" spc="0" kern="0">
                <a:solidFill>
                  <a:srgbClr val="F3EEE3"/>
                </a:solidFill>
                <a:latin typeface="Noto Sans JP SemiBold" pitchFamily="34" charset="0"/>
                <a:ea typeface="Noto Sans JP SemiBold" pitchFamily="34" charset="-122"/>
                <a:cs typeface="Noto Sans JP SemiBold" pitchFamily="34" charset="-120"/>
              </a:rPr>
              <a:t> 減る</a:t>
            </a:r>
            <a:endParaRPr lang="en-US" sz="2550" dirty="0"/>
          </a:p>
        </p:txBody>
      </p:sp>
      <p:sp>
        <p:nvSpPr>
          <p:cNvPr id="15" name="Shape 12"/>
          <p:cNvSpPr/>
          <p:nvPr/>
        </p:nvSpPr>
        <p:spPr>
          <a:xfrm>
            <a:off x="10248900" y="5162550"/>
            <a:ext cx="7124700" cy="3181350"/>
          </a:xfrm>
          <a:prstGeom prst="roundRect">
            <a:avLst>
              <a:gd name="adj" fmla="val 5988"/>
            </a:avLst>
          </a:prstGeom>
          <a:solidFill>
            <a:srgbClr val="1C4236"/>
          </a:solidFill>
          <a:ln/>
        </p:spPr>
      </p:sp>
      <p:sp>
        <p:nvSpPr>
          <p:cNvPr id="16" name="Text 13"/>
          <p:cNvSpPr/>
          <p:nvPr/>
        </p:nvSpPr>
        <p:spPr>
          <a:xfrm>
            <a:off x="10553700" y="5429250"/>
            <a:ext cx="6515100" cy="2647950"/>
          </a:xfrm>
          <a:prstGeom prst="rect">
            <a:avLst/>
          </a:prstGeom>
          <a:noFill/>
          <a:ln/>
        </p:spPr>
        <p:txBody>
          <a:bodyPr wrap="square" lIns="0" tIns="31718" rIns="0" bIns="-31718" rtlCol="0" anchor="t"/>
          <a:lstStyle/>
          <a:p>
            <a:pPr algn="l" indent="0" marL="0">
              <a:lnSpc>
                <a:spcPts val="2925"/>
              </a:lnSpc>
              <a:buNone/>
            </a:pPr>
            <a:r>
              <a:rPr lang="en-US" sz="2250" dirty="0" spc="1" kern="0">
                <a:solidFill>
                  <a:srgbClr val="F3EEE3"/>
                </a:solidFill>
                <a:latin typeface="Noto Sans JP" pitchFamily="34" charset="0"/>
                <a:ea typeface="Noto Sans JP" pitchFamily="34" charset="-122"/>
                <a:cs typeface="Noto Sans JP" pitchFamily="34" charset="-120"/>
              </a:rPr>
              <a:t>S1の</a:t>
            </a:r>
            <a:r>
              <a:rPr lang="en-US" sz="2250" dirty="0" spc="0" kern="0">
                <a:solidFill>
                  <a:srgbClr val="F3EEE3"/>
                </a:solidFill>
                <a:latin typeface="Noto Sans JP" pitchFamily="34" charset="0"/>
                <a:ea typeface="Noto Sans JP" pitchFamily="34" charset="-122"/>
                <a:cs typeface="Noto Sans JP" pitchFamily="34" charset="-120"/>
              </a:rPr>
              <a:t> グラフ（目読み、 誤差±2%）を</a:t>
            </a:r>
            <a:r>
              <a:rPr lang="en-US" sz="2250" dirty="0" spc="2" kern="0">
                <a:solidFill>
                  <a:srgbClr val="F3EEE3"/>
                </a:solidFill>
                <a:latin typeface="Noto Sans JP" pitchFamily="34" charset="0"/>
                <a:ea typeface="Noto Sans JP" pitchFamily="34" charset="-122"/>
                <a:cs typeface="Noto Sans JP" pitchFamily="34" charset="-120"/>
              </a:rPr>
              <a:t> 描き</a:t>
            </a:r>
            <a:r>
              <a:rPr lang="en-US" sz="2250" dirty="0" spc="1" kern="0">
                <a:solidFill>
                  <a:srgbClr val="F3EEE3"/>
                </a:solidFill>
                <a:latin typeface="Noto Sans JP" pitchFamily="34" charset="0"/>
                <a:ea typeface="Noto Sans JP" pitchFamily="34" charset="-122"/>
                <a:cs typeface="Noto Sans JP" pitchFamily="34" charset="-120"/>
              </a:rPr>
              <a:t> 直した</a:t>
            </a:r>
            <a:pPr algn="l" indent="0" marL="0">
              <a:lnSpc>
                <a:spcPts val="2925"/>
              </a:lnSpc>
              <a:buNone/>
            </a:pPr>
            <a:r>
              <a:rPr lang="en-US" sz="2250" b="1" dirty="0" kern="0">
                <a:solidFill>
                  <a:srgbClr val="FF4FD8"/>
                </a:solidFill>
                <a:latin typeface="Noto Sans JP" pitchFamily="34" charset="0"/>
                <a:ea typeface="Noto Sans JP" pitchFamily="34" charset="-122"/>
                <a:cs typeface="Noto Sans JP" pitchFamily="34" charset="-120"/>
              </a:rPr>
              <a:t>尿素加熱</a:t>
            </a:r>
            <a:pPr algn="l" indent="0" marL="0">
              <a:lnSpc>
                <a:spcPts val="2925"/>
              </a:lnSpc>
              <a:buNone/>
            </a:pPr>
            <a:r>
              <a:rPr lang="en-US" sz="2250" dirty="0" spc="0" kern="0">
                <a:solidFill>
                  <a:srgbClr val="F3EEE3"/>
                </a:solidFill>
                <a:latin typeface="Noto Sans JP" pitchFamily="34" charset="0"/>
                <a:ea typeface="Noto Sans JP" pitchFamily="34" charset="-122"/>
                <a:cs typeface="Noto Sans JP" pitchFamily="34" charset="-120"/>
              </a:rPr>
              <a:t>の</a:t>
            </a:r>
            <a:r>
              <a:rPr lang="en-US" sz="2250" dirty="0" spc="1" kern="0">
                <a:solidFill>
                  <a:srgbClr val="F3EEE3"/>
                </a:solidFill>
                <a:latin typeface="Noto Sans JP" pitchFamily="34" charset="0"/>
                <a:ea typeface="Noto Sans JP" pitchFamily="34" charset="-122"/>
                <a:cs typeface="Noto Sans JP" pitchFamily="34" charset="-120"/>
              </a:rPr>
              <a:t> グラフ：</a:t>
            </a:r>
            <a:r>
              <a:rPr lang="en-US" sz="2250" dirty="0" spc="-1" kern="0">
                <a:solidFill>
                  <a:srgbClr val="F3EEE3"/>
                </a:solidFill>
                <a:latin typeface="Noto Sans JP" pitchFamily="34" charset="0"/>
                <a:ea typeface="Noto Sans JP" pitchFamily="34" charset="-122"/>
                <a:cs typeface="Noto Sans JP" pitchFamily="34" charset="-120"/>
              </a:rPr>
              <a:t> 190°Cで</a:t>
            </a:r>
            <a:r>
              <a:rPr lang="en-US" sz="2250" dirty="0" spc="1" kern="0">
                <a:solidFill>
                  <a:srgbClr val="F3EEE3"/>
                </a:solidFill>
                <a:latin typeface="Noto Sans JP" pitchFamily="34" charset="0"/>
                <a:ea typeface="Noto Sans JP" pitchFamily="34" charset="-122"/>
                <a:cs typeface="Noto Sans JP" pitchFamily="34" charset="-120"/>
              </a:rPr>
              <a:t> 尿素は</a:t>
            </a:r>
            <a:r>
              <a:rPr lang="en-US" sz="2250" dirty="0" spc="0" kern="0">
                <a:solidFill>
                  <a:srgbClr val="F3EEE3"/>
                </a:solidFill>
                <a:latin typeface="Noto Sans JP" pitchFamily="34" charset="0"/>
                <a:ea typeface="Noto Sans JP" pitchFamily="34" charset="-122"/>
                <a:cs typeface="Noto Sans JP" pitchFamily="34" charset="-120"/>
              </a:rPr>
              <a:t> 約46%、</a:t>
            </a:r>
            <a:pPr algn="l" indent="0" marL="0">
              <a:lnSpc>
                <a:spcPts val="2925"/>
              </a:lnSpc>
              <a:buNone/>
            </a:pPr>
            <a:r>
              <a:rPr lang="en-US" sz="2250" b="1" dirty="0" kern="0">
                <a:solidFill>
                  <a:srgbClr val="4CD964"/>
                </a:solidFill>
                <a:latin typeface="Noto Sans JP" pitchFamily="34" charset="0"/>
                <a:ea typeface="Noto Sans JP" pitchFamily="34" charset="-122"/>
                <a:cs typeface="Noto Sans JP" pitchFamily="34" charset="-120"/>
              </a:rPr>
              <a:t>ビウレット</a:t>
            </a:r>
            <a:pPr algn="l" indent="0" marL="0">
              <a:lnSpc>
                <a:spcPts val="2925"/>
              </a:lnSpc>
              <a:buNone/>
            </a:pPr>
            <a:r>
              <a:rPr lang="en-US" sz="2250" dirty="0" spc="0" kern="0">
                <a:solidFill>
                  <a:srgbClr val="F3EEE3"/>
                </a:solidFill>
                <a:latin typeface="Noto Sans JP" pitchFamily="34" charset="0"/>
                <a:ea typeface="Noto Sans JP" pitchFamily="34" charset="-122"/>
                <a:cs typeface="Noto Sans JP" pitchFamily="34" charset="-120"/>
              </a:rPr>
              <a:t>は</a:t>
            </a:r>
            <a:r>
              <a:rPr lang="en-US" sz="2250" dirty="0" spc="1" kern="0">
                <a:solidFill>
                  <a:srgbClr val="F3EEE3"/>
                </a:solidFill>
                <a:latin typeface="Noto Sans JP" pitchFamily="34" charset="0"/>
                <a:ea typeface="Noto Sans JP" pitchFamily="34" charset="-122"/>
                <a:cs typeface="Noto Sans JP" pitchFamily="34" charset="-120"/>
              </a:rPr>
              <a:t> ピークの</a:t>
            </a:r>
            <a:r>
              <a:rPr lang="en-US" sz="2250" dirty="0" spc="0" kern="0">
                <a:solidFill>
                  <a:srgbClr val="F3EEE3"/>
                </a:solidFill>
                <a:latin typeface="Noto Sans JP" pitchFamily="34" charset="0"/>
                <a:ea typeface="Noto Sans JP" pitchFamily="34" charset="-122"/>
                <a:cs typeface="Noto Sans JP" pitchFamily="34" charset="-120"/>
              </a:rPr>
              <a:t> 約28%、 合計は 約77%</a:t>
            </a:r>
            <a:pPr algn="l" indent="0" marL="0">
              <a:lnSpc>
                <a:spcPts val="2925"/>
              </a:lnSpc>
              <a:buNone/>
            </a:pPr>
            <a:r>
              <a:rPr lang="en-US" sz="2250" dirty="0" kern="0">
                <a:solidFill>
                  <a:srgbClr val="9AA0B5"/>
                </a:solidFill>
                <a:latin typeface="Noto Sans JP" pitchFamily="34" charset="0"/>
                <a:ea typeface="Noto Sans JP" pitchFamily="34" charset="-122"/>
                <a:cs typeface="Noto Sans JP" pitchFamily="34" charset="-120"/>
              </a:rPr>
              <a:t>[S1]</a:t>
            </a:r>
            <a:pPr algn="l" indent="0" marL="0">
              <a:lnSpc>
                <a:spcPts val="2925"/>
              </a:lnSpc>
              <a:buNone/>
            </a:pPr>
            <a:r>
              <a:rPr lang="en-US" sz="2250" dirty="0" spc="0" kern="0">
                <a:solidFill>
                  <a:srgbClr val="F3EEE3"/>
                </a:solidFill>
                <a:latin typeface="Noto Sans JP" pitchFamily="34" charset="0"/>
                <a:ea typeface="Noto Sans JP" pitchFamily="34" charset="-122"/>
                <a:cs typeface="Noto Sans JP" pitchFamily="34" charset="-120"/>
              </a:rPr>
              <a:t>。</a:t>
            </a:r>
            <a:r>
              <a:rPr lang="en-US" sz="2250" dirty="0" spc="3" kern="0">
                <a:solidFill>
                  <a:srgbClr val="F3EEE3"/>
                </a:solidFill>
                <a:latin typeface="Noto Sans JP" pitchFamily="34" charset="0"/>
                <a:ea typeface="Noto Sans JP" pitchFamily="34" charset="-122"/>
                <a:cs typeface="Noto Sans JP" pitchFamily="34" charset="-120"/>
              </a:rPr>
              <a:t> FVVとの</a:t>
            </a:r>
            <a:r>
              <a:rPr lang="en-US" sz="2250" dirty="0" spc="2" kern="0">
                <a:solidFill>
                  <a:srgbClr val="F3EEE3"/>
                </a:solidFill>
                <a:latin typeface="Noto Sans JP" pitchFamily="34" charset="0"/>
                <a:ea typeface="Noto Sans JP" pitchFamily="34" charset="-122"/>
                <a:cs typeface="Noto Sans JP" pitchFamily="34" charset="-120"/>
              </a:rPr>
              <a:t> 照合：</a:t>
            </a:r>
            <a:r>
              <a:rPr lang="en-US" sz="2250" dirty="0" spc="-1" kern="0">
                <a:solidFill>
                  <a:srgbClr val="F3EEE3"/>
                </a:solidFill>
                <a:latin typeface="Noto Sans JP" pitchFamily="34" charset="0"/>
                <a:ea typeface="Noto Sans JP" pitchFamily="34" charset="-122"/>
                <a:cs typeface="Noto Sans JP" pitchFamily="34" charset="-120"/>
              </a:rPr>
              <a:t> 200°C未満の</a:t>
            </a:r>
            <a:r>
              <a:rPr lang="en-US" sz="2250" dirty="0" spc="1" kern="0">
                <a:solidFill>
                  <a:srgbClr val="F3EEE3"/>
                </a:solidFill>
                <a:latin typeface="Noto Sans JP" pitchFamily="34" charset="0"/>
                <a:ea typeface="Noto Sans JP" pitchFamily="34" charset="-122"/>
                <a:cs typeface="Noto Sans JP" pitchFamily="34" charset="-120"/>
              </a:rPr>
              <a:t> 堆積物は 主に</a:t>
            </a:r>
            <a:r>
              <a:rPr lang="en-US" sz="2250" dirty="0" spc="-9" kern="0">
                <a:solidFill>
                  <a:srgbClr val="F3EEE3"/>
                </a:solidFill>
                <a:latin typeface="Noto Sans JP" pitchFamily="34" charset="0"/>
                <a:ea typeface="Noto Sans JP" pitchFamily="34" charset="-122"/>
                <a:cs typeface="Noto Sans JP" pitchFamily="34" charset="-120"/>
              </a:rPr>
              <a:t> 尿素で、185°Cの</a:t>
            </a:r>
            <a:r>
              <a:rPr lang="en-US" sz="2250" dirty="0" spc="-8" kern="0">
                <a:solidFill>
                  <a:srgbClr val="F3EEE3"/>
                </a:solidFill>
                <a:latin typeface="Noto Sans JP" pitchFamily="34" charset="0"/>
                <a:ea typeface="Noto Sans JP" pitchFamily="34" charset="-122"/>
                <a:cs typeface="Noto Sans JP" pitchFamily="34" charset="-120"/>
              </a:rPr>
              <a:t> シミュレーションでは</a:t>
            </a:r>
            <a:r>
              <a:rPr lang="en-US" sz="2250" dirty="0" spc="2" kern="0">
                <a:solidFill>
                  <a:srgbClr val="F3EEE3"/>
                </a:solidFill>
                <a:latin typeface="Noto Sans JP" pitchFamily="34" charset="0"/>
                <a:ea typeface="Noto Sans JP" pitchFamily="34" charset="-122"/>
                <a:cs typeface="Noto Sans JP" pitchFamily="34" charset="-120"/>
              </a:rPr>
              <a:t> 尿素が</a:t>
            </a:r>
            <a:r>
              <a:rPr lang="en-US" sz="2250" dirty="0" spc="1" kern="0">
                <a:solidFill>
                  <a:srgbClr val="F3EEE3"/>
                </a:solidFill>
                <a:latin typeface="Noto Sans JP" pitchFamily="34" charset="0"/>
                <a:ea typeface="Noto Sans JP" pitchFamily="34" charset="-122"/>
                <a:cs typeface="Noto Sans JP" pitchFamily="34" charset="-120"/>
              </a:rPr>
              <a:t> ビウレットを 経て</a:t>
            </a:r>
            <a:r>
              <a:rPr lang="en-US" sz="2250" dirty="0" spc="0" kern="0">
                <a:solidFill>
                  <a:srgbClr val="F3EEE3"/>
                </a:solidFill>
                <a:latin typeface="Noto Sans JP" pitchFamily="34" charset="0"/>
                <a:ea typeface="Noto Sans JP" pitchFamily="34" charset="-122"/>
                <a:cs typeface="Noto Sans JP" pitchFamily="34" charset="-120"/>
              </a:rPr>
              <a:t> シアヌル酸になる</a:t>
            </a:r>
            <a:pPr algn="l" indent="0" marL="0">
              <a:lnSpc>
                <a:spcPts val="2925"/>
              </a:lnSpc>
              <a:buNone/>
            </a:pPr>
            <a:r>
              <a:rPr lang="en-US" sz="2250" dirty="0" kern="0">
                <a:solidFill>
                  <a:srgbClr val="9AA0B5"/>
                </a:solidFill>
                <a:latin typeface="Noto Sans JP" pitchFamily="34" charset="0"/>
                <a:ea typeface="Noto Sans JP" pitchFamily="34" charset="-122"/>
                <a:cs typeface="Noto Sans JP" pitchFamily="34" charset="-120"/>
              </a:rPr>
              <a:t>[S4]</a:t>
            </a:r>
            <a:pPr algn="l" indent="0" marL="0">
              <a:lnSpc>
                <a:spcPts val="2925"/>
              </a:lnSpc>
              <a:buNone/>
            </a:pPr>
            <a:r>
              <a:rPr lang="en-US" sz="2250" dirty="0" kern="0">
                <a:solidFill>
                  <a:srgbClr val="F3EEE3"/>
                </a:solidFill>
                <a:latin typeface="Noto Sans JP" pitchFamily="34" charset="0"/>
                <a:ea typeface="Noto Sans JP" pitchFamily="34" charset="-122"/>
                <a:cs typeface="Noto Sans JP" pitchFamily="34" charset="-120"/>
              </a:rPr>
              <a:t>。</a:t>
            </a:r>
            <a:endParaRPr lang="en-US" sz="2250" dirty="0"/>
          </a:p>
        </p:txBody>
      </p:sp>
      <p:sp>
        <p:nvSpPr>
          <p:cNvPr id="17" name="Text 14"/>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[S1]</a:t>
            </a:r>
            <a:r>
              <a:rPr lang="en-US" sz="1800" dirty="0" spc="-1" kern="0">
                <a:solidFill>
                  <a:srgbClr val="9AA0B5"/>
                </a:solidFill>
                <a:latin typeface="Noto Sans JP" pitchFamily="34" charset="0"/>
                <a:ea typeface="Noto Sans JP" pitchFamily="34" charset="-122"/>
                <a:cs typeface="Noto Sans JP" pitchFamily="34" charset="-120"/>
              </a:rPr>
              <a:t> [S4]</a:t>
            </a:r>
            <a:endParaRPr lang="en-US" sz="1800" dirty="0"/>
          </a:p>
        </p:txBody>
      </p:sp>
      <p:sp>
        <p:nvSpPr>
          <p:cNvPr id="18" name="Shape 15"/>
          <p:cNvSpPr/>
          <p:nvPr/>
        </p:nvSpPr>
        <p:spPr>
          <a:xfrm>
            <a:off x="960711" y="9580836"/>
            <a:ext cx="78828" cy="78828"/>
          </a:xfrm>
          <a:prstGeom prst="ellipse">
            <a:avLst/>
          </a:prstGeom>
          <a:solidFill>
            <a:srgbClr val="F3EEE3">
              <a:alpha val="28000"/>
            </a:srgbClr>
          </a:solidFill>
          <a:ln/>
        </p:spPr>
      </p:sp>
      <p:sp>
        <p:nvSpPr>
          <p:cNvPr id="19" name="Shape 16"/>
          <p:cNvSpPr/>
          <p:nvPr/>
        </p:nvSpPr>
        <p:spPr>
          <a:xfrm>
            <a:off x="1118366" y="9580836"/>
            <a:ext cx="78828" cy="78828"/>
          </a:xfrm>
          <a:prstGeom prst="ellipse">
            <a:avLst/>
          </a:prstGeom>
          <a:solidFill>
            <a:srgbClr val="F3EEE3">
              <a:alpha val="28000"/>
            </a:srgbClr>
          </a:solidFill>
          <a:ln/>
        </p:spPr>
      </p:sp>
      <p:sp>
        <p:nvSpPr>
          <p:cNvPr id="20" name="Shape 17"/>
          <p:cNvSpPr/>
          <p:nvPr/>
        </p:nvSpPr>
        <p:spPr>
          <a:xfrm>
            <a:off x="1276021" y="9580836"/>
            <a:ext cx="78828" cy="78828"/>
          </a:xfrm>
          <a:prstGeom prst="ellipse">
            <a:avLst/>
          </a:prstGeom>
          <a:solidFill>
            <a:srgbClr val="F3EEE3">
              <a:alpha val="28000"/>
            </a:srgbClr>
          </a:solidFill>
          <a:ln/>
        </p:spPr>
      </p:sp>
      <p:sp>
        <p:nvSpPr>
          <p:cNvPr id="21" name="Shape 18"/>
          <p:cNvSpPr/>
          <p:nvPr/>
        </p:nvSpPr>
        <p:spPr>
          <a:xfrm>
            <a:off x="1433676" y="9580836"/>
            <a:ext cx="78828" cy="78828"/>
          </a:xfrm>
          <a:prstGeom prst="ellipse">
            <a:avLst/>
          </a:prstGeom>
          <a:solidFill>
            <a:srgbClr val="F3EEE3">
              <a:alpha val="28000"/>
            </a:srgbClr>
          </a:solidFill>
          <a:ln/>
        </p:spPr>
      </p:sp>
      <p:sp>
        <p:nvSpPr>
          <p:cNvPr id="22" name="Shape 19"/>
          <p:cNvSpPr/>
          <p:nvPr/>
        </p:nvSpPr>
        <p:spPr>
          <a:xfrm>
            <a:off x="1591331" y="9580836"/>
            <a:ext cx="78828" cy="78828"/>
          </a:xfrm>
          <a:prstGeom prst="ellipse">
            <a:avLst/>
          </a:prstGeom>
          <a:solidFill>
            <a:srgbClr val="F3EEE3">
              <a:alpha val="28000"/>
            </a:srgbClr>
          </a:solidFill>
          <a:ln/>
        </p:spPr>
      </p:sp>
      <p:sp>
        <p:nvSpPr>
          <p:cNvPr id="23" name="Shape 20"/>
          <p:cNvSpPr/>
          <p:nvPr/>
        </p:nvSpPr>
        <p:spPr>
          <a:xfrm>
            <a:off x="1748986" y="9580836"/>
            <a:ext cx="78828" cy="78828"/>
          </a:xfrm>
          <a:prstGeom prst="ellipse">
            <a:avLst/>
          </a:prstGeom>
          <a:solidFill>
            <a:srgbClr val="F3EEE3">
              <a:alpha val="28000"/>
            </a:srgbClr>
          </a:solidFill>
          <a:ln/>
        </p:spPr>
      </p:sp>
      <p:sp>
        <p:nvSpPr>
          <p:cNvPr id="24" name="Shape 21"/>
          <p:cNvSpPr/>
          <p:nvPr/>
        </p:nvSpPr>
        <p:spPr>
          <a:xfrm>
            <a:off x="1906641" y="9580836"/>
            <a:ext cx="78828" cy="78828"/>
          </a:xfrm>
          <a:prstGeom prst="ellipse">
            <a:avLst/>
          </a:prstGeom>
          <a:solidFill>
            <a:srgbClr val="F3EEE3">
              <a:alpha val="28000"/>
            </a:srgbClr>
          </a:solidFill>
          <a:ln/>
        </p:spPr>
      </p:sp>
      <p:sp>
        <p:nvSpPr>
          <p:cNvPr id="25" name="Shape 22"/>
          <p:cNvSpPr/>
          <p:nvPr/>
        </p:nvSpPr>
        <p:spPr>
          <a:xfrm>
            <a:off x="2064296" y="9580836"/>
            <a:ext cx="78828" cy="78828"/>
          </a:xfrm>
          <a:prstGeom prst="ellipse">
            <a:avLst/>
          </a:prstGeom>
          <a:solidFill>
            <a:srgbClr val="F3EEE3">
              <a:alpha val="28000"/>
            </a:srgbClr>
          </a:solidFill>
          <a:ln/>
        </p:spPr>
      </p:sp>
      <p:sp>
        <p:nvSpPr>
          <p:cNvPr id="26" name="Shape 23"/>
          <p:cNvSpPr/>
          <p:nvPr/>
        </p:nvSpPr>
        <p:spPr>
          <a:xfrm>
            <a:off x="2221951" y="9580836"/>
            <a:ext cx="78828" cy="78828"/>
          </a:xfrm>
          <a:prstGeom prst="ellipse">
            <a:avLst/>
          </a:prstGeom>
          <a:solidFill>
            <a:srgbClr val="F3EEE3">
              <a:alpha val="28000"/>
            </a:srgbClr>
          </a:solidFill>
          <a:ln/>
        </p:spPr>
      </p:sp>
      <p:sp>
        <p:nvSpPr>
          <p:cNvPr id="27" name="Shape 24"/>
          <p:cNvSpPr/>
          <p:nvPr/>
        </p:nvSpPr>
        <p:spPr>
          <a:xfrm>
            <a:off x="2379606" y="9580836"/>
            <a:ext cx="78828" cy="78828"/>
          </a:xfrm>
          <a:prstGeom prst="ellipse">
            <a:avLst/>
          </a:prstGeom>
          <a:solidFill>
            <a:srgbClr val="F3EEE3">
              <a:alpha val="28000"/>
            </a:srgbClr>
          </a:solidFill>
          <a:ln/>
        </p:spPr>
      </p:sp>
      <p:sp>
        <p:nvSpPr>
          <p:cNvPr id="28" name="Shape 25"/>
          <p:cNvSpPr/>
          <p:nvPr/>
        </p:nvSpPr>
        <p:spPr>
          <a:xfrm>
            <a:off x="2537261" y="9580836"/>
            <a:ext cx="78828" cy="78828"/>
          </a:xfrm>
          <a:prstGeom prst="ellipse">
            <a:avLst/>
          </a:prstGeom>
          <a:solidFill>
            <a:srgbClr val="F3EEE3">
              <a:alpha val="28000"/>
            </a:srgbClr>
          </a:solidFill>
          <a:ln/>
        </p:spPr>
      </p:sp>
      <p:sp>
        <p:nvSpPr>
          <p:cNvPr id="29" name="Shape 26"/>
          <p:cNvSpPr/>
          <p:nvPr/>
        </p:nvSpPr>
        <p:spPr>
          <a:xfrm>
            <a:off x="2694916" y="9580836"/>
            <a:ext cx="78828" cy="78828"/>
          </a:xfrm>
          <a:prstGeom prst="ellipse">
            <a:avLst/>
          </a:prstGeom>
          <a:solidFill>
            <a:srgbClr val="F3EEE3">
              <a:alpha val="28000"/>
            </a:srgbClr>
          </a:solidFill>
          <a:ln/>
        </p:spPr>
      </p:sp>
      <p:sp>
        <p:nvSpPr>
          <p:cNvPr id="30" name="Shape 27"/>
          <p:cNvSpPr/>
          <p:nvPr/>
        </p:nvSpPr>
        <p:spPr>
          <a:xfrm>
            <a:off x="2852571" y="9580836"/>
            <a:ext cx="78828" cy="78828"/>
          </a:xfrm>
          <a:prstGeom prst="ellipse">
            <a:avLst/>
          </a:prstGeom>
          <a:solidFill>
            <a:srgbClr val="F3EEE3">
              <a:alpha val="28000"/>
            </a:srgbClr>
          </a:solidFill>
          <a:ln/>
        </p:spPr>
      </p:sp>
      <p:sp>
        <p:nvSpPr>
          <p:cNvPr id="31" name="Shape 28"/>
          <p:cNvSpPr/>
          <p:nvPr/>
        </p:nvSpPr>
        <p:spPr>
          <a:xfrm>
            <a:off x="3010225" y="9580836"/>
            <a:ext cx="78828" cy="78828"/>
          </a:xfrm>
          <a:prstGeom prst="ellipse">
            <a:avLst/>
          </a:prstGeom>
          <a:solidFill>
            <a:srgbClr val="F3EEE3">
              <a:alpha val="28000"/>
            </a:srgbClr>
          </a:solidFill>
          <a:ln/>
        </p:spPr>
      </p:sp>
      <p:sp>
        <p:nvSpPr>
          <p:cNvPr id="32" name="Shape 29"/>
          <p:cNvSpPr/>
          <p:nvPr/>
        </p:nvSpPr>
        <p:spPr>
          <a:xfrm>
            <a:off x="3167880" y="9580836"/>
            <a:ext cx="78828" cy="78828"/>
          </a:xfrm>
          <a:prstGeom prst="ellipse">
            <a:avLst/>
          </a:prstGeom>
          <a:solidFill>
            <a:srgbClr val="F3EEE3">
              <a:alpha val="28000"/>
            </a:srgbClr>
          </a:solidFill>
          <a:ln/>
        </p:spPr>
      </p:sp>
      <p:sp>
        <p:nvSpPr>
          <p:cNvPr id="33" name="Shape 30"/>
          <p:cNvSpPr/>
          <p:nvPr/>
        </p:nvSpPr>
        <p:spPr>
          <a:xfrm>
            <a:off x="3325535" y="9580836"/>
            <a:ext cx="78828" cy="78828"/>
          </a:xfrm>
          <a:prstGeom prst="ellipse">
            <a:avLst/>
          </a:prstGeom>
          <a:solidFill>
            <a:srgbClr val="F3EEE3">
              <a:alpha val="28000"/>
            </a:srgbClr>
          </a:solidFill>
          <a:ln/>
        </p:spPr>
      </p:sp>
      <p:sp>
        <p:nvSpPr>
          <p:cNvPr id="34" name="Shape 31"/>
          <p:cNvSpPr/>
          <p:nvPr/>
        </p:nvSpPr>
        <p:spPr>
          <a:xfrm>
            <a:off x="3483190" y="9580836"/>
            <a:ext cx="78828" cy="78828"/>
          </a:xfrm>
          <a:prstGeom prst="ellipse">
            <a:avLst/>
          </a:prstGeom>
          <a:solidFill>
            <a:srgbClr val="F3EEE3">
              <a:alpha val="28000"/>
            </a:srgbClr>
          </a:solidFill>
          <a:ln/>
        </p:spPr>
      </p:sp>
      <p:sp>
        <p:nvSpPr>
          <p:cNvPr id="35" name="Shape 32"/>
          <p:cNvSpPr/>
          <p:nvPr/>
        </p:nvSpPr>
        <p:spPr>
          <a:xfrm>
            <a:off x="3640845" y="9580836"/>
            <a:ext cx="78828" cy="78828"/>
          </a:xfrm>
          <a:prstGeom prst="ellipse">
            <a:avLst/>
          </a:prstGeom>
          <a:solidFill>
            <a:srgbClr val="F3EEE3">
              <a:alpha val="28000"/>
            </a:srgbClr>
          </a:solidFill>
          <a:ln/>
        </p:spPr>
      </p:sp>
      <p:sp>
        <p:nvSpPr>
          <p:cNvPr id="36" name="Shape 33"/>
          <p:cNvSpPr/>
          <p:nvPr/>
        </p:nvSpPr>
        <p:spPr>
          <a:xfrm>
            <a:off x="3798500" y="9580836"/>
            <a:ext cx="78828" cy="78828"/>
          </a:xfrm>
          <a:prstGeom prst="ellipse">
            <a:avLst/>
          </a:prstGeom>
          <a:solidFill>
            <a:srgbClr val="F3EEE3">
              <a:alpha val="28000"/>
            </a:srgbClr>
          </a:solidFill>
          <a:ln/>
        </p:spPr>
      </p:sp>
      <p:sp>
        <p:nvSpPr>
          <p:cNvPr id="37" name="Shape 34"/>
          <p:cNvSpPr/>
          <p:nvPr/>
        </p:nvSpPr>
        <p:spPr>
          <a:xfrm>
            <a:off x="3956155" y="9580836"/>
            <a:ext cx="78828" cy="78828"/>
          </a:xfrm>
          <a:prstGeom prst="ellipse">
            <a:avLst/>
          </a:prstGeom>
          <a:solidFill>
            <a:srgbClr val="F3EEE3">
              <a:alpha val="28000"/>
            </a:srgbClr>
          </a:solidFill>
          <a:ln/>
        </p:spPr>
      </p:sp>
      <p:sp>
        <p:nvSpPr>
          <p:cNvPr id="38" name="Shape 35"/>
          <p:cNvSpPr/>
          <p:nvPr/>
        </p:nvSpPr>
        <p:spPr>
          <a:xfrm>
            <a:off x="4113810" y="9580836"/>
            <a:ext cx="78828" cy="78828"/>
          </a:xfrm>
          <a:prstGeom prst="ellipse">
            <a:avLst/>
          </a:prstGeom>
          <a:solidFill>
            <a:srgbClr val="F3EEE3">
              <a:alpha val="28000"/>
            </a:srgbClr>
          </a:solidFill>
          <a:ln/>
        </p:spPr>
      </p:sp>
      <p:sp>
        <p:nvSpPr>
          <p:cNvPr id="39" name="Shape 36"/>
          <p:cNvSpPr/>
          <p:nvPr/>
        </p:nvSpPr>
        <p:spPr>
          <a:xfrm>
            <a:off x="4271465" y="9580836"/>
            <a:ext cx="78828" cy="78828"/>
          </a:xfrm>
          <a:prstGeom prst="ellipse">
            <a:avLst/>
          </a:prstGeom>
          <a:solidFill>
            <a:srgbClr val="F3EEE3">
              <a:alpha val="28000"/>
            </a:srgbClr>
          </a:solidFill>
          <a:ln/>
        </p:spPr>
      </p:sp>
      <p:sp>
        <p:nvSpPr>
          <p:cNvPr id="40" name="Shape 37"/>
          <p:cNvSpPr/>
          <p:nvPr/>
        </p:nvSpPr>
        <p:spPr>
          <a:xfrm>
            <a:off x="4429120" y="9580836"/>
            <a:ext cx="78828" cy="78828"/>
          </a:xfrm>
          <a:prstGeom prst="ellipse">
            <a:avLst/>
          </a:prstGeom>
          <a:solidFill>
            <a:srgbClr val="F3EEE3">
              <a:alpha val="28000"/>
            </a:srgbClr>
          </a:solidFill>
          <a:ln/>
        </p:spPr>
      </p:sp>
      <p:sp>
        <p:nvSpPr>
          <p:cNvPr id="41" name="Shape 38"/>
          <p:cNvSpPr/>
          <p:nvPr/>
        </p:nvSpPr>
        <p:spPr>
          <a:xfrm>
            <a:off x="4586775" y="9580836"/>
            <a:ext cx="78828" cy="78828"/>
          </a:xfrm>
          <a:prstGeom prst="ellipse">
            <a:avLst/>
          </a:prstGeom>
          <a:solidFill>
            <a:srgbClr val="F3EEE3">
              <a:alpha val="28000"/>
            </a:srgbClr>
          </a:solidFill>
          <a:ln/>
        </p:spPr>
      </p:sp>
      <p:sp>
        <p:nvSpPr>
          <p:cNvPr id="42" name="Shape 39"/>
          <p:cNvSpPr/>
          <p:nvPr/>
        </p:nvSpPr>
        <p:spPr>
          <a:xfrm>
            <a:off x="4731292" y="9567698"/>
            <a:ext cx="105103" cy="105103"/>
          </a:xfrm>
          <a:prstGeom prst="ellipse">
            <a:avLst/>
          </a:prstGeom>
          <a:solidFill>
            <a:srgbClr val="FF6A4D"/>
          </a:solidFill>
          <a:ln/>
        </p:spPr>
      </p:sp>
      <p:sp>
        <p:nvSpPr>
          <p:cNvPr id="43" name="Shape 40"/>
          <p:cNvSpPr/>
          <p:nvPr/>
        </p:nvSpPr>
        <p:spPr>
          <a:xfrm>
            <a:off x="4902085" y="9580836"/>
            <a:ext cx="78828" cy="78828"/>
          </a:xfrm>
          <a:prstGeom prst="ellipse">
            <a:avLst/>
          </a:prstGeom>
          <a:solidFill>
            <a:srgbClr val="F3EEE3">
              <a:alpha val="28000"/>
            </a:srgbClr>
          </a:solidFill>
          <a:ln/>
        </p:spPr>
      </p:sp>
      <p:sp>
        <p:nvSpPr>
          <p:cNvPr id="44" name="Shape 41"/>
          <p:cNvSpPr/>
          <p:nvPr/>
        </p:nvSpPr>
        <p:spPr>
          <a:xfrm>
            <a:off x="5059740" y="9580836"/>
            <a:ext cx="78828" cy="78828"/>
          </a:xfrm>
          <a:prstGeom prst="ellipse">
            <a:avLst/>
          </a:prstGeom>
          <a:solidFill>
            <a:srgbClr val="F3EEE3">
              <a:alpha val="28000"/>
            </a:srgbClr>
          </a:solidFill>
          <a:ln/>
        </p:spPr>
      </p:sp>
      <p:sp>
        <p:nvSpPr>
          <p:cNvPr id="45" name="Shape 42"/>
          <p:cNvSpPr/>
          <p:nvPr/>
        </p:nvSpPr>
        <p:spPr>
          <a:xfrm>
            <a:off x="5217395" y="9580836"/>
            <a:ext cx="78828" cy="78828"/>
          </a:xfrm>
          <a:prstGeom prst="ellipse">
            <a:avLst/>
          </a:prstGeom>
          <a:solidFill>
            <a:srgbClr val="F3EEE3">
              <a:alpha val="28000"/>
            </a:srgbClr>
          </a:solidFill>
          <a:ln/>
        </p:spPr>
      </p:sp>
      <p:sp>
        <p:nvSpPr>
          <p:cNvPr id="46" name="Shape 43"/>
          <p:cNvSpPr/>
          <p:nvPr/>
        </p:nvSpPr>
        <p:spPr>
          <a:xfrm>
            <a:off x="5375050" y="9580836"/>
            <a:ext cx="78828" cy="78828"/>
          </a:xfrm>
          <a:prstGeom prst="ellipse">
            <a:avLst/>
          </a:prstGeom>
          <a:solidFill>
            <a:srgbClr val="F3EEE3">
              <a:alpha val="28000"/>
            </a:srgbClr>
          </a:solidFill>
          <a:ln/>
        </p:spPr>
      </p:sp>
      <p:sp>
        <p:nvSpPr>
          <p:cNvPr id="47" name="Shape 44"/>
          <p:cNvSpPr/>
          <p:nvPr/>
        </p:nvSpPr>
        <p:spPr>
          <a:xfrm>
            <a:off x="5532705" y="9580836"/>
            <a:ext cx="78828" cy="78828"/>
          </a:xfrm>
          <a:prstGeom prst="ellipse">
            <a:avLst/>
          </a:prstGeom>
          <a:solidFill>
            <a:srgbClr val="F3EEE3">
              <a:alpha val="28000"/>
            </a:srgbClr>
          </a:solidFill>
          <a:ln/>
        </p:spPr>
      </p:sp>
      <p:sp>
        <p:nvSpPr>
          <p:cNvPr id="48" name="Shape 45"/>
          <p:cNvSpPr/>
          <p:nvPr/>
        </p:nvSpPr>
        <p:spPr>
          <a:xfrm>
            <a:off x="5690359" y="9580836"/>
            <a:ext cx="78828" cy="78828"/>
          </a:xfrm>
          <a:prstGeom prst="ellipse">
            <a:avLst/>
          </a:prstGeom>
          <a:solidFill>
            <a:srgbClr val="F3EEE3">
              <a:alpha val="28000"/>
            </a:srgbClr>
          </a:solidFill>
          <a:ln/>
        </p:spPr>
      </p:sp>
      <p:sp>
        <p:nvSpPr>
          <p:cNvPr id="49" name="Shape 46"/>
          <p:cNvSpPr/>
          <p:nvPr/>
        </p:nvSpPr>
        <p:spPr>
          <a:xfrm>
            <a:off x="5848014" y="9580836"/>
            <a:ext cx="78828" cy="78828"/>
          </a:xfrm>
          <a:prstGeom prst="ellipse">
            <a:avLst/>
          </a:prstGeom>
          <a:solidFill>
            <a:srgbClr val="F3EEE3">
              <a:alpha val="28000"/>
            </a:srgbClr>
          </a:solidFill>
          <a:ln/>
        </p:spPr>
      </p:sp>
      <p:sp>
        <p:nvSpPr>
          <p:cNvPr id="50" name="Shape 47"/>
          <p:cNvSpPr/>
          <p:nvPr/>
        </p:nvSpPr>
        <p:spPr>
          <a:xfrm>
            <a:off x="6005669" y="9580836"/>
            <a:ext cx="78828" cy="78828"/>
          </a:xfrm>
          <a:prstGeom prst="ellipse">
            <a:avLst/>
          </a:prstGeom>
          <a:solidFill>
            <a:srgbClr val="F3EEE3">
              <a:alpha val="28000"/>
            </a:srgbClr>
          </a:solidFill>
          <a:ln/>
        </p:spPr>
      </p:sp>
      <p:sp>
        <p:nvSpPr>
          <p:cNvPr id="51" name="Shape 48"/>
          <p:cNvSpPr/>
          <p:nvPr/>
        </p:nvSpPr>
        <p:spPr>
          <a:xfrm>
            <a:off x="6163324" y="9580836"/>
            <a:ext cx="78828" cy="78828"/>
          </a:xfrm>
          <a:prstGeom prst="ellipse">
            <a:avLst/>
          </a:prstGeom>
          <a:solidFill>
            <a:srgbClr val="F3EEE3">
              <a:alpha val="28000"/>
            </a:srgbClr>
          </a:solidFill>
          <a:ln/>
        </p:spPr>
      </p:sp>
      <p:sp>
        <p:nvSpPr>
          <p:cNvPr id="52" name="Shape 49"/>
          <p:cNvSpPr/>
          <p:nvPr/>
        </p:nvSpPr>
        <p:spPr>
          <a:xfrm>
            <a:off x="6320979" y="9580836"/>
            <a:ext cx="78828" cy="78828"/>
          </a:xfrm>
          <a:prstGeom prst="ellipse">
            <a:avLst/>
          </a:prstGeom>
          <a:solidFill>
            <a:srgbClr val="F3EEE3">
              <a:alpha val="28000"/>
            </a:srgbClr>
          </a:solidFill>
          <a:ln/>
        </p:spPr>
      </p:sp>
      <p:sp>
        <p:nvSpPr>
          <p:cNvPr id="53" name="Shape 50"/>
          <p:cNvSpPr/>
          <p:nvPr/>
        </p:nvSpPr>
        <p:spPr>
          <a:xfrm>
            <a:off x="6478634" y="9580836"/>
            <a:ext cx="78828" cy="78828"/>
          </a:xfrm>
          <a:prstGeom prst="ellipse">
            <a:avLst/>
          </a:prstGeom>
          <a:solidFill>
            <a:srgbClr val="F3EEE3">
              <a:alpha val="28000"/>
            </a:srgbClr>
          </a:solidFill>
          <a:ln/>
        </p:spPr>
      </p:sp>
      <p:sp>
        <p:nvSpPr>
          <p:cNvPr id="54" name="Shape 51"/>
          <p:cNvSpPr/>
          <p:nvPr/>
        </p:nvSpPr>
        <p:spPr>
          <a:xfrm>
            <a:off x="6636289" y="9580836"/>
            <a:ext cx="78828" cy="78828"/>
          </a:xfrm>
          <a:prstGeom prst="ellipse">
            <a:avLst/>
          </a:prstGeom>
          <a:solidFill>
            <a:srgbClr val="F3EEE3">
              <a:alpha val="28000"/>
            </a:srgbClr>
          </a:solidFill>
          <a:ln/>
        </p:spPr>
      </p:sp>
      <p:sp>
        <p:nvSpPr>
          <p:cNvPr id="55" name="Shape 52"/>
          <p:cNvSpPr/>
          <p:nvPr/>
        </p:nvSpPr>
        <p:spPr>
          <a:xfrm>
            <a:off x="6793944" y="9580836"/>
            <a:ext cx="78828" cy="78828"/>
          </a:xfrm>
          <a:prstGeom prst="ellipse">
            <a:avLst/>
          </a:prstGeom>
          <a:solidFill>
            <a:srgbClr val="F3EEE3">
              <a:alpha val="28000"/>
            </a:srgbClr>
          </a:solidFill>
          <a:ln/>
        </p:spPr>
      </p:sp>
      <p:sp>
        <p:nvSpPr>
          <p:cNvPr id="56" name="Shape 53"/>
          <p:cNvSpPr/>
          <p:nvPr/>
        </p:nvSpPr>
        <p:spPr>
          <a:xfrm>
            <a:off x="6951599" y="9580836"/>
            <a:ext cx="78828" cy="78828"/>
          </a:xfrm>
          <a:prstGeom prst="ellipse">
            <a:avLst/>
          </a:prstGeom>
          <a:solidFill>
            <a:srgbClr val="F3EEE3">
              <a:alpha val="28000"/>
            </a:srgbClr>
          </a:solidFill>
          <a:ln/>
        </p:spPr>
      </p:sp>
      <p:sp>
        <p:nvSpPr>
          <p:cNvPr id="57" name="Shape 54"/>
          <p:cNvSpPr/>
          <p:nvPr/>
        </p:nvSpPr>
        <p:spPr>
          <a:xfrm>
            <a:off x="7109254" y="9580836"/>
            <a:ext cx="78828" cy="78828"/>
          </a:xfrm>
          <a:prstGeom prst="ellipse">
            <a:avLst/>
          </a:prstGeom>
          <a:solidFill>
            <a:srgbClr val="F3EEE3">
              <a:alpha val="28000"/>
            </a:srgbClr>
          </a:solidFill>
          <a:ln/>
        </p:spPr>
      </p:sp>
      <p:sp>
        <p:nvSpPr>
          <p:cNvPr id="58" name="Shape 55"/>
          <p:cNvSpPr/>
          <p:nvPr/>
        </p:nvSpPr>
        <p:spPr>
          <a:xfrm>
            <a:off x="7266909" y="9580836"/>
            <a:ext cx="78828" cy="78828"/>
          </a:xfrm>
          <a:prstGeom prst="ellipse">
            <a:avLst/>
          </a:prstGeom>
          <a:solidFill>
            <a:srgbClr val="F3EEE3">
              <a:alpha val="28000"/>
            </a:srgbClr>
          </a:solidFill>
          <a:ln/>
        </p:spPr>
      </p:sp>
      <p:sp>
        <p:nvSpPr>
          <p:cNvPr id="59" name="Shape 56"/>
          <p:cNvSpPr/>
          <p:nvPr/>
        </p:nvSpPr>
        <p:spPr>
          <a:xfrm>
            <a:off x="7424564" y="9580836"/>
            <a:ext cx="78828" cy="78828"/>
          </a:xfrm>
          <a:prstGeom prst="ellipse">
            <a:avLst/>
          </a:prstGeom>
          <a:solidFill>
            <a:srgbClr val="F3EEE3">
              <a:alpha val="28000"/>
            </a:srgbClr>
          </a:solidFill>
          <a:ln/>
        </p:spPr>
      </p:sp>
      <p:sp>
        <p:nvSpPr>
          <p:cNvPr id="60" name="Shape 57"/>
          <p:cNvSpPr/>
          <p:nvPr/>
        </p:nvSpPr>
        <p:spPr>
          <a:xfrm>
            <a:off x="7582219" y="9580836"/>
            <a:ext cx="78828" cy="78828"/>
          </a:xfrm>
          <a:prstGeom prst="ellipse">
            <a:avLst/>
          </a:prstGeom>
          <a:solidFill>
            <a:srgbClr val="F3EEE3">
              <a:alpha val="28000"/>
            </a:srgbClr>
          </a:solidFill>
          <a:ln/>
        </p:spPr>
      </p:sp>
      <p:sp>
        <p:nvSpPr>
          <p:cNvPr id="61" name="Shape 58"/>
          <p:cNvSpPr/>
          <p:nvPr/>
        </p:nvSpPr>
        <p:spPr>
          <a:xfrm>
            <a:off x="7739874" y="9580836"/>
            <a:ext cx="78828" cy="78828"/>
          </a:xfrm>
          <a:prstGeom prst="ellipse">
            <a:avLst/>
          </a:prstGeom>
          <a:solidFill>
            <a:srgbClr val="F3EEE3">
              <a:alpha val="28000"/>
            </a:srgbClr>
          </a:solidFill>
          <a:ln/>
        </p:spPr>
      </p:sp>
      <p:sp>
        <p:nvSpPr>
          <p:cNvPr id="62" name="Shape 59"/>
          <p:cNvSpPr/>
          <p:nvPr/>
        </p:nvSpPr>
        <p:spPr>
          <a:xfrm>
            <a:off x="7897529" y="9580836"/>
            <a:ext cx="78828" cy="78828"/>
          </a:xfrm>
          <a:prstGeom prst="ellipse">
            <a:avLst/>
          </a:prstGeom>
          <a:solidFill>
            <a:srgbClr val="F3EEE3">
              <a:alpha val="28000"/>
            </a:srgbClr>
          </a:solidFill>
          <a:ln/>
        </p:spPr>
      </p:sp>
      <p:sp>
        <p:nvSpPr>
          <p:cNvPr id="63" name="Shape 60"/>
          <p:cNvSpPr/>
          <p:nvPr/>
        </p:nvSpPr>
        <p:spPr>
          <a:xfrm>
            <a:off x="8055184" y="9580836"/>
            <a:ext cx="78828" cy="78828"/>
          </a:xfrm>
          <a:prstGeom prst="ellipse">
            <a:avLst/>
          </a:prstGeom>
          <a:solidFill>
            <a:srgbClr val="F3EEE3">
              <a:alpha val="28000"/>
            </a:srgbClr>
          </a:solidFill>
          <a:ln/>
        </p:spPr>
      </p:sp>
      <p:sp>
        <p:nvSpPr>
          <p:cNvPr id="64" name="Shape 61"/>
          <p:cNvSpPr/>
          <p:nvPr/>
        </p:nvSpPr>
        <p:spPr>
          <a:xfrm>
            <a:off x="8212839" y="9580836"/>
            <a:ext cx="78828" cy="78828"/>
          </a:xfrm>
          <a:prstGeom prst="ellipse">
            <a:avLst/>
          </a:prstGeom>
          <a:solidFill>
            <a:srgbClr val="F3EEE3">
              <a:alpha val="28000"/>
            </a:srgbClr>
          </a:solidFill>
          <a:ln/>
        </p:spPr>
      </p:sp>
      <p:sp>
        <p:nvSpPr>
          <p:cNvPr id="65" name="Shape 62"/>
          <p:cNvSpPr/>
          <p:nvPr/>
        </p:nvSpPr>
        <p:spPr>
          <a:xfrm>
            <a:off x="8370494" y="9580836"/>
            <a:ext cx="78828" cy="78828"/>
          </a:xfrm>
          <a:prstGeom prst="ellipse">
            <a:avLst/>
          </a:prstGeom>
          <a:solidFill>
            <a:srgbClr val="F3EEE3">
              <a:alpha val="28000"/>
            </a:srgbClr>
          </a:solidFill>
          <a:ln/>
        </p:spPr>
      </p:sp>
      <p:sp>
        <p:nvSpPr>
          <p:cNvPr id="66" name="Shape 63"/>
          <p:cNvSpPr/>
          <p:nvPr/>
        </p:nvSpPr>
        <p:spPr>
          <a:xfrm>
            <a:off x="8528148" y="9580836"/>
            <a:ext cx="78828" cy="78828"/>
          </a:xfrm>
          <a:prstGeom prst="ellipse">
            <a:avLst/>
          </a:prstGeom>
          <a:solidFill>
            <a:srgbClr val="F3EEE3">
              <a:alpha val="28000"/>
            </a:srgbClr>
          </a:solidFill>
          <a:ln/>
        </p:spPr>
      </p:sp>
      <p:sp>
        <p:nvSpPr>
          <p:cNvPr id="67" name="Shape 64"/>
          <p:cNvSpPr/>
          <p:nvPr/>
        </p:nvSpPr>
        <p:spPr>
          <a:xfrm>
            <a:off x="8685803" y="9580836"/>
            <a:ext cx="78828" cy="78828"/>
          </a:xfrm>
          <a:prstGeom prst="ellipse">
            <a:avLst/>
          </a:prstGeom>
          <a:solidFill>
            <a:srgbClr val="F3EEE3">
              <a:alpha val="28000"/>
            </a:srgbClr>
          </a:solidFill>
          <a:ln/>
        </p:spPr>
      </p:sp>
      <p:sp>
        <p:nvSpPr>
          <p:cNvPr id="68" name="Shape 65"/>
          <p:cNvSpPr/>
          <p:nvPr/>
        </p:nvSpPr>
        <p:spPr>
          <a:xfrm>
            <a:off x="8843458" y="9580836"/>
            <a:ext cx="78828" cy="78828"/>
          </a:xfrm>
          <a:prstGeom prst="ellipse">
            <a:avLst/>
          </a:prstGeom>
          <a:solidFill>
            <a:srgbClr val="F3EEE3">
              <a:alpha val="28000"/>
            </a:srgbClr>
          </a:solidFill>
          <a:ln/>
        </p:spPr>
      </p:sp>
      <p:sp>
        <p:nvSpPr>
          <p:cNvPr id="69" name="Shape 66"/>
          <p:cNvSpPr/>
          <p:nvPr/>
        </p:nvSpPr>
        <p:spPr>
          <a:xfrm>
            <a:off x="9001113" y="9580836"/>
            <a:ext cx="78828" cy="78828"/>
          </a:xfrm>
          <a:prstGeom prst="ellipse">
            <a:avLst/>
          </a:prstGeom>
          <a:solidFill>
            <a:srgbClr val="F3EEE3">
              <a:alpha val="28000"/>
            </a:srgbClr>
          </a:solidFill>
          <a:ln/>
        </p:spPr>
      </p:sp>
      <p:sp>
        <p:nvSpPr>
          <p:cNvPr id="70" name="Shape 67"/>
          <p:cNvSpPr/>
          <p:nvPr/>
        </p:nvSpPr>
        <p:spPr>
          <a:xfrm>
            <a:off x="9158768" y="9580836"/>
            <a:ext cx="78828" cy="78828"/>
          </a:xfrm>
          <a:prstGeom prst="ellipse">
            <a:avLst/>
          </a:prstGeom>
          <a:solidFill>
            <a:srgbClr val="F3EEE3">
              <a:alpha val="28000"/>
            </a:srgbClr>
          </a:solidFill>
          <a:ln/>
        </p:spPr>
      </p:sp>
      <p:sp>
        <p:nvSpPr>
          <p:cNvPr id="71" name="Shape 68"/>
          <p:cNvSpPr/>
          <p:nvPr/>
        </p:nvSpPr>
        <p:spPr>
          <a:xfrm>
            <a:off x="9316423" y="9580836"/>
            <a:ext cx="78828" cy="78828"/>
          </a:xfrm>
          <a:prstGeom prst="ellipse">
            <a:avLst/>
          </a:prstGeom>
          <a:solidFill>
            <a:srgbClr val="F3EEE3">
              <a:alpha val="28000"/>
            </a:srgbClr>
          </a:solidFill>
          <a:ln/>
        </p:spPr>
      </p:sp>
      <p:sp>
        <p:nvSpPr>
          <p:cNvPr id="72" name="Shape 69"/>
          <p:cNvSpPr/>
          <p:nvPr/>
        </p:nvSpPr>
        <p:spPr>
          <a:xfrm>
            <a:off x="9474078" y="9580836"/>
            <a:ext cx="78828" cy="78828"/>
          </a:xfrm>
          <a:prstGeom prst="ellipse">
            <a:avLst/>
          </a:prstGeom>
          <a:solidFill>
            <a:srgbClr val="F3EEE3">
              <a:alpha val="28000"/>
            </a:srgbClr>
          </a:solidFill>
          <a:ln/>
        </p:spPr>
      </p:sp>
      <p:sp>
        <p:nvSpPr>
          <p:cNvPr id="73" name="Shape 70"/>
          <p:cNvSpPr/>
          <p:nvPr/>
        </p:nvSpPr>
        <p:spPr>
          <a:xfrm>
            <a:off x="9631733" y="9580836"/>
            <a:ext cx="78828" cy="78828"/>
          </a:xfrm>
          <a:prstGeom prst="ellipse">
            <a:avLst/>
          </a:prstGeom>
          <a:solidFill>
            <a:srgbClr val="F3EEE3">
              <a:alpha val="28000"/>
            </a:srgbClr>
          </a:solidFill>
          <a:ln/>
        </p:spPr>
      </p:sp>
      <p:sp>
        <p:nvSpPr>
          <p:cNvPr id="74" name="Shape 71"/>
          <p:cNvSpPr/>
          <p:nvPr/>
        </p:nvSpPr>
        <p:spPr>
          <a:xfrm>
            <a:off x="9789388" y="9580836"/>
            <a:ext cx="78828" cy="78828"/>
          </a:xfrm>
          <a:prstGeom prst="ellipse">
            <a:avLst/>
          </a:prstGeom>
          <a:solidFill>
            <a:srgbClr val="F3EEE3">
              <a:alpha val="28000"/>
            </a:srgbClr>
          </a:solidFill>
          <a:ln/>
        </p:spPr>
      </p:sp>
      <p:sp>
        <p:nvSpPr>
          <p:cNvPr id="75" name="Shape 72"/>
          <p:cNvSpPr/>
          <p:nvPr/>
        </p:nvSpPr>
        <p:spPr>
          <a:xfrm>
            <a:off x="9947043" y="9580836"/>
            <a:ext cx="78828" cy="78828"/>
          </a:xfrm>
          <a:prstGeom prst="ellipse">
            <a:avLst/>
          </a:prstGeom>
          <a:solidFill>
            <a:srgbClr val="F3EEE3">
              <a:alpha val="28000"/>
            </a:srgbClr>
          </a:solidFill>
          <a:ln/>
        </p:spPr>
      </p:sp>
      <p:sp>
        <p:nvSpPr>
          <p:cNvPr id="76"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25/58</a:t>
            </a:r>
            <a:endParaRPr lang="en-US" sz="1800" dirty="0"/>
          </a:p>
        </p:txBody>
      </p:sp>
      <p:sp>
        <p:nvSpPr>
          <p:cNvPr id="77"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8" name="Moda image moda-export-watermark-26e22979-77a5-4281-93a3-48ac028181da"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14161C"/>
                </a:solidFill>
                <a:latin typeface="Noto Sans JP ExtraBold" pitchFamily="34" charset="0"/>
                <a:ea typeface="Noto Sans JP ExtraBold" pitchFamily="34" charset="-122"/>
                <a:cs typeface="Noto Sans JP ExtraBold" pitchFamily="34" charset="-120"/>
              </a:rPr>
              <a:t>領域Eの 温度の 目印</a:t>
            </a:r>
            <a:endParaRPr lang="en-US" sz="5700" dirty="0"/>
          </a:p>
        </p:txBody>
      </p:sp>
      <p:sp>
        <p:nvSpPr>
          <p:cNvPr id="3" name="Connector line-1793258623621-207731513"/>
          <p:cNvSpPr/>
          <p:nvPr/>
        </p:nvSpPr>
        <p:spPr>
          <a:xfrm>
            <a:off x="914400" y="5810250"/>
            <a:ext cx="16459200" cy="0"/>
          </a:xfrm>
          <a:prstGeom prst="line">
            <a:avLst/>
          </a:prstGeom>
          <a:noFill/>
          <a:ln w="57150">
            <a:solidFill>
              <a:srgbClr val="6B6A66"/>
            </a:solidFill>
            <a:prstDash val="solid"/>
            <a:headEnd type="none"/>
            <a:tailEnd type="none"/>
          </a:ln>
        </p:spPr>
      </p:sp>
      <p:sp>
        <p:nvSpPr>
          <p:cNvPr id="4" name="Shape 2"/>
          <p:cNvSpPr/>
          <p:nvPr/>
        </p:nvSpPr>
        <p:spPr>
          <a:xfrm>
            <a:off x="2314575" y="5562600"/>
            <a:ext cx="495300" cy="495300"/>
          </a:xfrm>
          <a:prstGeom prst="ellipse">
            <a:avLst/>
          </a:prstGeom>
          <a:solidFill>
            <a:srgbClr val="0F766E"/>
          </a:solidFill>
          <a:ln/>
        </p:spPr>
      </p:sp>
      <p:sp>
        <p:nvSpPr>
          <p:cNvPr id="5" name="Connector line-1793258623622-476601567"/>
          <p:cNvSpPr/>
          <p:nvPr/>
        </p:nvSpPr>
        <p:spPr>
          <a:xfrm flipV="1">
            <a:off x="2562225" y="5238750"/>
            <a:ext cx="0" cy="323850"/>
          </a:xfrm>
          <a:prstGeom prst="line">
            <a:avLst/>
          </a:prstGeom>
          <a:noFill/>
          <a:ln w="38100">
            <a:solidFill>
              <a:srgbClr val="0F766E"/>
            </a:solidFill>
            <a:prstDash val="solid"/>
            <a:headEnd type="none"/>
            <a:tailEnd type="none"/>
          </a:ln>
        </p:spPr>
      </p:sp>
      <p:sp>
        <p:nvSpPr>
          <p:cNvPr id="6" name="Text 4"/>
          <p:cNvSpPr/>
          <p:nvPr/>
        </p:nvSpPr>
        <p:spPr>
          <a:xfrm>
            <a:off x="1104900" y="3429000"/>
            <a:ext cx="2914650" cy="1809750"/>
          </a:xfrm>
          <a:prstGeom prst="rect">
            <a:avLst/>
          </a:prstGeom>
          <a:noFill/>
          <a:ln/>
        </p:spPr>
        <p:txBody>
          <a:bodyPr wrap="square" lIns="0" tIns="0" rIns="0" bIns="0" rtlCol="0" anchor="b"/>
          <a:lstStyle/>
          <a:p>
            <a:pPr algn="ctr" indent="0" marL="0">
              <a:buNone/>
            </a:pPr>
            <a:r>
              <a:rPr lang="en-US" sz="2700" dirty="0" spc="2" kern="0">
                <a:solidFill>
                  <a:srgbClr val="14161C"/>
                </a:solidFill>
                <a:latin typeface="Noto Sans JP SemiBold" pitchFamily="34" charset="0"/>
                <a:ea typeface="Noto Sans JP SemiBold" pitchFamily="34" charset="-122"/>
                <a:cs typeface="Noto Sans JP SemiBold" pitchFamily="34" charset="-120"/>
              </a:rPr>
              <a:t>132〜133°C：</a:t>
            </a:r>
            <a:r>
              <a:rPr lang="en-US" sz="2700" dirty="0" spc="-1" kern="0">
                <a:solidFill>
                  <a:srgbClr val="14161C"/>
                </a:solidFill>
                <a:latin typeface="Noto Sans JP SemiBold" pitchFamily="34" charset="0"/>
                <a:ea typeface="Noto Sans JP SemiBold" pitchFamily="34" charset="-122"/>
                <a:cs typeface="Noto Sans JP SemiBold" pitchFamily="34" charset="-120"/>
              </a:rPr>
              <a:t> 溶融、 分解の</a:t>
            </a:r>
            <a:r>
              <a:rPr lang="en-US" sz="2700" dirty="0" spc="1" kern="0">
                <a:solidFill>
                  <a:srgbClr val="14161C"/>
                </a:solidFill>
                <a:latin typeface="Noto Sans JP SemiBold" pitchFamily="34" charset="0"/>
                <a:ea typeface="Noto Sans JP SemiBold" pitchFamily="34" charset="-122"/>
                <a:cs typeface="Noto Sans JP SemiBold" pitchFamily="34" charset="-120"/>
              </a:rPr>
              <a:t> 始まり[S3]</a:t>
            </a:r>
            <a:endParaRPr lang="en-US" sz="2700" dirty="0"/>
          </a:p>
        </p:txBody>
      </p:sp>
      <p:sp>
        <p:nvSpPr>
          <p:cNvPr id="7" name="Shape 5"/>
          <p:cNvSpPr/>
          <p:nvPr/>
        </p:nvSpPr>
        <p:spPr>
          <a:xfrm>
            <a:off x="5600700" y="5562600"/>
            <a:ext cx="495300" cy="495300"/>
          </a:xfrm>
          <a:prstGeom prst="ellipse">
            <a:avLst/>
          </a:prstGeom>
          <a:solidFill>
            <a:srgbClr val="E8472B"/>
          </a:solidFill>
          <a:ln/>
        </p:spPr>
      </p:sp>
      <p:sp>
        <p:nvSpPr>
          <p:cNvPr id="8" name="Connector line-1793258623624-715578451"/>
          <p:cNvSpPr/>
          <p:nvPr/>
        </p:nvSpPr>
        <p:spPr>
          <a:xfrm>
            <a:off x="5848350" y="6057900"/>
            <a:ext cx="0" cy="323850"/>
          </a:xfrm>
          <a:prstGeom prst="line">
            <a:avLst/>
          </a:prstGeom>
          <a:noFill/>
          <a:ln w="38100">
            <a:solidFill>
              <a:srgbClr val="E8472B"/>
            </a:solidFill>
            <a:prstDash val="solid"/>
            <a:headEnd type="none"/>
            <a:tailEnd type="none"/>
          </a:ln>
        </p:spPr>
      </p:sp>
      <p:sp>
        <p:nvSpPr>
          <p:cNvPr id="9" name="Text 7"/>
          <p:cNvSpPr/>
          <p:nvPr/>
        </p:nvSpPr>
        <p:spPr>
          <a:xfrm>
            <a:off x="4400550" y="6381750"/>
            <a:ext cx="2914650" cy="1809750"/>
          </a:xfrm>
          <a:prstGeom prst="rect">
            <a:avLst/>
          </a:prstGeom>
          <a:noFill/>
          <a:ln/>
        </p:spPr>
        <p:txBody>
          <a:bodyPr wrap="square" lIns="0" tIns="0" rIns="0" bIns="0" rtlCol="0" anchor="t"/>
          <a:lstStyle/>
          <a:p>
            <a:pPr algn="ctr" indent="0" marL="0">
              <a:buNone/>
            </a:pPr>
            <a:r>
              <a:rPr lang="en-US" sz="2700" dirty="0" spc="2" kern="0">
                <a:solidFill>
                  <a:srgbClr val="14161C"/>
                </a:solidFill>
                <a:latin typeface="Noto Sans JP SemiBold" pitchFamily="34" charset="0"/>
                <a:ea typeface="Noto Sans JP SemiBold" pitchFamily="34" charset="-122"/>
                <a:cs typeface="Noto Sans JP SemiBold" pitchFamily="34" charset="-120"/>
              </a:rPr>
              <a:t>140〜180°C：</a:t>
            </a:r>
            <a:r>
              <a:rPr lang="en-US" sz="2700" dirty="0" spc="-1" kern="0">
                <a:solidFill>
                  <a:srgbClr val="14161C"/>
                </a:solidFill>
                <a:latin typeface="Noto Sans JP SemiBold" pitchFamily="34" charset="0"/>
                <a:ea typeface="Noto Sans JP SemiBold" pitchFamily="34" charset="-122"/>
                <a:cs typeface="Noto Sans JP SemiBold" pitchFamily="34" charset="-120"/>
              </a:rPr>
              <a:t> 速度がほぼ</a:t>
            </a:r>
            <a:r>
              <a:rPr lang="en-US" sz="2700" dirty="0" spc="0" kern="0">
                <a:solidFill>
                  <a:srgbClr val="14161C"/>
                </a:solidFill>
                <a:latin typeface="Noto Sans JP SemiBold" pitchFamily="34" charset="0"/>
                <a:ea typeface="Noto Sans JP SemiBold" pitchFamily="34" charset="-122"/>
                <a:cs typeface="Noto Sans JP SemiBold" pitchFamily="34" charset="-120"/>
              </a:rPr>
              <a:t> 直線的に</a:t>
            </a:r>
            <a:r>
              <a:rPr lang="en-US" sz="2700" dirty="0" spc="-9" kern="0">
                <a:solidFill>
                  <a:srgbClr val="14161C"/>
                </a:solidFill>
                <a:latin typeface="Noto Sans JP SemiBold" pitchFamily="34" charset="0"/>
                <a:ea typeface="Noto Sans JP SemiBold" pitchFamily="34" charset="-122"/>
                <a:cs typeface="Noto Sans JP SemiBold" pitchFamily="34" charset="-120"/>
              </a:rPr>
              <a:t> 増える[S3]</a:t>
            </a:r>
            <a:endParaRPr lang="en-US" sz="2700" dirty="0"/>
          </a:p>
        </p:txBody>
      </p:sp>
      <p:sp>
        <p:nvSpPr>
          <p:cNvPr id="10" name="Shape 8"/>
          <p:cNvSpPr/>
          <p:nvPr/>
        </p:nvSpPr>
        <p:spPr>
          <a:xfrm>
            <a:off x="8896350" y="5562600"/>
            <a:ext cx="495300" cy="495300"/>
          </a:xfrm>
          <a:prstGeom prst="ellipse">
            <a:avLst/>
          </a:prstGeom>
          <a:solidFill>
            <a:srgbClr val="1F3FD1"/>
          </a:solidFill>
          <a:ln/>
        </p:spPr>
      </p:sp>
      <p:sp>
        <p:nvSpPr>
          <p:cNvPr id="11" name="Connector line-1793258623626-965309405"/>
          <p:cNvSpPr/>
          <p:nvPr/>
        </p:nvSpPr>
        <p:spPr>
          <a:xfrm flipV="1">
            <a:off x="9144000" y="5238750"/>
            <a:ext cx="0" cy="323850"/>
          </a:xfrm>
          <a:prstGeom prst="line">
            <a:avLst/>
          </a:prstGeom>
          <a:noFill/>
          <a:ln w="38100">
            <a:solidFill>
              <a:srgbClr val="1F3FD1"/>
            </a:solidFill>
            <a:prstDash val="solid"/>
            <a:headEnd type="none"/>
            <a:tailEnd type="none"/>
          </a:ln>
        </p:spPr>
      </p:sp>
      <p:sp>
        <p:nvSpPr>
          <p:cNvPr id="12" name="Text 10"/>
          <p:cNvSpPr/>
          <p:nvPr/>
        </p:nvSpPr>
        <p:spPr>
          <a:xfrm>
            <a:off x="7686675" y="3429000"/>
            <a:ext cx="2914650" cy="1809750"/>
          </a:xfrm>
          <a:prstGeom prst="rect">
            <a:avLst/>
          </a:prstGeom>
          <a:noFill/>
          <a:ln/>
        </p:spPr>
        <p:txBody>
          <a:bodyPr wrap="square" lIns="0" tIns="0" rIns="0" bIns="0" rtlCol="0" anchor="b"/>
          <a:lstStyle/>
          <a:p>
            <a:pPr algn="ctr" indent="0" marL="0">
              <a:buNone/>
            </a:pPr>
            <a:r>
              <a:rPr lang="en-US" sz="2700" dirty="0" spc="1" kern="0">
                <a:solidFill>
                  <a:srgbClr val="14161C"/>
                </a:solidFill>
                <a:latin typeface="Noto Sans JP SemiBold" pitchFamily="34" charset="0"/>
                <a:ea typeface="Noto Sans JP SemiBold" pitchFamily="34" charset="-122"/>
                <a:cs typeface="Noto Sans JP SemiBold" pitchFamily="34" charset="-120"/>
              </a:rPr>
              <a:t>約180°C：</a:t>
            </a:r>
            <a:r>
              <a:rPr lang="en-US" sz="2700" dirty="0" spc="0" kern="0">
                <a:solidFill>
                  <a:srgbClr val="14161C"/>
                </a:solidFill>
                <a:latin typeface="Noto Sans JP SemiBold" pitchFamily="34" charset="0"/>
                <a:ea typeface="Noto Sans JP SemiBold" pitchFamily="34" charset="-122"/>
                <a:cs typeface="Noto Sans JP SemiBold" pitchFamily="34" charset="-120"/>
              </a:rPr>
              <a:t> 排気管内の</a:t>
            </a:r>
            <a:r>
              <a:rPr lang="en-US" sz="2700" dirty="0" spc="-1" kern="0">
                <a:solidFill>
                  <a:srgbClr val="14161C"/>
                </a:solidFill>
                <a:latin typeface="Noto Sans JP SemiBold" pitchFamily="34" charset="0"/>
                <a:ea typeface="Noto Sans JP SemiBold" pitchFamily="34" charset="-122"/>
                <a:cs typeface="Noto Sans JP SemiBold" pitchFamily="34" charset="-120"/>
              </a:rPr>
              <a:t> 加水分解の</a:t>
            </a:r>
            <a:r>
              <a:rPr lang="en-US" sz="2700" dirty="0" spc="1" kern="0">
                <a:solidFill>
                  <a:srgbClr val="14161C"/>
                </a:solidFill>
                <a:latin typeface="Noto Sans JP SemiBold" pitchFamily="34" charset="0"/>
                <a:ea typeface="Noto Sans JP SemiBold" pitchFamily="34" charset="-122"/>
                <a:cs typeface="Noto Sans JP SemiBold" pitchFamily="34" charset="-120"/>
              </a:rPr>
              <a:t> 閾値[S6]</a:t>
            </a:r>
            <a:endParaRPr lang="en-US" sz="2700" dirty="0"/>
          </a:p>
        </p:txBody>
      </p:sp>
      <p:sp>
        <p:nvSpPr>
          <p:cNvPr id="13" name="Shape 11"/>
          <p:cNvSpPr/>
          <p:nvPr/>
        </p:nvSpPr>
        <p:spPr>
          <a:xfrm>
            <a:off x="12192000" y="5562600"/>
            <a:ext cx="495300" cy="495300"/>
          </a:xfrm>
          <a:prstGeom prst="ellipse">
            <a:avLst/>
          </a:prstGeom>
          <a:solidFill>
            <a:srgbClr val="B45309"/>
          </a:solidFill>
          <a:ln/>
        </p:spPr>
      </p:sp>
      <p:sp>
        <p:nvSpPr>
          <p:cNvPr id="14" name="Connector line-1793258623627-614292324"/>
          <p:cNvSpPr/>
          <p:nvPr/>
        </p:nvSpPr>
        <p:spPr>
          <a:xfrm>
            <a:off x="12439650" y="6057900"/>
            <a:ext cx="0" cy="323850"/>
          </a:xfrm>
          <a:prstGeom prst="line">
            <a:avLst/>
          </a:prstGeom>
          <a:noFill/>
          <a:ln w="38100">
            <a:solidFill>
              <a:srgbClr val="B45309"/>
            </a:solidFill>
            <a:prstDash val="solid"/>
            <a:headEnd type="none"/>
            <a:tailEnd type="none"/>
          </a:ln>
        </p:spPr>
      </p:sp>
      <p:sp>
        <p:nvSpPr>
          <p:cNvPr id="15" name="Text 13"/>
          <p:cNvSpPr/>
          <p:nvPr/>
        </p:nvSpPr>
        <p:spPr>
          <a:xfrm>
            <a:off x="10982325" y="6381750"/>
            <a:ext cx="2914650" cy="1809750"/>
          </a:xfrm>
          <a:prstGeom prst="rect">
            <a:avLst/>
          </a:prstGeom>
          <a:noFill/>
          <a:ln/>
        </p:spPr>
        <p:txBody>
          <a:bodyPr wrap="square" lIns="0" tIns="0" rIns="0" bIns="0" rtlCol="0" anchor="t"/>
          <a:lstStyle/>
          <a:p>
            <a:pPr algn="ctr" indent="0" marL="0">
              <a:buNone/>
            </a:pPr>
            <a:r>
              <a:rPr lang="en-US" sz="1929" dirty="0" spc="-2" kern="0">
                <a:solidFill>
                  <a:srgbClr val="14161C"/>
                </a:solidFill>
                <a:latin typeface="Noto Sans JP SemiBold" pitchFamily="34" charset="0"/>
                <a:ea typeface="Noto Sans JP SemiBold" pitchFamily="34" charset="-122"/>
                <a:cs typeface="Noto Sans JP SemiBold" pitchFamily="34" charset="-120"/>
              </a:rPr>
              <a:t>185°C：</a:t>
            </a:r>
            <a:r>
              <a:rPr lang="en-US" sz="1929" dirty="0" spc="3" kern="0">
                <a:solidFill>
                  <a:srgbClr val="14161C"/>
                </a:solidFill>
                <a:latin typeface="Noto Sans JP SemiBold" pitchFamily="34" charset="0"/>
                <a:ea typeface="Noto Sans JP SemiBold" pitchFamily="34" charset="-122"/>
                <a:cs typeface="Noto Sans JP SemiBold" pitchFamily="34" charset="-120"/>
              </a:rPr>
              <a:t> 尿素が</a:t>
            </a:r>
            <a:r>
              <a:rPr lang="en-US" sz="1929" dirty="0" spc="-6" kern="0">
                <a:solidFill>
                  <a:srgbClr val="14161C"/>
                </a:solidFill>
                <a:latin typeface="Noto Sans JP SemiBold" pitchFamily="34" charset="0"/>
                <a:ea typeface="Noto Sans JP SemiBold" pitchFamily="34" charset="-122"/>
                <a:cs typeface="Noto Sans JP SemiBold" pitchFamily="34" charset="-120"/>
              </a:rPr>
              <a:t> ビウレット、そして</a:t>
            </a:r>
            <a:r>
              <a:rPr lang="en-US" sz="1929" dirty="0" spc="3" kern="0">
                <a:solidFill>
                  <a:srgbClr val="14161C"/>
                </a:solidFill>
                <a:latin typeface="Noto Sans JP SemiBold" pitchFamily="34" charset="0"/>
                <a:ea typeface="Noto Sans JP SemiBold" pitchFamily="34" charset="-122"/>
                <a:cs typeface="Noto Sans JP SemiBold" pitchFamily="34" charset="-120"/>
              </a:rPr>
              <a:t> シアヌル酸に</a:t>
            </a:r>
            <a:r>
              <a:rPr lang="en-US" sz="1929" dirty="0" spc="-4" kern="0">
                <a:solidFill>
                  <a:srgbClr val="14161C"/>
                </a:solidFill>
                <a:latin typeface="Noto Sans JP SemiBold" pitchFamily="34" charset="0"/>
                <a:ea typeface="Noto Sans JP SemiBold" pitchFamily="34" charset="-122"/>
                <a:cs typeface="Noto Sans JP SemiBold" pitchFamily="34" charset="-120"/>
              </a:rPr>
              <a:t> （シミュレーション）[S4]</a:t>
            </a:r>
            <a:endParaRPr lang="en-US" sz="1929" dirty="0"/>
          </a:p>
        </p:txBody>
      </p:sp>
      <p:sp>
        <p:nvSpPr>
          <p:cNvPr id="16" name="Shape 14"/>
          <p:cNvSpPr/>
          <p:nvPr/>
        </p:nvSpPr>
        <p:spPr>
          <a:xfrm>
            <a:off x="15478125" y="5562600"/>
            <a:ext cx="495300" cy="495300"/>
          </a:xfrm>
          <a:prstGeom prst="ellipse">
            <a:avLst/>
          </a:prstGeom>
          <a:solidFill>
            <a:srgbClr val="0F766E"/>
          </a:solidFill>
          <a:ln/>
        </p:spPr>
      </p:sp>
      <p:sp>
        <p:nvSpPr>
          <p:cNvPr id="17" name="Connector line-1793258623636-114346814"/>
          <p:cNvSpPr/>
          <p:nvPr/>
        </p:nvSpPr>
        <p:spPr>
          <a:xfrm flipV="1">
            <a:off x="15725775" y="5238750"/>
            <a:ext cx="0" cy="323850"/>
          </a:xfrm>
          <a:prstGeom prst="line">
            <a:avLst/>
          </a:prstGeom>
          <a:noFill/>
          <a:ln w="38100">
            <a:solidFill>
              <a:srgbClr val="0F766E"/>
            </a:solidFill>
            <a:prstDash val="solid"/>
            <a:headEnd type="none"/>
            <a:tailEnd type="none"/>
          </a:ln>
        </p:spPr>
      </p:sp>
      <p:sp>
        <p:nvSpPr>
          <p:cNvPr id="18" name="Text 16"/>
          <p:cNvSpPr/>
          <p:nvPr/>
        </p:nvSpPr>
        <p:spPr>
          <a:xfrm>
            <a:off x="14268450" y="3429000"/>
            <a:ext cx="2914650" cy="1809750"/>
          </a:xfrm>
          <a:prstGeom prst="rect">
            <a:avLst/>
          </a:prstGeom>
          <a:noFill/>
          <a:ln/>
        </p:spPr>
        <p:txBody>
          <a:bodyPr wrap="square" lIns="0" tIns="0" rIns="0" bIns="0" rtlCol="0" anchor="b"/>
          <a:lstStyle/>
          <a:p>
            <a:pPr algn="ctr" indent="0" marL="0">
              <a:buNone/>
            </a:pPr>
            <a:r>
              <a:rPr lang="en-US" sz="2700" dirty="0" spc="1" kern="0">
                <a:solidFill>
                  <a:srgbClr val="14161C"/>
                </a:solidFill>
                <a:latin typeface="Noto Sans JP SemiBold" pitchFamily="34" charset="0"/>
                <a:ea typeface="Noto Sans JP SemiBold" pitchFamily="34" charset="-122"/>
                <a:cs typeface="Noto Sans JP SemiBold" pitchFamily="34" charset="-120"/>
              </a:rPr>
              <a:t>200°C未満：</a:t>
            </a:r>
            <a:r>
              <a:rPr lang="en-US" sz="2700" dirty="0" spc="-1" kern="0">
                <a:solidFill>
                  <a:srgbClr val="14161C"/>
                </a:solidFill>
                <a:latin typeface="Noto Sans JP SemiBold" pitchFamily="34" charset="0"/>
                <a:ea typeface="Noto Sans JP SemiBold" pitchFamily="34" charset="-122"/>
                <a:cs typeface="Noto Sans JP SemiBold" pitchFamily="34" charset="-120"/>
              </a:rPr>
              <a:t> 堆積物は</a:t>
            </a:r>
            <a:r>
              <a:rPr lang="en-US" sz="2700" dirty="0" spc="0" kern="0">
                <a:solidFill>
                  <a:srgbClr val="14161C"/>
                </a:solidFill>
                <a:latin typeface="Noto Sans JP SemiBold" pitchFamily="34" charset="0"/>
                <a:ea typeface="Noto Sans JP SemiBold" pitchFamily="34" charset="-122"/>
                <a:cs typeface="Noto Sans JP SemiBold" pitchFamily="34" charset="-120"/>
              </a:rPr>
              <a:t> 主に</a:t>
            </a:r>
            <a:r>
              <a:rPr lang="en-US" sz="2700" dirty="0" spc="1" kern="0">
                <a:solidFill>
                  <a:srgbClr val="14161C"/>
                </a:solidFill>
                <a:latin typeface="Noto Sans JP SemiBold" pitchFamily="34" charset="0"/>
                <a:ea typeface="Noto Sans JP SemiBold" pitchFamily="34" charset="-122"/>
                <a:cs typeface="Noto Sans JP SemiBold" pitchFamily="34" charset="-120"/>
              </a:rPr>
              <a:t> 尿素[S4]</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[S3]</a:t>
            </a:r>
            <a:r>
              <a:rPr lang="en-US" sz="1800" dirty="0" spc="-1" kern="0">
                <a:solidFill>
                  <a:srgbClr val="6B6A66"/>
                </a:solidFill>
                <a:latin typeface="Noto Sans JP" pitchFamily="34" charset="0"/>
                <a:ea typeface="Noto Sans JP" pitchFamily="34" charset="-122"/>
                <a:cs typeface="Noto Sans JP" pitchFamily="34" charset="-120"/>
              </a:rPr>
              <a:t> [S4]</a:t>
            </a:r>
            <a:r>
              <a:rPr lang="en-US" sz="1800" dirty="0" spc="-2" kern="0">
                <a:solidFill>
                  <a:srgbClr val="6B6A66"/>
                </a:solidFill>
                <a:latin typeface="Noto Sans JP" pitchFamily="34" charset="0"/>
                <a:ea typeface="Noto Sans JP" pitchFamily="34" charset="-122"/>
                <a:cs typeface="Noto Sans JP" pitchFamily="34" charset="-120"/>
              </a:rPr>
              <a:t> [S6]</a:t>
            </a:r>
            <a:endParaRPr lang="en-US" sz="1800" dirty="0"/>
          </a:p>
        </p:txBody>
      </p:sp>
      <p:sp>
        <p:nvSpPr>
          <p:cNvPr id="20" name="Shape 18"/>
          <p:cNvSpPr/>
          <p:nvPr/>
        </p:nvSpPr>
        <p:spPr>
          <a:xfrm>
            <a:off x="960711" y="9580836"/>
            <a:ext cx="78828" cy="78828"/>
          </a:xfrm>
          <a:prstGeom prst="ellipse">
            <a:avLst/>
          </a:prstGeom>
          <a:solidFill>
            <a:srgbClr val="14161C">
              <a:alpha val="28000"/>
            </a:srgbClr>
          </a:solidFill>
          <a:ln/>
        </p:spPr>
      </p:sp>
      <p:sp>
        <p:nvSpPr>
          <p:cNvPr id="21" name="Shape 19"/>
          <p:cNvSpPr/>
          <p:nvPr/>
        </p:nvSpPr>
        <p:spPr>
          <a:xfrm>
            <a:off x="1118366" y="9580836"/>
            <a:ext cx="78828" cy="78828"/>
          </a:xfrm>
          <a:prstGeom prst="ellipse">
            <a:avLst/>
          </a:prstGeom>
          <a:solidFill>
            <a:srgbClr val="14161C">
              <a:alpha val="28000"/>
            </a:srgbClr>
          </a:solidFill>
          <a:ln/>
        </p:spPr>
      </p:sp>
      <p:sp>
        <p:nvSpPr>
          <p:cNvPr id="22" name="Shape 20"/>
          <p:cNvSpPr/>
          <p:nvPr/>
        </p:nvSpPr>
        <p:spPr>
          <a:xfrm>
            <a:off x="1276021" y="9580836"/>
            <a:ext cx="78828" cy="78828"/>
          </a:xfrm>
          <a:prstGeom prst="ellipse">
            <a:avLst/>
          </a:prstGeom>
          <a:solidFill>
            <a:srgbClr val="14161C">
              <a:alpha val="28000"/>
            </a:srgbClr>
          </a:solidFill>
          <a:ln/>
        </p:spPr>
      </p:sp>
      <p:sp>
        <p:nvSpPr>
          <p:cNvPr id="23" name="Shape 21"/>
          <p:cNvSpPr/>
          <p:nvPr/>
        </p:nvSpPr>
        <p:spPr>
          <a:xfrm>
            <a:off x="1433676" y="9580836"/>
            <a:ext cx="78828" cy="78828"/>
          </a:xfrm>
          <a:prstGeom prst="ellipse">
            <a:avLst/>
          </a:prstGeom>
          <a:solidFill>
            <a:srgbClr val="14161C">
              <a:alpha val="28000"/>
            </a:srgbClr>
          </a:solidFill>
          <a:ln/>
        </p:spPr>
      </p:sp>
      <p:sp>
        <p:nvSpPr>
          <p:cNvPr id="24" name="Shape 22"/>
          <p:cNvSpPr/>
          <p:nvPr/>
        </p:nvSpPr>
        <p:spPr>
          <a:xfrm>
            <a:off x="1591331" y="9580836"/>
            <a:ext cx="78828" cy="78828"/>
          </a:xfrm>
          <a:prstGeom prst="ellipse">
            <a:avLst/>
          </a:prstGeom>
          <a:solidFill>
            <a:srgbClr val="14161C">
              <a:alpha val="28000"/>
            </a:srgbClr>
          </a:solidFill>
          <a:ln/>
        </p:spPr>
      </p:sp>
      <p:sp>
        <p:nvSpPr>
          <p:cNvPr id="25" name="Shape 23"/>
          <p:cNvSpPr/>
          <p:nvPr/>
        </p:nvSpPr>
        <p:spPr>
          <a:xfrm>
            <a:off x="1748986" y="9580836"/>
            <a:ext cx="78828" cy="78828"/>
          </a:xfrm>
          <a:prstGeom prst="ellipse">
            <a:avLst/>
          </a:prstGeom>
          <a:solidFill>
            <a:srgbClr val="14161C">
              <a:alpha val="28000"/>
            </a:srgbClr>
          </a:solidFill>
          <a:ln/>
        </p:spPr>
      </p:sp>
      <p:sp>
        <p:nvSpPr>
          <p:cNvPr id="26" name="Shape 24"/>
          <p:cNvSpPr/>
          <p:nvPr/>
        </p:nvSpPr>
        <p:spPr>
          <a:xfrm>
            <a:off x="1906641" y="9580836"/>
            <a:ext cx="78828" cy="78828"/>
          </a:xfrm>
          <a:prstGeom prst="ellipse">
            <a:avLst/>
          </a:prstGeom>
          <a:solidFill>
            <a:srgbClr val="14161C">
              <a:alpha val="28000"/>
            </a:srgbClr>
          </a:solidFill>
          <a:ln/>
        </p:spPr>
      </p:sp>
      <p:sp>
        <p:nvSpPr>
          <p:cNvPr id="27" name="Shape 25"/>
          <p:cNvSpPr/>
          <p:nvPr/>
        </p:nvSpPr>
        <p:spPr>
          <a:xfrm>
            <a:off x="2064296" y="9580836"/>
            <a:ext cx="78828" cy="78828"/>
          </a:xfrm>
          <a:prstGeom prst="ellipse">
            <a:avLst/>
          </a:prstGeom>
          <a:solidFill>
            <a:srgbClr val="14161C">
              <a:alpha val="28000"/>
            </a:srgbClr>
          </a:solidFill>
          <a:ln/>
        </p:spPr>
      </p:sp>
      <p:sp>
        <p:nvSpPr>
          <p:cNvPr id="28" name="Shape 26"/>
          <p:cNvSpPr/>
          <p:nvPr/>
        </p:nvSpPr>
        <p:spPr>
          <a:xfrm>
            <a:off x="2221951" y="9580836"/>
            <a:ext cx="78828" cy="78828"/>
          </a:xfrm>
          <a:prstGeom prst="ellipse">
            <a:avLst/>
          </a:prstGeom>
          <a:solidFill>
            <a:srgbClr val="14161C">
              <a:alpha val="28000"/>
            </a:srgbClr>
          </a:solidFill>
          <a:ln/>
        </p:spPr>
      </p:sp>
      <p:sp>
        <p:nvSpPr>
          <p:cNvPr id="29" name="Shape 27"/>
          <p:cNvSpPr/>
          <p:nvPr/>
        </p:nvSpPr>
        <p:spPr>
          <a:xfrm>
            <a:off x="2379606" y="9580836"/>
            <a:ext cx="78828" cy="78828"/>
          </a:xfrm>
          <a:prstGeom prst="ellipse">
            <a:avLst/>
          </a:prstGeom>
          <a:solidFill>
            <a:srgbClr val="14161C">
              <a:alpha val="28000"/>
            </a:srgbClr>
          </a:solidFill>
          <a:ln/>
        </p:spPr>
      </p:sp>
      <p:sp>
        <p:nvSpPr>
          <p:cNvPr id="30" name="Shape 28"/>
          <p:cNvSpPr/>
          <p:nvPr/>
        </p:nvSpPr>
        <p:spPr>
          <a:xfrm>
            <a:off x="2537261" y="9580836"/>
            <a:ext cx="78828" cy="78828"/>
          </a:xfrm>
          <a:prstGeom prst="ellipse">
            <a:avLst/>
          </a:prstGeom>
          <a:solidFill>
            <a:srgbClr val="14161C">
              <a:alpha val="28000"/>
            </a:srgbClr>
          </a:solidFill>
          <a:ln/>
        </p:spPr>
      </p:sp>
      <p:sp>
        <p:nvSpPr>
          <p:cNvPr id="31" name="Shape 29"/>
          <p:cNvSpPr/>
          <p:nvPr/>
        </p:nvSpPr>
        <p:spPr>
          <a:xfrm>
            <a:off x="2694916" y="9580836"/>
            <a:ext cx="78828" cy="78828"/>
          </a:xfrm>
          <a:prstGeom prst="ellipse">
            <a:avLst/>
          </a:prstGeom>
          <a:solidFill>
            <a:srgbClr val="14161C">
              <a:alpha val="28000"/>
            </a:srgbClr>
          </a:solidFill>
          <a:ln/>
        </p:spPr>
      </p:sp>
      <p:sp>
        <p:nvSpPr>
          <p:cNvPr id="32" name="Shape 30"/>
          <p:cNvSpPr/>
          <p:nvPr/>
        </p:nvSpPr>
        <p:spPr>
          <a:xfrm>
            <a:off x="2852571" y="9580836"/>
            <a:ext cx="78828" cy="78828"/>
          </a:xfrm>
          <a:prstGeom prst="ellipse">
            <a:avLst/>
          </a:prstGeom>
          <a:solidFill>
            <a:srgbClr val="14161C">
              <a:alpha val="28000"/>
            </a:srgbClr>
          </a:solidFill>
          <a:ln/>
        </p:spPr>
      </p:sp>
      <p:sp>
        <p:nvSpPr>
          <p:cNvPr id="33" name="Shape 31"/>
          <p:cNvSpPr/>
          <p:nvPr/>
        </p:nvSpPr>
        <p:spPr>
          <a:xfrm>
            <a:off x="3010225" y="9580836"/>
            <a:ext cx="78828" cy="78828"/>
          </a:xfrm>
          <a:prstGeom prst="ellipse">
            <a:avLst/>
          </a:prstGeom>
          <a:solidFill>
            <a:srgbClr val="14161C">
              <a:alpha val="28000"/>
            </a:srgbClr>
          </a:solidFill>
          <a:ln/>
        </p:spPr>
      </p:sp>
      <p:sp>
        <p:nvSpPr>
          <p:cNvPr id="34" name="Shape 32"/>
          <p:cNvSpPr/>
          <p:nvPr/>
        </p:nvSpPr>
        <p:spPr>
          <a:xfrm>
            <a:off x="3167880" y="9580836"/>
            <a:ext cx="78828" cy="78828"/>
          </a:xfrm>
          <a:prstGeom prst="ellipse">
            <a:avLst/>
          </a:prstGeom>
          <a:solidFill>
            <a:srgbClr val="14161C">
              <a:alpha val="28000"/>
            </a:srgbClr>
          </a:solidFill>
          <a:ln/>
        </p:spPr>
      </p:sp>
      <p:sp>
        <p:nvSpPr>
          <p:cNvPr id="35" name="Shape 33"/>
          <p:cNvSpPr/>
          <p:nvPr/>
        </p:nvSpPr>
        <p:spPr>
          <a:xfrm>
            <a:off x="3325535" y="9580836"/>
            <a:ext cx="78828" cy="78828"/>
          </a:xfrm>
          <a:prstGeom prst="ellipse">
            <a:avLst/>
          </a:prstGeom>
          <a:solidFill>
            <a:srgbClr val="14161C">
              <a:alpha val="28000"/>
            </a:srgbClr>
          </a:solidFill>
          <a:ln/>
        </p:spPr>
      </p:sp>
      <p:sp>
        <p:nvSpPr>
          <p:cNvPr id="36" name="Shape 34"/>
          <p:cNvSpPr/>
          <p:nvPr/>
        </p:nvSpPr>
        <p:spPr>
          <a:xfrm>
            <a:off x="3483190" y="9580836"/>
            <a:ext cx="78828" cy="78828"/>
          </a:xfrm>
          <a:prstGeom prst="ellipse">
            <a:avLst/>
          </a:prstGeom>
          <a:solidFill>
            <a:srgbClr val="14161C">
              <a:alpha val="28000"/>
            </a:srgbClr>
          </a:solidFill>
          <a:ln/>
        </p:spPr>
      </p:sp>
      <p:sp>
        <p:nvSpPr>
          <p:cNvPr id="37" name="Shape 35"/>
          <p:cNvSpPr/>
          <p:nvPr/>
        </p:nvSpPr>
        <p:spPr>
          <a:xfrm>
            <a:off x="3640845" y="9580836"/>
            <a:ext cx="78828" cy="78828"/>
          </a:xfrm>
          <a:prstGeom prst="ellipse">
            <a:avLst/>
          </a:prstGeom>
          <a:solidFill>
            <a:srgbClr val="14161C">
              <a:alpha val="28000"/>
            </a:srgbClr>
          </a:solidFill>
          <a:ln/>
        </p:spPr>
      </p:sp>
      <p:sp>
        <p:nvSpPr>
          <p:cNvPr id="38" name="Shape 36"/>
          <p:cNvSpPr/>
          <p:nvPr/>
        </p:nvSpPr>
        <p:spPr>
          <a:xfrm>
            <a:off x="3798500" y="9580836"/>
            <a:ext cx="78828" cy="78828"/>
          </a:xfrm>
          <a:prstGeom prst="ellipse">
            <a:avLst/>
          </a:prstGeom>
          <a:solidFill>
            <a:srgbClr val="14161C">
              <a:alpha val="28000"/>
            </a:srgbClr>
          </a:solidFill>
          <a:ln/>
        </p:spPr>
      </p:sp>
      <p:sp>
        <p:nvSpPr>
          <p:cNvPr id="39" name="Shape 37"/>
          <p:cNvSpPr/>
          <p:nvPr/>
        </p:nvSpPr>
        <p:spPr>
          <a:xfrm>
            <a:off x="3956155" y="9580836"/>
            <a:ext cx="78828" cy="78828"/>
          </a:xfrm>
          <a:prstGeom prst="ellipse">
            <a:avLst/>
          </a:prstGeom>
          <a:solidFill>
            <a:srgbClr val="14161C">
              <a:alpha val="28000"/>
            </a:srgbClr>
          </a:solidFill>
          <a:ln/>
        </p:spPr>
      </p:sp>
      <p:sp>
        <p:nvSpPr>
          <p:cNvPr id="40" name="Shape 38"/>
          <p:cNvSpPr/>
          <p:nvPr/>
        </p:nvSpPr>
        <p:spPr>
          <a:xfrm>
            <a:off x="4113810" y="9580836"/>
            <a:ext cx="78828" cy="78828"/>
          </a:xfrm>
          <a:prstGeom prst="ellipse">
            <a:avLst/>
          </a:prstGeom>
          <a:solidFill>
            <a:srgbClr val="14161C">
              <a:alpha val="28000"/>
            </a:srgbClr>
          </a:solidFill>
          <a:ln/>
        </p:spPr>
      </p:sp>
      <p:sp>
        <p:nvSpPr>
          <p:cNvPr id="41" name="Shape 39"/>
          <p:cNvSpPr/>
          <p:nvPr/>
        </p:nvSpPr>
        <p:spPr>
          <a:xfrm>
            <a:off x="4271465" y="9580836"/>
            <a:ext cx="78828" cy="78828"/>
          </a:xfrm>
          <a:prstGeom prst="ellipse">
            <a:avLst/>
          </a:prstGeom>
          <a:solidFill>
            <a:srgbClr val="14161C">
              <a:alpha val="28000"/>
            </a:srgbClr>
          </a:solidFill>
          <a:ln/>
        </p:spPr>
      </p:sp>
      <p:sp>
        <p:nvSpPr>
          <p:cNvPr id="42" name="Shape 40"/>
          <p:cNvSpPr/>
          <p:nvPr/>
        </p:nvSpPr>
        <p:spPr>
          <a:xfrm>
            <a:off x="4429120" y="9580836"/>
            <a:ext cx="78828" cy="78828"/>
          </a:xfrm>
          <a:prstGeom prst="ellipse">
            <a:avLst/>
          </a:prstGeom>
          <a:solidFill>
            <a:srgbClr val="14161C">
              <a:alpha val="28000"/>
            </a:srgbClr>
          </a:solidFill>
          <a:ln/>
        </p:spPr>
      </p:sp>
      <p:sp>
        <p:nvSpPr>
          <p:cNvPr id="43" name="Shape 41"/>
          <p:cNvSpPr/>
          <p:nvPr/>
        </p:nvSpPr>
        <p:spPr>
          <a:xfrm>
            <a:off x="4586775" y="9580836"/>
            <a:ext cx="78828" cy="78828"/>
          </a:xfrm>
          <a:prstGeom prst="ellipse">
            <a:avLst/>
          </a:prstGeom>
          <a:solidFill>
            <a:srgbClr val="14161C">
              <a:alpha val="28000"/>
            </a:srgbClr>
          </a:solidFill>
          <a:ln/>
        </p:spPr>
      </p:sp>
      <p:sp>
        <p:nvSpPr>
          <p:cNvPr id="44" name="Shape 42"/>
          <p:cNvSpPr/>
          <p:nvPr/>
        </p:nvSpPr>
        <p:spPr>
          <a:xfrm>
            <a:off x="4744430" y="9580836"/>
            <a:ext cx="78828" cy="78828"/>
          </a:xfrm>
          <a:prstGeom prst="ellipse">
            <a:avLst/>
          </a:prstGeom>
          <a:solidFill>
            <a:srgbClr val="14161C">
              <a:alpha val="28000"/>
            </a:srgbClr>
          </a:solidFill>
          <a:ln/>
        </p:spPr>
      </p:sp>
      <p:sp>
        <p:nvSpPr>
          <p:cNvPr id="45" name="Shape 43"/>
          <p:cNvSpPr/>
          <p:nvPr/>
        </p:nvSpPr>
        <p:spPr>
          <a:xfrm>
            <a:off x="4888947" y="9567698"/>
            <a:ext cx="105103" cy="105103"/>
          </a:xfrm>
          <a:prstGeom prst="ellipse">
            <a:avLst/>
          </a:prstGeom>
          <a:solidFill>
            <a:srgbClr val="E8472B"/>
          </a:solidFill>
          <a:ln/>
        </p:spPr>
      </p:sp>
      <p:sp>
        <p:nvSpPr>
          <p:cNvPr id="46" name="Shape 44"/>
          <p:cNvSpPr/>
          <p:nvPr/>
        </p:nvSpPr>
        <p:spPr>
          <a:xfrm>
            <a:off x="5059740" y="9580836"/>
            <a:ext cx="78828" cy="78828"/>
          </a:xfrm>
          <a:prstGeom prst="ellipse">
            <a:avLst/>
          </a:prstGeom>
          <a:solidFill>
            <a:srgbClr val="14161C">
              <a:alpha val="28000"/>
            </a:srgbClr>
          </a:solidFill>
          <a:ln/>
        </p:spPr>
      </p:sp>
      <p:sp>
        <p:nvSpPr>
          <p:cNvPr id="47" name="Shape 45"/>
          <p:cNvSpPr/>
          <p:nvPr/>
        </p:nvSpPr>
        <p:spPr>
          <a:xfrm>
            <a:off x="5217395" y="9580836"/>
            <a:ext cx="78828" cy="78828"/>
          </a:xfrm>
          <a:prstGeom prst="ellipse">
            <a:avLst/>
          </a:prstGeom>
          <a:solidFill>
            <a:srgbClr val="14161C">
              <a:alpha val="28000"/>
            </a:srgbClr>
          </a:solidFill>
          <a:ln/>
        </p:spPr>
      </p:sp>
      <p:sp>
        <p:nvSpPr>
          <p:cNvPr id="48" name="Shape 46"/>
          <p:cNvSpPr/>
          <p:nvPr/>
        </p:nvSpPr>
        <p:spPr>
          <a:xfrm>
            <a:off x="5375050" y="9580836"/>
            <a:ext cx="78828" cy="78828"/>
          </a:xfrm>
          <a:prstGeom prst="ellipse">
            <a:avLst/>
          </a:prstGeom>
          <a:solidFill>
            <a:srgbClr val="14161C">
              <a:alpha val="28000"/>
            </a:srgbClr>
          </a:solidFill>
          <a:ln/>
        </p:spPr>
      </p:sp>
      <p:sp>
        <p:nvSpPr>
          <p:cNvPr id="49" name="Shape 47"/>
          <p:cNvSpPr/>
          <p:nvPr/>
        </p:nvSpPr>
        <p:spPr>
          <a:xfrm>
            <a:off x="5532705" y="9580836"/>
            <a:ext cx="78828" cy="78828"/>
          </a:xfrm>
          <a:prstGeom prst="ellipse">
            <a:avLst/>
          </a:prstGeom>
          <a:solidFill>
            <a:srgbClr val="14161C">
              <a:alpha val="28000"/>
            </a:srgbClr>
          </a:solidFill>
          <a:ln/>
        </p:spPr>
      </p:sp>
      <p:sp>
        <p:nvSpPr>
          <p:cNvPr id="50" name="Shape 48"/>
          <p:cNvSpPr/>
          <p:nvPr/>
        </p:nvSpPr>
        <p:spPr>
          <a:xfrm>
            <a:off x="5690359" y="9580836"/>
            <a:ext cx="78828" cy="78828"/>
          </a:xfrm>
          <a:prstGeom prst="ellipse">
            <a:avLst/>
          </a:prstGeom>
          <a:solidFill>
            <a:srgbClr val="14161C">
              <a:alpha val="28000"/>
            </a:srgbClr>
          </a:solidFill>
          <a:ln/>
        </p:spPr>
      </p:sp>
      <p:sp>
        <p:nvSpPr>
          <p:cNvPr id="51" name="Shape 49"/>
          <p:cNvSpPr/>
          <p:nvPr/>
        </p:nvSpPr>
        <p:spPr>
          <a:xfrm>
            <a:off x="5848014" y="9580836"/>
            <a:ext cx="78828" cy="78828"/>
          </a:xfrm>
          <a:prstGeom prst="ellipse">
            <a:avLst/>
          </a:prstGeom>
          <a:solidFill>
            <a:srgbClr val="14161C">
              <a:alpha val="28000"/>
            </a:srgbClr>
          </a:solidFill>
          <a:ln/>
        </p:spPr>
      </p:sp>
      <p:sp>
        <p:nvSpPr>
          <p:cNvPr id="52" name="Shape 50"/>
          <p:cNvSpPr/>
          <p:nvPr/>
        </p:nvSpPr>
        <p:spPr>
          <a:xfrm>
            <a:off x="6005669" y="9580836"/>
            <a:ext cx="78828" cy="78828"/>
          </a:xfrm>
          <a:prstGeom prst="ellipse">
            <a:avLst/>
          </a:prstGeom>
          <a:solidFill>
            <a:srgbClr val="14161C">
              <a:alpha val="28000"/>
            </a:srgbClr>
          </a:solidFill>
          <a:ln/>
        </p:spPr>
      </p:sp>
      <p:sp>
        <p:nvSpPr>
          <p:cNvPr id="53" name="Shape 51"/>
          <p:cNvSpPr/>
          <p:nvPr/>
        </p:nvSpPr>
        <p:spPr>
          <a:xfrm>
            <a:off x="6163324" y="9580836"/>
            <a:ext cx="78828" cy="78828"/>
          </a:xfrm>
          <a:prstGeom prst="ellipse">
            <a:avLst/>
          </a:prstGeom>
          <a:solidFill>
            <a:srgbClr val="14161C">
              <a:alpha val="28000"/>
            </a:srgbClr>
          </a:solidFill>
          <a:ln/>
        </p:spPr>
      </p:sp>
      <p:sp>
        <p:nvSpPr>
          <p:cNvPr id="54" name="Shape 52"/>
          <p:cNvSpPr/>
          <p:nvPr/>
        </p:nvSpPr>
        <p:spPr>
          <a:xfrm>
            <a:off x="6320979" y="9580836"/>
            <a:ext cx="78828" cy="78828"/>
          </a:xfrm>
          <a:prstGeom prst="ellipse">
            <a:avLst/>
          </a:prstGeom>
          <a:solidFill>
            <a:srgbClr val="14161C">
              <a:alpha val="28000"/>
            </a:srgbClr>
          </a:solidFill>
          <a:ln/>
        </p:spPr>
      </p:sp>
      <p:sp>
        <p:nvSpPr>
          <p:cNvPr id="55" name="Shape 53"/>
          <p:cNvSpPr/>
          <p:nvPr/>
        </p:nvSpPr>
        <p:spPr>
          <a:xfrm>
            <a:off x="6478634" y="9580836"/>
            <a:ext cx="78828" cy="78828"/>
          </a:xfrm>
          <a:prstGeom prst="ellipse">
            <a:avLst/>
          </a:prstGeom>
          <a:solidFill>
            <a:srgbClr val="14161C">
              <a:alpha val="28000"/>
            </a:srgbClr>
          </a:solidFill>
          <a:ln/>
        </p:spPr>
      </p:sp>
      <p:sp>
        <p:nvSpPr>
          <p:cNvPr id="56" name="Shape 54"/>
          <p:cNvSpPr/>
          <p:nvPr/>
        </p:nvSpPr>
        <p:spPr>
          <a:xfrm>
            <a:off x="6636289" y="9580836"/>
            <a:ext cx="78828" cy="78828"/>
          </a:xfrm>
          <a:prstGeom prst="ellipse">
            <a:avLst/>
          </a:prstGeom>
          <a:solidFill>
            <a:srgbClr val="14161C">
              <a:alpha val="28000"/>
            </a:srgbClr>
          </a:solidFill>
          <a:ln/>
        </p:spPr>
      </p:sp>
      <p:sp>
        <p:nvSpPr>
          <p:cNvPr id="57" name="Shape 55"/>
          <p:cNvSpPr/>
          <p:nvPr/>
        </p:nvSpPr>
        <p:spPr>
          <a:xfrm>
            <a:off x="6793944" y="9580836"/>
            <a:ext cx="78828" cy="78828"/>
          </a:xfrm>
          <a:prstGeom prst="ellipse">
            <a:avLst/>
          </a:prstGeom>
          <a:solidFill>
            <a:srgbClr val="14161C">
              <a:alpha val="28000"/>
            </a:srgbClr>
          </a:solidFill>
          <a:ln/>
        </p:spPr>
      </p:sp>
      <p:sp>
        <p:nvSpPr>
          <p:cNvPr id="58" name="Shape 56"/>
          <p:cNvSpPr/>
          <p:nvPr/>
        </p:nvSpPr>
        <p:spPr>
          <a:xfrm>
            <a:off x="6951599" y="9580836"/>
            <a:ext cx="78828" cy="78828"/>
          </a:xfrm>
          <a:prstGeom prst="ellipse">
            <a:avLst/>
          </a:prstGeom>
          <a:solidFill>
            <a:srgbClr val="14161C">
              <a:alpha val="28000"/>
            </a:srgbClr>
          </a:solidFill>
          <a:ln/>
        </p:spPr>
      </p:sp>
      <p:sp>
        <p:nvSpPr>
          <p:cNvPr id="59" name="Shape 57"/>
          <p:cNvSpPr/>
          <p:nvPr/>
        </p:nvSpPr>
        <p:spPr>
          <a:xfrm>
            <a:off x="7109254" y="9580836"/>
            <a:ext cx="78828" cy="78828"/>
          </a:xfrm>
          <a:prstGeom prst="ellipse">
            <a:avLst/>
          </a:prstGeom>
          <a:solidFill>
            <a:srgbClr val="14161C">
              <a:alpha val="28000"/>
            </a:srgbClr>
          </a:solidFill>
          <a:ln/>
        </p:spPr>
      </p:sp>
      <p:sp>
        <p:nvSpPr>
          <p:cNvPr id="60" name="Shape 58"/>
          <p:cNvSpPr/>
          <p:nvPr/>
        </p:nvSpPr>
        <p:spPr>
          <a:xfrm>
            <a:off x="7266909" y="9580836"/>
            <a:ext cx="78828" cy="78828"/>
          </a:xfrm>
          <a:prstGeom prst="ellipse">
            <a:avLst/>
          </a:prstGeom>
          <a:solidFill>
            <a:srgbClr val="14161C">
              <a:alpha val="28000"/>
            </a:srgbClr>
          </a:solidFill>
          <a:ln/>
        </p:spPr>
      </p:sp>
      <p:sp>
        <p:nvSpPr>
          <p:cNvPr id="61" name="Shape 59"/>
          <p:cNvSpPr/>
          <p:nvPr/>
        </p:nvSpPr>
        <p:spPr>
          <a:xfrm>
            <a:off x="7424564" y="9580836"/>
            <a:ext cx="78828" cy="78828"/>
          </a:xfrm>
          <a:prstGeom prst="ellipse">
            <a:avLst/>
          </a:prstGeom>
          <a:solidFill>
            <a:srgbClr val="14161C">
              <a:alpha val="28000"/>
            </a:srgbClr>
          </a:solidFill>
          <a:ln/>
        </p:spPr>
      </p:sp>
      <p:sp>
        <p:nvSpPr>
          <p:cNvPr id="62" name="Shape 60"/>
          <p:cNvSpPr/>
          <p:nvPr/>
        </p:nvSpPr>
        <p:spPr>
          <a:xfrm>
            <a:off x="7582219" y="9580836"/>
            <a:ext cx="78828" cy="78828"/>
          </a:xfrm>
          <a:prstGeom prst="ellipse">
            <a:avLst/>
          </a:prstGeom>
          <a:solidFill>
            <a:srgbClr val="14161C">
              <a:alpha val="28000"/>
            </a:srgbClr>
          </a:solidFill>
          <a:ln/>
        </p:spPr>
      </p:sp>
      <p:sp>
        <p:nvSpPr>
          <p:cNvPr id="63" name="Shape 61"/>
          <p:cNvSpPr/>
          <p:nvPr/>
        </p:nvSpPr>
        <p:spPr>
          <a:xfrm>
            <a:off x="7739874" y="9580836"/>
            <a:ext cx="78828" cy="78828"/>
          </a:xfrm>
          <a:prstGeom prst="ellipse">
            <a:avLst/>
          </a:prstGeom>
          <a:solidFill>
            <a:srgbClr val="14161C">
              <a:alpha val="28000"/>
            </a:srgbClr>
          </a:solidFill>
          <a:ln/>
        </p:spPr>
      </p:sp>
      <p:sp>
        <p:nvSpPr>
          <p:cNvPr id="64" name="Shape 62"/>
          <p:cNvSpPr/>
          <p:nvPr/>
        </p:nvSpPr>
        <p:spPr>
          <a:xfrm>
            <a:off x="7897529" y="9580836"/>
            <a:ext cx="78828" cy="78828"/>
          </a:xfrm>
          <a:prstGeom prst="ellipse">
            <a:avLst/>
          </a:prstGeom>
          <a:solidFill>
            <a:srgbClr val="14161C">
              <a:alpha val="28000"/>
            </a:srgbClr>
          </a:solidFill>
          <a:ln/>
        </p:spPr>
      </p:sp>
      <p:sp>
        <p:nvSpPr>
          <p:cNvPr id="65" name="Shape 63"/>
          <p:cNvSpPr/>
          <p:nvPr/>
        </p:nvSpPr>
        <p:spPr>
          <a:xfrm>
            <a:off x="8055184" y="9580836"/>
            <a:ext cx="78828" cy="78828"/>
          </a:xfrm>
          <a:prstGeom prst="ellipse">
            <a:avLst/>
          </a:prstGeom>
          <a:solidFill>
            <a:srgbClr val="14161C">
              <a:alpha val="28000"/>
            </a:srgbClr>
          </a:solidFill>
          <a:ln/>
        </p:spPr>
      </p:sp>
      <p:sp>
        <p:nvSpPr>
          <p:cNvPr id="66" name="Shape 64"/>
          <p:cNvSpPr/>
          <p:nvPr/>
        </p:nvSpPr>
        <p:spPr>
          <a:xfrm>
            <a:off x="8212839" y="9580836"/>
            <a:ext cx="78828" cy="78828"/>
          </a:xfrm>
          <a:prstGeom prst="ellipse">
            <a:avLst/>
          </a:prstGeom>
          <a:solidFill>
            <a:srgbClr val="14161C">
              <a:alpha val="28000"/>
            </a:srgbClr>
          </a:solidFill>
          <a:ln/>
        </p:spPr>
      </p:sp>
      <p:sp>
        <p:nvSpPr>
          <p:cNvPr id="67" name="Shape 65"/>
          <p:cNvSpPr/>
          <p:nvPr/>
        </p:nvSpPr>
        <p:spPr>
          <a:xfrm>
            <a:off x="8370494" y="9580836"/>
            <a:ext cx="78828" cy="78828"/>
          </a:xfrm>
          <a:prstGeom prst="ellipse">
            <a:avLst/>
          </a:prstGeom>
          <a:solidFill>
            <a:srgbClr val="14161C">
              <a:alpha val="28000"/>
            </a:srgbClr>
          </a:solidFill>
          <a:ln/>
        </p:spPr>
      </p:sp>
      <p:sp>
        <p:nvSpPr>
          <p:cNvPr id="68" name="Shape 66"/>
          <p:cNvSpPr/>
          <p:nvPr/>
        </p:nvSpPr>
        <p:spPr>
          <a:xfrm>
            <a:off x="8528148" y="9580836"/>
            <a:ext cx="78828" cy="78828"/>
          </a:xfrm>
          <a:prstGeom prst="ellipse">
            <a:avLst/>
          </a:prstGeom>
          <a:solidFill>
            <a:srgbClr val="14161C">
              <a:alpha val="28000"/>
            </a:srgbClr>
          </a:solidFill>
          <a:ln/>
        </p:spPr>
      </p:sp>
      <p:sp>
        <p:nvSpPr>
          <p:cNvPr id="69" name="Shape 67"/>
          <p:cNvSpPr/>
          <p:nvPr/>
        </p:nvSpPr>
        <p:spPr>
          <a:xfrm>
            <a:off x="8685803" y="9580836"/>
            <a:ext cx="78828" cy="78828"/>
          </a:xfrm>
          <a:prstGeom prst="ellipse">
            <a:avLst/>
          </a:prstGeom>
          <a:solidFill>
            <a:srgbClr val="14161C">
              <a:alpha val="28000"/>
            </a:srgbClr>
          </a:solidFill>
          <a:ln/>
        </p:spPr>
      </p:sp>
      <p:sp>
        <p:nvSpPr>
          <p:cNvPr id="70" name="Shape 68"/>
          <p:cNvSpPr/>
          <p:nvPr/>
        </p:nvSpPr>
        <p:spPr>
          <a:xfrm>
            <a:off x="8843458" y="9580836"/>
            <a:ext cx="78828" cy="78828"/>
          </a:xfrm>
          <a:prstGeom prst="ellipse">
            <a:avLst/>
          </a:prstGeom>
          <a:solidFill>
            <a:srgbClr val="14161C">
              <a:alpha val="28000"/>
            </a:srgbClr>
          </a:solidFill>
          <a:ln/>
        </p:spPr>
      </p:sp>
      <p:sp>
        <p:nvSpPr>
          <p:cNvPr id="71" name="Shape 69"/>
          <p:cNvSpPr/>
          <p:nvPr/>
        </p:nvSpPr>
        <p:spPr>
          <a:xfrm>
            <a:off x="9001113" y="9580836"/>
            <a:ext cx="78828" cy="78828"/>
          </a:xfrm>
          <a:prstGeom prst="ellipse">
            <a:avLst/>
          </a:prstGeom>
          <a:solidFill>
            <a:srgbClr val="14161C">
              <a:alpha val="28000"/>
            </a:srgbClr>
          </a:solidFill>
          <a:ln/>
        </p:spPr>
      </p:sp>
      <p:sp>
        <p:nvSpPr>
          <p:cNvPr id="72" name="Shape 70"/>
          <p:cNvSpPr/>
          <p:nvPr/>
        </p:nvSpPr>
        <p:spPr>
          <a:xfrm>
            <a:off x="9158768" y="9580836"/>
            <a:ext cx="78828" cy="78828"/>
          </a:xfrm>
          <a:prstGeom prst="ellipse">
            <a:avLst/>
          </a:prstGeom>
          <a:solidFill>
            <a:srgbClr val="14161C">
              <a:alpha val="28000"/>
            </a:srgbClr>
          </a:solidFill>
          <a:ln/>
        </p:spPr>
      </p:sp>
      <p:sp>
        <p:nvSpPr>
          <p:cNvPr id="73" name="Shape 71"/>
          <p:cNvSpPr/>
          <p:nvPr/>
        </p:nvSpPr>
        <p:spPr>
          <a:xfrm>
            <a:off x="9316423" y="9580836"/>
            <a:ext cx="78828" cy="78828"/>
          </a:xfrm>
          <a:prstGeom prst="ellipse">
            <a:avLst/>
          </a:prstGeom>
          <a:solidFill>
            <a:srgbClr val="14161C">
              <a:alpha val="28000"/>
            </a:srgbClr>
          </a:solidFill>
          <a:ln/>
        </p:spPr>
      </p:sp>
      <p:sp>
        <p:nvSpPr>
          <p:cNvPr id="74" name="Shape 72"/>
          <p:cNvSpPr/>
          <p:nvPr/>
        </p:nvSpPr>
        <p:spPr>
          <a:xfrm>
            <a:off x="9474078" y="9580836"/>
            <a:ext cx="78828" cy="78828"/>
          </a:xfrm>
          <a:prstGeom prst="ellipse">
            <a:avLst/>
          </a:prstGeom>
          <a:solidFill>
            <a:srgbClr val="14161C">
              <a:alpha val="28000"/>
            </a:srgbClr>
          </a:solidFill>
          <a:ln/>
        </p:spPr>
      </p:sp>
      <p:sp>
        <p:nvSpPr>
          <p:cNvPr id="75" name="Shape 73"/>
          <p:cNvSpPr/>
          <p:nvPr/>
        </p:nvSpPr>
        <p:spPr>
          <a:xfrm>
            <a:off x="9631733" y="9580836"/>
            <a:ext cx="78828" cy="78828"/>
          </a:xfrm>
          <a:prstGeom prst="ellipse">
            <a:avLst/>
          </a:prstGeom>
          <a:solidFill>
            <a:srgbClr val="14161C">
              <a:alpha val="28000"/>
            </a:srgbClr>
          </a:solidFill>
          <a:ln/>
        </p:spPr>
      </p:sp>
      <p:sp>
        <p:nvSpPr>
          <p:cNvPr id="76" name="Shape 74"/>
          <p:cNvSpPr/>
          <p:nvPr/>
        </p:nvSpPr>
        <p:spPr>
          <a:xfrm>
            <a:off x="9789388" y="9580836"/>
            <a:ext cx="78828" cy="78828"/>
          </a:xfrm>
          <a:prstGeom prst="ellipse">
            <a:avLst/>
          </a:prstGeom>
          <a:solidFill>
            <a:srgbClr val="14161C">
              <a:alpha val="28000"/>
            </a:srgbClr>
          </a:solidFill>
          <a:ln/>
        </p:spPr>
      </p:sp>
      <p:sp>
        <p:nvSpPr>
          <p:cNvPr id="77" name="Shape 75"/>
          <p:cNvSpPr/>
          <p:nvPr/>
        </p:nvSpPr>
        <p:spPr>
          <a:xfrm>
            <a:off x="9947043" y="9580836"/>
            <a:ext cx="78828" cy="78828"/>
          </a:xfrm>
          <a:prstGeom prst="ellipse">
            <a:avLst/>
          </a:prstGeom>
          <a:solidFill>
            <a:srgbClr val="14161C">
              <a:alpha val="28000"/>
            </a:srgbClr>
          </a:solidFill>
          <a:ln/>
        </p:spPr>
      </p:sp>
      <p:sp>
        <p:nvSpPr>
          <p:cNvPr id="78" name="Text 76"/>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26/58</a:t>
            </a:r>
            <a:endParaRPr lang="en-US" sz="1800" dirty="0"/>
          </a:p>
        </p:txBody>
      </p:sp>
      <p:sp>
        <p:nvSpPr>
          <p:cNvPr id="79" name="Shape 77"/>
          <p:cNvSpPr/>
          <p:nvPr/>
        </p:nvSpPr>
        <p:spPr>
          <a:xfrm>
            <a:off x="15983712" y="9076331"/>
            <a:ext cx="1645920" cy="552301"/>
          </a:xfrm>
          <a:prstGeom prst="roundRect">
            <a:avLst>
              <a:gd name="adj" fmla="val 28000"/>
            </a:avLst>
          </a:prstGeom>
          <a:solidFill>
            <a:srgbClr val="FFFFFF">
              <a:alpha val="82000"/>
            </a:srgbClr>
          </a:solidFill>
          <a:ln/>
        </p:spPr>
      </p:sp>
      <p:pic>
        <p:nvPicPr>
          <p:cNvPr id="80" name="Moda image moda-export-watermark-193c772f-a05e-4e48-83ff-70406780b9a7"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領域F：</a:t>
            </a:r>
            <a:r>
              <a:rPr lang="en-US" sz="5700" dirty="0" spc="0" kern="0">
                <a:solidFill>
                  <a:srgbClr val="F3EEE3"/>
                </a:solidFill>
                <a:latin typeface="Noto Sans JP ExtraBold" pitchFamily="34" charset="0"/>
                <a:ea typeface="Noto Sans JP ExtraBold" pitchFamily="34" charset="-122"/>
                <a:cs typeface="Noto Sans JP ExtraBold" pitchFamily="34" charset="-120"/>
              </a:rPr>
              <a:t> ビウレットが 堆積物になる</a:t>
            </a:r>
            <a:endParaRPr lang="en-US" sz="5700" dirty="0"/>
          </a:p>
        </p:txBody>
      </p:sp>
      <p:sp>
        <p:nvSpPr>
          <p:cNvPr id="3" name="Shape 1"/>
          <p:cNvSpPr/>
          <p:nvPr/>
        </p:nvSpPr>
        <p:spPr>
          <a:xfrm>
            <a:off x="914400" y="2819400"/>
            <a:ext cx="95250" cy="5505450"/>
          </a:xfrm>
          <a:prstGeom prst="roundRect">
            <a:avLst>
              <a:gd name="adj" fmla="val 50000"/>
            </a:avLst>
          </a:prstGeom>
          <a:solidFill>
            <a:srgbClr val="3DD6A0"/>
          </a:solidFill>
          <a:ln/>
        </p:spPr>
      </p:sp>
      <p:sp>
        <p:nvSpPr>
          <p:cNvPr id="4" name="Text 2"/>
          <p:cNvSpPr/>
          <p:nvPr/>
        </p:nvSpPr>
        <p:spPr>
          <a:xfrm>
            <a:off x="1295400" y="2762250"/>
            <a:ext cx="10572750" cy="5619750"/>
          </a:xfrm>
          <a:prstGeom prst="rect">
            <a:avLst/>
          </a:prstGeom>
          <a:noFill/>
          <a:ln/>
        </p:spPr>
        <p:txBody>
          <a:bodyPr wrap="square" lIns="0" tIns="35636" rIns="0" bIns="-35636" rtlCol="0" anchor="t"/>
          <a:lstStyle/>
          <a:p>
            <a:pPr algn="l" indent="0" marL="0">
              <a:lnSpc>
                <a:spcPts val="3848"/>
              </a:lnSpc>
              <a:buNone/>
            </a:pPr>
            <a:r>
              <a:rPr lang="en-US" sz="2850" dirty="0" spc="-14" kern="0">
                <a:solidFill>
                  <a:srgbClr val="F3EEE3"/>
                </a:solidFill>
                <a:latin typeface="Noto Sans JP" pitchFamily="34" charset="0"/>
                <a:ea typeface="Noto Sans JP" pitchFamily="34" charset="-122"/>
                <a:cs typeface="Noto Sans JP" pitchFamily="34" charset="-120"/>
              </a:rPr>
              <a:t>192.5°Cで、</a:t>
            </a:r>
            <a:r>
              <a:rPr lang="en-US" sz="2850" dirty="0" spc="1" kern="0">
                <a:solidFill>
                  <a:srgbClr val="F3EEE3"/>
                </a:solidFill>
                <a:latin typeface="Noto Sans JP" pitchFamily="34" charset="0"/>
                <a:ea typeface="Noto Sans JP" pitchFamily="34" charset="-122"/>
                <a:cs typeface="Noto Sans JP" pitchFamily="34" charset="-120"/>
              </a:rPr>
              <a:t> ビウレットの</a:t>
            </a:r>
            <a:r>
              <a:rPr lang="en-US" sz="2850" dirty="0" spc="0" kern="0">
                <a:solidFill>
                  <a:srgbClr val="F3EEE3"/>
                </a:solidFill>
                <a:latin typeface="Noto Sans JP" pitchFamily="34" charset="0"/>
                <a:ea typeface="Noto Sans JP" pitchFamily="34" charset="-122"/>
                <a:cs typeface="Noto Sans JP" pitchFamily="34" charset="-120"/>
              </a:rPr>
              <a:t> 液体と 尿素の</a:t>
            </a:r>
            <a:pPr algn="l" indent="0" marL="0">
              <a:lnSpc>
                <a:spcPts val="3848"/>
              </a:lnSpc>
              <a:buNone/>
            </a:pPr>
            <a:r>
              <a:rPr lang="en-US" sz="2850" b="1" dirty="0" kern="0">
                <a:solidFill>
                  <a:srgbClr val="3DD6A0"/>
                </a:solidFill>
                <a:latin typeface="Noto Sans JP" pitchFamily="34" charset="0"/>
                <a:ea typeface="Noto Sans JP" pitchFamily="34" charset="-122"/>
                <a:cs typeface="Noto Sans JP" pitchFamily="34" charset="-120"/>
              </a:rPr>
              <a:t>共晶</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混合物が</a:t>
            </a:r>
            <a:r>
              <a:rPr lang="en-US" sz="2850" dirty="0" spc="-11" kern="0">
                <a:solidFill>
                  <a:srgbClr val="F3EEE3"/>
                </a:solidFill>
                <a:latin typeface="Noto Sans JP" pitchFamily="34" charset="0"/>
                <a:ea typeface="Noto Sans JP" pitchFamily="34" charset="-122"/>
                <a:cs typeface="Noto Sans JP" pitchFamily="34" charset="-120"/>
              </a:rPr>
              <a:t> 有利になり、これが</a:t>
            </a:r>
            <a:pPr algn="l" indent="0" marL="0">
              <a:lnSpc>
                <a:spcPts val="3848"/>
              </a:lnSpc>
              <a:buNone/>
            </a:pPr>
            <a:r>
              <a:rPr lang="en-US" sz="2850" b="1" dirty="0" kern="0">
                <a:solidFill>
                  <a:srgbClr val="4CD964"/>
                </a:solidFill>
                <a:latin typeface="Noto Sans JP" pitchFamily="34" charset="0"/>
                <a:ea typeface="Noto Sans JP" pitchFamily="34" charset="-122"/>
                <a:cs typeface="Noto Sans JP" pitchFamily="34" charset="-120"/>
              </a:rPr>
              <a:t>ビウレット</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の 見かけの</a:t>
            </a:r>
            <a:r>
              <a:rPr lang="en-US" sz="2850" dirty="0" spc="-4" kern="0">
                <a:solidFill>
                  <a:srgbClr val="F3EEE3"/>
                </a:solidFill>
                <a:latin typeface="Noto Sans JP" pitchFamily="34" charset="0"/>
                <a:ea typeface="Noto Sans JP" pitchFamily="34" charset="-122"/>
                <a:cs typeface="Noto Sans JP" pitchFamily="34" charset="-120"/>
              </a:rPr>
              <a:t> 融点である</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[S3]</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a:t>
            </a:r>
            <a:r>
              <a:rPr lang="en-US" sz="2850" dirty="0" spc="-1" kern="0">
                <a:solidFill>
                  <a:srgbClr val="F3EEE3"/>
                </a:solidFill>
                <a:latin typeface="Noto Sans JP" pitchFamily="34" charset="0"/>
                <a:ea typeface="Noto Sans JP" pitchFamily="34" charset="-122"/>
                <a:cs typeface="Noto Sans JP" pitchFamily="34" charset="-120"/>
              </a:rPr>
              <a:t> 225°Cで</a:t>
            </a:r>
            <a:r>
              <a:rPr lang="en-US" sz="2850" dirty="0" spc="2" kern="0">
                <a:solidFill>
                  <a:srgbClr val="F3EEE3"/>
                </a:solidFill>
                <a:latin typeface="Noto Sans JP" pitchFamily="34" charset="0"/>
                <a:ea typeface="Noto Sans JP" pitchFamily="34" charset="-122"/>
                <a:cs typeface="Noto Sans JP" pitchFamily="34" charset="-120"/>
              </a:rPr>
              <a:t> Schaberの</a:t>
            </a:r>
            <a:r>
              <a:rPr lang="en-US" sz="2850" dirty="0" spc="1" kern="0">
                <a:solidFill>
                  <a:srgbClr val="F3EEE3"/>
                </a:solidFill>
                <a:latin typeface="Noto Sans JP" pitchFamily="34" charset="0"/>
                <a:ea typeface="Noto Sans JP" pitchFamily="34" charset="-122"/>
                <a:cs typeface="Noto Sans JP" pitchFamily="34" charset="-120"/>
              </a:rPr>
              <a:t> 試料は</a:t>
            </a:r>
            <a:r>
              <a:rPr lang="en-US" sz="2850" dirty="0" spc="0" kern="0">
                <a:solidFill>
                  <a:srgbClr val="F3EEE3"/>
                </a:solidFill>
                <a:latin typeface="Noto Sans JP" pitchFamily="34" charset="0"/>
                <a:ea typeface="Noto Sans JP" pitchFamily="34" charset="-122"/>
                <a:cs typeface="Noto Sans JP" pitchFamily="34" charset="-120"/>
              </a:rPr>
              <a:t> 粘着性の 固体になる</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[S3]</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 トリウレットは</a:t>
            </a:r>
            <a:r>
              <a:rPr lang="en-US" sz="2850" dirty="0" spc="-1" kern="0">
                <a:solidFill>
                  <a:srgbClr val="F3EEE3"/>
                </a:solidFill>
                <a:latin typeface="Noto Sans JP" pitchFamily="34" charset="0"/>
                <a:ea typeface="Noto Sans JP" pitchFamily="34" charset="-122"/>
                <a:cs typeface="Noto Sans JP" pitchFamily="34" charset="-120"/>
              </a:rPr>
              <a:t> 約230°Cで</a:t>
            </a:r>
            <a:r>
              <a:rPr lang="en-US" sz="2850" dirty="0" spc="1" kern="0">
                <a:solidFill>
                  <a:srgbClr val="F3EEE3"/>
                </a:solidFill>
                <a:latin typeface="Noto Sans JP" pitchFamily="34" charset="0"/>
                <a:ea typeface="Noto Sans JP" pitchFamily="34" charset="-122"/>
                <a:cs typeface="Noto Sans JP" pitchFamily="34" charset="-120"/>
              </a:rPr>
              <a:t> 完全に</a:t>
            </a:r>
            <a:r>
              <a:rPr lang="en-US" sz="2850" dirty="0" spc="0" kern="0">
                <a:solidFill>
                  <a:srgbClr val="F3EEE3"/>
                </a:solidFill>
                <a:latin typeface="Noto Sans JP" pitchFamily="34" charset="0"/>
                <a:ea typeface="Noto Sans JP" pitchFamily="34" charset="-122"/>
                <a:cs typeface="Noto Sans JP" pitchFamily="34" charset="-120"/>
              </a:rPr>
              <a:t> 分解する</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[S3]</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a:t>
            </a:r>
            <a:r>
              <a:rPr lang="en-US" sz="2850" dirty="0" spc="-1" kern="0">
                <a:solidFill>
                  <a:srgbClr val="F3EEE3"/>
                </a:solidFill>
                <a:latin typeface="Noto Sans JP" pitchFamily="34" charset="0"/>
                <a:ea typeface="Noto Sans JP" pitchFamily="34" charset="-122"/>
                <a:cs typeface="Noto Sans JP" pitchFamily="34" charset="-120"/>
              </a:rPr>
              <a:t> 250°Cでは</a:t>
            </a:r>
            <a:pPr algn="l" indent="0" marL="0">
              <a:lnSpc>
                <a:spcPts val="3848"/>
              </a:lnSpc>
              <a:buNone/>
            </a:pPr>
            <a:r>
              <a:rPr lang="en-US" sz="2850" b="1" dirty="0" kern="0">
                <a:solidFill>
                  <a:srgbClr val="C084FF"/>
                </a:solidFill>
                <a:latin typeface="Noto Sans JP" pitchFamily="34" charset="0"/>
                <a:ea typeface="Noto Sans JP" pitchFamily="34" charset="-122"/>
                <a:cs typeface="Noto Sans JP" pitchFamily="34" charset="-120"/>
              </a:rPr>
              <a:t>シアヌル酸</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が</a:t>
            </a:r>
            <a:r>
              <a:rPr lang="en-US" sz="2850" dirty="0" spc="-19" kern="0">
                <a:solidFill>
                  <a:srgbClr val="F3EEE3"/>
                </a:solidFill>
                <a:latin typeface="Noto Sans JP" pitchFamily="34" charset="0"/>
                <a:ea typeface="Noto Sans JP" pitchFamily="34" charset="-122"/>
                <a:cs typeface="Noto Sans JP" pitchFamily="34" charset="-120"/>
              </a:rPr>
              <a:t> 主成分で、</a:t>
            </a:r>
            <a:r>
              <a:rPr lang="en-US" sz="2850" dirty="0" spc="0" kern="0">
                <a:solidFill>
                  <a:srgbClr val="F3EEE3"/>
                </a:solidFill>
                <a:latin typeface="Noto Sans JP" pitchFamily="34" charset="0"/>
                <a:ea typeface="Noto Sans JP" pitchFamily="34" charset="-122"/>
                <a:cs typeface="Noto Sans JP" pitchFamily="34" charset="-120"/>
              </a:rPr>
              <a:t> 少量の</a:t>
            </a:r>
            <a:r>
              <a:rPr lang="en-US" sz="2850" dirty="0" spc="-28" kern="0">
                <a:solidFill>
                  <a:srgbClr val="F3EEE3"/>
                </a:solidFill>
                <a:latin typeface="Noto Sans JP" pitchFamily="34" charset="0"/>
                <a:ea typeface="Noto Sans JP" pitchFamily="34" charset="-122"/>
                <a:cs typeface="Noto Sans JP" pitchFamily="34" charset="-120"/>
              </a:rPr>
              <a:t> アンメリドを</a:t>
            </a:r>
            <a:r>
              <a:rPr lang="en-US" sz="2850" dirty="0" spc="0" kern="0">
                <a:solidFill>
                  <a:srgbClr val="F3EEE3"/>
                </a:solidFill>
                <a:latin typeface="Noto Sans JP" pitchFamily="34" charset="0"/>
                <a:ea typeface="Noto Sans JP" pitchFamily="34" charset="-122"/>
                <a:cs typeface="Noto Sans JP" pitchFamily="34" charset="-120"/>
              </a:rPr>
              <a:t> 伴う</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[S3]</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 ビウレットと トリウレットの</a:t>
            </a:r>
            <a:r>
              <a:rPr lang="en-US" sz="2850" dirty="0" spc="1" kern="0">
                <a:solidFill>
                  <a:srgbClr val="F3EEE3"/>
                </a:solidFill>
                <a:latin typeface="Noto Sans JP" pitchFamily="34" charset="0"/>
                <a:ea typeface="Noto Sans JP" pitchFamily="34" charset="-122"/>
                <a:cs typeface="Noto Sans JP" pitchFamily="34" charset="-120"/>
              </a:rPr>
              <a:t> 分解で</a:t>
            </a:r>
            <a:r>
              <a:rPr lang="en-US" sz="2850" dirty="0" spc="0" kern="0">
                <a:solidFill>
                  <a:srgbClr val="F3EEE3"/>
                </a:solidFill>
                <a:latin typeface="Noto Sans JP" pitchFamily="34" charset="0"/>
                <a:ea typeface="Noto Sans JP" pitchFamily="34" charset="-122"/>
                <a:cs typeface="Noto Sans JP" pitchFamily="34" charset="-120"/>
              </a:rPr>
              <a:t> シアヌル酸と</a:t>
            </a:r>
            <a:r>
              <a:rPr lang="en-US" sz="2850" dirty="0" spc="-26" kern="0">
                <a:solidFill>
                  <a:srgbClr val="F3EEE3"/>
                </a:solidFill>
                <a:latin typeface="Noto Sans JP" pitchFamily="34" charset="0"/>
                <a:ea typeface="Noto Sans JP" pitchFamily="34" charset="-122"/>
                <a:cs typeface="Noto Sans JP" pitchFamily="34" charset="-120"/>
              </a:rPr>
              <a:t> アンメリドができる</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[S4]</a:t>
            </a:r>
            <a:pPr algn="l" indent="0" marL="0">
              <a:lnSpc>
                <a:spcPts val="3848"/>
              </a:lnSpc>
              <a:buNone/>
            </a:pPr>
            <a:r>
              <a:rPr lang="en-US" sz="2850" dirty="0" kern="0">
                <a:solidFill>
                  <a:srgbClr val="F3EEE3"/>
                </a:solidFill>
                <a:latin typeface="Noto Sans JP" pitchFamily="34" charset="0"/>
                <a:ea typeface="Noto Sans JP" pitchFamily="34" charset="-122"/>
                <a:cs typeface="Noto Sans JP" pitchFamily="34" charset="-120"/>
              </a:rPr>
              <a:t>。</a:t>
            </a:r>
            <a:endParaRPr lang="en-US" sz="2850" dirty="0"/>
          </a:p>
        </p:txBody>
      </p:sp>
      <p:sp>
        <p:nvSpPr>
          <p:cNvPr id="5" name="Shape 3"/>
          <p:cNvSpPr/>
          <p:nvPr/>
        </p:nvSpPr>
        <p:spPr>
          <a:xfrm>
            <a:off x="12325350" y="2762250"/>
            <a:ext cx="5048250" cy="1724025"/>
          </a:xfrm>
          <a:prstGeom prst="roundRect">
            <a:avLst>
              <a:gd name="adj" fmla="val 12155"/>
            </a:avLst>
          </a:prstGeom>
          <a:solidFill>
            <a:srgbClr val="1E212B"/>
          </a:solidFill>
          <a:ln/>
        </p:spPr>
      </p:sp>
      <p:sp>
        <p:nvSpPr>
          <p:cNvPr id="6" name="Shape 4"/>
          <p:cNvSpPr/>
          <p:nvPr/>
        </p:nvSpPr>
        <p:spPr>
          <a:xfrm>
            <a:off x="12325350" y="2762250"/>
            <a:ext cx="5048250" cy="95250"/>
          </a:xfrm>
          <a:prstGeom prst="roundRect">
            <a:avLst>
              <a:gd name="adj" fmla="val 50000"/>
            </a:avLst>
          </a:prstGeom>
          <a:solidFill>
            <a:srgbClr val="3DD6A0"/>
          </a:solidFill>
          <a:ln/>
        </p:spPr>
      </p:sp>
      <p:sp>
        <p:nvSpPr>
          <p:cNvPr id="7" name="Text 5"/>
          <p:cNvSpPr/>
          <p:nvPr/>
        </p:nvSpPr>
        <p:spPr>
          <a:xfrm>
            <a:off x="12630150" y="3028950"/>
            <a:ext cx="4438650" cy="381000"/>
          </a:xfrm>
          <a:prstGeom prst="rect">
            <a:avLst/>
          </a:prstGeom>
          <a:noFill/>
          <a:ln/>
        </p:spPr>
        <p:txBody>
          <a:bodyPr wrap="square" lIns="0" tIns="0" rIns="0" bIns="0" rtlCol="0" anchor="ctr"/>
          <a:lstStyle/>
          <a:p>
            <a:pPr algn="l" indent="0" marL="0">
              <a:buNone/>
            </a:pPr>
            <a:r>
              <a:rPr lang="en-US" sz="1950" dirty="0" kern="0">
                <a:solidFill>
                  <a:srgbClr val="3DD6A0"/>
                </a:solidFill>
                <a:latin typeface="Noto Sans JP ExtraBold" pitchFamily="34" charset="0"/>
                <a:ea typeface="Noto Sans JP ExtraBold" pitchFamily="34" charset="-122"/>
                <a:cs typeface="Noto Sans JP ExtraBold" pitchFamily="34" charset="-120"/>
              </a:rPr>
              <a:t>場所</a:t>
            </a:r>
            <a:endParaRPr lang="en-US" sz="1950" dirty="0"/>
          </a:p>
        </p:txBody>
      </p:sp>
      <p:sp>
        <p:nvSpPr>
          <p:cNvPr id="8" name="Text 6"/>
          <p:cNvSpPr/>
          <p:nvPr/>
        </p:nvSpPr>
        <p:spPr>
          <a:xfrm>
            <a:off x="12630150" y="3486150"/>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F3EEE3"/>
                </a:solidFill>
                <a:latin typeface="Noto Sans JP SemiBold" pitchFamily="34" charset="0"/>
                <a:ea typeface="Noto Sans JP SemiBold" pitchFamily="34" charset="-122"/>
                <a:cs typeface="Noto Sans JP SemiBold" pitchFamily="34" charset="-120"/>
              </a:rPr>
              <a:t>排気管、</a:t>
            </a:r>
            <a:r>
              <a:rPr lang="en-US" sz="2400" dirty="0" spc="2" kern="0">
                <a:solidFill>
                  <a:srgbClr val="F3EEE3"/>
                </a:solidFill>
                <a:latin typeface="Noto Sans JP SemiBold" pitchFamily="34" charset="0"/>
                <a:ea typeface="Noto Sans JP SemiBold" pitchFamily="34" charset="-122"/>
                <a:cs typeface="Noto Sans JP SemiBold" pitchFamily="34" charset="-120"/>
              </a:rPr>
              <a:t> 約190〜250°C</a:t>
            </a:r>
            <a:endParaRPr lang="en-US" sz="2400" dirty="0"/>
          </a:p>
        </p:txBody>
      </p:sp>
      <p:sp>
        <p:nvSpPr>
          <p:cNvPr id="9" name="Shape 7"/>
          <p:cNvSpPr/>
          <p:nvPr/>
        </p:nvSpPr>
        <p:spPr>
          <a:xfrm>
            <a:off x="12325350" y="4714875"/>
            <a:ext cx="5048250" cy="1724025"/>
          </a:xfrm>
          <a:prstGeom prst="roundRect">
            <a:avLst>
              <a:gd name="adj" fmla="val 12155"/>
            </a:avLst>
          </a:prstGeom>
          <a:solidFill>
            <a:srgbClr val="1E212B"/>
          </a:solidFill>
          <a:ln/>
        </p:spPr>
      </p:sp>
      <p:sp>
        <p:nvSpPr>
          <p:cNvPr id="10" name="Shape 8"/>
          <p:cNvSpPr/>
          <p:nvPr/>
        </p:nvSpPr>
        <p:spPr>
          <a:xfrm>
            <a:off x="12325350" y="4714875"/>
            <a:ext cx="5048250" cy="95250"/>
          </a:xfrm>
          <a:prstGeom prst="roundRect">
            <a:avLst>
              <a:gd name="adj" fmla="val 50000"/>
            </a:avLst>
          </a:prstGeom>
          <a:solidFill>
            <a:srgbClr val="FF6A4D"/>
          </a:solidFill>
          <a:ln/>
        </p:spPr>
      </p:sp>
      <p:sp>
        <p:nvSpPr>
          <p:cNvPr id="11" name="Text 9"/>
          <p:cNvSpPr/>
          <p:nvPr/>
        </p:nvSpPr>
        <p:spPr>
          <a:xfrm>
            <a:off x="12630150" y="4981575"/>
            <a:ext cx="4438650" cy="381000"/>
          </a:xfrm>
          <a:prstGeom prst="rect">
            <a:avLst/>
          </a:prstGeom>
          <a:noFill/>
          <a:ln/>
        </p:spPr>
        <p:txBody>
          <a:bodyPr wrap="square" lIns="0" tIns="0" rIns="0" bIns="0" rtlCol="0" anchor="ctr"/>
          <a:lstStyle/>
          <a:p>
            <a:pPr algn="l" indent="0" marL="0">
              <a:buNone/>
            </a:pPr>
            <a:r>
              <a:rPr lang="en-US" sz="1950" dirty="0" kern="0">
                <a:solidFill>
                  <a:srgbClr val="FF6A4D"/>
                </a:solidFill>
                <a:latin typeface="Noto Sans JP ExtraBold" pitchFamily="34" charset="0"/>
                <a:ea typeface="Noto Sans JP ExtraBold" pitchFamily="34" charset="-122"/>
                <a:cs typeface="Noto Sans JP ExtraBold" pitchFamily="34" charset="-120"/>
              </a:rPr>
              <a:t>役割</a:t>
            </a:r>
            <a:endParaRPr lang="en-US" sz="1950" dirty="0"/>
          </a:p>
        </p:txBody>
      </p:sp>
      <p:sp>
        <p:nvSpPr>
          <p:cNvPr id="12" name="Text 10"/>
          <p:cNvSpPr/>
          <p:nvPr/>
        </p:nvSpPr>
        <p:spPr>
          <a:xfrm>
            <a:off x="12630150" y="5438775"/>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F3EEE3"/>
                </a:solidFill>
                <a:latin typeface="Noto Sans JP SemiBold" pitchFamily="34" charset="0"/>
                <a:ea typeface="Noto Sans JP SemiBold" pitchFamily="34" charset="-122"/>
                <a:cs typeface="Noto Sans JP SemiBold" pitchFamily="34" charset="-120"/>
              </a:rPr>
              <a:t>ビウレット</a:t>
            </a:r>
            <a:r>
              <a:rPr lang="en-US" sz="2400" dirty="0" spc="2" kern="0">
                <a:solidFill>
                  <a:srgbClr val="F3EEE3"/>
                </a:solidFill>
                <a:latin typeface="Noto Sans JP SemiBold" pitchFamily="34" charset="0"/>
                <a:ea typeface="Noto Sans JP SemiBold" pitchFamily="34" charset="-122"/>
                <a:cs typeface="Noto Sans JP SemiBold" pitchFamily="34" charset="-120"/>
              </a:rPr>
              <a:t> →</a:t>
            </a:r>
            <a:r>
              <a:rPr lang="en-US" sz="2400" dirty="0" spc="1" kern="0">
                <a:solidFill>
                  <a:srgbClr val="F3EEE3"/>
                </a:solidFill>
                <a:latin typeface="Noto Sans JP SemiBold" pitchFamily="34" charset="0"/>
                <a:ea typeface="Noto Sans JP SemiBold" pitchFamily="34" charset="-122"/>
                <a:cs typeface="Noto Sans JP SemiBold" pitchFamily="34" charset="-120"/>
              </a:rPr>
              <a:t> シアヌル酸、</a:t>
            </a:r>
            <a:r>
              <a:rPr lang="en-US" sz="2400" dirty="0" spc="-27" kern="0">
                <a:solidFill>
                  <a:srgbClr val="F3EEE3"/>
                </a:solidFill>
                <a:latin typeface="Noto Sans JP SemiBold" pitchFamily="34" charset="0"/>
                <a:ea typeface="Noto Sans JP SemiBold" pitchFamily="34" charset="-122"/>
                <a:cs typeface="Noto Sans JP SemiBold" pitchFamily="34" charset="-120"/>
              </a:rPr>
              <a:t> アンメリド</a:t>
            </a:r>
            <a:endParaRPr lang="en-US" sz="2400" dirty="0"/>
          </a:p>
        </p:txBody>
      </p:sp>
      <p:sp>
        <p:nvSpPr>
          <p:cNvPr id="13" name="Shape 11"/>
          <p:cNvSpPr/>
          <p:nvPr/>
        </p:nvSpPr>
        <p:spPr>
          <a:xfrm>
            <a:off x="12325350" y="6657975"/>
            <a:ext cx="5048250" cy="1724025"/>
          </a:xfrm>
          <a:prstGeom prst="roundRect">
            <a:avLst>
              <a:gd name="adj" fmla="val 12155"/>
            </a:avLst>
          </a:prstGeom>
          <a:solidFill>
            <a:srgbClr val="1E212B"/>
          </a:solidFill>
          <a:ln/>
        </p:spPr>
      </p:sp>
      <p:sp>
        <p:nvSpPr>
          <p:cNvPr id="14" name="Shape 12"/>
          <p:cNvSpPr/>
          <p:nvPr/>
        </p:nvSpPr>
        <p:spPr>
          <a:xfrm>
            <a:off x="12325350" y="6657975"/>
            <a:ext cx="5048250" cy="95250"/>
          </a:xfrm>
          <a:prstGeom prst="roundRect">
            <a:avLst>
              <a:gd name="adj" fmla="val 50000"/>
            </a:avLst>
          </a:prstGeom>
          <a:solidFill>
            <a:srgbClr val="7C93FF"/>
          </a:solidFill>
          <a:ln/>
        </p:spPr>
      </p:sp>
      <p:sp>
        <p:nvSpPr>
          <p:cNvPr id="15" name="Text 13"/>
          <p:cNvSpPr/>
          <p:nvPr/>
        </p:nvSpPr>
        <p:spPr>
          <a:xfrm>
            <a:off x="12630150" y="6924675"/>
            <a:ext cx="4438650" cy="381000"/>
          </a:xfrm>
          <a:prstGeom prst="rect">
            <a:avLst/>
          </a:prstGeom>
          <a:noFill/>
          <a:ln/>
        </p:spPr>
        <p:txBody>
          <a:bodyPr wrap="square" lIns="0" tIns="0" rIns="0" bIns="0" rtlCol="0" anchor="ctr"/>
          <a:lstStyle/>
          <a:p>
            <a:pPr algn="l" indent="0" marL="0">
              <a:buNone/>
            </a:pPr>
            <a:r>
              <a:rPr lang="en-US" sz="1950" dirty="0" kern="0">
                <a:solidFill>
                  <a:srgbClr val="7C93FF"/>
                </a:solidFill>
                <a:latin typeface="Noto Sans JP ExtraBold" pitchFamily="34" charset="0"/>
                <a:ea typeface="Noto Sans JP ExtraBold" pitchFamily="34" charset="-122"/>
                <a:cs typeface="Noto Sans JP ExtraBold" pitchFamily="34" charset="-120"/>
              </a:rPr>
              <a:t>誤解</a:t>
            </a:r>
            <a:endParaRPr lang="en-US" sz="1950" dirty="0"/>
          </a:p>
        </p:txBody>
      </p:sp>
      <p:sp>
        <p:nvSpPr>
          <p:cNvPr id="16" name="Text 14"/>
          <p:cNvSpPr/>
          <p:nvPr/>
        </p:nvSpPr>
        <p:spPr>
          <a:xfrm>
            <a:off x="12630150" y="7381875"/>
            <a:ext cx="4438650" cy="809625"/>
          </a:xfrm>
          <a:prstGeom prst="rect">
            <a:avLst/>
          </a:prstGeom>
          <a:noFill/>
          <a:ln/>
        </p:spPr>
        <p:txBody>
          <a:bodyPr wrap="square" lIns="0" tIns="29947" rIns="0" bIns="-29947" rtlCol="0" anchor="t"/>
          <a:lstStyle/>
          <a:p>
            <a:pPr algn="l" indent="0" marL="0">
              <a:lnSpc>
                <a:spcPts val="2196"/>
              </a:lnSpc>
              <a:buNone/>
            </a:pPr>
            <a:r>
              <a:rPr lang="en-US" sz="1800" dirty="0" spc="0" kern="0">
                <a:solidFill>
                  <a:srgbClr val="F3EEE3"/>
                </a:solidFill>
                <a:latin typeface="Noto Sans JP SemiBold" pitchFamily="34" charset="0"/>
                <a:ea typeface="Noto Sans JP SemiBold" pitchFamily="34" charset="-122"/>
                <a:cs typeface="Noto Sans JP SemiBold" pitchFamily="34" charset="-120"/>
              </a:rPr>
              <a:t>ビウレットは</a:t>
            </a:r>
            <a:r>
              <a:rPr lang="en-US" sz="1800" dirty="0" spc="-1" kern="0">
                <a:solidFill>
                  <a:srgbClr val="F3EEE3"/>
                </a:solidFill>
                <a:latin typeface="Noto Sans JP SemiBold" pitchFamily="34" charset="0"/>
                <a:ea typeface="Noto Sans JP SemiBold" pitchFamily="34" charset="-122"/>
                <a:cs typeface="Noto Sans JP SemiBold" pitchFamily="34" charset="-120"/>
              </a:rPr>
              <a:t> 本当に 「溶ける」のではなく、</a:t>
            </a:r>
            <a:r>
              <a:rPr lang="en-US" sz="1800" dirty="0" spc="0" kern="0">
                <a:solidFill>
                  <a:srgbClr val="F3EEE3"/>
                </a:solidFill>
                <a:latin typeface="Noto Sans JP SemiBold" pitchFamily="34" charset="0"/>
                <a:ea typeface="Noto Sans JP SemiBold" pitchFamily="34" charset="-122"/>
                <a:cs typeface="Noto Sans JP SemiBold" pitchFamily="34" charset="-120"/>
              </a:rPr>
              <a:t> 尿素と</a:t>
            </a:r>
            <a:r>
              <a:rPr lang="en-US" sz="1800" dirty="0" spc="-6" kern="0">
                <a:solidFill>
                  <a:srgbClr val="F3EEE3"/>
                </a:solidFill>
                <a:latin typeface="Noto Sans JP SemiBold" pitchFamily="34" charset="0"/>
                <a:ea typeface="Noto Sans JP SemiBold" pitchFamily="34" charset="-122"/>
                <a:cs typeface="Noto Sans JP SemiBold" pitchFamily="34" charset="-120"/>
              </a:rPr>
              <a:t> 共晶をつくる</a:t>
            </a:r>
            <a:endParaRPr lang="en-US" sz="1800" dirty="0"/>
          </a:p>
        </p:txBody>
      </p:sp>
      <p:sp>
        <p:nvSpPr>
          <p:cNvPr id="17"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[S3]</a:t>
            </a:r>
            <a:r>
              <a:rPr lang="en-US" sz="1800" dirty="0" spc="-1" kern="0">
                <a:solidFill>
                  <a:srgbClr val="9AA0B5"/>
                </a:solidFill>
                <a:latin typeface="Noto Sans JP" pitchFamily="34" charset="0"/>
                <a:ea typeface="Noto Sans JP" pitchFamily="34" charset="-122"/>
                <a:cs typeface="Noto Sans JP" pitchFamily="34" charset="-120"/>
              </a:rPr>
              <a:t> [S4]</a:t>
            </a:r>
            <a:r>
              <a:rPr lang="en-US" sz="1800" dirty="0" spc="-2" kern="0">
                <a:solidFill>
                  <a:srgbClr val="9AA0B5"/>
                </a:solidFill>
                <a:latin typeface="Noto Sans JP" pitchFamily="34" charset="0"/>
                <a:ea typeface="Noto Sans JP" pitchFamily="34" charset="-122"/>
                <a:cs typeface="Noto Sans JP" pitchFamily="34" charset="-120"/>
              </a:rPr>
              <a:t> [S8]</a:t>
            </a:r>
            <a:endParaRPr lang="en-US" sz="1800" dirty="0"/>
          </a:p>
        </p:txBody>
      </p:sp>
      <p:sp>
        <p:nvSpPr>
          <p:cNvPr id="18" name="Shape 16"/>
          <p:cNvSpPr/>
          <p:nvPr/>
        </p:nvSpPr>
        <p:spPr>
          <a:xfrm>
            <a:off x="960711" y="9580836"/>
            <a:ext cx="78828" cy="78828"/>
          </a:xfrm>
          <a:prstGeom prst="ellipse">
            <a:avLst/>
          </a:prstGeom>
          <a:solidFill>
            <a:srgbClr val="F3EEE3">
              <a:alpha val="28000"/>
            </a:srgbClr>
          </a:solidFill>
          <a:ln/>
        </p:spPr>
      </p:sp>
      <p:sp>
        <p:nvSpPr>
          <p:cNvPr id="19" name="Shape 17"/>
          <p:cNvSpPr/>
          <p:nvPr/>
        </p:nvSpPr>
        <p:spPr>
          <a:xfrm>
            <a:off x="1118366" y="9580836"/>
            <a:ext cx="78828" cy="78828"/>
          </a:xfrm>
          <a:prstGeom prst="ellipse">
            <a:avLst/>
          </a:prstGeom>
          <a:solidFill>
            <a:srgbClr val="F3EEE3">
              <a:alpha val="28000"/>
            </a:srgbClr>
          </a:solidFill>
          <a:ln/>
        </p:spPr>
      </p:sp>
      <p:sp>
        <p:nvSpPr>
          <p:cNvPr id="20" name="Shape 18"/>
          <p:cNvSpPr/>
          <p:nvPr/>
        </p:nvSpPr>
        <p:spPr>
          <a:xfrm>
            <a:off x="1276021" y="9580836"/>
            <a:ext cx="78828" cy="78828"/>
          </a:xfrm>
          <a:prstGeom prst="ellipse">
            <a:avLst/>
          </a:prstGeom>
          <a:solidFill>
            <a:srgbClr val="F3EEE3">
              <a:alpha val="28000"/>
            </a:srgbClr>
          </a:solidFill>
          <a:ln/>
        </p:spPr>
      </p:sp>
      <p:sp>
        <p:nvSpPr>
          <p:cNvPr id="21" name="Shape 19"/>
          <p:cNvSpPr/>
          <p:nvPr/>
        </p:nvSpPr>
        <p:spPr>
          <a:xfrm>
            <a:off x="1433676" y="9580836"/>
            <a:ext cx="78828" cy="78828"/>
          </a:xfrm>
          <a:prstGeom prst="ellipse">
            <a:avLst/>
          </a:prstGeom>
          <a:solidFill>
            <a:srgbClr val="F3EEE3">
              <a:alpha val="28000"/>
            </a:srgbClr>
          </a:solidFill>
          <a:ln/>
        </p:spPr>
      </p:sp>
      <p:sp>
        <p:nvSpPr>
          <p:cNvPr id="22" name="Shape 20"/>
          <p:cNvSpPr/>
          <p:nvPr/>
        </p:nvSpPr>
        <p:spPr>
          <a:xfrm>
            <a:off x="1591331" y="9580836"/>
            <a:ext cx="78828" cy="78828"/>
          </a:xfrm>
          <a:prstGeom prst="ellipse">
            <a:avLst/>
          </a:prstGeom>
          <a:solidFill>
            <a:srgbClr val="F3EEE3">
              <a:alpha val="28000"/>
            </a:srgbClr>
          </a:solidFill>
          <a:ln/>
        </p:spPr>
      </p:sp>
      <p:sp>
        <p:nvSpPr>
          <p:cNvPr id="23" name="Shape 21"/>
          <p:cNvSpPr/>
          <p:nvPr/>
        </p:nvSpPr>
        <p:spPr>
          <a:xfrm>
            <a:off x="1748986" y="9580836"/>
            <a:ext cx="78828" cy="78828"/>
          </a:xfrm>
          <a:prstGeom prst="ellipse">
            <a:avLst/>
          </a:prstGeom>
          <a:solidFill>
            <a:srgbClr val="F3EEE3">
              <a:alpha val="28000"/>
            </a:srgbClr>
          </a:solidFill>
          <a:ln/>
        </p:spPr>
      </p:sp>
      <p:sp>
        <p:nvSpPr>
          <p:cNvPr id="24" name="Shape 22"/>
          <p:cNvSpPr/>
          <p:nvPr/>
        </p:nvSpPr>
        <p:spPr>
          <a:xfrm>
            <a:off x="1906641" y="9580836"/>
            <a:ext cx="78828" cy="78828"/>
          </a:xfrm>
          <a:prstGeom prst="ellipse">
            <a:avLst/>
          </a:prstGeom>
          <a:solidFill>
            <a:srgbClr val="F3EEE3">
              <a:alpha val="28000"/>
            </a:srgbClr>
          </a:solidFill>
          <a:ln/>
        </p:spPr>
      </p:sp>
      <p:sp>
        <p:nvSpPr>
          <p:cNvPr id="25" name="Shape 23"/>
          <p:cNvSpPr/>
          <p:nvPr/>
        </p:nvSpPr>
        <p:spPr>
          <a:xfrm>
            <a:off x="2064296" y="9580836"/>
            <a:ext cx="78828" cy="78828"/>
          </a:xfrm>
          <a:prstGeom prst="ellipse">
            <a:avLst/>
          </a:prstGeom>
          <a:solidFill>
            <a:srgbClr val="F3EEE3">
              <a:alpha val="28000"/>
            </a:srgbClr>
          </a:solidFill>
          <a:ln/>
        </p:spPr>
      </p:sp>
      <p:sp>
        <p:nvSpPr>
          <p:cNvPr id="26" name="Shape 24"/>
          <p:cNvSpPr/>
          <p:nvPr/>
        </p:nvSpPr>
        <p:spPr>
          <a:xfrm>
            <a:off x="2221951" y="9580836"/>
            <a:ext cx="78828" cy="78828"/>
          </a:xfrm>
          <a:prstGeom prst="ellipse">
            <a:avLst/>
          </a:prstGeom>
          <a:solidFill>
            <a:srgbClr val="F3EEE3">
              <a:alpha val="28000"/>
            </a:srgbClr>
          </a:solidFill>
          <a:ln/>
        </p:spPr>
      </p:sp>
      <p:sp>
        <p:nvSpPr>
          <p:cNvPr id="27" name="Shape 25"/>
          <p:cNvSpPr/>
          <p:nvPr/>
        </p:nvSpPr>
        <p:spPr>
          <a:xfrm>
            <a:off x="2379606" y="9580836"/>
            <a:ext cx="78828" cy="78828"/>
          </a:xfrm>
          <a:prstGeom prst="ellipse">
            <a:avLst/>
          </a:prstGeom>
          <a:solidFill>
            <a:srgbClr val="F3EEE3">
              <a:alpha val="28000"/>
            </a:srgbClr>
          </a:solidFill>
          <a:ln/>
        </p:spPr>
      </p:sp>
      <p:sp>
        <p:nvSpPr>
          <p:cNvPr id="28" name="Shape 26"/>
          <p:cNvSpPr/>
          <p:nvPr/>
        </p:nvSpPr>
        <p:spPr>
          <a:xfrm>
            <a:off x="2537261" y="9580836"/>
            <a:ext cx="78828" cy="78828"/>
          </a:xfrm>
          <a:prstGeom prst="ellipse">
            <a:avLst/>
          </a:prstGeom>
          <a:solidFill>
            <a:srgbClr val="F3EEE3">
              <a:alpha val="28000"/>
            </a:srgbClr>
          </a:solidFill>
          <a:ln/>
        </p:spPr>
      </p:sp>
      <p:sp>
        <p:nvSpPr>
          <p:cNvPr id="29" name="Shape 27"/>
          <p:cNvSpPr/>
          <p:nvPr/>
        </p:nvSpPr>
        <p:spPr>
          <a:xfrm>
            <a:off x="2694916" y="9580836"/>
            <a:ext cx="78828" cy="78828"/>
          </a:xfrm>
          <a:prstGeom prst="ellipse">
            <a:avLst/>
          </a:prstGeom>
          <a:solidFill>
            <a:srgbClr val="F3EEE3">
              <a:alpha val="28000"/>
            </a:srgbClr>
          </a:solidFill>
          <a:ln/>
        </p:spPr>
      </p:sp>
      <p:sp>
        <p:nvSpPr>
          <p:cNvPr id="30" name="Shape 28"/>
          <p:cNvSpPr/>
          <p:nvPr/>
        </p:nvSpPr>
        <p:spPr>
          <a:xfrm>
            <a:off x="2852571" y="9580836"/>
            <a:ext cx="78828" cy="78828"/>
          </a:xfrm>
          <a:prstGeom prst="ellipse">
            <a:avLst/>
          </a:prstGeom>
          <a:solidFill>
            <a:srgbClr val="F3EEE3">
              <a:alpha val="28000"/>
            </a:srgbClr>
          </a:solidFill>
          <a:ln/>
        </p:spPr>
      </p:sp>
      <p:sp>
        <p:nvSpPr>
          <p:cNvPr id="31" name="Shape 29"/>
          <p:cNvSpPr/>
          <p:nvPr/>
        </p:nvSpPr>
        <p:spPr>
          <a:xfrm>
            <a:off x="3010225" y="9580836"/>
            <a:ext cx="78828" cy="78828"/>
          </a:xfrm>
          <a:prstGeom prst="ellipse">
            <a:avLst/>
          </a:prstGeom>
          <a:solidFill>
            <a:srgbClr val="F3EEE3">
              <a:alpha val="28000"/>
            </a:srgbClr>
          </a:solidFill>
          <a:ln/>
        </p:spPr>
      </p:sp>
      <p:sp>
        <p:nvSpPr>
          <p:cNvPr id="32" name="Shape 30"/>
          <p:cNvSpPr/>
          <p:nvPr/>
        </p:nvSpPr>
        <p:spPr>
          <a:xfrm>
            <a:off x="3167880" y="9580836"/>
            <a:ext cx="78828" cy="78828"/>
          </a:xfrm>
          <a:prstGeom prst="ellipse">
            <a:avLst/>
          </a:prstGeom>
          <a:solidFill>
            <a:srgbClr val="F3EEE3">
              <a:alpha val="28000"/>
            </a:srgbClr>
          </a:solidFill>
          <a:ln/>
        </p:spPr>
      </p:sp>
      <p:sp>
        <p:nvSpPr>
          <p:cNvPr id="33" name="Shape 31"/>
          <p:cNvSpPr/>
          <p:nvPr/>
        </p:nvSpPr>
        <p:spPr>
          <a:xfrm>
            <a:off x="3325535" y="9580836"/>
            <a:ext cx="78828" cy="78828"/>
          </a:xfrm>
          <a:prstGeom prst="ellipse">
            <a:avLst/>
          </a:prstGeom>
          <a:solidFill>
            <a:srgbClr val="F3EEE3">
              <a:alpha val="28000"/>
            </a:srgbClr>
          </a:solidFill>
          <a:ln/>
        </p:spPr>
      </p:sp>
      <p:sp>
        <p:nvSpPr>
          <p:cNvPr id="34" name="Shape 32"/>
          <p:cNvSpPr/>
          <p:nvPr/>
        </p:nvSpPr>
        <p:spPr>
          <a:xfrm>
            <a:off x="3483190" y="9580836"/>
            <a:ext cx="78828" cy="78828"/>
          </a:xfrm>
          <a:prstGeom prst="ellipse">
            <a:avLst/>
          </a:prstGeom>
          <a:solidFill>
            <a:srgbClr val="F3EEE3">
              <a:alpha val="28000"/>
            </a:srgbClr>
          </a:solidFill>
          <a:ln/>
        </p:spPr>
      </p:sp>
      <p:sp>
        <p:nvSpPr>
          <p:cNvPr id="35" name="Shape 33"/>
          <p:cNvSpPr/>
          <p:nvPr/>
        </p:nvSpPr>
        <p:spPr>
          <a:xfrm>
            <a:off x="3640845" y="9580836"/>
            <a:ext cx="78828" cy="78828"/>
          </a:xfrm>
          <a:prstGeom prst="ellipse">
            <a:avLst/>
          </a:prstGeom>
          <a:solidFill>
            <a:srgbClr val="F3EEE3">
              <a:alpha val="28000"/>
            </a:srgbClr>
          </a:solidFill>
          <a:ln/>
        </p:spPr>
      </p:sp>
      <p:sp>
        <p:nvSpPr>
          <p:cNvPr id="36" name="Shape 34"/>
          <p:cNvSpPr/>
          <p:nvPr/>
        </p:nvSpPr>
        <p:spPr>
          <a:xfrm>
            <a:off x="3798500" y="9580836"/>
            <a:ext cx="78828" cy="78828"/>
          </a:xfrm>
          <a:prstGeom prst="ellipse">
            <a:avLst/>
          </a:prstGeom>
          <a:solidFill>
            <a:srgbClr val="F3EEE3">
              <a:alpha val="28000"/>
            </a:srgbClr>
          </a:solidFill>
          <a:ln/>
        </p:spPr>
      </p:sp>
      <p:sp>
        <p:nvSpPr>
          <p:cNvPr id="37" name="Shape 35"/>
          <p:cNvSpPr/>
          <p:nvPr/>
        </p:nvSpPr>
        <p:spPr>
          <a:xfrm>
            <a:off x="3956155" y="9580836"/>
            <a:ext cx="78828" cy="78828"/>
          </a:xfrm>
          <a:prstGeom prst="ellipse">
            <a:avLst/>
          </a:prstGeom>
          <a:solidFill>
            <a:srgbClr val="F3EEE3">
              <a:alpha val="28000"/>
            </a:srgbClr>
          </a:solidFill>
          <a:ln/>
        </p:spPr>
      </p:sp>
      <p:sp>
        <p:nvSpPr>
          <p:cNvPr id="38" name="Shape 36"/>
          <p:cNvSpPr/>
          <p:nvPr/>
        </p:nvSpPr>
        <p:spPr>
          <a:xfrm>
            <a:off x="4113810" y="9580836"/>
            <a:ext cx="78828" cy="78828"/>
          </a:xfrm>
          <a:prstGeom prst="ellipse">
            <a:avLst/>
          </a:prstGeom>
          <a:solidFill>
            <a:srgbClr val="F3EEE3">
              <a:alpha val="28000"/>
            </a:srgbClr>
          </a:solidFill>
          <a:ln/>
        </p:spPr>
      </p:sp>
      <p:sp>
        <p:nvSpPr>
          <p:cNvPr id="39" name="Shape 37"/>
          <p:cNvSpPr/>
          <p:nvPr/>
        </p:nvSpPr>
        <p:spPr>
          <a:xfrm>
            <a:off x="4271465" y="9580836"/>
            <a:ext cx="78828" cy="78828"/>
          </a:xfrm>
          <a:prstGeom prst="ellipse">
            <a:avLst/>
          </a:prstGeom>
          <a:solidFill>
            <a:srgbClr val="F3EEE3">
              <a:alpha val="28000"/>
            </a:srgbClr>
          </a:solidFill>
          <a:ln/>
        </p:spPr>
      </p:sp>
      <p:sp>
        <p:nvSpPr>
          <p:cNvPr id="40" name="Shape 38"/>
          <p:cNvSpPr/>
          <p:nvPr/>
        </p:nvSpPr>
        <p:spPr>
          <a:xfrm>
            <a:off x="4429120" y="9580836"/>
            <a:ext cx="78828" cy="78828"/>
          </a:xfrm>
          <a:prstGeom prst="ellipse">
            <a:avLst/>
          </a:prstGeom>
          <a:solidFill>
            <a:srgbClr val="F3EEE3">
              <a:alpha val="28000"/>
            </a:srgbClr>
          </a:solidFill>
          <a:ln/>
        </p:spPr>
      </p:sp>
      <p:sp>
        <p:nvSpPr>
          <p:cNvPr id="41" name="Shape 39"/>
          <p:cNvSpPr/>
          <p:nvPr/>
        </p:nvSpPr>
        <p:spPr>
          <a:xfrm>
            <a:off x="4586775" y="9580836"/>
            <a:ext cx="78828" cy="78828"/>
          </a:xfrm>
          <a:prstGeom prst="ellipse">
            <a:avLst/>
          </a:prstGeom>
          <a:solidFill>
            <a:srgbClr val="F3EEE3">
              <a:alpha val="28000"/>
            </a:srgbClr>
          </a:solidFill>
          <a:ln/>
        </p:spPr>
      </p:sp>
      <p:sp>
        <p:nvSpPr>
          <p:cNvPr id="42" name="Shape 40"/>
          <p:cNvSpPr/>
          <p:nvPr/>
        </p:nvSpPr>
        <p:spPr>
          <a:xfrm>
            <a:off x="4744430" y="9580836"/>
            <a:ext cx="78828" cy="78828"/>
          </a:xfrm>
          <a:prstGeom prst="ellipse">
            <a:avLst/>
          </a:prstGeom>
          <a:solidFill>
            <a:srgbClr val="F3EEE3">
              <a:alpha val="28000"/>
            </a:srgbClr>
          </a:solidFill>
          <a:ln/>
        </p:spPr>
      </p:sp>
      <p:sp>
        <p:nvSpPr>
          <p:cNvPr id="43" name="Shape 41"/>
          <p:cNvSpPr/>
          <p:nvPr/>
        </p:nvSpPr>
        <p:spPr>
          <a:xfrm>
            <a:off x="4902085" y="9580836"/>
            <a:ext cx="78828" cy="78828"/>
          </a:xfrm>
          <a:prstGeom prst="ellipse">
            <a:avLst/>
          </a:prstGeom>
          <a:solidFill>
            <a:srgbClr val="F3EEE3">
              <a:alpha val="28000"/>
            </a:srgbClr>
          </a:solidFill>
          <a:ln/>
        </p:spPr>
      </p:sp>
      <p:sp>
        <p:nvSpPr>
          <p:cNvPr id="44" name="Shape 42"/>
          <p:cNvSpPr/>
          <p:nvPr/>
        </p:nvSpPr>
        <p:spPr>
          <a:xfrm>
            <a:off x="5046602" y="9567698"/>
            <a:ext cx="105103" cy="105103"/>
          </a:xfrm>
          <a:prstGeom prst="ellipse">
            <a:avLst/>
          </a:prstGeom>
          <a:solidFill>
            <a:srgbClr val="FF6A4D"/>
          </a:solidFill>
          <a:ln/>
        </p:spPr>
      </p:sp>
      <p:sp>
        <p:nvSpPr>
          <p:cNvPr id="45" name="Shape 43"/>
          <p:cNvSpPr/>
          <p:nvPr/>
        </p:nvSpPr>
        <p:spPr>
          <a:xfrm>
            <a:off x="5217395" y="9580836"/>
            <a:ext cx="78828" cy="78828"/>
          </a:xfrm>
          <a:prstGeom prst="ellipse">
            <a:avLst/>
          </a:prstGeom>
          <a:solidFill>
            <a:srgbClr val="F3EEE3">
              <a:alpha val="28000"/>
            </a:srgbClr>
          </a:solidFill>
          <a:ln/>
        </p:spPr>
      </p:sp>
      <p:sp>
        <p:nvSpPr>
          <p:cNvPr id="46" name="Shape 44"/>
          <p:cNvSpPr/>
          <p:nvPr/>
        </p:nvSpPr>
        <p:spPr>
          <a:xfrm>
            <a:off x="5375050" y="9580836"/>
            <a:ext cx="78828" cy="78828"/>
          </a:xfrm>
          <a:prstGeom prst="ellipse">
            <a:avLst/>
          </a:prstGeom>
          <a:solidFill>
            <a:srgbClr val="F3EEE3">
              <a:alpha val="28000"/>
            </a:srgbClr>
          </a:solidFill>
          <a:ln/>
        </p:spPr>
      </p:sp>
      <p:sp>
        <p:nvSpPr>
          <p:cNvPr id="47" name="Shape 45"/>
          <p:cNvSpPr/>
          <p:nvPr/>
        </p:nvSpPr>
        <p:spPr>
          <a:xfrm>
            <a:off x="5532705" y="9580836"/>
            <a:ext cx="78828" cy="78828"/>
          </a:xfrm>
          <a:prstGeom prst="ellipse">
            <a:avLst/>
          </a:prstGeom>
          <a:solidFill>
            <a:srgbClr val="F3EEE3">
              <a:alpha val="28000"/>
            </a:srgbClr>
          </a:solidFill>
          <a:ln/>
        </p:spPr>
      </p:sp>
      <p:sp>
        <p:nvSpPr>
          <p:cNvPr id="48" name="Shape 46"/>
          <p:cNvSpPr/>
          <p:nvPr/>
        </p:nvSpPr>
        <p:spPr>
          <a:xfrm>
            <a:off x="5690359" y="9580836"/>
            <a:ext cx="78828" cy="78828"/>
          </a:xfrm>
          <a:prstGeom prst="ellipse">
            <a:avLst/>
          </a:prstGeom>
          <a:solidFill>
            <a:srgbClr val="F3EEE3">
              <a:alpha val="28000"/>
            </a:srgbClr>
          </a:solidFill>
          <a:ln/>
        </p:spPr>
      </p:sp>
      <p:sp>
        <p:nvSpPr>
          <p:cNvPr id="49" name="Shape 47"/>
          <p:cNvSpPr/>
          <p:nvPr/>
        </p:nvSpPr>
        <p:spPr>
          <a:xfrm>
            <a:off x="5848014" y="9580836"/>
            <a:ext cx="78828" cy="78828"/>
          </a:xfrm>
          <a:prstGeom prst="ellipse">
            <a:avLst/>
          </a:prstGeom>
          <a:solidFill>
            <a:srgbClr val="F3EEE3">
              <a:alpha val="28000"/>
            </a:srgbClr>
          </a:solidFill>
          <a:ln/>
        </p:spPr>
      </p:sp>
      <p:sp>
        <p:nvSpPr>
          <p:cNvPr id="50" name="Shape 48"/>
          <p:cNvSpPr/>
          <p:nvPr/>
        </p:nvSpPr>
        <p:spPr>
          <a:xfrm>
            <a:off x="6005669" y="9580836"/>
            <a:ext cx="78828" cy="78828"/>
          </a:xfrm>
          <a:prstGeom prst="ellipse">
            <a:avLst/>
          </a:prstGeom>
          <a:solidFill>
            <a:srgbClr val="F3EEE3">
              <a:alpha val="28000"/>
            </a:srgbClr>
          </a:solidFill>
          <a:ln/>
        </p:spPr>
      </p:sp>
      <p:sp>
        <p:nvSpPr>
          <p:cNvPr id="51" name="Shape 49"/>
          <p:cNvSpPr/>
          <p:nvPr/>
        </p:nvSpPr>
        <p:spPr>
          <a:xfrm>
            <a:off x="6163324" y="9580836"/>
            <a:ext cx="78828" cy="78828"/>
          </a:xfrm>
          <a:prstGeom prst="ellipse">
            <a:avLst/>
          </a:prstGeom>
          <a:solidFill>
            <a:srgbClr val="F3EEE3">
              <a:alpha val="28000"/>
            </a:srgbClr>
          </a:solidFill>
          <a:ln/>
        </p:spPr>
      </p:sp>
      <p:sp>
        <p:nvSpPr>
          <p:cNvPr id="52" name="Shape 50"/>
          <p:cNvSpPr/>
          <p:nvPr/>
        </p:nvSpPr>
        <p:spPr>
          <a:xfrm>
            <a:off x="6320979" y="9580836"/>
            <a:ext cx="78828" cy="78828"/>
          </a:xfrm>
          <a:prstGeom prst="ellipse">
            <a:avLst/>
          </a:prstGeom>
          <a:solidFill>
            <a:srgbClr val="F3EEE3">
              <a:alpha val="28000"/>
            </a:srgbClr>
          </a:solidFill>
          <a:ln/>
        </p:spPr>
      </p:sp>
      <p:sp>
        <p:nvSpPr>
          <p:cNvPr id="53" name="Shape 51"/>
          <p:cNvSpPr/>
          <p:nvPr/>
        </p:nvSpPr>
        <p:spPr>
          <a:xfrm>
            <a:off x="6478634" y="9580836"/>
            <a:ext cx="78828" cy="78828"/>
          </a:xfrm>
          <a:prstGeom prst="ellipse">
            <a:avLst/>
          </a:prstGeom>
          <a:solidFill>
            <a:srgbClr val="F3EEE3">
              <a:alpha val="28000"/>
            </a:srgbClr>
          </a:solidFill>
          <a:ln/>
        </p:spPr>
      </p:sp>
      <p:sp>
        <p:nvSpPr>
          <p:cNvPr id="54" name="Shape 52"/>
          <p:cNvSpPr/>
          <p:nvPr/>
        </p:nvSpPr>
        <p:spPr>
          <a:xfrm>
            <a:off x="6636289" y="9580836"/>
            <a:ext cx="78828" cy="78828"/>
          </a:xfrm>
          <a:prstGeom prst="ellipse">
            <a:avLst/>
          </a:prstGeom>
          <a:solidFill>
            <a:srgbClr val="F3EEE3">
              <a:alpha val="28000"/>
            </a:srgbClr>
          </a:solidFill>
          <a:ln/>
        </p:spPr>
      </p:sp>
      <p:sp>
        <p:nvSpPr>
          <p:cNvPr id="55" name="Shape 53"/>
          <p:cNvSpPr/>
          <p:nvPr/>
        </p:nvSpPr>
        <p:spPr>
          <a:xfrm>
            <a:off x="6793944" y="9580836"/>
            <a:ext cx="78828" cy="78828"/>
          </a:xfrm>
          <a:prstGeom prst="ellipse">
            <a:avLst/>
          </a:prstGeom>
          <a:solidFill>
            <a:srgbClr val="F3EEE3">
              <a:alpha val="28000"/>
            </a:srgbClr>
          </a:solidFill>
          <a:ln/>
        </p:spPr>
      </p:sp>
      <p:sp>
        <p:nvSpPr>
          <p:cNvPr id="56" name="Shape 54"/>
          <p:cNvSpPr/>
          <p:nvPr/>
        </p:nvSpPr>
        <p:spPr>
          <a:xfrm>
            <a:off x="6951599" y="9580836"/>
            <a:ext cx="78828" cy="78828"/>
          </a:xfrm>
          <a:prstGeom prst="ellipse">
            <a:avLst/>
          </a:prstGeom>
          <a:solidFill>
            <a:srgbClr val="F3EEE3">
              <a:alpha val="28000"/>
            </a:srgbClr>
          </a:solidFill>
          <a:ln/>
        </p:spPr>
      </p:sp>
      <p:sp>
        <p:nvSpPr>
          <p:cNvPr id="57" name="Shape 55"/>
          <p:cNvSpPr/>
          <p:nvPr/>
        </p:nvSpPr>
        <p:spPr>
          <a:xfrm>
            <a:off x="7109254" y="9580836"/>
            <a:ext cx="78828" cy="78828"/>
          </a:xfrm>
          <a:prstGeom prst="ellipse">
            <a:avLst/>
          </a:prstGeom>
          <a:solidFill>
            <a:srgbClr val="F3EEE3">
              <a:alpha val="28000"/>
            </a:srgbClr>
          </a:solidFill>
          <a:ln/>
        </p:spPr>
      </p:sp>
      <p:sp>
        <p:nvSpPr>
          <p:cNvPr id="58" name="Shape 56"/>
          <p:cNvSpPr/>
          <p:nvPr/>
        </p:nvSpPr>
        <p:spPr>
          <a:xfrm>
            <a:off x="7266909" y="9580836"/>
            <a:ext cx="78828" cy="78828"/>
          </a:xfrm>
          <a:prstGeom prst="ellipse">
            <a:avLst/>
          </a:prstGeom>
          <a:solidFill>
            <a:srgbClr val="F3EEE3">
              <a:alpha val="28000"/>
            </a:srgbClr>
          </a:solidFill>
          <a:ln/>
        </p:spPr>
      </p:sp>
      <p:sp>
        <p:nvSpPr>
          <p:cNvPr id="59" name="Shape 57"/>
          <p:cNvSpPr/>
          <p:nvPr/>
        </p:nvSpPr>
        <p:spPr>
          <a:xfrm>
            <a:off x="7424564" y="9580836"/>
            <a:ext cx="78828" cy="78828"/>
          </a:xfrm>
          <a:prstGeom prst="ellipse">
            <a:avLst/>
          </a:prstGeom>
          <a:solidFill>
            <a:srgbClr val="F3EEE3">
              <a:alpha val="28000"/>
            </a:srgbClr>
          </a:solidFill>
          <a:ln/>
        </p:spPr>
      </p:sp>
      <p:sp>
        <p:nvSpPr>
          <p:cNvPr id="60" name="Shape 58"/>
          <p:cNvSpPr/>
          <p:nvPr/>
        </p:nvSpPr>
        <p:spPr>
          <a:xfrm>
            <a:off x="7582219" y="9580836"/>
            <a:ext cx="78828" cy="78828"/>
          </a:xfrm>
          <a:prstGeom prst="ellipse">
            <a:avLst/>
          </a:prstGeom>
          <a:solidFill>
            <a:srgbClr val="F3EEE3">
              <a:alpha val="28000"/>
            </a:srgbClr>
          </a:solidFill>
          <a:ln/>
        </p:spPr>
      </p:sp>
      <p:sp>
        <p:nvSpPr>
          <p:cNvPr id="61" name="Shape 59"/>
          <p:cNvSpPr/>
          <p:nvPr/>
        </p:nvSpPr>
        <p:spPr>
          <a:xfrm>
            <a:off x="7739874" y="9580836"/>
            <a:ext cx="78828" cy="78828"/>
          </a:xfrm>
          <a:prstGeom prst="ellipse">
            <a:avLst/>
          </a:prstGeom>
          <a:solidFill>
            <a:srgbClr val="F3EEE3">
              <a:alpha val="28000"/>
            </a:srgbClr>
          </a:solidFill>
          <a:ln/>
        </p:spPr>
      </p:sp>
      <p:sp>
        <p:nvSpPr>
          <p:cNvPr id="62" name="Shape 60"/>
          <p:cNvSpPr/>
          <p:nvPr/>
        </p:nvSpPr>
        <p:spPr>
          <a:xfrm>
            <a:off x="7897529" y="9580836"/>
            <a:ext cx="78828" cy="78828"/>
          </a:xfrm>
          <a:prstGeom prst="ellipse">
            <a:avLst/>
          </a:prstGeom>
          <a:solidFill>
            <a:srgbClr val="F3EEE3">
              <a:alpha val="28000"/>
            </a:srgbClr>
          </a:solidFill>
          <a:ln/>
        </p:spPr>
      </p:sp>
      <p:sp>
        <p:nvSpPr>
          <p:cNvPr id="63" name="Shape 61"/>
          <p:cNvSpPr/>
          <p:nvPr/>
        </p:nvSpPr>
        <p:spPr>
          <a:xfrm>
            <a:off x="8055184" y="9580836"/>
            <a:ext cx="78828" cy="78828"/>
          </a:xfrm>
          <a:prstGeom prst="ellipse">
            <a:avLst/>
          </a:prstGeom>
          <a:solidFill>
            <a:srgbClr val="F3EEE3">
              <a:alpha val="28000"/>
            </a:srgbClr>
          </a:solidFill>
          <a:ln/>
        </p:spPr>
      </p:sp>
      <p:sp>
        <p:nvSpPr>
          <p:cNvPr id="64" name="Shape 62"/>
          <p:cNvSpPr/>
          <p:nvPr/>
        </p:nvSpPr>
        <p:spPr>
          <a:xfrm>
            <a:off x="8212839" y="9580836"/>
            <a:ext cx="78828" cy="78828"/>
          </a:xfrm>
          <a:prstGeom prst="ellipse">
            <a:avLst/>
          </a:prstGeom>
          <a:solidFill>
            <a:srgbClr val="F3EEE3">
              <a:alpha val="28000"/>
            </a:srgbClr>
          </a:solidFill>
          <a:ln/>
        </p:spPr>
      </p:sp>
      <p:sp>
        <p:nvSpPr>
          <p:cNvPr id="65" name="Shape 63"/>
          <p:cNvSpPr/>
          <p:nvPr/>
        </p:nvSpPr>
        <p:spPr>
          <a:xfrm>
            <a:off x="8370494" y="9580836"/>
            <a:ext cx="78828" cy="78828"/>
          </a:xfrm>
          <a:prstGeom prst="ellipse">
            <a:avLst/>
          </a:prstGeom>
          <a:solidFill>
            <a:srgbClr val="F3EEE3">
              <a:alpha val="28000"/>
            </a:srgbClr>
          </a:solidFill>
          <a:ln/>
        </p:spPr>
      </p:sp>
      <p:sp>
        <p:nvSpPr>
          <p:cNvPr id="66" name="Shape 64"/>
          <p:cNvSpPr/>
          <p:nvPr/>
        </p:nvSpPr>
        <p:spPr>
          <a:xfrm>
            <a:off x="8528148" y="9580836"/>
            <a:ext cx="78828" cy="78828"/>
          </a:xfrm>
          <a:prstGeom prst="ellipse">
            <a:avLst/>
          </a:prstGeom>
          <a:solidFill>
            <a:srgbClr val="F3EEE3">
              <a:alpha val="28000"/>
            </a:srgbClr>
          </a:solidFill>
          <a:ln/>
        </p:spPr>
      </p:sp>
      <p:sp>
        <p:nvSpPr>
          <p:cNvPr id="67" name="Shape 65"/>
          <p:cNvSpPr/>
          <p:nvPr/>
        </p:nvSpPr>
        <p:spPr>
          <a:xfrm>
            <a:off x="8685803" y="9580836"/>
            <a:ext cx="78828" cy="78828"/>
          </a:xfrm>
          <a:prstGeom prst="ellipse">
            <a:avLst/>
          </a:prstGeom>
          <a:solidFill>
            <a:srgbClr val="F3EEE3">
              <a:alpha val="28000"/>
            </a:srgbClr>
          </a:solidFill>
          <a:ln/>
        </p:spPr>
      </p:sp>
      <p:sp>
        <p:nvSpPr>
          <p:cNvPr id="68" name="Shape 66"/>
          <p:cNvSpPr/>
          <p:nvPr/>
        </p:nvSpPr>
        <p:spPr>
          <a:xfrm>
            <a:off x="8843458" y="9580836"/>
            <a:ext cx="78828" cy="78828"/>
          </a:xfrm>
          <a:prstGeom prst="ellipse">
            <a:avLst/>
          </a:prstGeom>
          <a:solidFill>
            <a:srgbClr val="F3EEE3">
              <a:alpha val="28000"/>
            </a:srgbClr>
          </a:solidFill>
          <a:ln/>
        </p:spPr>
      </p:sp>
      <p:sp>
        <p:nvSpPr>
          <p:cNvPr id="69" name="Shape 67"/>
          <p:cNvSpPr/>
          <p:nvPr/>
        </p:nvSpPr>
        <p:spPr>
          <a:xfrm>
            <a:off x="9001113" y="9580836"/>
            <a:ext cx="78828" cy="78828"/>
          </a:xfrm>
          <a:prstGeom prst="ellipse">
            <a:avLst/>
          </a:prstGeom>
          <a:solidFill>
            <a:srgbClr val="F3EEE3">
              <a:alpha val="28000"/>
            </a:srgbClr>
          </a:solidFill>
          <a:ln/>
        </p:spPr>
      </p:sp>
      <p:sp>
        <p:nvSpPr>
          <p:cNvPr id="70" name="Shape 68"/>
          <p:cNvSpPr/>
          <p:nvPr/>
        </p:nvSpPr>
        <p:spPr>
          <a:xfrm>
            <a:off x="9158768" y="9580836"/>
            <a:ext cx="78828" cy="78828"/>
          </a:xfrm>
          <a:prstGeom prst="ellipse">
            <a:avLst/>
          </a:prstGeom>
          <a:solidFill>
            <a:srgbClr val="F3EEE3">
              <a:alpha val="28000"/>
            </a:srgbClr>
          </a:solidFill>
          <a:ln/>
        </p:spPr>
      </p:sp>
      <p:sp>
        <p:nvSpPr>
          <p:cNvPr id="71" name="Shape 69"/>
          <p:cNvSpPr/>
          <p:nvPr/>
        </p:nvSpPr>
        <p:spPr>
          <a:xfrm>
            <a:off x="9316423" y="9580836"/>
            <a:ext cx="78828" cy="78828"/>
          </a:xfrm>
          <a:prstGeom prst="ellipse">
            <a:avLst/>
          </a:prstGeom>
          <a:solidFill>
            <a:srgbClr val="F3EEE3">
              <a:alpha val="28000"/>
            </a:srgbClr>
          </a:solidFill>
          <a:ln/>
        </p:spPr>
      </p:sp>
      <p:sp>
        <p:nvSpPr>
          <p:cNvPr id="72" name="Shape 70"/>
          <p:cNvSpPr/>
          <p:nvPr/>
        </p:nvSpPr>
        <p:spPr>
          <a:xfrm>
            <a:off x="9474078" y="9580836"/>
            <a:ext cx="78828" cy="78828"/>
          </a:xfrm>
          <a:prstGeom prst="ellipse">
            <a:avLst/>
          </a:prstGeom>
          <a:solidFill>
            <a:srgbClr val="F3EEE3">
              <a:alpha val="28000"/>
            </a:srgbClr>
          </a:solidFill>
          <a:ln/>
        </p:spPr>
      </p:sp>
      <p:sp>
        <p:nvSpPr>
          <p:cNvPr id="73" name="Shape 71"/>
          <p:cNvSpPr/>
          <p:nvPr/>
        </p:nvSpPr>
        <p:spPr>
          <a:xfrm>
            <a:off x="9631733" y="9580836"/>
            <a:ext cx="78828" cy="78828"/>
          </a:xfrm>
          <a:prstGeom prst="ellipse">
            <a:avLst/>
          </a:prstGeom>
          <a:solidFill>
            <a:srgbClr val="F3EEE3">
              <a:alpha val="28000"/>
            </a:srgbClr>
          </a:solidFill>
          <a:ln/>
        </p:spPr>
      </p:sp>
      <p:sp>
        <p:nvSpPr>
          <p:cNvPr id="74" name="Shape 72"/>
          <p:cNvSpPr/>
          <p:nvPr/>
        </p:nvSpPr>
        <p:spPr>
          <a:xfrm>
            <a:off x="9789388" y="9580836"/>
            <a:ext cx="78828" cy="78828"/>
          </a:xfrm>
          <a:prstGeom prst="ellipse">
            <a:avLst/>
          </a:prstGeom>
          <a:solidFill>
            <a:srgbClr val="F3EEE3">
              <a:alpha val="28000"/>
            </a:srgbClr>
          </a:solidFill>
          <a:ln/>
        </p:spPr>
      </p:sp>
      <p:sp>
        <p:nvSpPr>
          <p:cNvPr id="75" name="Shape 73"/>
          <p:cNvSpPr/>
          <p:nvPr/>
        </p:nvSpPr>
        <p:spPr>
          <a:xfrm>
            <a:off x="9947043" y="9580836"/>
            <a:ext cx="78828" cy="78828"/>
          </a:xfrm>
          <a:prstGeom prst="ellipse">
            <a:avLst/>
          </a:prstGeom>
          <a:solidFill>
            <a:srgbClr val="F3EEE3">
              <a:alpha val="28000"/>
            </a:srgbClr>
          </a:solidFill>
          <a:ln/>
        </p:spPr>
      </p:sp>
      <p:sp>
        <p:nvSpPr>
          <p:cNvPr id="76" name="Text 7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27/58</a:t>
            </a:r>
            <a:endParaRPr lang="en-US" sz="1800" dirty="0"/>
          </a:p>
        </p:txBody>
      </p:sp>
      <p:sp>
        <p:nvSpPr>
          <p:cNvPr id="77" name="Shape 75"/>
          <p:cNvSpPr/>
          <p:nvPr/>
        </p:nvSpPr>
        <p:spPr>
          <a:xfrm>
            <a:off x="15983712" y="9076331"/>
            <a:ext cx="1645920" cy="552301"/>
          </a:xfrm>
          <a:prstGeom prst="roundRect">
            <a:avLst>
              <a:gd name="adj" fmla="val 28000"/>
            </a:avLst>
          </a:prstGeom>
          <a:solidFill>
            <a:srgbClr val="FFFFFF">
              <a:alpha val="82000"/>
            </a:srgbClr>
          </a:solidFill>
          <a:ln/>
        </p:spPr>
      </p:sp>
      <p:pic>
        <p:nvPicPr>
          <p:cNvPr id="78" name="Moda image moda-export-watermark-67f983d4-b69e-44fe-8c37-a717e8b5a292"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14161C"/>
                </a:solidFill>
                <a:latin typeface="Noto Sans JP ExtraBold" pitchFamily="34" charset="0"/>
                <a:ea typeface="Noto Sans JP ExtraBold" pitchFamily="34" charset="-122"/>
                <a:cs typeface="Noto Sans JP ExtraBold" pitchFamily="34" charset="-120"/>
              </a:rPr>
              <a:t>ビウレット： 本当に 溶ける？ それとも 共晶？</a:t>
            </a:r>
            <a:endParaRPr lang="en-US" sz="5700" dirty="0"/>
          </a:p>
        </p:txBody>
      </p:sp>
      <p:sp>
        <p:nvSpPr>
          <p:cNvPr id="3" name="Shape 1"/>
          <p:cNvSpPr/>
          <p:nvPr/>
        </p:nvSpPr>
        <p:spPr>
          <a:xfrm>
            <a:off x="914400" y="2857500"/>
            <a:ext cx="8058150" cy="4191000"/>
          </a:xfrm>
          <a:prstGeom prst="roundRect">
            <a:avLst>
              <a:gd name="adj" fmla="val 6364"/>
            </a:avLst>
          </a:prstGeom>
          <a:solidFill>
            <a:srgbClr val="CFE8E2"/>
          </a:solidFill>
          <a:ln/>
        </p:spPr>
      </p:sp>
      <p:sp>
        <p:nvSpPr>
          <p:cNvPr id="4" name="Shape 2"/>
          <p:cNvSpPr/>
          <p:nvPr/>
        </p:nvSpPr>
        <p:spPr>
          <a:xfrm>
            <a:off x="914400" y="2857500"/>
            <a:ext cx="133350" cy="4191000"/>
          </a:xfrm>
          <a:prstGeom prst="roundRect">
            <a:avLst>
              <a:gd name="adj" fmla="val 50000"/>
            </a:avLst>
          </a:prstGeom>
          <a:solidFill>
            <a:srgbClr val="0F766E"/>
          </a:solidFill>
          <a:ln/>
        </p:spPr>
      </p:sp>
      <p:sp>
        <p:nvSpPr>
          <p:cNvPr id="5" name="Text 3"/>
          <p:cNvSpPr/>
          <p:nvPr/>
        </p:nvSpPr>
        <p:spPr>
          <a:xfrm>
            <a:off x="1371600" y="3200400"/>
            <a:ext cx="7143750" cy="952500"/>
          </a:xfrm>
          <a:prstGeom prst="rect">
            <a:avLst/>
          </a:prstGeom>
          <a:noFill/>
          <a:ln/>
        </p:spPr>
        <p:txBody>
          <a:bodyPr wrap="square" lIns="0" tIns="0" rIns="0" bIns="0" rtlCol="0" anchor="t"/>
          <a:lstStyle/>
          <a:p>
            <a:pPr algn="l" indent="0" marL="0">
              <a:buNone/>
            </a:pPr>
            <a:r>
              <a:rPr lang="en-US" sz="4200" dirty="0" spc="0" kern="0">
                <a:solidFill>
                  <a:srgbClr val="0F766E"/>
                </a:solidFill>
                <a:latin typeface="Noto Sans JP ExtraBold" pitchFamily="34" charset="0"/>
                <a:ea typeface="Noto Sans JP ExtraBold" pitchFamily="34" charset="-122"/>
                <a:cs typeface="Noto Sans JP ExtraBold" pitchFamily="34" charset="-120"/>
              </a:rPr>
              <a:t>思い</a:t>
            </a:r>
            <a:r>
              <a:rPr lang="en-US" sz="4200" dirty="0" spc="-2" kern="0">
                <a:solidFill>
                  <a:srgbClr val="0F766E"/>
                </a:solidFill>
                <a:latin typeface="Noto Sans JP ExtraBold" pitchFamily="34" charset="0"/>
                <a:ea typeface="Noto Sans JP ExtraBold" pitchFamily="34" charset="-122"/>
                <a:cs typeface="Noto Sans JP ExtraBold" pitchFamily="34" charset="-120"/>
              </a:rPr>
              <a:t> 込み</a:t>
            </a:r>
            <a:endParaRPr lang="en-US" sz="4200" dirty="0"/>
          </a:p>
        </p:txBody>
      </p:sp>
      <p:sp>
        <p:nvSpPr>
          <p:cNvPr id="6" name="Text 4"/>
          <p:cNvSpPr/>
          <p:nvPr/>
        </p:nvSpPr>
        <p:spPr>
          <a:xfrm>
            <a:off x="1371600" y="4286250"/>
            <a:ext cx="7143750" cy="2286000"/>
          </a:xfrm>
          <a:prstGeom prst="rect">
            <a:avLst/>
          </a:prstGeom>
          <a:noFill/>
          <a:ln/>
        </p:spPr>
        <p:txBody>
          <a:bodyPr wrap="square" lIns="0" tIns="44406" rIns="0" bIns="-44406" rtlCol="0" anchor="t"/>
          <a:lstStyle/>
          <a:p>
            <a:pPr algn="l" indent="0" marL="0">
              <a:lnSpc>
                <a:spcPts val="4095"/>
              </a:lnSpc>
              <a:buNone/>
            </a:pPr>
            <a:r>
              <a:rPr lang="en-US" sz="3150" dirty="0" spc="0" kern="0">
                <a:solidFill>
                  <a:srgbClr val="14161C"/>
                </a:solidFill>
                <a:latin typeface="Noto Sans JP" pitchFamily="34" charset="0"/>
                <a:ea typeface="Noto Sans JP" pitchFamily="34" charset="-122"/>
                <a:cs typeface="Noto Sans JP" pitchFamily="34" charset="-120"/>
              </a:rPr>
              <a:t>ビウレットは</a:t>
            </a:r>
            <a:r>
              <a:rPr lang="en-US" sz="3150" dirty="0" spc="-13" kern="0">
                <a:solidFill>
                  <a:srgbClr val="14161C"/>
                </a:solidFill>
                <a:latin typeface="Noto Sans JP" pitchFamily="34" charset="0"/>
                <a:ea typeface="Noto Sans JP" pitchFamily="34" charset="-122"/>
                <a:cs typeface="Noto Sans JP" pitchFamily="34" charset="-120"/>
              </a:rPr>
              <a:t> 純物質として</a:t>
            </a:r>
            <a:r>
              <a:rPr lang="en-US" sz="3150" dirty="0" spc="0" kern="0">
                <a:solidFill>
                  <a:srgbClr val="14161C"/>
                </a:solidFill>
                <a:latin typeface="Noto Sans JP" pitchFamily="34" charset="0"/>
                <a:ea typeface="Noto Sans JP" pitchFamily="34" charset="-122"/>
                <a:cs typeface="Noto Sans JP" pitchFamily="34" charset="-120"/>
              </a:rPr>
              <a:t> 193°Cの</a:t>
            </a:r>
            <a:r>
              <a:rPr lang="en-US" sz="3150" dirty="0" spc="2" kern="0">
                <a:solidFill>
                  <a:srgbClr val="14161C"/>
                </a:solidFill>
                <a:latin typeface="Noto Sans JP" pitchFamily="34" charset="0"/>
                <a:ea typeface="Noto Sans JP" pitchFamily="34" charset="-122"/>
                <a:cs typeface="Noto Sans JP" pitchFamily="34" charset="-120"/>
              </a:rPr>
              <a:t> 融点を 持つ</a:t>
            </a:r>
            <a:endParaRPr lang="en-US" sz="3150" dirty="0"/>
          </a:p>
        </p:txBody>
      </p:sp>
      <p:sp>
        <p:nvSpPr>
          <p:cNvPr id="7" name="Shape 5"/>
          <p:cNvSpPr/>
          <p:nvPr/>
        </p:nvSpPr>
        <p:spPr>
          <a:xfrm>
            <a:off x="9315450" y="2857500"/>
            <a:ext cx="8058150" cy="4191000"/>
          </a:xfrm>
          <a:prstGeom prst="roundRect">
            <a:avLst>
              <a:gd name="adj" fmla="val 6364"/>
            </a:avLst>
          </a:prstGeom>
          <a:solidFill>
            <a:srgbClr val="F8D9D0"/>
          </a:solidFill>
          <a:ln/>
        </p:spPr>
      </p:sp>
      <p:sp>
        <p:nvSpPr>
          <p:cNvPr id="8" name="Shape 6"/>
          <p:cNvSpPr/>
          <p:nvPr/>
        </p:nvSpPr>
        <p:spPr>
          <a:xfrm>
            <a:off x="9315450" y="2857500"/>
            <a:ext cx="133350" cy="4191000"/>
          </a:xfrm>
          <a:prstGeom prst="roundRect">
            <a:avLst>
              <a:gd name="adj" fmla="val 50000"/>
            </a:avLst>
          </a:prstGeom>
          <a:solidFill>
            <a:srgbClr val="E8472B"/>
          </a:solidFill>
          <a:ln/>
        </p:spPr>
      </p:sp>
      <p:sp>
        <p:nvSpPr>
          <p:cNvPr id="9" name="Text 7"/>
          <p:cNvSpPr/>
          <p:nvPr/>
        </p:nvSpPr>
        <p:spPr>
          <a:xfrm>
            <a:off x="9772650" y="3200400"/>
            <a:ext cx="7143750" cy="952500"/>
          </a:xfrm>
          <a:prstGeom prst="rect">
            <a:avLst/>
          </a:prstGeom>
          <a:noFill/>
          <a:ln/>
        </p:spPr>
        <p:txBody>
          <a:bodyPr wrap="square" lIns="0" tIns="0" rIns="0" bIns="0" rtlCol="0" anchor="t"/>
          <a:lstStyle/>
          <a:p>
            <a:pPr algn="l" indent="0" marL="0">
              <a:buNone/>
            </a:pPr>
            <a:r>
              <a:rPr lang="en-US" sz="4200" dirty="0" spc="0" kern="0">
                <a:solidFill>
                  <a:srgbClr val="E8472B"/>
                </a:solidFill>
                <a:latin typeface="Noto Sans JP ExtraBold" pitchFamily="34" charset="0"/>
                <a:ea typeface="Noto Sans JP ExtraBold" pitchFamily="34" charset="-122"/>
                <a:cs typeface="Noto Sans JP ExtraBold" pitchFamily="34" charset="-120"/>
              </a:rPr>
              <a:t>出典の</a:t>
            </a:r>
            <a:r>
              <a:rPr lang="en-US" sz="4200" dirty="0" spc="-2" kern="0">
                <a:solidFill>
                  <a:srgbClr val="E8472B"/>
                </a:solidFill>
                <a:latin typeface="Noto Sans JP ExtraBold" pitchFamily="34" charset="0"/>
                <a:ea typeface="Noto Sans JP ExtraBold" pitchFamily="34" charset="-122"/>
                <a:cs typeface="Noto Sans JP ExtraBold" pitchFamily="34" charset="-120"/>
              </a:rPr>
              <a:t> 内容</a:t>
            </a:r>
            <a:endParaRPr lang="en-US" sz="4200" dirty="0"/>
          </a:p>
        </p:txBody>
      </p:sp>
      <p:sp>
        <p:nvSpPr>
          <p:cNvPr id="10" name="Text 8"/>
          <p:cNvSpPr/>
          <p:nvPr/>
        </p:nvSpPr>
        <p:spPr>
          <a:xfrm>
            <a:off x="9772650" y="4286250"/>
            <a:ext cx="7143750" cy="2286000"/>
          </a:xfrm>
          <a:prstGeom prst="rect">
            <a:avLst/>
          </a:prstGeom>
          <a:noFill/>
          <a:ln/>
        </p:spPr>
        <p:txBody>
          <a:bodyPr wrap="square" lIns="0" tIns="44406" rIns="0" bIns="-44406" rtlCol="0" anchor="t"/>
          <a:lstStyle/>
          <a:p>
            <a:pPr algn="l" indent="0" marL="0">
              <a:lnSpc>
                <a:spcPts val="4095"/>
              </a:lnSpc>
              <a:buNone/>
            </a:pPr>
            <a:r>
              <a:rPr lang="en-US" sz="3150" dirty="0" spc="-1" kern="0">
                <a:solidFill>
                  <a:srgbClr val="14161C"/>
                </a:solidFill>
                <a:latin typeface="Noto Sans JP" pitchFamily="34" charset="0"/>
                <a:ea typeface="Noto Sans JP" pitchFamily="34" charset="-122"/>
                <a:cs typeface="Noto Sans JP" pitchFamily="34" charset="-120"/>
              </a:rPr>
              <a:t>192.5°Cは</a:t>
            </a:r>
            <a:r>
              <a:rPr lang="en-US" sz="3150" dirty="0" spc="-5" kern="0">
                <a:solidFill>
                  <a:srgbClr val="14161C"/>
                </a:solidFill>
                <a:latin typeface="Noto Sans JP" pitchFamily="34" charset="0"/>
                <a:ea typeface="Noto Sans JP" pitchFamily="34" charset="-122"/>
                <a:cs typeface="Noto Sans JP" pitchFamily="34" charset="-120"/>
              </a:rPr>
              <a:t> 尿素との</a:t>
            </a:r>
            <a:r>
              <a:rPr lang="en-US" sz="3150" dirty="0" spc="2" kern="0">
                <a:solidFill>
                  <a:srgbClr val="14161C"/>
                </a:solidFill>
                <a:latin typeface="Noto Sans JP" pitchFamily="34" charset="0"/>
                <a:ea typeface="Noto Sans JP" pitchFamily="34" charset="-122"/>
                <a:cs typeface="Noto Sans JP" pitchFamily="34" charset="-120"/>
              </a:rPr>
              <a:t> 共晶。</a:t>
            </a:r>
            <a:r>
              <a:rPr lang="en-US" sz="3150" dirty="0" spc="-1" kern="0">
                <a:solidFill>
                  <a:srgbClr val="14161C"/>
                </a:solidFill>
                <a:latin typeface="Noto Sans JP" pitchFamily="34" charset="0"/>
                <a:ea typeface="Noto Sans JP" pitchFamily="34" charset="-122"/>
                <a:cs typeface="Noto Sans JP" pitchFamily="34" charset="-120"/>
              </a:rPr>
              <a:t> 193〜230°Cで</a:t>
            </a:r>
            <a:r>
              <a:rPr lang="en-US" sz="3150" dirty="0" spc="3" kern="0">
                <a:solidFill>
                  <a:srgbClr val="14161C"/>
                </a:solidFill>
                <a:latin typeface="Noto Sans JP" pitchFamily="34" charset="0"/>
                <a:ea typeface="Noto Sans JP" pitchFamily="34" charset="-122"/>
                <a:cs typeface="Noto Sans JP" pitchFamily="34" charset="-120"/>
              </a:rPr>
              <a:t> 溶けて</a:t>
            </a:r>
            <a:r>
              <a:rPr lang="en-US" sz="3150" dirty="0" spc="1" kern="0">
                <a:solidFill>
                  <a:srgbClr val="14161C"/>
                </a:solidFill>
                <a:latin typeface="Noto Sans JP" pitchFamily="34" charset="0"/>
                <a:ea typeface="Noto Sans JP" pitchFamily="34" charset="-122"/>
                <a:cs typeface="Noto Sans JP" pitchFamily="34" charset="-120"/>
              </a:rPr>
              <a:t> 固まる。 掃引ガスが 強いと</a:t>
            </a:r>
            <a:r>
              <a:rPr lang="en-US" sz="3150" dirty="0" spc="0" kern="0">
                <a:solidFill>
                  <a:srgbClr val="14161C"/>
                </a:solidFill>
                <a:latin typeface="Noto Sans JP" pitchFamily="34" charset="0"/>
                <a:ea typeface="Noto Sans JP" pitchFamily="34" charset="-122"/>
                <a:cs typeface="Noto Sans JP" pitchFamily="34" charset="-120"/>
              </a:rPr>
              <a:t> 約170°Cから</a:t>
            </a:r>
            <a:r>
              <a:rPr lang="en-US" sz="3150" dirty="0" spc="1" kern="0">
                <a:solidFill>
                  <a:srgbClr val="14161C"/>
                </a:solidFill>
                <a:latin typeface="Noto Sans JP" pitchFamily="34" charset="0"/>
                <a:ea typeface="Noto Sans JP" pitchFamily="34" charset="-122"/>
                <a:cs typeface="Noto Sans JP" pitchFamily="34" charset="-120"/>
              </a:rPr>
              <a:t> 分解することもある[S3]</a:t>
            </a:r>
            <a:endParaRPr lang="en-US" sz="3150" dirty="0"/>
          </a:p>
        </p:txBody>
      </p:sp>
      <p:sp>
        <p:nvSpPr>
          <p:cNvPr id="11" name="Shape 9"/>
          <p:cNvSpPr/>
          <p:nvPr/>
        </p:nvSpPr>
        <p:spPr>
          <a:xfrm>
            <a:off x="914400" y="7429500"/>
            <a:ext cx="16459200" cy="1238250"/>
          </a:xfrm>
          <a:prstGeom prst="roundRect">
            <a:avLst>
              <a:gd name="adj" fmla="val 18462"/>
            </a:avLst>
          </a:prstGeom>
          <a:solidFill>
            <a:srgbClr val="E8E0CF"/>
          </a:solidFill>
          <a:ln/>
        </p:spPr>
      </p:sp>
      <p:sp>
        <p:nvSpPr>
          <p:cNvPr id="12" name="Text 10"/>
          <p:cNvSpPr/>
          <p:nvPr/>
        </p:nvSpPr>
        <p:spPr>
          <a:xfrm>
            <a:off x="1295400" y="7429500"/>
            <a:ext cx="15697200" cy="1238250"/>
          </a:xfrm>
          <a:prstGeom prst="rect">
            <a:avLst/>
          </a:prstGeom>
          <a:noFill/>
          <a:ln/>
        </p:spPr>
        <p:txBody>
          <a:bodyPr wrap="square" lIns="0" tIns="0" rIns="0" bIns="0" rtlCol="0" anchor="ctr"/>
          <a:lstStyle/>
          <a:p>
            <a:pPr algn="l" indent="0" marL="0">
              <a:buNone/>
            </a:pPr>
            <a:r>
              <a:rPr lang="en-US" sz="2850" dirty="0" spc="0" kern="0">
                <a:solidFill>
                  <a:srgbClr val="14161C"/>
                </a:solidFill>
                <a:latin typeface="Noto Sans JP SemiBold" pitchFamily="34" charset="0"/>
                <a:ea typeface="Noto Sans JP SemiBold" pitchFamily="34" charset="-122"/>
                <a:cs typeface="Noto Sans JP SemiBold" pitchFamily="34" charset="-120"/>
              </a:rPr>
              <a:t>結果:</a:t>
            </a:r>
            <a:r>
              <a:rPr lang="en-US" sz="2850" dirty="0" spc="-2" kern="0">
                <a:solidFill>
                  <a:srgbClr val="14161C"/>
                </a:solidFill>
                <a:latin typeface="Noto Sans JP SemiBold" pitchFamily="34" charset="0"/>
                <a:ea typeface="Noto Sans JP SemiBold" pitchFamily="34" charset="-122"/>
                <a:cs typeface="Noto Sans JP SemiBold" pitchFamily="34" charset="-120"/>
              </a:rPr>
              <a:t> 目安は</a:t>
            </a:r>
            <a:r>
              <a:rPr lang="en-US" sz="2850" dirty="0" spc="-1" kern="0">
                <a:solidFill>
                  <a:srgbClr val="14161C"/>
                </a:solidFill>
                <a:latin typeface="Noto Sans JP SemiBold" pitchFamily="34" charset="0"/>
                <a:ea typeface="Noto Sans JP SemiBold" pitchFamily="34" charset="-122"/>
                <a:cs typeface="Noto Sans JP SemiBold" pitchFamily="34" charset="-120"/>
              </a:rPr>
              <a:t> 条件で 変わる：</a:t>
            </a:r>
            <a:r>
              <a:rPr lang="en-US" sz="2850" dirty="0" spc="-21" kern="0">
                <a:solidFill>
                  <a:srgbClr val="14161C"/>
                </a:solidFill>
                <a:latin typeface="Noto Sans JP SemiBold" pitchFamily="34" charset="0"/>
                <a:ea typeface="Noto Sans JP SemiBold" pitchFamily="34" charset="-122"/>
                <a:cs typeface="Noto Sans JP SemiBold" pitchFamily="34" charset="-120"/>
              </a:rPr>
              <a:t> HNCOの</a:t>
            </a:r>
            <a:r>
              <a:rPr lang="en-US" sz="2850" dirty="0" spc="-13" kern="0">
                <a:solidFill>
                  <a:srgbClr val="14161C"/>
                </a:solidFill>
                <a:latin typeface="Noto Sans JP SemiBold" pitchFamily="34" charset="0"/>
                <a:ea typeface="Noto Sans JP SemiBold" pitchFamily="34" charset="-122"/>
                <a:cs typeface="Noto Sans JP SemiBold" pitchFamily="34" charset="-120"/>
              </a:rPr>
              <a:t> 希薄さ、るつぼの</a:t>
            </a:r>
            <a:r>
              <a:rPr lang="en-US" sz="2850" dirty="0" spc="-1" kern="0">
                <a:solidFill>
                  <a:srgbClr val="14161C"/>
                </a:solidFill>
                <a:latin typeface="Noto Sans JP SemiBold" pitchFamily="34" charset="0"/>
                <a:ea typeface="Noto Sans JP SemiBold" pitchFamily="34" charset="-122"/>
                <a:cs typeface="Noto Sans JP SemiBold" pitchFamily="34" charset="-120"/>
              </a:rPr>
              <a:t> 形状、 昇温速度[S3]</a:t>
            </a:r>
            <a:endParaRPr lang="en-US" sz="2850" dirty="0"/>
          </a:p>
        </p:txBody>
      </p:sp>
      <p:sp>
        <p:nvSpPr>
          <p:cNvPr id="13" name="Text 1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[S3]</a:t>
            </a:r>
            <a:r>
              <a:rPr lang="en-US" sz="1800" dirty="0" spc="-1" kern="0">
                <a:solidFill>
                  <a:srgbClr val="6B6A66"/>
                </a:solidFill>
                <a:latin typeface="Noto Sans JP" pitchFamily="34" charset="0"/>
                <a:ea typeface="Noto Sans JP" pitchFamily="34" charset="-122"/>
                <a:cs typeface="Noto Sans JP" pitchFamily="34" charset="-120"/>
              </a:rPr>
              <a:t> [S4]</a:t>
            </a:r>
            <a:endParaRPr lang="en-US" sz="1800" dirty="0"/>
          </a:p>
        </p:txBody>
      </p:sp>
      <p:sp>
        <p:nvSpPr>
          <p:cNvPr id="14" name="Shape 12"/>
          <p:cNvSpPr/>
          <p:nvPr/>
        </p:nvSpPr>
        <p:spPr>
          <a:xfrm>
            <a:off x="960711" y="9580836"/>
            <a:ext cx="78828" cy="78828"/>
          </a:xfrm>
          <a:prstGeom prst="ellipse">
            <a:avLst/>
          </a:prstGeom>
          <a:solidFill>
            <a:srgbClr val="14161C">
              <a:alpha val="28000"/>
            </a:srgbClr>
          </a:solidFill>
          <a:ln/>
        </p:spPr>
      </p:sp>
      <p:sp>
        <p:nvSpPr>
          <p:cNvPr id="15" name="Shape 13"/>
          <p:cNvSpPr/>
          <p:nvPr/>
        </p:nvSpPr>
        <p:spPr>
          <a:xfrm>
            <a:off x="1118366" y="9580836"/>
            <a:ext cx="78828" cy="78828"/>
          </a:xfrm>
          <a:prstGeom prst="ellipse">
            <a:avLst/>
          </a:prstGeom>
          <a:solidFill>
            <a:srgbClr val="14161C">
              <a:alpha val="28000"/>
            </a:srgbClr>
          </a:solidFill>
          <a:ln/>
        </p:spPr>
      </p:sp>
      <p:sp>
        <p:nvSpPr>
          <p:cNvPr id="16" name="Shape 14"/>
          <p:cNvSpPr/>
          <p:nvPr/>
        </p:nvSpPr>
        <p:spPr>
          <a:xfrm>
            <a:off x="1276021" y="9580836"/>
            <a:ext cx="78828" cy="78828"/>
          </a:xfrm>
          <a:prstGeom prst="ellipse">
            <a:avLst/>
          </a:prstGeom>
          <a:solidFill>
            <a:srgbClr val="14161C">
              <a:alpha val="28000"/>
            </a:srgbClr>
          </a:solidFill>
          <a:ln/>
        </p:spPr>
      </p:sp>
      <p:sp>
        <p:nvSpPr>
          <p:cNvPr id="17" name="Shape 15"/>
          <p:cNvSpPr/>
          <p:nvPr/>
        </p:nvSpPr>
        <p:spPr>
          <a:xfrm>
            <a:off x="1433676" y="9580836"/>
            <a:ext cx="78828" cy="78828"/>
          </a:xfrm>
          <a:prstGeom prst="ellipse">
            <a:avLst/>
          </a:prstGeom>
          <a:solidFill>
            <a:srgbClr val="14161C">
              <a:alpha val="28000"/>
            </a:srgbClr>
          </a:solidFill>
          <a:ln/>
        </p:spPr>
      </p:sp>
      <p:sp>
        <p:nvSpPr>
          <p:cNvPr id="18" name="Shape 16"/>
          <p:cNvSpPr/>
          <p:nvPr/>
        </p:nvSpPr>
        <p:spPr>
          <a:xfrm>
            <a:off x="1591331" y="9580836"/>
            <a:ext cx="78828" cy="78828"/>
          </a:xfrm>
          <a:prstGeom prst="ellipse">
            <a:avLst/>
          </a:prstGeom>
          <a:solidFill>
            <a:srgbClr val="14161C">
              <a:alpha val="28000"/>
            </a:srgbClr>
          </a:solidFill>
          <a:ln/>
        </p:spPr>
      </p:sp>
      <p:sp>
        <p:nvSpPr>
          <p:cNvPr id="19" name="Shape 17"/>
          <p:cNvSpPr/>
          <p:nvPr/>
        </p:nvSpPr>
        <p:spPr>
          <a:xfrm>
            <a:off x="1748986" y="9580836"/>
            <a:ext cx="78828" cy="78828"/>
          </a:xfrm>
          <a:prstGeom prst="ellipse">
            <a:avLst/>
          </a:prstGeom>
          <a:solidFill>
            <a:srgbClr val="14161C">
              <a:alpha val="28000"/>
            </a:srgbClr>
          </a:solidFill>
          <a:ln/>
        </p:spPr>
      </p:sp>
      <p:sp>
        <p:nvSpPr>
          <p:cNvPr id="20" name="Shape 18"/>
          <p:cNvSpPr/>
          <p:nvPr/>
        </p:nvSpPr>
        <p:spPr>
          <a:xfrm>
            <a:off x="1906641" y="9580836"/>
            <a:ext cx="78828" cy="78828"/>
          </a:xfrm>
          <a:prstGeom prst="ellipse">
            <a:avLst/>
          </a:prstGeom>
          <a:solidFill>
            <a:srgbClr val="14161C">
              <a:alpha val="28000"/>
            </a:srgbClr>
          </a:solidFill>
          <a:ln/>
        </p:spPr>
      </p:sp>
      <p:sp>
        <p:nvSpPr>
          <p:cNvPr id="21" name="Shape 19"/>
          <p:cNvSpPr/>
          <p:nvPr/>
        </p:nvSpPr>
        <p:spPr>
          <a:xfrm>
            <a:off x="2064296" y="9580836"/>
            <a:ext cx="78828" cy="78828"/>
          </a:xfrm>
          <a:prstGeom prst="ellipse">
            <a:avLst/>
          </a:prstGeom>
          <a:solidFill>
            <a:srgbClr val="14161C">
              <a:alpha val="28000"/>
            </a:srgbClr>
          </a:solidFill>
          <a:ln/>
        </p:spPr>
      </p:sp>
      <p:sp>
        <p:nvSpPr>
          <p:cNvPr id="22" name="Shape 20"/>
          <p:cNvSpPr/>
          <p:nvPr/>
        </p:nvSpPr>
        <p:spPr>
          <a:xfrm>
            <a:off x="2221951" y="9580836"/>
            <a:ext cx="78828" cy="78828"/>
          </a:xfrm>
          <a:prstGeom prst="ellipse">
            <a:avLst/>
          </a:prstGeom>
          <a:solidFill>
            <a:srgbClr val="14161C">
              <a:alpha val="28000"/>
            </a:srgbClr>
          </a:solidFill>
          <a:ln/>
        </p:spPr>
      </p:sp>
      <p:sp>
        <p:nvSpPr>
          <p:cNvPr id="23" name="Shape 21"/>
          <p:cNvSpPr/>
          <p:nvPr/>
        </p:nvSpPr>
        <p:spPr>
          <a:xfrm>
            <a:off x="2379606" y="9580836"/>
            <a:ext cx="78828" cy="78828"/>
          </a:xfrm>
          <a:prstGeom prst="ellipse">
            <a:avLst/>
          </a:prstGeom>
          <a:solidFill>
            <a:srgbClr val="14161C">
              <a:alpha val="28000"/>
            </a:srgbClr>
          </a:solidFill>
          <a:ln/>
        </p:spPr>
      </p:sp>
      <p:sp>
        <p:nvSpPr>
          <p:cNvPr id="24" name="Shape 22"/>
          <p:cNvSpPr/>
          <p:nvPr/>
        </p:nvSpPr>
        <p:spPr>
          <a:xfrm>
            <a:off x="2537261" y="9580836"/>
            <a:ext cx="78828" cy="78828"/>
          </a:xfrm>
          <a:prstGeom prst="ellipse">
            <a:avLst/>
          </a:prstGeom>
          <a:solidFill>
            <a:srgbClr val="14161C">
              <a:alpha val="28000"/>
            </a:srgbClr>
          </a:solidFill>
          <a:ln/>
        </p:spPr>
      </p:sp>
      <p:sp>
        <p:nvSpPr>
          <p:cNvPr id="25" name="Shape 23"/>
          <p:cNvSpPr/>
          <p:nvPr/>
        </p:nvSpPr>
        <p:spPr>
          <a:xfrm>
            <a:off x="2694916" y="9580836"/>
            <a:ext cx="78828" cy="78828"/>
          </a:xfrm>
          <a:prstGeom prst="ellipse">
            <a:avLst/>
          </a:prstGeom>
          <a:solidFill>
            <a:srgbClr val="14161C">
              <a:alpha val="28000"/>
            </a:srgbClr>
          </a:solidFill>
          <a:ln/>
        </p:spPr>
      </p:sp>
      <p:sp>
        <p:nvSpPr>
          <p:cNvPr id="26" name="Shape 24"/>
          <p:cNvSpPr/>
          <p:nvPr/>
        </p:nvSpPr>
        <p:spPr>
          <a:xfrm>
            <a:off x="2852571" y="9580836"/>
            <a:ext cx="78828" cy="78828"/>
          </a:xfrm>
          <a:prstGeom prst="ellipse">
            <a:avLst/>
          </a:prstGeom>
          <a:solidFill>
            <a:srgbClr val="14161C">
              <a:alpha val="28000"/>
            </a:srgbClr>
          </a:solidFill>
          <a:ln/>
        </p:spPr>
      </p:sp>
      <p:sp>
        <p:nvSpPr>
          <p:cNvPr id="27" name="Shape 25"/>
          <p:cNvSpPr/>
          <p:nvPr/>
        </p:nvSpPr>
        <p:spPr>
          <a:xfrm>
            <a:off x="3010225" y="9580836"/>
            <a:ext cx="78828" cy="78828"/>
          </a:xfrm>
          <a:prstGeom prst="ellipse">
            <a:avLst/>
          </a:prstGeom>
          <a:solidFill>
            <a:srgbClr val="14161C">
              <a:alpha val="28000"/>
            </a:srgbClr>
          </a:solidFill>
          <a:ln/>
        </p:spPr>
      </p:sp>
      <p:sp>
        <p:nvSpPr>
          <p:cNvPr id="28" name="Shape 26"/>
          <p:cNvSpPr/>
          <p:nvPr/>
        </p:nvSpPr>
        <p:spPr>
          <a:xfrm>
            <a:off x="3167880" y="9580836"/>
            <a:ext cx="78828" cy="78828"/>
          </a:xfrm>
          <a:prstGeom prst="ellipse">
            <a:avLst/>
          </a:prstGeom>
          <a:solidFill>
            <a:srgbClr val="14161C">
              <a:alpha val="28000"/>
            </a:srgbClr>
          </a:solidFill>
          <a:ln/>
        </p:spPr>
      </p:sp>
      <p:sp>
        <p:nvSpPr>
          <p:cNvPr id="29" name="Shape 27"/>
          <p:cNvSpPr/>
          <p:nvPr/>
        </p:nvSpPr>
        <p:spPr>
          <a:xfrm>
            <a:off x="3325535" y="9580836"/>
            <a:ext cx="78828" cy="78828"/>
          </a:xfrm>
          <a:prstGeom prst="ellipse">
            <a:avLst/>
          </a:prstGeom>
          <a:solidFill>
            <a:srgbClr val="14161C">
              <a:alpha val="28000"/>
            </a:srgbClr>
          </a:solidFill>
          <a:ln/>
        </p:spPr>
      </p:sp>
      <p:sp>
        <p:nvSpPr>
          <p:cNvPr id="30" name="Shape 28"/>
          <p:cNvSpPr/>
          <p:nvPr/>
        </p:nvSpPr>
        <p:spPr>
          <a:xfrm>
            <a:off x="3483190" y="9580836"/>
            <a:ext cx="78828" cy="78828"/>
          </a:xfrm>
          <a:prstGeom prst="ellipse">
            <a:avLst/>
          </a:prstGeom>
          <a:solidFill>
            <a:srgbClr val="14161C">
              <a:alpha val="28000"/>
            </a:srgbClr>
          </a:solidFill>
          <a:ln/>
        </p:spPr>
      </p:sp>
      <p:sp>
        <p:nvSpPr>
          <p:cNvPr id="31" name="Shape 29"/>
          <p:cNvSpPr/>
          <p:nvPr/>
        </p:nvSpPr>
        <p:spPr>
          <a:xfrm>
            <a:off x="3640845" y="9580836"/>
            <a:ext cx="78828" cy="78828"/>
          </a:xfrm>
          <a:prstGeom prst="ellipse">
            <a:avLst/>
          </a:prstGeom>
          <a:solidFill>
            <a:srgbClr val="14161C">
              <a:alpha val="28000"/>
            </a:srgbClr>
          </a:solidFill>
          <a:ln/>
        </p:spPr>
      </p:sp>
      <p:sp>
        <p:nvSpPr>
          <p:cNvPr id="32" name="Shape 30"/>
          <p:cNvSpPr/>
          <p:nvPr/>
        </p:nvSpPr>
        <p:spPr>
          <a:xfrm>
            <a:off x="3798500" y="9580836"/>
            <a:ext cx="78828" cy="78828"/>
          </a:xfrm>
          <a:prstGeom prst="ellipse">
            <a:avLst/>
          </a:prstGeom>
          <a:solidFill>
            <a:srgbClr val="14161C">
              <a:alpha val="28000"/>
            </a:srgbClr>
          </a:solidFill>
          <a:ln/>
        </p:spPr>
      </p:sp>
      <p:sp>
        <p:nvSpPr>
          <p:cNvPr id="33" name="Shape 31"/>
          <p:cNvSpPr/>
          <p:nvPr/>
        </p:nvSpPr>
        <p:spPr>
          <a:xfrm>
            <a:off x="3956155" y="9580836"/>
            <a:ext cx="78828" cy="78828"/>
          </a:xfrm>
          <a:prstGeom prst="ellipse">
            <a:avLst/>
          </a:prstGeom>
          <a:solidFill>
            <a:srgbClr val="14161C">
              <a:alpha val="28000"/>
            </a:srgbClr>
          </a:solidFill>
          <a:ln/>
        </p:spPr>
      </p:sp>
      <p:sp>
        <p:nvSpPr>
          <p:cNvPr id="34" name="Shape 32"/>
          <p:cNvSpPr/>
          <p:nvPr/>
        </p:nvSpPr>
        <p:spPr>
          <a:xfrm>
            <a:off x="4113810" y="9580836"/>
            <a:ext cx="78828" cy="78828"/>
          </a:xfrm>
          <a:prstGeom prst="ellipse">
            <a:avLst/>
          </a:prstGeom>
          <a:solidFill>
            <a:srgbClr val="14161C">
              <a:alpha val="28000"/>
            </a:srgbClr>
          </a:solidFill>
          <a:ln/>
        </p:spPr>
      </p:sp>
      <p:sp>
        <p:nvSpPr>
          <p:cNvPr id="35" name="Shape 33"/>
          <p:cNvSpPr/>
          <p:nvPr/>
        </p:nvSpPr>
        <p:spPr>
          <a:xfrm>
            <a:off x="4271465" y="9580836"/>
            <a:ext cx="78828" cy="78828"/>
          </a:xfrm>
          <a:prstGeom prst="ellipse">
            <a:avLst/>
          </a:prstGeom>
          <a:solidFill>
            <a:srgbClr val="14161C">
              <a:alpha val="28000"/>
            </a:srgbClr>
          </a:solidFill>
          <a:ln/>
        </p:spPr>
      </p:sp>
      <p:sp>
        <p:nvSpPr>
          <p:cNvPr id="36" name="Shape 34"/>
          <p:cNvSpPr/>
          <p:nvPr/>
        </p:nvSpPr>
        <p:spPr>
          <a:xfrm>
            <a:off x="4429120" y="9580836"/>
            <a:ext cx="78828" cy="78828"/>
          </a:xfrm>
          <a:prstGeom prst="ellipse">
            <a:avLst/>
          </a:prstGeom>
          <a:solidFill>
            <a:srgbClr val="14161C">
              <a:alpha val="28000"/>
            </a:srgbClr>
          </a:solidFill>
          <a:ln/>
        </p:spPr>
      </p:sp>
      <p:sp>
        <p:nvSpPr>
          <p:cNvPr id="37" name="Shape 35"/>
          <p:cNvSpPr/>
          <p:nvPr/>
        </p:nvSpPr>
        <p:spPr>
          <a:xfrm>
            <a:off x="4586775" y="9580836"/>
            <a:ext cx="78828" cy="78828"/>
          </a:xfrm>
          <a:prstGeom prst="ellipse">
            <a:avLst/>
          </a:prstGeom>
          <a:solidFill>
            <a:srgbClr val="14161C">
              <a:alpha val="28000"/>
            </a:srgbClr>
          </a:solidFill>
          <a:ln/>
        </p:spPr>
      </p:sp>
      <p:sp>
        <p:nvSpPr>
          <p:cNvPr id="38" name="Shape 36"/>
          <p:cNvSpPr/>
          <p:nvPr/>
        </p:nvSpPr>
        <p:spPr>
          <a:xfrm>
            <a:off x="4744430" y="9580836"/>
            <a:ext cx="78828" cy="78828"/>
          </a:xfrm>
          <a:prstGeom prst="ellipse">
            <a:avLst/>
          </a:prstGeom>
          <a:solidFill>
            <a:srgbClr val="14161C">
              <a:alpha val="28000"/>
            </a:srgbClr>
          </a:solidFill>
          <a:ln/>
        </p:spPr>
      </p:sp>
      <p:sp>
        <p:nvSpPr>
          <p:cNvPr id="39" name="Shape 37"/>
          <p:cNvSpPr/>
          <p:nvPr/>
        </p:nvSpPr>
        <p:spPr>
          <a:xfrm>
            <a:off x="4902085" y="9580836"/>
            <a:ext cx="78828" cy="78828"/>
          </a:xfrm>
          <a:prstGeom prst="ellipse">
            <a:avLst/>
          </a:prstGeom>
          <a:solidFill>
            <a:srgbClr val="14161C">
              <a:alpha val="28000"/>
            </a:srgbClr>
          </a:solidFill>
          <a:ln/>
        </p:spPr>
      </p:sp>
      <p:sp>
        <p:nvSpPr>
          <p:cNvPr id="40" name="Shape 38"/>
          <p:cNvSpPr/>
          <p:nvPr/>
        </p:nvSpPr>
        <p:spPr>
          <a:xfrm>
            <a:off x="5059740" y="9580836"/>
            <a:ext cx="78828" cy="78828"/>
          </a:xfrm>
          <a:prstGeom prst="ellipse">
            <a:avLst/>
          </a:prstGeom>
          <a:solidFill>
            <a:srgbClr val="14161C">
              <a:alpha val="28000"/>
            </a:srgbClr>
          </a:solidFill>
          <a:ln/>
        </p:spPr>
      </p:sp>
      <p:sp>
        <p:nvSpPr>
          <p:cNvPr id="41" name="Shape 39"/>
          <p:cNvSpPr/>
          <p:nvPr/>
        </p:nvSpPr>
        <p:spPr>
          <a:xfrm>
            <a:off x="5204257" y="9567698"/>
            <a:ext cx="105103" cy="105103"/>
          </a:xfrm>
          <a:prstGeom prst="ellipse">
            <a:avLst/>
          </a:prstGeom>
          <a:solidFill>
            <a:srgbClr val="E8472B"/>
          </a:solidFill>
          <a:ln/>
        </p:spPr>
      </p:sp>
      <p:sp>
        <p:nvSpPr>
          <p:cNvPr id="42" name="Shape 40"/>
          <p:cNvSpPr/>
          <p:nvPr/>
        </p:nvSpPr>
        <p:spPr>
          <a:xfrm>
            <a:off x="5375050" y="9580836"/>
            <a:ext cx="78828" cy="78828"/>
          </a:xfrm>
          <a:prstGeom prst="ellipse">
            <a:avLst/>
          </a:prstGeom>
          <a:solidFill>
            <a:srgbClr val="14161C">
              <a:alpha val="28000"/>
            </a:srgbClr>
          </a:solidFill>
          <a:ln/>
        </p:spPr>
      </p:sp>
      <p:sp>
        <p:nvSpPr>
          <p:cNvPr id="43" name="Shape 41"/>
          <p:cNvSpPr/>
          <p:nvPr/>
        </p:nvSpPr>
        <p:spPr>
          <a:xfrm>
            <a:off x="5532705" y="9580836"/>
            <a:ext cx="78828" cy="78828"/>
          </a:xfrm>
          <a:prstGeom prst="ellipse">
            <a:avLst/>
          </a:prstGeom>
          <a:solidFill>
            <a:srgbClr val="14161C">
              <a:alpha val="28000"/>
            </a:srgbClr>
          </a:solidFill>
          <a:ln/>
        </p:spPr>
      </p:sp>
      <p:sp>
        <p:nvSpPr>
          <p:cNvPr id="44" name="Shape 42"/>
          <p:cNvSpPr/>
          <p:nvPr/>
        </p:nvSpPr>
        <p:spPr>
          <a:xfrm>
            <a:off x="5690359" y="9580836"/>
            <a:ext cx="78828" cy="78828"/>
          </a:xfrm>
          <a:prstGeom prst="ellipse">
            <a:avLst/>
          </a:prstGeom>
          <a:solidFill>
            <a:srgbClr val="14161C">
              <a:alpha val="28000"/>
            </a:srgbClr>
          </a:solidFill>
          <a:ln/>
        </p:spPr>
      </p:sp>
      <p:sp>
        <p:nvSpPr>
          <p:cNvPr id="45" name="Shape 43"/>
          <p:cNvSpPr/>
          <p:nvPr/>
        </p:nvSpPr>
        <p:spPr>
          <a:xfrm>
            <a:off x="5848014" y="9580836"/>
            <a:ext cx="78828" cy="78828"/>
          </a:xfrm>
          <a:prstGeom prst="ellipse">
            <a:avLst/>
          </a:prstGeom>
          <a:solidFill>
            <a:srgbClr val="14161C">
              <a:alpha val="28000"/>
            </a:srgbClr>
          </a:solidFill>
          <a:ln/>
        </p:spPr>
      </p:sp>
      <p:sp>
        <p:nvSpPr>
          <p:cNvPr id="46" name="Shape 44"/>
          <p:cNvSpPr/>
          <p:nvPr/>
        </p:nvSpPr>
        <p:spPr>
          <a:xfrm>
            <a:off x="6005669" y="9580836"/>
            <a:ext cx="78828" cy="78828"/>
          </a:xfrm>
          <a:prstGeom prst="ellipse">
            <a:avLst/>
          </a:prstGeom>
          <a:solidFill>
            <a:srgbClr val="14161C">
              <a:alpha val="28000"/>
            </a:srgbClr>
          </a:solidFill>
          <a:ln/>
        </p:spPr>
      </p:sp>
      <p:sp>
        <p:nvSpPr>
          <p:cNvPr id="47" name="Shape 45"/>
          <p:cNvSpPr/>
          <p:nvPr/>
        </p:nvSpPr>
        <p:spPr>
          <a:xfrm>
            <a:off x="6163324" y="9580836"/>
            <a:ext cx="78828" cy="78828"/>
          </a:xfrm>
          <a:prstGeom prst="ellipse">
            <a:avLst/>
          </a:prstGeom>
          <a:solidFill>
            <a:srgbClr val="14161C">
              <a:alpha val="28000"/>
            </a:srgbClr>
          </a:solidFill>
          <a:ln/>
        </p:spPr>
      </p:sp>
      <p:sp>
        <p:nvSpPr>
          <p:cNvPr id="48" name="Shape 46"/>
          <p:cNvSpPr/>
          <p:nvPr/>
        </p:nvSpPr>
        <p:spPr>
          <a:xfrm>
            <a:off x="6320979" y="9580836"/>
            <a:ext cx="78828" cy="78828"/>
          </a:xfrm>
          <a:prstGeom prst="ellipse">
            <a:avLst/>
          </a:prstGeom>
          <a:solidFill>
            <a:srgbClr val="14161C">
              <a:alpha val="28000"/>
            </a:srgbClr>
          </a:solidFill>
          <a:ln/>
        </p:spPr>
      </p:sp>
      <p:sp>
        <p:nvSpPr>
          <p:cNvPr id="49" name="Shape 47"/>
          <p:cNvSpPr/>
          <p:nvPr/>
        </p:nvSpPr>
        <p:spPr>
          <a:xfrm>
            <a:off x="6478634" y="9580836"/>
            <a:ext cx="78828" cy="78828"/>
          </a:xfrm>
          <a:prstGeom prst="ellipse">
            <a:avLst/>
          </a:prstGeom>
          <a:solidFill>
            <a:srgbClr val="14161C">
              <a:alpha val="28000"/>
            </a:srgbClr>
          </a:solidFill>
          <a:ln/>
        </p:spPr>
      </p:sp>
      <p:sp>
        <p:nvSpPr>
          <p:cNvPr id="50" name="Shape 48"/>
          <p:cNvSpPr/>
          <p:nvPr/>
        </p:nvSpPr>
        <p:spPr>
          <a:xfrm>
            <a:off x="6636289" y="9580836"/>
            <a:ext cx="78828" cy="78828"/>
          </a:xfrm>
          <a:prstGeom prst="ellipse">
            <a:avLst/>
          </a:prstGeom>
          <a:solidFill>
            <a:srgbClr val="14161C">
              <a:alpha val="28000"/>
            </a:srgbClr>
          </a:solidFill>
          <a:ln/>
        </p:spPr>
      </p:sp>
      <p:sp>
        <p:nvSpPr>
          <p:cNvPr id="51" name="Shape 49"/>
          <p:cNvSpPr/>
          <p:nvPr/>
        </p:nvSpPr>
        <p:spPr>
          <a:xfrm>
            <a:off x="6793944" y="9580836"/>
            <a:ext cx="78828" cy="78828"/>
          </a:xfrm>
          <a:prstGeom prst="ellipse">
            <a:avLst/>
          </a:prstGeom>
          <a:solidFill>
            <a:srgbClr val="14161C">
              <a:alpha val="28000"/>
            </a:srgbClr>
          </a:solidFill>
          <a:ln/>
        </p:spPr>
      </p:sp>
      <p:sp>
        <p:nvSpPr>
          <p:cNvPr id="52" name="Shape 50"/>
          <p:cNvSpPr/>
          <p:nvPr/>
        </p:nvSpPr>
        <p:spPr>
          <a:xfrm>
            <a:off x="6951599" y="9580836"/>
            <a:ext cx="78828" cy="78828"/>
          </a:xfrm>
          <a:prstGeom prst="ellipse">
            <a:avLst/>
          </a:prstGeom>
          <a:solidFill>
            <a:srgbClr val="14161C">
              <a:alpha val="28000"/>
            </a:srgbClr>
          </a:solidFill>
          <a:ln/>
        </p:spPr>
      </p:sp>
      <p:sp>
        <p:nvSpPr>
          <p:cNvPr id="53" name="Shape 51"/>
          <p:cNvSpPr/>
          <p:nvPr/>
        </p:nvSpPr>
        <p:spPr>
          <a:xfrm>
            <a:off x="7109254" y="9580836"/>
            <a:ext cx="78828" cy="78828"/>
          </a:xfrm>
          <a:prstGeom prst="ellipse">
            <a:avLst/>
          </a:prstGeom>
          <a:solidFill>
            <a:srgbClr val="14161C">
              <a:alpha val="28000"/>
            </a:srgbClr>
          </a:solidFill>
          <a:ln/>
        </p:spPr>
      </p:sp>
      <p:sp>
        <p:nvSpPr>
          <p:cNvPr id="54" name="Shape 52"/>
          <p:cNvSpPr/>
          <p:nvPr/>
        </p:nvSpPr>
        <p:spPr>
          <a:xfrm>
            <a:off x="7266909" y="9580836"/>
            <a:ext cx="78828" cy="78828"/>
          </a:xfrm>
          <a:prstGeom prst="ellipse">
            <a:avLst/>
          </a:prstGeom>
          <a:solidFill>
            <a:srgbClr val="14161C">
              <a:alpha val="28000"/>
            </a:srgbClr>
          </a:solidFill>
          <a:ln/>
        </p:spPr>
      </p:sp>
      <p:sp>
        <p:nvSpPr>
          <p:cNvPr id="55" name="Shape 53"/>
          <p:cNvSpPr/>
          <p:nvPr/>
        </p:nvSpPr>
        <p:spPr>
          <a:xfrm>
            <a:off x="7424564" y="9580836"/>
            <a:ext cx="78828" cy="78828"/>
          </a:xfrm>
          <a:prstGeom prst="ellipse">
            <a:avLst/>
          </a:prstGeom>
          <a:solidFill>
            <a:srgbClr val="14161C">
              <a:alpha val="28000"/>
            </a:srgbClr>
          </a:solidFill>
          <a:ln/>
        </p:spPr>
      </p:sp>
      <p:sp>
        <p:nvSpPr>
          <p:cNvPr id="56" name="Shape 54"/>
          <p:cNvSpPr/>
          <p:nvPr/>
        </p:nvSpPr>
        <p:spPr>
          <a:xfrm>
            <a:off x="7582219" y="9580836"/>
            <a:ext cx="78828" cy="78828"/>
          </a:xfrm>
          <a:prstGeom prst="ellipse">
            <a:avLst/>
          </a:prstGeom>
          <a:solidFill>
            <a:srgbClr val="14161C">
              <a:alpha val="28000"/>
            </a:srgbClr>
          </a:solidFill>
          <a:ln/>
        </p:spPr>
      </p:sp>
      <p:sp>
        <p:nvSpPr>
          <p:cNvPr id="57" name="Shape 55"/>
          <p:cNvSpPr/>
          <p:nvPr/>
        </p:nvSpPr>
        <p:spPr>
          <a:xfrm>
            <a:off x="7739874" y="9580836"/>
            <a:ext cx="78828" cy="78828"/>
          </a:xfrm>
          <a:prstGeom prst="ellipse">
            <a:avLst/>
          </a:prstGeom>
          <a:solidFill>
            <a:srgbClr val="14161C">
              <a:alpha val="28000"/>
            </a:srgbClr>
          </a:solidFill>
          <a:ln/>
        </p:spPr>
      </p:sp>
      <p:sp>
        <p:nvSpPr>
          <p:cNvPr id="58" name="Shape 56"/>
          <p:cNvSpPr/>
          <p:nvPr/>
        </p:nvSpPr>
        <p:spPr>
          <a:xfrm>
            <a:off x="7897529" y="9580836"/>
            <a:ext cx="78828" cy="78828"/>
          </a:xfrm>
          <a:prstGeom prst="ellipse">
            <a:avLst/>
          </a:prstGeom>
          <a:solidFill>
            <a:srgbClr val="14161C">
              <a:alpha val="28000"/>
            </a:srgbClr>
          </a:solidFill>
          <a:ln/>
        </p:spPr>
      </p:sp>
      <p:sp>
        <p:nvSpPr>
          <p:cNvPr id="59" name="Shape 57"/>
          <p:cNvSpPr/>
          <p:nvPr/>
        </p:nvSpPr>
        <p:spPr>
          <a:xfrm>
            <a:off x="8055184" y="9580836"/>
            <a:ext cx="78828" cy="78828"/>
          </a:xfrm>
          <a:prstGeom prst="ellipse">
            <a:avLst/>
          </a:prstGeom>
          <a:solidFill>
            <a:srgbClr val="14161C">
              <a:alpha val="28000"/>
            </a:srgbClr>
          </a:solidFill>
          <a:ln/>
        </p:spPr>
      </p:sp>
      <p:sp>
        <p:nvSpPr>
          <p:cNvPr id="60" name="Shape 58"/>
          <p:cNvSpPr/>
          <p:nvPr/>
        </p:nvSpPr>
        <p:spPr>
          <a:xfrm>
            <a:off x="8212839" y="9580836"/>
            <a:ext cx="78828" cy="78828"/>
          </a:xfrm>
          <a:prstGeom prst="ellipse">
            <a:avLst/>
          </a:prstGeom>
          <a:solidFill>
            <a:srgbClr val="14161C">
              <a:alpha val="28000"/>
            </a:srgbClr>
          </a:solidFill>
          <a:ln/>
        </p:spPr>
      </p:sp>
      <p:sp>
        <p:nvSpPr>
          <p:cNvPr id="61" name="Shape 59"/>
          <p:cNvSpPr/>
          <p:nvPr/>
        </p:nvSpPr>
        <p:spPr>
          <a:xfrm>
            <a:off x="8370494" y="9580836"/>
            <a:ext cx="78828" cy="78828"/>
          </a:xfrm>
          <a:prstGeom prst="ellipse">
            <a:avLst/>
          </a:prstGeom>
          <a:solidFill>
            <a:srgbClr val="14161C">
              <a:alpha val="28000"/>
            </a:srgbClr>
          </a:solidFill>
          <a:ln/>
        </p:spPr>
      </p:sp>
      <p:sp>
        <p:nvSpPr>
          <p:cNvPr id="62" name="Shape 60"/>
          <p:cNvSpPr/>
          <p:nvPr/>
        </p:nvSpPr>
        <p:spPr>
          <a:xfrm>
            <a:off x="8528148" y="9580836"/>
            <a:ext cx="78828" cy="78828"/>
          </a:xfrm>
          <a:prstGeom prst="ellipse">
            <a:avLst/>
          </a:prstGeom>
          <a:solidFill>
            <a:srgbClr val="14161C">
              <a:alpha val="28000"/>
            </a:srgbClr>
          </a:solidFill>
          <a:ln/>
        </p:spPr>
      </p:sp>
      <p:sp>
        <p:nvSpPr>
          <p:cNvPr id="63" name="Shape 61"/>
          <p:cNvSpPr/>
          <p:nvPr/>
        </p:nvSpPr>
        <p:spPr>
          <a:xfrm>
            <a:off x="8685803" y="9580836"/>
            <a:ext cx="78828" cy="78828"/>
          </a:xfrm>
          <a:prstGeom prst="ellipse">
            <a:avLst/>
          </a:prstGeom>
          <a:solidFill>
            <a:srgbClr val="14161C">
              <a:alpha val="28000"/>
            </a:srgbClr>
          </a:solidFill>
          <a:ln/>
        </p:spPr>
      </p:sp>
      <p:sp>
        <p:nvSpPr>
          <p:cNvPr id="64" name="Shape 62"/>
          <p:cNvSpPr/>
          <p:nvPr/>
        </p:nvSpPr>
        <p:spPr>
          <a:xfrm>
            <a:off x="8843458" y="9580836"/>
            <a:ext cx="78828" cy="78828"/>
          </a:xfrm>
          <a:prstGeom prst="ellipse">
            <a:avLst/>
          </a:prstGeom>
          <a:solidFill>
            <a:srgbClr val="14161C">
              <a:alpha val="28000"/>
            </a:srgbClr>
          </a:solidFill>
          <a:ln/>
        </p:spPr>
      </p:sp>
      <p:sp>
        <p:nvSpPr>
          <p:cNvPr id="65" name="Shape 63"/>
          <p:cNvSpPr/>
          <p:nvPr/>
        </p:nvSpPr>
        <p:spPr>
          <a:xfrm>
            <a:off x="9001113" y="9580836"/>
            <a:ext cx="78828" cy="78828"/>
          </a:xfrm>
          <a:prstGeom prst="ellipse">
            <a:avLst/>
          </a:prstGeom>
          <a:solidFill>
            <a:srgbClr val="14161C">
              <a:alpha val="28000"/>
            </a:srgbClr>
          </a:solidFill>
          <a:ln/>
        </p:spPr>
      </p:sp>
      <p:sp>
        <p:nvSpPr>
          <p:cNvPr id="66" name="Shape 64"/>
          <p:cNvSpPr/>
          <p:nvPr/>
        </p:nvSpPr>
        <p:spPr>
          <a:xfrm>
            <a:off x="9158768" y="9580836"/>
            <a:ext cx="78828" cy="78828"/>
          </a:xfrm>
          <a:prstGeom prst="ellipse">
            <a:avLst/>
          </a:prstGeom>
          <a:solidFill>
            <a:srgbClr val="14161C">
              <a:alpha val="28000"/>
            </a:srgbClr>
          </a:solidFill>
          <a:ln/>
        </p:spPr>
      </p:sp>
      <p:sp>
        <p:nvSpPr>
          <p:cNvPr id="67" name="Shape 65"/>
          <p:cNvSpPr/>
          <p:nvPr/>
        </p:nvSpPr>
        <p:spPr>
          <a:xfrm>
            <a:off x="9316423" y="9580836"/>
            <a:ext cx="78828" cy="78828"/>
          </a:xfrm>
          <a:prstGeom prst="ellipse">
            <a:avLst/>
          </a:prstGeom>
          <a:solidFill>
            <a:srgbClr val="14161C">
              <a:alpha val="28000"/>
            </a:srgbClr>
          </a:solidFill>
          <a:ln/>
        </p:spPr>
      </p:sp>
      <p:sp>
        <p:nvSpPr>
          <p:cNvPr id="68" name="Shape 66"/>
          <p:cNvSpPr/>
          <p:nvPr/>
        </p:nvSpPr>
        <p:spPr>
          <a:xfrm>
            <a:off x="9474078" y="9580836"/>
            <a:ext cx="78828" cy="78828"/>
          </a:xfrm>
          <a:prstGeom prst="ellipse">
            <a:avLst/>
          </a:prstGeom>
          <a:solidFill>
            <a:srgbClr val="14161C">
              <a:alpha val="28000"/>
            </a:srgbClr>
          </a:solidFill>
          <a:ln/>
        </p:spPr>
      </p:sp>
      <p:sp>
        <p:nvSpPr>
          <p:cNvPr id="69" name="Shape 67"/>
          <p:cNvSpPr/>
          <p:nvPr/>
        </p:nvSpPr>
        <p:spPr>
          <a:xfrm>
            <a:off x="9631733" y="9580836"/>
            <a:ext cx="78828" cy="78828"/>
          </a:xfrm>
          <a:prstGeom prst="ellipse">
            <a:avLst/>
          </a:prstGeom>
          <a:solidFill>
            <a:srgbClr val="14161C">
              <a:alpha val="28000"/>
            </a:srgbClr>
          </a:solidFill>
          <a:ln/>
        </p:spPr>
      </p:sp>
      <p:sp>
        <p:nvSpPr>
          <p:cNvPr id="70" name="Shape 68"/>
          <p:cNvSpPr/>
          <p:nvPr/>
        </p:nvSpPr>
        <p:spPr>
          <a:xfrm>
            <a:off x="9789388" y="9580836"/>
            <a:ext cx="78828" cy="78828"/>
          </a:xfrm>
          <a:prstGeom prst="ellipse">
            <a:avLst/>
          </a:prstGeom>
          <a:solidFill>
            <a:srgbClr val="14161C">
              <a:alpha val="28000"/>
            </a:srgbClr>
          </a:solidFill>
          <a:ln/>
        </p:spPr>
      </p:sp>
      <p:sp>
        <p:nvSpPr>
          <p:cNvPr id="71" name="Shape 69"/>
          <p:cNvSpPr/>
          <p:nvPr/>
        </p:nvSpPr>
        <p:spPr>
          <a:xfrm>
            <a:off x="9947043" y="9580836"/>
            <a:ext cx="78828" cy="78828"/>
          </a:xfrm>
          <a:prstGeom prst="ellipse">
            <a:avLst/>
          </a:prstGeom>
          <a:solidFill>
            <a:srgbClr val="14161C">
              <a:alpha val="28000"/>
            </a:srgbClr>
          </a:solidFill>
          <a:ln/>
        </p:spPr>
      </p:sp>
      <p:sp>
        <p:nvSpPr>
          <p:cNvPr id="72" name="Text 70"/>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28/58</a:t>
            </a:r>
            <a:endParaRPr lang="en-US" sz="1800" dirty="0"/>
          </a:p>
        </p:txBody>
      </p:sp>
      <p:sp>
        <p:nvSpPr>
          <p:cNvPr id="73" name="Shape 71"/>
          <p:cNvSpPr/>
          <p:nvPr/>
        </p:nvSpPr>
        <p:spPr>
          <a:xfrm>
            <a:off x="15983712" y="9076331"/>
            <a:ext cx="1645920" cy="552301"/>
          </a:xfrm>
          <a:prstGeom prst="roundRect">
            <a:avLst>
              <a:gd name="adj" fmla="val 28000"/>
            </a:avLst>
          </a:prstGeom>
          <a:solidFill>
            <a:srgbClr val="FFFFFF">
              <a:alpha val="82000"/>
            </a:srgbClr>
          </a:solidFill>
          <a:ln/>
        </p:spPr>
      </p:sp>
      <p:pic>
        <p:nvPicPr>
          <p:cNvPr id="74" name="Moda image moda-export-watermark-9a19d2a3-4b15-4185-b7f9-f8a66bade4d2"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200〜250°Cでの</a:t>
            </a:r>
            <a:r>
              <a:rPr lang="en-US" sz="5700" dirty="0" spc="0" kern="0">
                <a:solidFill>
                  <a:srgbClr val="F3EEE3"/>
                </a:solidFill>
                <a:latin typeface="Noto Sans JP ExtraBold" pitchFamily="34" charset="0"/>
                <a:ea typeface="Noto Sans JP ExtraBold" pitchFamily="34" charset="-122"/>
                <a:cs typeface="Noto Sans JP ExtraBold" pitchFamily="34" charset="-120"/>
              </a:rPr>
              <a:t> 実際の 堆積物</a:t>
            </a:r>
            <a:endParaRPr lang="en-US" sz="5700" dirty="0"/>
          </a:p>
        </p:txBody>
      </p:sp>
      <p:sp>
        <p:nvSpPr>
          <p:cNvPr id="3" name="Shape 1"/>
          <p:cNvSpPr/>
          <p:nvPr/>
        </p:nvSpPr>
        <p:spPr>
          <a:xfrm>
            <a:off x="914400" y="2247900"/>
            <a:ext cx="8953500" cy="6096000"/>
          </a:xfrm>
          <a:prstGeom prst="roundRect">
            <a:avLst>
              <a:gd name="adj" fmla="val 4375"/>
            </a:avLst>
          </a:prstGeom>
          <a:solidFill>
            <a:srgbClr val="FFFFFF"/>
          </a:solidFill>
          <a:ln w="28575">
            <a:solidFill>
              <a:srgbClr val="2C3040"/>
            </a:solidFill>
            <a:prstDash val="solid"/>
          </a:ln>
        </p:spPr>
      </p:sp>
      <p:pic>
        <p:nvPicPr>
          <p:cNvPr id="4" name="Moda image rect-1793260805158-667859335" descr="">    </p:cNvPr>
          <p:cNvPicPr>
            <a:picLocks noChangeAspect="1"/>
          </p:cNvPicPr>
          <p:nvPr/>
        </p:nvPicPr>
        <p:blipFill>
          <a:blip r:embed="rId1"/>
          <a:srcRect l="0" r="0" t="0" b="0"/>
          <a:stretch/>
        </p:blipFill>
        <p:spPr>
          <a:xfrm>
            <a:off x="1104900" y="2438400"/>
            <a:ext cx="8572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9AA0B5"/>
                </a:solidFill>
                <a:latin typeface="Noto Sans JP" pitchFamily="34" charset="0"/>
                <a:ea typeface="Noto Sans JP" pitchFamily="34" charset="-122"/>
                <a:cs typeface="Noto Sans JP" pitchFamily="34" charset="-120"/>
              </a:rPr>
              <a:t>図:</a:t>
            </a:r>
            <a:r>
              <a:rPr lang="en-US" sz="1650" dirty="0" spc="-1" kern="0">
                <a:solidFill>
                  <a:srgbClr val="9AA0B5"/>
                </a:solidFill>
                <a:latin typeface="Noto Sans JP" pitchFamily="34" charset="0"/>
                <a:ea typeface="Noto Sans JP" pitchFamily="34" charset="-122"/>
                <a:cs typeface="Noto Sans JP" pitchFamily="34" charset="-120"/>
              </a:rPr>
              <a:t> 自作の 定性図、</a:t>
            </a:r>
            <a:r>
              <a:rPr lang="en-US" sz="1650" dirty="0" spc="1" kern="0">
                <a:solidFill>
                  <a:srgbClr val="9AA0B5"/>
                </a:solidFill>
                <a:latin typeface="Noto Sans JP" pitchFamily="34" charset="0"/>
                <a:ea typeface="Noto Sans JP" pitchFamily="34" charset="-122"/>
                <a:cs typeface="Noto Sans JP" pitchFamily="34" charset="-120"/>
              </a:rPr>
              <a:t> FVVと</a:t>
            </a:r>
            <a:r>
              <a:rPr lang="en-US" sz="1650" dirty="0" spc="-3" kern="0">
                <a:solidFill>
                  <a:srgbClr val="9AA0B5"/>
                </a:solidFill>
                <a:latin typeface="Noto Sans JP" pitchFamily="34" charset="0"/>
                <a:ea typeface="Noto Sans JP" pitchFamily="34" charset="-122"/>
                <a:cs typeface="Noto Sans JP" pitchFamily="34" charset="-120"/>
              </a:rPr>
              <a:t> Weeksより[S4][S10]</a:t>
            </a:r>
            <a:endParaRPr lang="en-US" sz="1650" dirty="0"/>
          </a:p>
        </p:txBody>
      </p:sp>
      <p:sp>
        <p:nvSpPr>
          <p:cNvPr id="6" name="Shape 3"/>
          <p:cNvSpPr/>
          <p:nvPr/>
        </p:nvSpPr>
        <p:spPr>
          <a:xfrm>
            <a:off x="10248900" y="2247900"/>
            <a:ext cx="7124700" cy="838200"/>
          </a:xfrm>
          <a:prstGeom prst="roundRect">
            <a:avLst>
              <a:gd name="adj" fmla="val 22727"/>
            </a:avLst>
          </a:prstGeom>
          <a:solidFill>
            <a:srgbClr val="1E212B"/>
          </a:solidFill>
          <a:ln/>
        </p:spPr>
      </p:sp>
      <p:sp>
        <p:nvSpPr>
          <p:cNvPr id="7" name="Shape 4"/>
          <p:cNvSpPr/>
          <p:nvPr/>
        </p:nvSpPr>
        <p:spPr>
          <a:xfrm>
            <a:off x="10248900" y="2247900"/>
            <a:ext cx="114300" cy="838200"/>
          </a:xfrm>
          <a:prstGeom prst="roundRect">
            <a:avLst>
              <a:gd name="adj" fmla="val 50000"/>
            </a:avLst>
          </a:prstGeom>
          <a:solidFill>
            <a:srgbClr val="3DD6A0"/>
          </a:solidFill>
          <a:ln/>
        </p:spPr>
      </p:sp>
      <p:sp>
        <p:nvSpPr>
          <p:cNvPr id="8" name="Text 5"/>
          <p:cNvSpPr/>
          <p:nvPr/>
        </p:nvSpPr>
        <p:spPr>
          <a:xfrm>
            <a:off x="10591800" y="2343150"/>
            <a:ext cx="6591300" cy="333375"/>
          </a:xfrm>
          <a:prstGeom prst="rect">
            <a:avLst/>
          </a:prstGeom>
          <a:noFill/>
          <a:ln/>
        </p:spPr>
        <p:txBody>
          <a:bodyPr wrap="square" lIns="0" tIns="0" rIns="0" bIns="0" rtlCol="0" anchor="ctr"/>
          <a:lstStyle/>
          <a:p>
            <a:pPr algn="l" indent="0" marL="0">
              <a:buNone/>
            </a:pPr>
            <a:r>
              <a:rPr lang="en-US" sz="2187" dirty="0" spc="-1" kern="0">
                <a:solidFill>
                  <a:srgbClr val="3DD6A0"/>
                </a:solidFill>
                <a:latin typeface="Noto Sans JP ExtraBold" pitchFamily="34" charset="0"/>
                <a:ea typeface="Noto Sans JP ExtraBold" pitchFamily="34" charset="-122"/>
                <a:cs typeface="Noto Sans JP ExtraBold" pitchFamily="34" charset="-120"/>
              </a:rPr>
              <a:t>200°C未満</a:t>
            </a:r>
            <a:endParaRPr lang="en-US" sz="2187" dirty="0"/>
          </a:p>
        </p:txBody>
      </p:sp>
      <p:sp>
        <p:nvSpPr>
          <p:cNvPr id="9" name="Text 6"/>
          <p:cNvSpPr/>
          <p:nvPr/>
        </p:nvSpPr>
        <p:spPr>
          <a:xfrm>
            <a:off x="10591800" y="2581275"/>
            <a:ext cx="6591300" cy="466725"/>
          </a:xfrm>
          <a:prstGeom prst="rect">
            <a:avLst/>
          </a:prstGeom>
          <a:noFill/>
          <a:ln/>
        </p:spPr>
        <p:txBody>
          <a:bodyPr wrap="square" lIns="0" tIns="32248" rIns="0" bIns="-32248" rtlCol="0" anchor="ctr"/>
          <a:lstStyle/>
          <a:p>
            <a:pPr algn="l" indent="0" marL="0">
              <a:lnSpc>
                <a:spcPts val="2933"/>
              </a:lnSpc>
              <a:buNone/>
            </a:pPr>
            <a:r>
              <a:rPr lang="en-US" sz="2550" dirty="0" kern="0">
                <a:solidFill>
                  <a:srgbClr val="F3EEE3"/>
                </a:solidFill>
                <a:latin typeface="Noto Sans JP SemiBold" pitchFamily="34" charset="0"/>
                <a:ea typeface="Noto Sans JP SemiBold" pitchFamily="34" charset="-122"/>
                <a:cs typeface="Noto Sans JP SemiBold" pitchFamily="34" charset="-120"/>
              </a:rPr>
              <a:t>主に 尿素[S4]</a:t>
            </a:r>
            <a:endParaRPr lang="en-US" sz="2550" dirty="0"/>
          </a:p>
        </p:txBody>
      </p:sp>
      <p:sp>
        <p:nvSpPr>
          <p:cNvPr id="10" name="Shape 7"/>
          <p:cNvSpPr/>
          <p:nvPr/>
        </p:nvSpPr>
        <p:spPr>
          <a:xfrm>
            <a:off x="10248900" y="3219450"/>
            <a:ext cx="7124700" cy="838200"/>
          </a:xfrm>
          <a:prstGeom prst="roundRect">
            <a:avLst>
              <a:gd name="adj" fmla="val 22727"/>
            </a:avLst>
          </a:prstGeom>
          <a:solidFill>
            <a:srgbClr val="1E212B"/>
          </a:solidFill>
          <a:ln/>
        </p:spPr>
      </p:sp>
      <p:sp>
        <p:nvSpPr>
          <p:cNvPr id="11" name="Shape 8"/>
          <p:cNvSpPr/>
          <p:nvPr/>
        </p:nvSpPr>
        <p:spPr>
          <a:xfrm>
            <a:off x="10248900" y="3219450"/>
            <a:ext cx="114300" cy="838200"/>
          </a:xfrm>
          <a:prstGeom prst="roundRect">
            <a:avLst>
              <a:gd name="adj" fmla="val 50000"/>
            </a:avLst>
          </a:prstGeom>
          <a:solidFill>
            <a:srgbClr val="FF6A4D"/>
          </a:solidFill>
          <a:ln/>
        </p:spPr>
      </p:sp>
      <p:sp>
        <p:nvSpPr>
          <p:cNvPr id="12" name="Text 9"/>
          <p:cNvSpPr/>
          <p:nvPr/>
        </p:nvSpPr>
        <p:spPr>
          <a:xfrm>
            <a:off x="10591800" y="3314700"/>
            <a:ext cx="6591300" cy="333375"/>
          </a:xfrm>
          <a:prstGeom prst="rect">
            <a:avLst/>
          </a:prstGeom>
          <a:noFill/>
          <a:ln/>
        </p:spPr>
        <p:txBody>
          <a:bodyPr wrap="square" lIns="0" tIns="0" rIns="0" bIns="0" rtlCol="0" anchor="ctr"/>
          <a:lstStyle/>
          <a:p>
            <a:pPr algn="l" indent="0" marL="0">
              <a:buNone/>
            </a:pPr>
            <a:r>
              <a:rPr lang="en-US" sz="2187" dirty="0" spc="-2" kern="0">
                <a:solidFill>
                  <a:srgbClr val="FF6A4D"/>
                </a:solidFill>
                <a:latin typeface="Noto Sans JP ExtraBold" pitchFamily="34" charset="0"/>
                <a:ea typeface="Noto Sans JP ExtraBold" pitchFamily="34" charset="-122"/>
                <a:cs typeface="Noto Sans JP ExtraBold" pitchFamily="34" charset="-120"/>
              </a:rPr>
              <a:t>200〜250°C</a:t>
            </a:r>
            <a:endParaRPr lang="en-US" sz="2187" dirty="0"/>
          </a:p>
        </p:txBody>
      </p:sp>
      <p:sp>
        <p:nvSpPr>
          <p:cNvPr id="13" name="Text 10"/>
          <p:cNvSpPr/>
          <p:nvPr/>
        </p:nvSpPr>
        <p:spPr>
          <a:xfrm>
            <a:off x="10591800" y="3552825"/>
            <a:ext cx="6591300" cy="466725"/>
          </a:xfrm>
          <a:prstGeom prst="rect">
            <a:avLst/>
          </a:prstGeom>
          <a:noFill/>
          <a:ln/>
        </p:spPr>
        <p:txBody>
          <a:bodyPr wrap="square" lIns="0" tIns="32248" rIns="0" bIns="-32248" rtlCol="0" anchor="ctr"/>
          <a:lstStyle/>
          <a:p>
            <a:pPr algn="l" indent="0" marL="0">
              <a:lnSpc>
                <a:spcPts val="2933"/>
              </a:lnSpc>
              <a:buNone/>
            </a:pPr>
            <a:r>
              <a:rPr lang="en-US" sz="2550" dirty="0" spc="-8" kern="0">
                <a:solidFill>
                  <a:srgbClr val="F3EEE3"/>
                </a:solidFill>
                <a:latin typeface="Noto Sans JP SemiBold" pitchFamily="34" charset="0"/>
                <a:ea typeface="Noto Sans JP SemiBold" pitchFamily="34" charset="-122"/>
                <a:cs typeface="Noto Sans JP SemiBold" pitchFamily="34" charset="-120"/>
              </a:rPr>
              <a:t>ビウレット、</a:t>
            </a:r>
            <a:r>
              <a:rPr lang="en-US" sz="2550" dirty="0" spc="-1" kern="0">
                <a:solidFill>
                  <a:srgbClr val="F3EEE3"/>
                </a:solidFill>
                <a:latin typeface="Noto Sans JP SemiBold" pitchFamily="34" charset="0"/>
                <a:ea typeface="Noto Sans JP SemiBold" pitchFamily="34" charset="-122"/>
                <a:cs typeface="Noto Sans JP SemiBold" pitchFamily="34" charset="-120"/>
              </a:rPr>
              <a:t> シアヌル酸[S4]</a:t>
            </a:r>
            <a:endParaRPr lang="en-US" sz="2550" dirty="0"/>
          </a:p>
        </p:txBody>
      </p:sp>
      <p:sp>
        <p:nvSpPr>
          <p:cNvPr id="14" name="Shape 11"/>
          <p:cNvSpPr/>
          <p:nvPr/>
        </p:nvSpPr>
        <p:spPr>
          <a:xfrm>
            <a:off x="10248900" y="4191000"/>
            <a:ext cx="7124700" cy="838200"/>
          </a:xfrm>
          <a:prstGeom prst="roundRect">
            <a:avLst>
              <a:gd name="adj" fmla="val 22727"/>
            </a:avLst>
          </a:prstGeom>
          <a:solidFill>
            <a:srgbClr val="1E212B"/>
          </a:solidFill>
          <a:ln/>
        </p:spPr>
      </p:sp>
      <p:sp>
        <p:nvSpPr>
          <p:cNvPr id="15" name="Shape 12"/>
          <p:cNvSpPr/>
          <p:nvPr/>
        </p:nvSpPr>
        <p:spPr>
          <a:xfrm>
            <a:off x="10248900" y="4191000"/>
            <a:ext cx="114300" cy="838200"/>
          </a:xfrm>
          <a:prstGeom prst="roundRect">
            <a:avLst>
              <a:gd name="adj" fmla="val 50000"/>
            </a:avLst>
          </a:prstGeom>
          <a:solidFill>
            <a:srgbClr val="7C93FF"/>
          </a:solidFill>
          <a:ln/>
        </p:spPr>
      </p:sp>
      <p:sp>
        <p:nvSpPr>
          <p:cNvPr id="16" name="Text 13"/>
          <p:cNvSpPr/>
          <p:nvPr/>
        </p:nvSpPr>
        <p:spPr>
          <a:xfrm>
            <a:off x="10591800" y="4286250"/>
            <a:ext cx="6591300" cy="333375"/>
          </a:xfrm>
          <a:prstGeom prst="rect">
            <a:avLst/>
          </a:prstGeom>
          <a:noFill/>
          <a:ln/>
        </p:spPr>
        <p:txBody>
          <a:bodyPr wrap="square" lIns="0" tIns="0" rIns="0" bIns="0" rtlCol="0" anchor="ctr"/>
          <a:lstStyle/>
          <a:p>
            <a:pPr algn="l" indent="0" marL="0">
              <a:buNone/>
            </a:pPr>
            <a:r>
              <a:rPr lang="en-US" sz="2187" dirty="0" spc="-2" kern="0">
                <a:solidFill>
                  <a:srgbClr val="7C93FF"/>
                </a:solidFill>
                <a:latin typeface="Noto Sans JP ExtraBold" pitchFamily="34" charset="0"/>
                <a:ea typeface="Noto Sans JP ExtraBold" pitchFamily="34" charset="-122"/>
                <a:cs typeface="Noto Sans JP ExtraBold" pitchFamily="34" charset="-120"/>
              </a:rPr>
              <a:t>335〜425°C</a:t>
            </a:r>
            <a:endParaRPr lang="en-US" sz="2187" dirty="0"/>
          </a:p>
        </p:txBody>
      </p:sp>
      <p:sp>
        <p:nvSpPr>
          <p:cNvPr id="17" name="Text 14"/>
          <p:cNvSpPr/>
          <p:nvPr/>
        </p:nvSpPr>
        <p:spPr>
          <a:xfrm>
            <a:off x="10591800" y="4524375"/>
            <a:ext cx="6591300" cy="466725"/>
          </a:xfrm>
          <a:prstGeom prst="rect">
            <a:avLst/>
          </a:prstGeom>
          <a:noFill/>
          <a:ln/>
        </p:spPr>
        <p:txBody>
          <a:bodyPr wrap="square" lIns="0" tIns="32248" rIns="0" bIns="-32248" rtlCol="0" anchor="ctr"/>
          <a:lstStyle/>
          <a:p>
            <a:pPr algn="l" indent="0" marL="0">
              <a:lnSpc>
                <a:spcPts val="2933"/>
              </a:lnSpc>
              <a:buNone/>
            </a:pPr>
            <a:r>
              <a:rPr lang="en-US" sz="2550" dirty="0" kern="0">
                <a:solidFill>
                  <a:srgbClr val="F3EEE3"/>
                </a:solidFill>
                <a:latin typeface="Noto Sans JP SemiBold" pitchFamily="34" charset="0"/>
                <a:ea typeface="Noto Sans JP SemiBold" pitchFamily="34" charset="-122"/>
                <a:cs typeface="Noto Sans JP SemiBold" pitchFamily="34" charset="-120"/>
              </a:rPr>
              <a:t>主に シアヌル酸[S10]</a:t>
            </a:r>
            <a:endParaRPr lang="en-US" sz="2550" dirty="0"/>
          </a:p>
        </p:txBody>
      </p:sp>
      <p:sp>
        <p:nvSpPr>
          <p:cNvPr id="18" name="Shape 15"/>
          <p:cNvSpPr/>
          <p:nvPr/>
        </p:nvSpPr>
        <p:spPr>
          <a:xfrm>
            <a:off x="10248900" y="5162550"/>
            <a:ext cx="7124700" cy="3181350"/>
          </a:xfrm>
          <a:prstGeom prst="roundRect">
            <a:avLst>
              <a:gd name="adj" fmla="val 5988"/>
            </a:avLst>
          </a:prstGeom>
          <a:solidFill>
            <a:srgbClr val="1C4236"/>
          </a:solidFill>
          <a:ln/>
        </p:spPr>
      </p:sp>
      <p:sp>
        <p:nvSpPr>
          <p:cNvPr id="19" name="Text 16"/>
          <p:cNvSpPr/>
          <p:nvPr/>
        </p:nvSpPr>
        <p:spPr>
          <a:xfrm>
            <a:off x="10553700" y="5429250"/>
            <a:ext cx="6515100" cy="2647950"/>
          </a:xfrm>
          <a:prstGeom prst="rect">
            <a:avLst/>
          </a:prstGeom>
          <a:noFill/>
          <a:ln/>
        </p:spPr>
        <p:txBody>
          <a:bodyPr wrap="square" lIns="0" tIns="27489" rIns="0" bIns="-27489" rtlCol="0" anchor="t"/>
          <a:lstStyle/>
          <a:p>
            <a:pPr algn="l" indent="0" marL="0">
              <a:lnSpc>
                <a:spcPts val="2535"/>
              </a:lnSpc>
              <a:buNone/>
            </a:pPr>
            <a:r>
              <a:rPr lang="en-US" sz="1950" dirty="0" spc="0" kern="0">
                <a:solidFill>
                  <a:srgbClr val="F3EEE3"/>
                </a:solidFill>
                <a:latin typeface="Noto Sans JP" pitchFamily="34" charset="0"/>
                <a:ea typeface="Noto Sans JP" pitchFamily="34" charset="-122"/>
                <a:cs typeface="Noto Sans JP" pitchFamily="34" charset="-120"/>
              </a:rPr>
              <a:t>試験で 採取した 堆積物は、</a:t>
            </a:r>
            <a:r>
              <a:rPr lang="en-US" sz="1950" dirty="0" spc="-1" kern="0">
                <a:solidFill>
                  <a:srgbClr val="F3EEE3"/>
                </a:solidFill>
                <a:latin typeface="Noto Sans JP" pitchFamily="34" charset="0"/>
                <a:ea typeface="Noto Sans JP" pitchFamily="34" charset="-122"/>
                <a:cs typeface="Noto Sans JP" pitchFamily="34" charset="-120"/>
              </a:rPr>
              <a:t> 温度で</a:t>
            </a:r>
            <a:r>
              <a:rPr lang="en-US" sz="1950" dirty="0" spc="0" kern="0">
                <a:solidFill>
                  <a:srgbClr val="F3EEE3"/>
                </a:solidFill>
                <a:latin typeface="Noto Sans JP" pitchFamily="34" charset="0"/>
                <a:ea typeface="Noto Sans JP" pitchFamily="34" charset="-122"/>
                <a:cs typeface="Noto Sans JP" pitchFamily="34" charset="-120"/>
              </a:rPr>
              <a:t> 組成が 変わる。</a:t>
            </a:r>
            <a:r>
              <a:rPr lang="en-US" sz="1950" dirty="0" spc="3" kern="0">
                <a:solidFill>
                  <a:srgbClr val="F3EEE3"/>
                </a:solidFill>
                <a:latin typeface="Noto Sans JP" pitchFamily="34" charset="0"/>
                <a:ea typeface="Noto Sans JP" pitchFamily="34" charset="-122"/>
                <a:cs typeface="Noto Sans JP" pitchFamily="34" charset="-120"/>
              </a:rPr>
              <a:t> FVVの</a:t>
            </a:r>
            <a:r>
              <a:rPr lang="en-US" sz="1950" dirty="0" spc="0" kern="0">
                <a:solidFill>
                  <a:srgbClr val="F3EEE3"/>
                </a:solidFill>
                <a:latin typeface="Noto Sans JP" pitchFamily="34" charset="0"/>
                <a:ea typeface="Noto Sans JP" pitchFamily="34" charset="-122"/>
                <a:cs typeface="Noto Sans JP" pitchFamily="34" charset="-120"/>
              </a:rPr>
              <a:t> 報告書：</a:t>
            </a:r>
            <a:r>
              <a:rPr lang="en-US" sz="1950" dirty="0" spc="-3" kern="0">
                <a:solidFill>
                  <a:srgbClr val="F3EEE3"/>
                </a:solidFill>
                <a:latin typeface="Noto Sans JP" pitchFamily="34" charset="0"/>
                <a:ea typeface="Noto Sans JP" pitchFamily="34" charset="-122"/>
                <a:cs typeface="Noto Sans JP" pitchFamily="34" charset="-120"/>
              </a:rPr>
              <a:t> 200°C未満は</a:t>
            </a:r>
            <a:r>
              <a:rPr lang="en-US" sz="1950" dirty="0" spc="-1" kern="0">
                <a:solidFill>
                  <a:srgbClr val="F3EEE3"/>
                </a:solidFill>
                <a:latin typeface="Noto Sans JP" pitchFamily="34" charset="0"/>
                <a:ea typeface="Noto Sans JP" pitchFamily="34" charset="-122"/>
                <a:cs typeface="Noto Sans JP" pitchFamily="34" charset="-120"/>
              </a:rPr>
              <a:t> 主に</a:t>
            </a:r>
            <a:pPr algn="l" indent="0" marL="0">
              <a:lnSpc>
                <a:spcPts val="2535"/>
              </a:lnSpc>
              <a:buNone/>
            </a:pPr>
            <a:r>
              <a:rPr lang="en-US" sz="1950" b="1" dirty="0" kern="0">
                <a:solidFill>
                  <a:srgbClr val="FF4FD8"/>
                </a:solidFill>
                <a:latin typeface="Noto Sans JP" pitchFamily="34" charset="0"/>
                <a:ea typeface="Noto Sans JP" pitchFamily="34" charset="-122"/>
                <a:cs typeface="Noto Sans JP" pitchFamily="34" charset="-120"/>
              </a:rPr>
              <a:t>尿素</a:t>
            </a:r>
            <a:pPr algn="l" indent="0" marL="0">
              <a:lnSpc>
                <a:spcPts val="2535"/>
              </a:lnSpc>
              <a:buNone/>
            </a:pPr>
            <a:r>
              <a:rPr lang="en-US" sz="1950" dirty="0" spc="-4" kern="0">
                <a:solidFill>
                  <a:srgbClr val="F3EEE3"/>
                </a:solidFill>
                <a:latin typeface="Noto Sans JP" pitchFamily="34" charset="0"/>
                <a:ea typeface="Noto Sans JP" pitchFamily="34" charset="-122"/>
                <a:cs typeface="Noto Sans JP" pitchFamily="34" charset="-120"/>
              </a:rPr>
              <a:t>、200〜250°Cは</a:t>
            </a:r>
            <a:r>
              <a:rPr lang="en-US" sz="1950" dirty="0" spc="1" kern="0">
                <a:solidFill>
                  <a:srgbClr val="F3EEE3"/>
                </a:solidFill>
                <a:latin typeface="Noto Sans JP" pitchFamily="34" charset="0"/>
                <a:ea typeface="Noto Sans JP" pitchFamily="34" charset="-122"/>
                <a:cs typeface="Noto Sans JP" pitchFamily="34" charset="-120"/>
              </a:rPr>
              <a:t> 主に</a:t>
            </a:r>
            <a:pPr algn="l" indent="0" marL="0">
              <a:lnSpc>
                <a:spcPts val="2535"/>
              </a:lnSpc>
              <a:buNone/>
            </a:pPr>
            <a:r>
              <a:rPr lang="en-US" sz="1950" b="1" dirty="0" kern="0">
                <a:solidFill>
                  <a:srgbClr val="4CD964"/>
                </a:solidFill>
                <a:latin typeface="Noto Sans JP" pitchFamily="34" charset="0"/>
                <a:ea typeface="Noto Sans JP" pitchFamily="34" charset="-122"/>
                <a:cs typeface="Noto Sans JP" pitchFamily="34" charset="-120"/>
              </a:rPr>
              <a:t>ビウレット</a:t>
            </a:r>
            <a:pPr algn="l" indent="0" marL="0">
              <a:lnSpc>
                <a:spcPts val="2535"/>
              </a:lnSpc>
              <a:buNone/>
            </a:pPr>
            <a:r>
              <a:rPr lang="en-US" sz="1950" dirty="0" spc="0" kern="0">
                <a:solidFill>
                  <a:srgbClr val="F3EEE3"/>
                </a:solidFill>
                <a:latin typeface="Noto Sans JP" pitchFamily="34" charset="0"/>
                <a:ea typeface="Noto Sans JP" pitchFamily="34" charset="-122"/>
                <a:cs typeface="Noto Sans JP" pitchFamily="34" charset="-120"/>
              </a:rPr>
              <a:t>と</a:t>
            </a:r>
            <a:r>
              <a:rPr lang="en-US" sz="1950" dirty="0" spc="-4" kern="0">
                <a:solidFill>
                  <a:srgbClr val="F3EEE3"/>
                </a:solidFill>
                <a:latin typeface="Noto Sans JP" pitchFamily="34" charset="0"/>
                <a:ea typeface="Noto Sans JP" pitchFamily="34" charset="-122"/>
                <a:cs typeface="Noto Sans JP" pitchFamily="34" charset="-120"/>
              </a:rPr>
              <a:t> シアヌル酸、それより</a:t>
            </a:r>
            <a:r>
              <a:rPr lang="en-US" sz="1950" dirty="0" spc="1" kern="0">
                <a:solidFill>
                  <a:srgbClr val="F3EEE3"/>
                </a:solidFill>
                <a:latin typeface="Noto Sans JP" pitchFamily="34" charset="0"/>
                <a:ea typeface="Noto Sans JP" pitchFamily="34" charset="-122"/>
                <a:cs typeface="Noto Sans JP" pitchFamily="34" charset="-120"/>
              </a:rPr>
              <a:t> 高温は</a:t>
            </a:r>
            <a:r>
              <a:rPr lang="en-US" sz="1950" dirty="0" spc="0" kern="0">
                <a:solidFill>
                  <a:srgbClr val="F3EEE3"/>
                </a:solidFill>
                <a:latin typeface="Noto Sans JP" pitchFamily="34" charset="0"/>
                <a:ea typeface="Noto Sans JP" pitchFamily="34" charset="-122"/>
                <a:cs typeface="Noto Sans JP" pitchFamily="34" charset="-120"/>
              </a:rPr>
              <a:t> シアヌル酸と</a:t>
            </a:r>
            <a:r>
              <a:rPr lang="en-US" sz="1950" dirty="0" spc="-23" kern="0">
                <a:solidFill>
                  <a:srgbClr val="F3EEE3"/>
                </a:solidFill>
                <a:latin typeface="Noto Sans JP" pitchFamily="34" charset="0"/>
                <a:ea typeface="Noto Sans JP" pitchFamily="34" charset="-122"/>
                <a:cs typeface="Noto Sans JP" pitchFamily="34" charset="-120"/>
              </a:rPr>
              <a:t> アンメリド</a:t>
            </a:r>
            <a:pPr algn="l" indent="0" marL="0">
              <a:lnSpc>
                <a:spcPts val="2535"/>
              </a:lnSpc>
              <a:buNone/>
            </a:pPr>
            <a:r>
              <a:rPr lang="en-US" sz="1950" dirty="0" spc="-3" kern="0">
                <a:solidFill>
                  <a:srgbClr val="9AA0B5"/>
                </a:solidFill>
                <a:latin typeface="Noto Sans JP" pitchFamily="34" charset="0"/>
                <a:ea typeface="Noto Sans JP" pitchFamily="34" charset="-122"/>
                <a:cs typeface="Noto Sans JP" pitchFamily="34" charset="-120"/>
              </a:rPr>
              <a:t>[S4]</a:t>
            </a:r>
            <a:pPr algn="l" indent="0" marL="0">
              <a:lnSpc>
                <a:spcPts val="2535"/>
              </a:lnSpc>
              <a:buNone/>
            </a:pPr>
            <a:r>
              <a:rPr lang="en-US" sz="1950" dirty="0" spc="0" kern="0">
                <a:solidFill>
                  <a:srgbClr val="F3EEE3"/>
                </a:solidFill>
                <a:latin typeface="Noto Sans JP" pitchFamily="34" charset="0"/>
                <a:ea typeface="Noto Sans JP" pitchFamily="34" charset="-122"/>
                <a:cs typeface="Noto Sans JP" pitchFamily="34" charset="-120"/>
              </a:rPr>
              <a:t>。</a:t>
            </a:r>
            <a:r>
              <a:rPr lang="en-US" sz="1950" dirty="0" spc="2" kern="0">
                <a:solidFill>
                  <a:srgbClr val="F3EEE3"/>
                </a:solidFill>
                <a:latin typeface="Noto Sans JP" pitchFamily="34" charset="0"/>
                <a:ea typeface="Noto Sans JP" pitchFamily="34" charset="-122"/>
                <a:cs typeface="Noto Sans JP" pitchFamily="34" charset="-120"/>
              </a:rPr>
              <a:t> Weeks：</a:t>
            </a:r>
            <a:r>
              <a:rPr lang="en-US" sz="1950" dirty="0" spc="-4" kern="0">
                <a:solidFill>
                  <a:srgbClr val="F3EEE3"/>
                </a:solidFill>
                <a:latin typeface="Noto Sans JP" pitchFamily="34" charset="0"/>
                <a:ea typeface="Noto Sans JP" pitchFamily="34" charset="-122"/>
                <a:cs typeface="Noto Sans JP" pitchFamily="34" charset="-120"/>
              </a:rPr>
              <a:t> 200〜250°Cでは</a:t>
            </a:r>
            <a:r>
              <a:rPr lang="en-US" sz="1950" dirty="0" spc="1" kern="0">
                <a:solidFill>
                  <a:srgbClr val="F3EEE3"/>
                </a:solidFill>
                <a:latin typeface="Noto Sans JP" pitchFamily="34" charset="0"/>
                <a:ea typeface="Noto Sans JP" pitchFamily="34" charset="-122"/>
                <a:cs typeface="Noto Sans JP" pitchFamily="34" charset="-120"/>
              </a:rPr>
              <a:t> 尿素、</a:t>
            </a:r>
            <a:r>
              <a:rPr lang="en-US" sz="1950" dirty="0" spc="-6" kern="0">
                <a:solidFill>
                  <a:srgbClr val="F3EEE3"/>
                </a:solidFill>
                <a:latin typeface="Noto Sans JP" pitchFamily="34" charset="0"/>
                <a:ea typeface="Noto Sans JP" pitchFamily="34" charset="-122"/>
                <a:cs typeface="Noto Sans JP" pitchFamily="34" charset="-120"/>
              </a:rPr>
              <a:t> ビウレット、</a:t>
            </a:r>
            <a:r>
              <a:rPr lang="en-US" sz="1950" dirty="0" spc="0" kern="0">
                <a:solidFill>
                  <a:srgbClr val="F3EEE3"/>
                </a:solidFill>
                <a:latin typeface="Noto Sans JP" pitchFamily="34" charset="0"/>
                <a:ea typeface="Noto Sans JP" pitchFamily="34" charset="-122"/>
                <a:cs typeface="Noto Sans JP" pitchFamily="34" charset="-120"/>
              </a:rPr>
              <a:t> シアヌル酸が 出て 割合は 大きく</a:t>
            </a:r>
            <a:r>
              <a:rPr lang="en-US" sz="1950" dirty="0" spc="-8" kern="0">
                <a:solidFill>
                  <a:srgbClr val="F3EEE3"/>
                </a:solidFill>
                <a:latin typeface="Noto Sans JP" pitchFamily="34" charset="0"/>
                <a:ea typeface="Noto Sans JP" pitchFamily="34" charset="-122"/>
                <a:cs typeface="Noto Sans JP" pitchFamily="34" charset="-120"/>
              </a:rPr>
              <a:t> 変わり、335〜425°Cでは</a:t>
            </a:r>
            <a:r>
              <a:rPr lang="en-US" sz="1950" dirty="0" spc="2" kern="0">
                <a:solidFill>
                  <a:srgbClr val="F3EEE3"/>
                </a:solidFill>
                <a:latin typeface="Noto Sans JP" pitchFamily="34" charset="0"/>
                <a:ea typeface="Noto Sans JP" pitchFamily="34" charset="-122"/>
                <a:cs typeface="Noto Sans JP" pitchFamily="34" charset="-120"/>
              </a:rPr>
              <a:t> 主に</a:t>
            </a:r>
            <a:pPr algn="l" indent="0" marL="0">
              <a:lnSpc>
                <a:spcPts val="2535"/>
              </a:lnSpc>
              <a:buNone/>
            </a:pPr>
            <a:r>
              <a:rPr lang="en-US" sz="1950" b="1" dirty="0" kern="0">
                <a:solidFill>
                  <a:srgbClr val="C084FF"/>
                </a:solidFill>
                <a:latin typeface="Noto Sans JP" pitchFamily="34" charset="0"/>
                <a:ea typeface="Noto Sans JP" pitchFamily="34" charset="-122"/>
                <a:cs typeface="Noto Sans JP" pitchFamily="34" charset="-120"/>
              </a:rPr>
              <a:t>シアヌル酸</a:t>
            </a:r>
            <a:pPr algn="l" indent="0" marL="0">
              <a:lnSpc>
                <a:spcPts val="2535"/>
              </a:lnSpc>
              <a:buNone/>
            </a:pPr>
            <a:r>
              <a:rPr lang="en-US" sz="1950" dirty="0" spc="-4" kern="0">
                <a:solidFill>
                  <a:srgbClr val="9AA0B5"/>
                </a:solidFill>
                <a:latin typeface="Noto Sans JP" pitchFamily="34" charset="0"/>
                <a:ea typeface="Noto Sans JP" pitchFamily="34" charset="-122"/>
                <a:cs typeface="Noto Sans JP" pitchFamily="34" charset="-120"/>
              </a:rPr>
              <a:t>[S10]</a:t>
            </a:r>
            <a:pPr algn="l" indent="0" marL="0">
              <a:lnSpc>
                <a:spcPts val="2535"/>
              </a:lnSpc>
              <a:buNone/>
            </a:pPr>
            <a:r>
              <a:rPr lang="en-US" sz="1950" dirty="0" spc="0" kern="0">
                <a:solidFill>
                  <a:srgbClr val="F3EEE3"/>
                </a:solidFill>
                <a:latin typeface="Noto Sans JP" pitchFamily="34" charset="0"/>
                <a:ea typeface="Noto Sans JP" pitchFamily="34" charset="-122"/>
                <a:cs typeface="Noto Sans JP" pitchFamily="34" charset="-120"/>
              </a:rPr>
              <a:t>。 図は</a:t>
            </a:r>
            <a:r>
              <a:rPr lang="en-US" sz="1950" dirty="0" spc="-2" kern="0">
                <a:solidFill>
                  <a:srgbClr val="F3EEE3"/>
                </a:solidFill>
                <a:latin typeface="Noto Sans JP" pitchFamily="34" charset="0"/>
                <a:ea typeface="Noto Sans JP" pitchFamily="34" charset="-122"/>
                <a:cs typeface="Noto Sans JP" pitchFamily="34" charset="-120"/>
              </a:rPr>
              <a:t> 定性的なものである。</a:t>
            </a:r>
            <a:endParaRPr lang="en-US" sz="1950" dirty="0"/>
          </a:p>
        </p:txBody>
      </p:sp>
      <p:sp>
        <p:nvSpPr>
          <p:cNvPr id="20"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[S4]</a:t>
            </a:r>
            <a:r>
              <a:rPr lang="en-US" sz="1800" dirty="0" spc="-1" kern="0">
                <a:solidFill>
                  <a:srgbClr val="9AA0B5"/>
                </a:solidFill>
                <a:latin typeface="Noto Sans JP" pitchFamily="34" charset="0"/>
                <a:ea typeface="Noto Sans JP" pitchFamily="34" charset="-122"/>
                <a:cs typeface="Noto Sans JP" pitchFamily="34" charset="-120"/>
              </a:rPr>
              <a:t> [S10]</a:t>
            </a:r>
            <a:endParaRPr lang="en-US" sz="1800" dirty="0"/>
          </a:p>
        </p:txBody>
      </p:sp>
      <p:sp>
        <p:nvSpPr>
          <p:cNvPr id="21" name="Shape 18"/>
          <p:cNvSpPr/>
          <p:nvPr/>
        </p:nvSpPr>
        <p:spPr>
          <a:xfrm>
            <a:off x="960711" y="9580836"/>
            <a:ext cx="78828" cy="78828"/>
          </a:xfrm>
          <a:prstGeom prst="ellipse">
            <a:avLst/>
          </a:prstGeom>
          <a:solidFill>
            <a:srgbClr val="F3EEE3">
              <a:alpha val="28000"/>
            </a:srgbClr>
          </a:solidFill>
          <a:ln/>
        </p:spPr>
      </p:sp>
      <p:sp>
        <p:nvSpPr>
          <p:cNvPr id="22" name="Shape 19"/>
          <p:cNvSpPr/>
          <p:nvPr/>
        </p:nvSpPr>
        <p:spPr>
          <a:xfrm>
            <a:off x="1118366" y="9580836"/>
            <a:ext cx="78828" cy="78828"/>
          </a:xfrm>
          <a:prstGeom prst="ellipse">
            <a:avLst/>
          </a:prstGeom>
          <a:solidFill>
            <a:srgbClr val="F3EEE3">
              <a:alpha val="28000"/>
            </a:srgbClr>
          </a:solidFill>
          <a:ln/>
        </p:spPr>
      </p:sp>
      <p:sp>
        <p:nvSpPr>
          <p:cNvPr id="23" name="Shape 20"/>
          <p:cNvSpPr/>
          <p:nvPr/>
        </p:nvSpPr>
        <p:spPr>
          <a:xfrm>
            <a:off x="1276021" y="9580836"/>
            <a:ext cx="78828" cy="78828"/>
          </a:xfrm>
          <a:prstGeom prst="ellipse">
            <a:avLst/>
          </a:prstGeom>
          <a:solidFill>
            <a:srgbClr val="F3EEE3">
              <a:alpha val="28000"/>
            </a:srgbClr>
          </a:solidFill>
          <a:ln/>
        </p:spPr>
      </p:sp>
      <p:sp>
        <p:nvSpPr>
          <p:cNvPr id="24" name="Shape 21"/>
          <p:cNvSpPr/>
          <p:nvPr/>
        </p:nvSpPr>
        <p:spPr>
          <a:xfrm>
            <a:off x="1433676" y="9580836"/>
            <a:ext cx="78828" cy="78828"/>
          </a:xfrm>
          <a:prstGeom prst="ellipse">
            <a:avLst/>
          </a:prstGeom>
          <a:solidFill>
            <a:srgbClr val="F3EEE3">
              <a:alpha val="28000"/>
            </a:srgbClr>
          </a:solidFill>
          <a:ln/>
        </p:spPr>
      </p:sp>
      <p:sp>
        <p:nvSpPr>
          <p:cNvPr id="25" name="Shape 22"/>
          <p:cNvSpPr/>
          <p:nvPr/>
        </p:nvSpPr>
        <p:spPr>
          <a:xfrm>
            <a:off x="1591331" y="9580836"/>
            <a:ext cx="78828" cy="78828"/>
          </a:xfrm>
          <a:prstGeom prst="ellipse">
            <a:avLst/>
          </a:prstGeom>
          <a:solidFill>
            <a:srgbClr val="F3EEE3">
              <a:alpha val="28000"/>
            </a:srgbClr>
          </a:solidFill>
          <a:ln/>
        </p:spPr>
      </p:sp>
      <p:sp>
        <p:nvSpPr>
          <p:cNvPr id="26" name="Shape 23"/>
          <p:cNvSpPr/>
          <p:nvPr/>
        </p:nvSpPr>
        <p:spPr>
          <a:xfrm>
            <a:off x="1748986" y="9580836"/>
            <a:ext cx="78828" cy="78828"/>
          </a:xfrm>
          <a:prstGeom prst="ellipse">
            <a:avLst/>
          </a:prstGeom>
          <a:solidFill>
            <a:srgbClr val="F3EEE3">
              <a:alpha val="28000"/>
            </a:srgbClr>
          </a:solidFill>
          <a:ln/>
        </p:spPr>
      </p:sp>
      <p:sp>
        <p:nvSpPr>
          <p:cNvPr id="27" name="Shape 24"/>
          <p:cNvSpPr/>
          <p:nvPr/>
        </p:nvSpPr>
        <p:spPr>
          <a:xfrm>
            <a:off x="1906641" y="9580836"/>
            <a:ext cx="78828" cy="78828"/>
          </a:xfrm>
          <a:prstGeom prst="ellipse">
            <a:avLst/>
          </a:prstGeom>
          <a:solidFill>
            <a:srgbClr val="F3EEE3">
              <a:alpha val="28000"/>
            </a:srgbClr>
          </a:solidFill>
          <a:ln/>
        </p:spPr>
      </p:sp>
      <p:sp>
        <p:nvSpPr>
          <p:cNvPr id="28" name="Shape 25"/>
          <p:cNvSpPr/>
          <p:nvPr/>
        </p:nvSpPr>
        <p:spPr>
          <a:xfrm>
            <a:off x="2064296" y="9580836"/>
            <a:ext cx="78828" cy="78828"/>
          </a:xfrm>
          <a:prstGeom prst="ellipse">
            <a:avLst/>
          </a:prstGeom>
          <a:solidFill>
            <a:srgbClr val="F3EEE3">
              <a:alpha val="28000"/>
            </a:srgbClr>
          </a:solidFill>
          <a:ln/>
        </p:spPr>
      </p:sp>
      <p:sp>
        <p:nvSpPr>
          <p:cNvPr id="29" name="Shape 26"/>
          <p:cNvSpPr/>
          <p:nvPr/>
        </p:nvSpPr>
        <p:spPr>
          <a:xfrm>
            <a:off x="2221951" y="9580836"/>
            <a:ext cx="78828" cy="78828"/>
          </a:xfrm>
          <a:prstGeom prst="ellipse">
            <a:avLst/>
          </a:prstGeom>
          <a:solidFill>
            <a:srgbClr val="F3EEE3">
              <a:alpha val="28000"/>
            </a:srgbClr>
          </a:solidFill>
          <a:ln/>
        </p:spPr>
      </p:sp>
      <p:sp>
        <p:nvSpPr>
          <p:cNvPr id="30" name="Shape 27"/>
          <p:cNvSpPr/>
          <p:nvPr/>
        </p:nvSpPr>
        <p:spPr>
          <a:xfrm>
            <a:off x="2379606" y="9580836"/>
            <a:ext cx="78828" cy="78828"/>
          </a:xfrm>
          <a:prstGeom prst="ellipse">
            <a:avLst/>
          </a:prstGeom>
          <a:solidFill>
            <a:srgbClr val="F3EEE3">
              <a:alpha val="28000"/>
            </a:srgbClr>
          </a:solidFill>
          <a:ln/>
        </p:spPr>
      </p:sp>
      <p:sp>
        <p:nvSpPr>
          <p:cNvPr id="31" name="Shape 28"/>
          <p:cNvSpPr/>
          <p:nvPr/>
        </p:nvSpPr>
        <p:spPr>
          <a:xfrm>
            <a:off x="2537261" y="9580836"/>
            <a:ext cx="78828" cy="78828"/>
          </a:xfrm>
          <a:prstGeom prst="ellipse">
            <a:avLst/>
          </a:prstGeom>
          <a:solidFill>
            <a:srgbClr val="F3EEE3">
              <a:alpha val="28000"/>
            </a:srgbClr>
          </a:solidFill>
          <a:ln/>
        </p:spPr>
      </p:sp>
      <p:sp>
        <p:nvSpPr>
          <p:cNvPr id="32" name="Shape 29"/>
          <p:cNvSpPr/>
          <p:nvPr/>
        </p:nvSpPr>
        <p:spPr>
          <a:xfrm>
            <a:off x="2694916" y="9580836"/>
            <a:ext cx="78828" cy="78828"/>
          </a:xfrm>
          <a:prstGeom prst="ellipse">
            <a:avLst/>
          </a:prstGeom>
          <a:solidFill>
            <a:srgbClr val="F3EEE3">
              <a:alpha val="28000"/>
            </a:srgbClr>
          </a:solidFill>
          <a:ln/>
        </p:spPr>
      </p:sp>
      <p:sp>
        <p:nvSpPr>
          <p:cNvPr id="33" name="Shape 30"/>
          <p:cNvSpPr/>
          <p:nvPr/>
        </p:nvSpPr>
        <p:spPr>
          <a:xfrm>
            <a:off x="2852571" y="9580836"/>
            <a:ext cx="78828" cy="78828"/>
          </a:xfrm>
          <a:prstGeom prst="ellipse">
            <a:avLst/>
          </a:prstGeom>
          <a:solidFill>
            <a:srgbClr val="F3EEE3">
              <a:alpha val="28000"/>
            </a:srgbClr>
          </a:solidFill>
          <a:ln/>
        </p:spPr>
      </p:sp>
      <p:sp>
        <p:nvSpPr>
          <p:cNvPr id="34" name="Shape 31"/>
          <p:cNvSpPr/>
          <p:nvPr/>
        </p:nvSpPr>
        <p:spPr>
          <a:xfrm>
            <a:off x="3010225" y="9580836"/>
            <a:ext cx="78828" cy="78828"/>
          </a:xfrm>
          <a:prstGeom prst="ellipse">
            <a:avLst/>
          </a:prstGeom>
          <a:solidFill>
            <a:srgbClr val="F3EEE3">
              <a:alpha val="28000"/>
            </a:srgbClr>
          </a:solidFill>
          <a:ln/>
        </p:spPr>
      </p:sp>
      <p:sp>
        <p:nvSpPr>
          <p:cNvPr id="35" name="Shape 32"/>
          <p:cNvSpPr/>
          <p:nvPr/>
        </p:nvSpPr>
        <p:spPr>
          <a:xfrm>
            <a:off x="3167880" y="9580836"/>
            <a:ext cx="78828" cy="78828"/>
          </a:xfrm>
          <a:prstGeom prst="ellipse">
            <a:avLst/>
          </a:prstGeom>
          <a:solidFill>
            <a:srgbClr val="F3EEE3">
              <a:alpha val="28000"/>
            </a:srgbClr>
          </a:solidFill>
          <a:ln/>
        </p:spPr>
      </p:sp>
      <p:sp>
        <p:nvSpPr>
          <p:cNvPr id="36" name="Shape 33"/>
          <p:cNvSpPr/>
          <p:nvPr/>
        </p:nvSpPr>
        <p:spPr>
          <a:xfrm>
            <a:off x="3325535" y="9580836"/>
            <a:ext cx="78828" cy="78828"/>
          </a:xfrm>
          <a:prstGeom prst="ellipse">
            <a:avLst/>
          </a:prstGeom>
          <a:solidFill>
            <a:srgbClr val="F3EEE3">
              <a:alpha val="28000"/>
            </a:srgbClr>
          </a:solidFill>
          <a:ln/>
        </p:spPr>
      </p:sp>
      <p:sp>
        <p:nvSpPr>
          <p:cNvPr id="37" name="Shape 34"/>
          <p:cNvSpPr/>
          <p:nvPr/>
        </p:nvSpPr>
        <p:spPr>
          <a:xfrm>
            <a:off x="3483190" y="9580836"/>
            <a:ext cx="78828" cy="78828"/>
          </a:xfrm>
          <a:prstGeom prst="ellipse">
            <a:avLst/>
          </a:prstGeom>
          <a:solidFill>
            <a:srgbClr val="F3EEE3">
              <a:alpha val="28000"/>
            </a:srgbClr>
          </a:solidFill>
          <a:ln/>
        </p:spPr>
      </p:sp>
      <p:sp>
        <p:nvSpPr>
          <p:cNvPr id="38" name="Shape 35"/>
          <p:cNvSpPr/>
          <p:nvPr/>
        </p:nvSpPr>
        <p:spPr>
          <a:xfrm>
            <a:off x="3640845" y="9580836"/>
            <a:ext cx="78828" cy="78828"/>
          </a:xfrm>
          <a:prstGeom prst="ellipse">
            <a:avLst/>
          </a:prstGeom>
          <a:solidFill>
            <a:srgbClr val="F3EEE3">
              <a:alpha val="28000"/>
            </a:srgbClr>
          </a:solidFill>
          <a:ln/>
        </p:spPr>
      </p:sp>
      <p:sp>
        <p:nvSpPr>
          <p:cNvPr id="39" name="Shape 36"/>
          <p:cNvSpPr/>
          <p:nvPr/>
        </p:nvSpPr>
        <p:spPr>
          <a:xfrm>
            <a:off x="3798500" y="9580836"/>
            <a:ext cx="78828" cy="78828"/>
          </a:xfrm>
          <a:prstGeom prst="ellipse">
            <a:avLst/>
          </a:prstGeom>
          <a:solidFill>
            <a:srgbClr val="F3EEE3">
              <a:alpha val="28000"/>
            </a:srgbClr>
          </a:solidFill>
          <a:ln/>
        </p:spPr>
      </p:sp>
      <p:sp>
        <p:nvSpPr>
          <p:cNvPr id="40" name="Shape 37"/>
          <p:cNvSpPr/>
          <p:nvPr/>
        </p:nvSpPr>
        <p:spPr>
          <a:xfrm>
            <a:off x="3956155" y="9580836"/>
            <a:ext cx="78828" cy="78828"/>
          </a:xfrm>
          <a:prstGeom prst="ellipse">
            <a:avLst/>
          </a:prstGeom>
          <a:solidFill>
            <a:srgbClr val="F3EEE3">
              <a:alpha val="28000"/>
            </a:srgbClr>
          </a:solidFill>
          <a:ln/>
        </p:spPr>
      </p:sp>
      <p:sp>
        <p:nvSpPr>
          <p:cNvPr id="41" name="Shape 38"/>
          <p:cNvSpPr/>
          <p:nvPr/>
        </p:nvSpPr>
        <p:spPr>
          <a:xfrm>
            <a:off x="4113810" y="9580836"/>
            <a:ext cx="78828" cy="78828"/>
          </a:xfrm>
          <a:prstGeom prst="ellipse">
            <a:avLst/>
          </a:prstGeom>
          <a:solidFill>
            <a:srgbClr val="F3EEE3">
              <a:alpha val="28000"/>
            </a:srgbClr>
          </a:solidFill>
          <a:ln/>
        </p:spPr>
      </p:sp>
      <p:sp>
        <p:nvSpPr>
          <p:cNvPr id="42" name="Shape 39"/>
          <p:cNvSpPr/>
          <p:nvPr/>
        </p:nvSpPr>
        <p:spPr>
          <a:xfrm>
            <a:off x="4271465" y="9580836"/>
            <a:ext cx="78828" cy="78828"/>
          </a:xfrm>
          <a:prstGeom prst="ellipse">
            <a:avLst/>
          </a:prstGeom>
          <a:solidFill>
            <a:srgbClr val="F3EEE3">
              <a:alpha val="28000"/>
            </a:srgbClr>
          </a:solidFill>
          <a:ln/>
        </p:spPr>
      </p:sp>
      <p:sp>
        <p:nvSpPr>
          <p:cNvPr id="43" name="Shape 40"/>
          <p:cNvSpPr/>
          <p:nvPr/>
        </p:nvSpPr>
        <p:spPr>
          <a:xfrm>
            <a:off x="4429120" y="9580836"/>
            <a:ext cx="78828" cy="78828"/>
          </a:xfrm>
          <a:prstGeom prst="ellipse">
            <a:avLst/>
          </a:prstGeom>
          <a:solidFill>
            <a:srgbClr val="F3EEE3">
              <a:alpha val="28000"/>
            </a:srgbClr>
          </a:solidFill>
          <a:ln/>
        </p:spPr>
      </p:sp>
      <p:sp>
        <p:nvSpPr>
          <p:cNvPr id="44" name="Shape 41"/>
          <p:cNvSpPr/>
          <p:nvPr/>
        </p:nvSpPr>
        <p:spPr>
          <a:xfrm>
            <a:off x="4586775" y="9580836"/>
            <a:ext cx="78828" cy="78828"/>
          </a:xfrm>
          <a:prstGeom prst="ellipse">
            <a:avLst/>
          </a:prstGeom>
          <a:solidFill>
            <a:srgbClr val="F3EEE3">
              <a:alpha val="28000"/>
            </a:srgbClr>
          </a:solidFill>
          <a:ln/>
        </p:spPr>
      </p:sp>
      <p:sp>
        <p:nvSpPr>
          <p:cNvPr id="45" name="Shape 42"/>
          <p:cNvSpPr/>
          <p:nvPr/>
        </p:nvSpPr>
        <p:spPr>
          <a:xfrm>
            <a:off x="4744430" y="9580836"/>
            <a:ext cx="78828" cy="78828"/>
          </a:xfrm>
          <a:prstGeom prst="ellipse">
            <a:avLst/>
          </a:prstGeom>
          <a:solidFill>
            <a:srgbClr val="F3EEE3">
              <a:alpha val="28000"/>
            </a:srgbClr>
          </a:solidFill>
          <a:ln/>
        </p:spPr>
      </p:sp>
      <p:sp>
        <p:nvSpPr>
          <p:cNvPr id="46" name="Shape 43"/>
          <p:cNvSpPr/>
          <p:nvPr/>
        </p:nvSpPr>
        <p:spPr>
          <a:xfrm>
            <a:off x="4902085" y="9580836"/>
            <a:ext cx="78828" cy="78828"/>
          </a:xfrm>
          <a:prstGeom prst="ellipse">
            <a:avLst/>
          </a:prstGeom>
          <a:solidFill>
            <a:srgbClr val="F3EEE3">
              <a:alpha val="28000"/>
            </a:srgbClr>
          </a:solidFill>
          <a:ln/>
        </p:spPr>
      </p:sp>
      <p:sp>
        <p:nvSpPr>
          <p:cNvPr id="47" name="Shape 44"/>
          <p:cNvSpPr/>
          <p:nvPr/>
        </p:nvSpPr>
        <p:spPr>
          <a:xfrm>
            <a:off x="5059740" y="9580836"/>
            <a:ext cx="78828" cy="78828"/>
          </a:xfrm>
          <a:prstGeom prst="ellipse">
            <a:avLst/>
          </a:prstGeom>
          <a:solidFill>
            <a:srgbClr val="F3EEE3">
              <a:alpha val="28000"/>
            </a:srgbClr>
          </a:solidFill>
          <a:ln/>
        </p:spPr>
      </p:sp>
      <p:sp>
        <p:nvSpPr>
          <p:cNvPr id="48" name="Shape 45"/>
          <p:cNvSpPr/>
          <p:nvPr/>
        </p:nvSpPr>
        <p:spPr>
          <a:xfrm>
            <a:off x="5217395" y="9580836"/>
            <a:ext cx="78828" cy="78828"/>
          </a:xfrm>
          <a:prstGeom prst="ellipse">
            <a:avLst/>
          </a:prstGeom>
          <a:solidFill>
            <a:srgbClr val="F3EEE3">
              <a:alpha val="28000"/>
            </a:srgbClr>
          </a:solidFill>
          <a:ln/>
        </p:spPr>
      </p:sp>
      <p:sp>
        <p:nvSpPr>
          <p:cNvPr id="49" name="Shape 46"/>
          <p:cNvSpPr/>
          <p:nvPr/>
        </p:nvSpPr>
        <p:spPr>
          <a:xfrm>
            <a:off x="5361912" y="9567698"/>
            <a:ext cx="105103" cy="105103"/>
          </a:xfrm>
          <a:prstGeom prst="ellipse">
            <a:avLst/>
          </a:prstGeom>
          <a:solidFill>
            <a:srgbClr val="FF6A4D"/>
          </a:solidFill>
          <a:ln/>
        </p:spPr>
      </p:sp>
      <p:sp>
        <p:nvSpPr>
          <p:cNvPr id="50" name="Shape 47"/>
          <p:cNvSpPr/>
          <p:nvPr/>
        </p:nvSpPr>
        <p:spPr>
          <a:xfrm>
            <a:off x="5532705" y="9580836"/>
            <a:ext cx="78828" cy="78828"/>
          </a:xfrm>
          <a:prstGeom prst="ellipse">
            <a:avLst/>
          </a:prstGeom>
          <a:solidFill>
            <a:srgbClr val="F3EEE3">
              <a:alpha val="28000"/>
            </a:srgbClr>
          </a:solidFill>
          <a:ln/>
        </p:spPr>
      </p:sp>
      <p:sp>
        <p:nvSpPr>
          <p:cNvPr id="51" name="Shape 48"/>
          <p:cNvSpPr/>
          <p:nvPr/>
        </p:nvSpPr>
        <p:spPr>
          <a:xfrm>
            <a:off x="5690359" y="9580836"/>
            <a:ext cx="78828" cy="78828"/>
          </a:xfrm>
          <a:prstGeom prst="ellipse">
            <a:avLst/>
          </a:prstGeom>
          <a:solidFill>
            <a:srgbClr val="F3EEE3">
              <a:alpha val="28000"/>
            </a:srgbClr>
          </a:solidFill>
          <a:ln/>
        </p:spPr>
      </p:sp>
      <p:sp>
        <p:nvSpPr>
          <p:cNvPr id="52" name="Shape 49"/>
          <p:cNvSpPr/>
          <p:nvPr/>
        </p:nvSpPr>
        <p:spPr>
          <a:xfrm>
            <a:off x="5848014" y="9580836"/>
            <a:ext cx="78828" cy="78828"/>
          </a:xfrm>
          <a:prstGeom prst="ellipse">
            <a:avLst/>
          </a:prstGeom>
          <a:solidFill>
            <a:srgbClr val="F3EEE3">
              <a:alpha val="28000"/>
            </a:srgbClr>
          </a:solidFill>
          <a:ln/>
        </p:spPr>
      </p:sp>
      <p:sp>
        <p:nvSpPr>
          <p:cNvPr id="53" name="Shape 50"/>
          <p:cNvSpPr/>
          <p:nvPr/>
        </p:nvSpPr>
        <p:spPr>
          <a:xfrm>
            <a:off x="6005669" y="9580836"/>
            <a:ext cx="78828" cy="78828"/>
          </a:xfrm>
          <a:prstGeom prst="ellipse">
            <a:avLst/>
          </a:prstGeom>
          <a:solidFill>
            <a:srgbClr val="F3EEE3">
              <a:alpha val="28000"/>
            </a:srgbClr>
          </a:solidFill>
          <a:ln/>
        </p:spPr>
      </p:sp>
      <p:sp>
        <p:nvSpPr>
          <p:cNvPr id="54" name="Shape 51"/>
          <p:cNvSpPr/>
          <p:nvPr/>
        </p:nvSpPr>
        <p:spPr>
          <a:xfrm>
            <a:off x="6163324" y="9580836"/>
            <a:ext cx="78828" cy="78828"/>
          </a:xfrm>
          <a:prstGeom prst="ellipse">
            <a:avLst/>
          </a:prstGeom>
          <a:solidFill>
            <a:srgbClr val="F3EEE3">
              <a:alpha val="28000"/>
            </a:srgbClr>
          </a:solidFill>
          <a:ln/>
        </p:spPr>
      </p:sp>
      <p:sp>
        <p:nvSpPr>
          <p:cNvPr id="55" name="Shape 52"/>
          <p:cNvSpPr/>
          <p:nvPr/>
        </p:nvSpPr>
        <p:spPr>
          <a:xfrm>
            <a:off x="6320979" y="9580836"/>
            <a:ext cx="78828" cy="78828"/>
          </a:xfrm>
          <a:prstGeom prst="ellipse">
            <a:avLst/>
          </a:prstGeom>
          <a:solidFill>
            <a:srgbClr val="F3EEE3">
              <a:alpha val="28000"/>
            </a:srgbClr>
          </a:solidFill>
          <a:ln/>
        </p:spPr>
      </p:sp>
      <p:sp>
        <p:nvSpPr>
          <p:cNvPr id="56" name="Shape 53"/>
          <p:cNvSpPr/>
          <p:nvPr/>
        </p:nvSpPr>
        <p:spPr>
          <a:xfrm>
            <a:off x="6478634" y="9580836"/>
            <a:ext cx="78828" cy="78828"/>
          </a:xfrm>
          <a:prstGeom prst="ellipse">
            <a:avLst/>
          </a:prstGeom>
          <a:solidFill>
            <a:srgbClr val="F3EEE3">
              <a:alpha val="28000"/>
            </a:srgbClr>
          </a:solidFill>
          <a:ln/>
        </p:spPr>
      </p:sp>
      <p:sp>
        <p:nvSpPr>
          <p:cNvPr id="57" name="Shape 54"/>
          <p:cNvSpPr/>
          <p:nvPr/>
        </p:nvSpPr>
        <p:spPr>
          <a:xfrm>
            <a:off x="6636289" y="9580836"/>
            <a:ext cx="78828" cy="78828"/>
          </a:xfrm>
          <a:prstGeom prst="ellipse">
            <a:avLst/>
          </a:prstGeom>
          <a:solidFill>
            <a:srgbClr val="F3EEE3">
              <a:alpha val="28000"/>
            </a:srgbClr>
          </a:solidFill>
          <a:ln/>
        </p:spPr>
      </p:sp>
      <p:sp>
        <p:nvSpPr>
          <p:cNvPr id="58" name="Shape 55"/>
          <p:cNvSpPr/>
          <p:nvPr/>
        </p:nvSpPr>
        <p:spPr>
          <a:xfrm>
            <a:off x="6793944" y="9580836"/>
            <a:ext cx="78828" cy="78828"/>
          </a:xfrm>
          <a:prstGeom prst="ellipse">
            <a:avLst/>
          </a:prstGeom>
          <a:solidFill>
            <a:srgbClr val="F3EEE3">
              <a:alpha val="28000"/>
            </a:srgbClr>
          </a:solidFill>
          <a:ln/>
        </p:spPr>
      </p:sp>
      <p:sp>
        <p:nvSpPr>
          <p:cNvPr id="59" name="Shape 56"/>
          <p:cNvSpPr/>
          <p:nvPr/>
        </p:nvSpPr>
        <p:spPr>
          <a:xfrm>
            <a:off x="6951599" y="9580836"/>
            <a:ext cx="78828" cy="78828"/>
          </a:xfrm>
          <a:prstGeom prst="ellipse">
            <a:avLst/>
          </a:prstGeom>
          <a:solidFill>
            <a:srgbClr val="F3EEE3">
              <a:alpha val="28000"/>
            </a:srgbClr>
          </a:solidFill>
          <a:ln/>
        </p:spPr>
      </p:sp>
      <p:sp>
        <p:nvSpPr>
          <p:cNvPr id="60" name="Shape 57"/>
          <p:cNvSpPr/>
          <p:nvPr/>
        </p:nvSpPr>
        <p:spPr>
          <a:xfrm>
            <a:off x="7109254" y="9580836"/>
            <a:ext cx="78828" cy="78828"/>
          </a:xfrm>
          <a:prstGeom prst="ellipse">
            <a:avLst/>
          </a:prstGeom>
          <a:solidFill>
            <a:srgbClr val="F3EEE3">
              <a:alpha val="28000"/>
            </a:srgbClr>
          </a:solidFill>
          <a:ln/>
        </p:spPr>
      </p:sp>
      <p:sp>
        <p:nvSpPr>
          <p:cNvPr id="61" name="Shape 58"/>
          <p:cNvSpPr/>
          <p:nvPr/>
        </p:nvSpPr>
        <p:spPr>
          <a:xfrm>
            <a:off x="7266909" y="9580836"/>
            <a:ext cx="78828" cy="78828"/>
          </a:xfrm>
          <a:prstGeom prst="ellipse">
            <a:avLst/>
          </a:prstGeom>
          <a:solidFill>
            <a:srgbClr val="F3EEE3">
              <a:alpha val="28000"/>
            </a:srgbClr>
          </a:solidFill>
          <a:ln/>
        </p:spPr>
      </p:sp>
      <p:sp>
        <p:nvSpPr>
          <p:cNvPr id="62" name="Shape 59"/>
          <p:cNvSpPr/>
          <p:nvPr/>
        </p:nvSpPr>
        <p:spPr>
          <a:xfrm>
            <a:off x="7424564" y="9580836"/>
            <a:ext cx="78828" cy="78828"/>
          </a:xfrm>
          <a:prstGeom prst="ellipse">
            <a:avLst/>
          </a:prstGeom>
          <a:solidFill>
            <a:srgbClr val="F3EEE3">
              <a:alpha val="28000"/>
            </a:srgbClr>
          </a:solidFill>
          <a:ln/>
        </p:spPr>
      </p:sp>
      <p:sp>
        <p:nvSpPr>
          <p:cNvPr id="63" name="Shape 60"/>
          <p:cNvSpPr/>
          <p:nvPr/>
        </p:nvSpPr>
        <p:spPr>
          <a:xfrm>
            <a:off x="7582219" y="9580836"/>
            <a:ext cx="78828" cy="78828"/>
          </a:xfrm>
          <a:prstGeom prst="ellipse">
            <a:avLst/>
          </a:prstGeom>
          <a:solidFill>
            <a:srgbClr val="F3EEE3">
              <a:alpha val="28000"/>
            </a:srgbClr>
          </a:solidFill>
          <a:ln/>
        </p:spPr>
      </p:sp>
      <p:sp>
        <p:nvSpPr>
          <p:cNvPr id="64" name="Shape 61"/>
          <p:cNvSpPr/>
          <p:nvPr/>
        </p:nvSpPr>
        <p:spPr>
          <a:xfrm>
            <a:off x="7739874" y="9580836"/>
            <a:ext cx="78828" cy="78828"/>
          </a:xfrm>
          <a:prstGeom prst="ellipse">
            <a:avLst/>
          </a:prstGeom>
          <a:solidFill>
            <a:srgbClr val="F3EEE3">
              <a:alpha val="28000"/>
            </a:srgbClr>
          </a:solidFill>
          <a:ln/>
        </p:spPr>
      </p:sp>
      <p:sp>
        <p:nvSpPr>
          <p:cNvPr id="65" name="Shape 62"/>
          <p:cNvSpPr/>
          <p:nvPr/>
        </p:nvSpPr>
        <p:spPr>
          <a:xfrm>
            <a:off x="7897529" y="9580836"/>
            <a:ext cx="78828" cy="78828"/>
          </a:xfrm>
          <a:prstGeom prst="ellipse">
            <a:avLst/>
          </a:prstGeom>
          <a:solidFill>
            <a:srgbClr val="F3EEE3">
              <a:alpha val="28000"/>
            </a:srgbClr>
          </a:solidFill>
          <a:ln/>
        </p:spPr>
      </p:sp>
      <p:sp>
        <p:nvSpPr>
          <p:cNvPr id="66" name="Shape 63"/>
          <p:cNvSpPr/>
          <p:nvPr/>
        </p:nvSpPr>
        <p:spPr>
          <a:xfrm>
            <a:off x="8055184" y="9580836"/>
            <a:ext cx="78828" cy="78828"/>
          </a:xfrm>
          <a:prstGeom prst="ellipse">
            <a:avLst/>
          </a:prstGeom>
          <a:solidFill>
            <a:srgbClr val="F3EEE3">
              <a:alpha val="28000"/>
            </a:srgbClr>
          </a:solidFill>
          <a:ln/>
        </p:spPr>
      </p:sp>
      <p:sp>
        <p:nvSpPr>
          <p:cNvPr id="67" name="Shape 64"/>
          <p:cNvSpPr/>
          <p:nvPr/>
        </p:nvSpPr>
        <p:spPr>
          <a:xfrm>
            <a:off x="8212839" y="9580836"/>
            <a:ext cx="78828" cy="78828"/>
          </a:xfrm>
          <a:prstGeom prst="ellipse">
            <a:avLst/>
          </a:prstGeom>
          <a:solidFill>
            <a:srgbClr val="F3EEE3">
              <a:alpha val="28000"/>
            </a:srgbClr>
          </a:solidFill>
          <a:ln/>
        </p:spPr>
      </p:sp>
      <p:sp>
        <p:nvSpPr>
          <p:cNvPr id="68" name="Shape 65"/>
          <p:cNvSpPr/>
          <p:nvPr/>
        </p:nvSpPr>
        <p:spPr>
          <a:xfrm>
            <a:off x="8370494" y="9580836"/>
            <a:ext cx="78828" cy="78828"/>
          </a:xfrm>
          <a:prstGeom prst="ellipse">
            <a:avLst/>
          </a:prstGeom>
          <a:solidFill>
            <a:srgbClr val="F3EEE3">
              <a:alpha val="28000"/>
            </a:srgbClr>
          </a:solidFill>
          <a:ln/>
        </p:spPr>
      </p:sp>
      <p:sp>
        <p:nvSpPr>
          <p:cNvPr id="69" name="Shape 66"/>
          <p:cNvSpPr/>
          <p:nvPr/>
        </p:nvSpPr>
        <p:spPr>
          <a:xfrm>
            <a:off x="8528148" y="9580836"/>
            <a:ext cx="78828" cy="78828"/>
          </a:xfrm>
          <a:prstGeom prst="ellipse">
            <a:avLst/>
          </a:prstGeom>
          <a:solidFill>
            <a:srgbClr val="F3EEE3">
              <a:alpha val="28000"/>
            </a:srgbClr>
          </a:solidFill>
          <a:ln/>
        </p:spPr>
      </p:sp>
      <p:sp>
        <p:nvSpPr>
          <p:cNvPr id="70" name="Shape 67"/>
          <p:cNvSpPr/>
          <p:nvPr/>
        </p:nvSpPr>
        <p:spPr>
          <a:xfrm>
            <a:off x="8685803" y="9580836"/>
            <a:ext cx="78828" cy="78828"/>
          </a:xfrm>
          <a:prstGeom prst="ellipse">
            <a:avLst/>
          </a:prstGeom>
          <a:solidFill>
            <a:srgbClr val="F3EEE3">
              <a:alpha val="28000"/>
            </a:srgbClr>
          </a:solidFill>
          <a:ln/>
        </p:spPr>
      </p:sp>
      <p:sp>
        <p:nvSpPr>
          <p:cNvPr id="71" name="Shape 68"/>
          <p:cNvSpPr/>
          <p:nvPr/>
        </p:nvSpPr>
        <p:spPr>
          <a:xfrm>
            <a:off x="8843458" y="9580836"/>
            <a:ext cx="78828" cy="78828"/>
          </a:xfrm>
          <a:prstGeom prst="ellipse">
            <a:avLst/>
          </a:prstGeom>
          <a:solidFill>
            <a:srgbClr val="F3EEE3">
              <a:alpha val="28000"/>
            </a:srgbClr>
          </a:solidFill>
          <a:ln/>
        </p:spPr>
      </p:sp>
      <p:sp>
        <p:nvSpPr>
          <p:cNvPr id="72" name="Shape 69"/>
          <p:cNvSpPr/>
          <p:nvPr/>
        </p:nvSpPr>
        <p:spPr>
          <a:xfrm>
            <a:off x="9001113" y="9580836"/>
            <a:ext cx="78828" cy="78828"/>
          </a:xfrm>
          <a:prstGeom prst="ellipse">
            <a:avLst/>
          </a:prstGeom>
          <a:solidFill>
            <a:srgbClr val="F3EEE3">
              <a:alpha val="28000"/>
            </a:srgbClr>
          </a:solidFill>
          <a:ln/>
        </p:spPr>
      </p:sp>
      <p:sp>
        <p:nvSpPr>
          <p:cNvPr id="73" name="Shape 70"/>
          <p:cNvSpPr/>
          <p:nvPr/>
        </p:nvSpPr>
        <p:spPr>
          <a:xfrm>
            <a:off x="9158768" y="9580836"/>
            <a:ext cx="78828" cy="78828"/>
          </a:xfrm>
          <a:prstGeom prst="ellipse">
            <a:avLst/>
          </a:prstGeom>
          <a:solidFill>
            <a:srgbClr val="F3EEE3">
              <a:alpha val="28000"/>
            </a:srgbClr>
          </a:solidFill>
          <a:ln/>
        </p:spPr>
      </p:sp>
      <p:sp>
        <p:nvSpPr>
          <p:cNvPr id="74" name="Shape 71"/>
          <p:cNvSpPr/>
          <p:nvPr/>
        </p:nvSpPr>
        <p:spPr>
          <a:xfrm>
            <a:off x="9316423" y="9580836"/>
            <a:ext cx="78828" cy="78828"/>
          </a:xfrm>
          <a:prstGeom prst="ellipse">
            <a:avLst/>
          </a:prstGeom>
          <a:solidFill>
            <a:srgbClr val="F3EEE3">
              <a:alpha val="28000"/>
            </a:srgbClr>
          </a:solidFill>
          <a:ln/>
        </p:spPr>
      </p:sp>
      <p:sp>
        <p:nvSpPr>
          <p:cNvPr id="75" name="Shape 72"/>
          <p:cNvSpPr/>
          <p:nvPr/>
        </p:nvSpPr>
        <p:spPr>
          <a:xfrm>
            <a:off x="9474078" y="9580836"/>
            <a:ext cx="78828" cy="78828"/>
          </a:xfrm>
          <a:prstGeom prst="ellipse">
            <a:avLst/>
          </a:prstGeom>
          <a:solidFill>
            <a:srgbClr val="F3EEE3">
              <a:alpha val="28000"/>
            </a:srgbClr>
          </a:solidFill>
          <a:ln/>
        </p:spPr>
      </p:sp>
      <p:sp>
        <p:nvSpPr>
          <p:cNvPr id="76" name="Shape 73"/>
          <p:cNvSpPr/>
          <p:nvPr/>
        </p:nvSpPr>
        <p:spPr>
          <a:xfrm>
            <a:off x="9631733" y="9580836"/>
            <a:ext cx="78828" cy="78828"/>
          </a:xfrm>
          <a:prstGeom prst="ellipse">
            <a:avLst/>
          </a:prstGeom>
          <a:solidFill>
            <a:srgbClr val="F3EEE3">
              <a:alpha val="28000"/>
            </a:srgbClr>
          </a:solidFill>
          <a:ln/>
        </p:spPr>
      </p:sp>
      <p:sp>
        <p:nvSpPr>
          <p:cNvPr id="77" name="Shape 74"/>
          <p:cNvSpPr/>
          <p:nvPr/>
        </p:nvSpPr>
        <p:spPr>
          <a:xfrm>
            <a:off x="9789388" y="9580836"/>
            <a:ext cx="78828" cy="78828"/>
          </a:xfrm>
          <a:prstGeom prst="ellipse">
            <a:avLst/>
          </a:prstGeom>
          <a:solidFill>
            <a:srgbClr val="F3EEE3">
              <a:alpha val="28000"/>
            </a:srgbClr>
          </a:solidFill>
          <a:ln/>
        </p:spPr>
      </p:sp>
      <p:sp>
        <p:nvSpPr>
          <p:cNvPr id="78" name="Shape 75"/>
          <p:cNvSpPr/>
          <p:nvPr/>
        </p:nvSpPr>
        <p:spPr>
          <a:xfrm>
            <a:off x="9947043" y="9580836"/>
            <a:ext cx="78828" cy="78828"/>
          </a:xfrm>
          <a:prstGeom prst="ellipse">
            <a:avLst/>
          </a:prstGeom>
          <a:solidFill>
            <a:srgbClr val="F3EEE3">
              <a:alpha val="28000"/>
            </a:srgbClr>
          </a:solidFill>
          <a:ln/>
        </p:spPr>
      </p:sp>
      <p:sp>
        <p:nvSpPr>
          <p:cNvPr id="79" name="Text 76"/>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29/58</a:t>
            </a:r>
            <a:endParaRPr lang="en-US" sz="1800" dirty="0"/>
          </a:p>
        </p:txBody>
      </p:sp>
      <p:sp>
        <p:nvSpPr>
          <p:cNvPr id="80" name="Shape 77"/>
          <p:cNvSpPr/>
          <p:nvPr/>
        </p:nvSpPr>
        <p:spPr>
          <a:xfrm>
            <a:off x="15983712" y="9076331"/>
            <a:ext cx="1645920" cy="552301"/>
          </a:xfrm>
          <a:prstGeom prst="roundRect">
            <a:avLst>
              <a:gd name="adj" fmla="val 28000"/>
            </a:avLst>
          </a:prstGeom>
          <a:solidFill>
            <a:srgbClr val="FFFFFF">
              <a:alpha val="82000"/>
            </a:srgbClr>
          </a:solidFill>
          <a:ln/>
        </p:spPr>
      </p:sp>
      <p:pic>
        <p:nvPicPr>
          <p:cNvPr id="81" name="Moda image moda-export-watermark-14d1d411-4a69-4314-a27e-bb9c3831498a"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14161C"/>
                </a:solidFill>
                <a:latin typeface="Noto Sans JP ExtraBold" pitchFamily="34" charset="0"/>
                <a:ea typeface="Noto Sans JP ExtraBold" pitchFamily="34" charset="-122"/>
                <a:cs typeface="Noto Sans JP ExtraBold" pitchFamily="34" charset="-120"/>
              </a:rPr>
              <a:t>領域G：</a:t>
            </a:r>
            <a:r>
              <a:rPr lang="en-US" sz="5700" dirty="0" spc="0" kern="0">
                <a:solidFill>
                  <a:srgbClr val="14161C"/>
                </a:solidFill>
                <a:latin typeface="Noto Sans JP ExtraBold" pitchFamily="34" charset="0"/>
                <a:ea typeface="Noto Sans JP ExtraBold" pitchFamily="34" charset="-122"/>
                <a:cs typeface="Noto Sans JP ExtraBold" pitchFamily="34" charset="-120"/>
              </a:rPr>
              <a:t> 最も 安定な</a:t>
            </a:r>
            <a:r>
              <a:rPr lang="en-US" sz="5700" dirty="0" spc="-1" kern="0">
                <a:solidFill>
                  <a:srgbClr val="14161C"/>
                </a:solidFill>
                <a:latin typeface="Noto Sans JP ExtraBold" pitchFamily="34" charset="0"/>
                <a:ea typeface="Noto Sans JP ExtraBold" pitchFamily="34" charset="-122"/>
                <a:cs typeface="Noto Sans JP ExtraBold" pitchFamily="34" charset="-120"/>
              </a:rPr>
              <a:t> 堆積物</a:t>
            </a:r>
            <a:endParaRPr lang="en-US" sz="5700" dirty="0"/>
          </a:p>
        </p:txBody>
      </p:sp>
      <p:sp>
        <p:nvSpPr>
          <p:cNvPr id="3" name="Shape 1"/>
          <p:cNvSpPr/>
          <p:nvPr/>
        </p:nvSpPr>
        <p:spPr>
          <a:xfrm>
            <a:off x="914400" y="2724150"/>
            <a:ext cx="5305425" cy="2838450"/>
          </a:xfrm>
          <a:prstGeom prst="roundRect">
            <a:avLst>
              <a:gd name="adj" fmla="val 8054"/>
            </a:avLst>
          </a:prstGeom>
          <a:solidFill>
            <a:srgbClr val="E8E0CF"/>
          </a:solidFill>
          <a:ln/>
        </p:spPr>
      </p:sp>
      <p:sp>
        <p:nvSpPr>
          <p:cNvPr id="4" name="Shape 2"/>
          <p:cNvSpPr/>
          <p:nvPr/>
        </p:nvSpPr>
        <p:spPr>
          <a:xfrm>
            <a:off x="914400" y="2724150"/>
            <a:ext cx="114300" cy="2838450"/>
          </a:xfrm>
          <a:prstGeom prst="roundRect">
            <a:avLst>
              <a:gd name="adj" fmla="val 50000"/>
            </a:avLst>
          </a:prstGeom>
          <a:solidFill>
            <a:srgbClr val="0F766E"/>
          </a:solidFill>
          <a:ln/>
        </p:spPr>
      </p:sp>
      <p:sp>
        <p:nvSpPr>
          <p:cNvPr id="5" name="Text 3"/>
          <p:cNvSpPr/>
          <p:nvPr/>
        </p:nvSpPr>
        <p:spPr>
          <a:xfrm>
            <a:off x="1295400" y="2933700"/>
            <a:ext cx="4695825" cy="400050"/>
          </a:xfrm>
          <a:prstGeom prst="rect">
            <a:avLst/>
          </a:prstGeom>
          <a:noFill/>
          <a:ln/>
        </p:spPr>
        <p:txBody>
          <a:bodyPr wrap="square" lIns="0" tIns="0" rIns="0" bIns="0" rtlCol="0" anchor="ctr"/>
          <a:lstStyle/>
          <a:p>
            <a:pPr algn="l" indent="0" marL="0">
              <a:buNone/>
            </a:pPr>
            <a:r>
              <a:rPr lang="en-US" sz="2100" dirty="0" kern="0">
                <a:solidFill>
                  <a:srgbClr val="0F766E"/>
                </a:solidFill>
                <a:latin typeface="Noto Sans JP ExtraBold" pitchFamily="34" charset="0"/>
                <a:ea typeface="Noto Sans JP ExtraBold" pitchFamily="34" charset="-122"/>
                <a:cs typeface="Noto Sans JP ExtraBold" pitchFamily="34" charset="-120"/>
              </a:rPr>
              <a:t>状態</a:t>
            </a:r>
            <a:endParaRPr lang="en-US" sz="2100" dirty="0"/>
          </a:p>
        </p:txBody>
      </p:sp>
      <p:sp>
        <p:nvSpPr>
          <p:cNvPr id="6" name="Text 4"/>
          <p:cNvSpPr/>
          <p:nvPr/>
        </p:nvSpPr>
        <p:spPr>
          <a:xfrm>
            <a:off x="1295400" y="3448050"/>
            <a:ext cx="4695825" cy="1962150"/>
          </a:xfrm>
          <a:prstGeom prst="rect">
            <a:avLst/>
          </a:prstGeom>
          <a:noFill/>
          <a:ln/>
        </p:spPr>
        <p:txBody>
          <a:bodyPr wrap="square" lIns="0" tIns="39980" rIns="0" bIns="-39980" rtlCol="0" anchor="t"/>
          <a:lstStyle/>
          <a:p>
            <a:pPr algn="l" indent="0" marL="0">
              <a:lnSpc>
                <a:spcPts val="3188"/>
              </a:lnSpc>
              <a:buNone/>
            </a:pPr>
            <a:r>
              <a:rPr lang="en-US" sz="2550" dirty="0" spc="0" kern="0">
                <a:solidFill>
                  <a:srgbClr val="14161C"/>
                </a:solidFill>
                <a:latin typeface="Noto Sans JP Medium" pitchFamily="34" charset="0"/>
                <a:ea typeface="Noto Sans JP Medium" pitchFamily="34" charset="-122"/>
                <a:cs typeface="Noto Sans JP Medium" pitchFamily="34" charset="-120"/>
              </a:rPr>
              <a:t>安定な 固体、300°C超で 一部が</a:t>
            </a:r>
            <a:r>
              <a:rPr lang="en-US" sz="2550" dirty="0" spc="-1" kern="0">
                <a:solidFill>
                  <a:srgbClr val="14161C"/>
                </a:solidFill>
                <a:latin typeface="Noto Sans JP Medium" pitchFamily="34" charset="0"/>
                <a:ea typeface="Noto Sans JP Medium" pitchFamily="34" charset="-122"/>
                <a:cs typeface="Noto Sans JP Medium" pitchFamily="34" charset="-120"/>
              </a:rPr>
              <a:t> 昇華</a:t>
            </a:r>
            <a:pPr algn="l" indent="0" marL="0">
              <a:lnSpc>
                <a:spcPts val="3188"/>
              </a:lnSpc>
              <a:buNone/>
            </a:pPr>
            <a:r>
              <a:rPr lang="en-US" sz="2550" dirty="0" spc="-1" kern="0">
                <a:solidFill>
                  <a:srgbClr val="6B6A66"/>
                </a:solidFill>
                <a:latin typeface="Noto Sans JP Medium" pitchFamily="34" charset="0"/>
                <a:ea typeface="Noto Sans JP Medium" pitchFamily="34" charset="-122"/>
                <a:cs typeface="Noto Sans JP Medium" pitchFamily="34" charset="-120"/>
              </a:rPr>
              <a:t>[S3]</a:t>
            </a:r>
            <a:endParaRPr lang="en-US" sz="2550" dirty="0"/>
          </a:p>
        </p:txBody>
      </p:sp>
      <p:sp>
        <p:nvSpPr>
          <p:cNvPr id="7" name="Shape 5"/>
          <p:cNvSpPr/>
          <p:nvPr/>
        </p:nvSpPr>
        <p:spPr>
          <a:xfrm>
            <a:off x="6486525" y="2724150"/>
            <a:ext cx="5305425" cy="2838450"/>
          </a:xfrm>
          <a:prstGeom prst="roundRect">
            <a:avLst>
              <a:gd name="adj" fmla="val 8054"/>
            </a:avLst>
          </a:prstGeom>
          <a:solidFill>
            <a:srgbClr val="E8E0CF"/>
          </a:solidFill>
          <a:ln/>
        </p:spPr>
      </p:sp>
      <p:sp>
        <p:nvSpPr>
          <p:cNvPr id="8" name="Shape 6"/>
          <p:cNvSpPr/>
          <p:nvPr/>
        </p:nvSpPr>
        <p:spPr>
          <a:xfrm>
            <a:off x="6486525" y="2724150"/>
            <a:ext cx="114300" cy="2838450"/>
          </a:xfrm>
          <a:prstGeom prst="roundRect">
            <a:avLst>
              <a:gd name="adj" fmla="val 50000"/>
            </a:avLst>
          </a:prstGeom>
          <a:solidFill>
            <a:srgbClr val="E8472B"/>
          </a:solidFill>
          <a:ln/>
        </p:spPr>
      </p:sp>
      <p:sp>
        <p:nvSpPr>
          <p:cNvPr id="9" name="Text 7"/>
          <p:cNvSpPr/>
          <p:nvPr/>
        </p:nvSpPr>
        <p:spPr>
          <a:xfrm>
            <a:off x="6867525" y="2933700"/>
            <a:ext cx="4695825" cy="400050"/>
          </a:xfrm>
          <a:prstGeom prst="rect">
            <a:avLst/>
          </a:prstGeom>
          <a:noFill/>
          <a:ln/>
        </p:spPr>
        <p:txBody>
          <a:bodyPr wrap="square" lIns="0" tIns="0" rIns="0" bIns="0" rtlCol="0" anchor="ctr"/>
          <a:lstStyle/>
          <a:p>
            <a:pPr algn="l" indent="0" marL="0">
              <a:buNone/>
            </a:pPr>
            <a:r>
              <a:rPr lang="en-US" sz="2100" dirty="0" spc="0" kern="0">
                <a:solidFill>
                  <a:srgbClr val="E8472B"/>
                </a:solidFill>
                <a:latin typeface="Noto Sans JP ExtraBold" pitchFamily="34" charset="0"/>
                <a:ea typeface="Noto Sans JP ExtraBold" pitchFamily="34" charset="-122"/>
                <a:cs typeface="Noto Sans JP ExtraBold" pitchFamily="34" charset="-120"/>
              </a:rPr>
              <a:t>存在する</a:t>
            </a:r>
            <a:r>
              <a:rPr lang="en-US" sz="2100" dirty="0" spc="1" kern="0">
                <a:solidFill>
                  <a:srgbClr val="E8472B"/>
                </a:solidFill>
                <a:latin typeface="Noto Sans JP ExtraBold" pitchFamily="34" charset="0"/>
                <a:ea typeface="Noto Sans JP ExtraBold" pitchFamily="34" charset="-122"/>
                <a:cs typeface="Noto Sans JP ExtraBold" pitchFamily="34" charset="-120"/>
              </a:rPr>
              <a:t> 物質</a:t>
            </a:r>
            <a:endParaRPr lang="en-US" sz="2100" dirty="0"/>
          </a:p>
        </p:txBody>
      </p:sp>
      <p:sp>
        <p:nvSpPr>
          <p:cNvPr id="10" name="Text 8"/>
          <p:cNvSpPr/>
          <p:nvPr/>
        </p:nvSpPr>
        <p:spPr>
          <a:xfrm>
            <a:off x="6867525" y="3448050"/>
            <a:ext cx="4695825" cy="1962150"/>
          </a:xfrm>
          <a:prstGeom prst="rect">
            <a:avLst/>
          </a:prstGeom>
          <a:noFill/>
          <a:ln/>
        </p:spPr>
        <p:txBody>
          <a:bodyPr wrap="square" lIns="0" tIns="39980" rIns="0" bIns="-39980" rtlCol="0" anchor="t"/>
          <a:lstStyle/>
          <a:p>
            <a:pPr algn="l" indent="0" marL="0">
              <a:lnSpc>
                <a:spcPts val="3188"/>
              </a:lnSpc>
              <a:buNone/>
            </a:pPr>
            <a:r>
              <a:rPr lang="en-US" sz="2550" dirty="0" spc="0" kern="0">
                <a:solidFill>
                  <a:srgbClr val="14161C"/>
                </a:solidFill>
                <a:latin typeface="Noto Sans JP Medium" pitchFamily="34" charset="0"/>
                <a:ea typeface="Noto Sans JP Medium" pitchFamily="34" charset="-122"/>
                <a:cs typeface="Noto Sans JP Medium" pitchFamily="34" charset="-120"/>
              </a:rPr>
              <a:t>シアヌル酸、</a:t>
            </a:r>
            <a:r>
              <a:rPr lang="en-US" sz="2550" dirty="0" spc="-40" kern="0">
                <a:solidFill>
                  <a:srgbClr val="14161C"/>
                </a:solidFill>
                <a:latin typeface="Noto Sans JP Medium" pitchFamily="34" charset="0"/>
                <a:ea typeface="Noto Sans JP Medium" pitchFamily="34" charset="-122"/>
                <a:cs typeface="Noto Sans JP Medium" pitchFamily="34" charset="-120"/>
              </a:rPr>
              <a:t> アンメリド、</a:t>
            </a:r>
            <a:r>
              <a:rPr lang="en-US" sz="2550" dirty="0" spc="-1" kern="0">
                <a:solidFill>
                  <a:srgbClr val="14161C"/>
                </a:solidFill>
                <a:latin typeface="Noto Sans JP Medium" pitchFamily="34" charset="0"/>
                <a:ea typeface="Noto Sans JP Medium" pitchFamily="34" charset="-122"/>
                <a:cs typeface="Noto Sans JP Medium" pitchFamily="34" charset="-120"/>
              </a:rPr>
              <a:t> 少量の</a:t>
            </a:r>
            <a:r>
              <a:rPr lang="en-US" sz="2550" dirty="0" spc="0" kern="0">
                <a:solidFill>
                  <a:srgbClr val="14161C"/>
                </a:solidFill>
                <a:latin typeface="Noto Sans JP Medium" pitchFamily="34" charset="0"/>
                <a:ea typeface="Noto Sans JP Medium" pitchFamily="34" charset="-122"/>
                <a:cs typeface="Noto Sans JP Medium" pitchFamily="34" charset="-120"/>
              </a:rPr>
              <a:t> メラミン</a:t>
            </a:r>
            <a:pPr algn="l" indent="0" marL="0">
              <a:lnSpc>
                <a:spcPts val="3188"/>
              </a:lnSpc>
              <a:buNone/>
            </a:pPr>
            <a:r>
              <a:rPr lang="en-US" sz="2550" dirty="0" spc="-1" kern="0">
                <a:solidFill>
                  <a:srgbClr val="6B6A66"/>
                </a:solidFill>
                <a:latin typeface="Noto Sans JP Medium" pitchFamily="34" charset="0"/>
                <a:ea typeface="Noto Sans JP Medium" pitchFamily="34" charset="-122"/>
                <a:cs typeface="Noto Sans JP Medium" pitchFamily="34" charset="-120"/>
              </a:rPr>
              <a:t>[S1][S4]</a:t>
            </a:r>
            <a:endParaRPr lang="en-US" sz="2550" dirty="0"/>
          </a:p>
        </p:txBody>
      </p:sp>
      <p:sp>
        <p:nvSpPr>
          <p:cNvPr id="11" name="Shape 9"/>
          <p:cNvSpPr/>
          <p:nvPr/>
        </p:nvSpPr>
        <p:spPr>
          <a:xfrm>
            <a:off x="12068175" y="2724150"/>
            <a:ext cx="5305425" cy="2838450"/>
          </a:xfrm>
          <a:prstGeom prst="roundRect">
            <a:avLst>
              <a:gd name="adj" fmla="val 8054"/>
            </a:avLst>
          </a:prstGeom>
          <a:solidFill>
            <a:srgbClr val="E8E0CF"/>
          </a:solidFill>
          <a:ln/>
        </p:spPr>
      </p:sp>
      <p:sp>
        <p:nvSpPr>
          <p:cNvPr id="12" name="Shape 10"/>
          <p:cNvSpPr/>
          <p:nvPr/>
        </p:nvSpPr>
        <p:spPr>
          <a:xfrm>
            <a:off x="12068175" y="2724150"/>
            <a:ext cx="114300" cy="2838450"/>
          </a:xfrm>
          <a:prstGeom prst="roundRect">
            <a:avLst>
              <a:gd name="adj" fmla="val 50000"/>
            </a:avLst>
          </a:prstGeom>
          <a:solidFill>
            <a:srgbClr val="1F3FD1"/>
          </a:solidFill>
          <a:ln/>
        </p:spPr>
      </p:sp>
      <p:sp>
        <p:nvSpPr>
          <p:cNvPr id="13" name="Text 11"/>
          <p:cNvSpPr/>
          <p:nvPr/>
        </p:nvSpPr>
        <p:spPr>
          <a:xfrm>
            <a:off x="12449175" y="2933700"/>
            <a:ext cx="4695825" cy="400050"/>
          </a:xfrm>
          <a:prstGeom prst="rect">
            <a:avLst/>
          </a:prstGeom>
          <a:noFill/>
          <a:ln/>
        </p:spPr>
        <p:txBody>
          <a:bodyPr wrap="square" lIns="0" tIns="0" rIns="0" bIns="0" rtlCol="0" anchor="ctr"/>
          <a:lstStyle/>
          <a:p>
            <a:pPr algn="l" indent="0" marL="0">
              <a:buNone/>
            </a:pPr>
            <a:r>
              <a:rPr lang="en-US" sz="2100" dirty="0" spc="0" kern="0">
                <a:solidFill>
                  <a:srgbClr val="1F3FD1"/>
                </a:solidFill>
                <a:latin typeface="Noto Sans JP ExtraBold" pitchFamily="34" charset="0"/>
                <a:ea typeface="Noto Sans JP ExtraBold" pitchFamily="34" charset="-122"/>
                <a:cs typeface="Noto Sans JP ExtraBold" pitchFamily="34" charset="-120"/>
              </a:rPr>
              <a:t>主な</a:t>
            </a:r>
            <a:r>
              <a:rPr lang="en-US" sz="2100" dirty="0" spc="1" kern="0">
                <a:solidFill>
                  <a:srgbClr val="1F3FD1"/>
                </a:solidFill>
                <a:latin typeface="Noto Sans JP ExtraBold" pitchFamily="34" charset="0"/>
                <a:ea typeface="Noto Sans JP ExtraBold" pitchFamily="34" charset="-122"/>
                <a:cs typeface="Noto Sans JP ExtraBold" pitchFamily="34" charset="-120"/>
              </a:rPr>
              <a:t> 反応</a:t>
            </a:r>
            <a:endParaRPr lang="en-US" sz="2100" dirty="0"/>
          </a:p>
        </p:txBody>
      </p:sp>
      <p:sp>
        <p:nvSpPr>
          <p:cNvPr id="14" name="Text 12"/>
          <p:cNvSpPr/>
          <p:nvPr/>
        </p:nvSpPr>
        <p:spPr>
          <a:xfrm>
            <a:off x="12449175" y="3448050"/>
            <a:ext cx="4695825" cy="1962150"/>
          </a:xfrm>
          <a:prstGeom prst="rect">
            <a:avLst/>
          </a:prstGeom>
          <a:noFill/>
          <a:ln/>
        </p:spPr>
        <p:txBody>
          <a:bodyPr wrap="square" lIns="0" tIns="39980" rIns="0" bIns="-39980" rtlCol="0" anchor="t"/>
          <a:lstStyle/>
          <a:p>
            <a:pPr algn="l" indent="0" marL="0">
              <a:lnSpc>
                <a:spcPts val="3188"/>
              </a:lnSpc>
              <a:buNone/>
            </a:pPr>
            <a:r>
              <a:rPr lang="en-US" sz="2550" dirty="0" spc="0" kern="0">
                <a:solidFill>
                  <a:srgbClr val="14161C"/>
                </a:solidFill>
                <a:latin typeface="Noto Sans JP Medium" pitchFamily="34" charset="0"/>
                <a:ea typeface="Noto Sans JP Medium" pitchFamily="34" charset="-122"/>
                <a:cs typeface="Noto Sans JP Medium" pitchFamily="34" charset="-120"/>
              </a:rPr>
              <a:t>シアヌル酸（固体）</a:t>
            </a:r>
            <a:r>
              <a:rPr lang="en-US" sz="2550" dirty="0" spc="-1" kern="0">
                <a:solidFill>
                  <a:srgbClr val="14161C"/>
                </a:solidFill>
                <a:latin typeface="Noto Sans JP Medium" pitchFamily="34" charset="0"/>
                <a:ea typeface="Noto Sans JP Medium" pitchFamily="34" charset="-122"/>
                <a:cs typeface="Noto Sans JP Medium" pitchFamily="34" charset="-120"/>
              </a:rPr>
              <a:t> ⇌</a:t>
            </a:r>
            <a:r>
              <a:rPr lang="en-US" sz="2550" dirty="0" spc="1" kern="0">
                <a:solidFill>
                  <a:srgbClr val="14161C"/>
                </a:solidFill>
                <a:latin typeface="Noto Sans JP Medium" pitchFamily="34" charset="0"/>
                <a:ea typeface="Noto Sans JP Medium" pitchFamily="34" charset="-122"/>
                <a:cs typeface="Noto Sans JP Medium" pitchFamily="34" charset="-120"/>
              </a:rPr>
              <a:t> 3</a:t>
            </a:r>
            <a:r>
              <a:rPr lang="en-US" sz="2550" dirty="0" spc="-12" kern="0">
                <a:solidFill>
                  <a:srgbClr val="14161C"/>
                </a:solidFill>
                <a:latin typeface="Noto Sans JP Medium" pitchFamily="34" charset="0"/>
                <a:ea typeface="Noto Sans JP Medium" pitchFamily="34" charset="-122"/>
                <a:cs typeface="Noto Sans JP Medium" pitchFamily="34" charset="-120"/>
              </a:rPr>
              <a:t> HNCO（気体）</a:t>
            </a:r>
            <a:pPr algn="l" indent="0" marL="0">
              <a:lnSpc>
                <a:spcPts val="3188"/>
              </a:lnSpc>
              <a:buNone/>
            </a:pPr>
            <a:r>
              <a:rPr lang="en-US" sz="2550" dirty="0" spc="-1" kern="0">
                <a:solidFill>
                  <a:srgbClr val="6B6A66"/>
                </a:solidFill>
                <a:latin typeface="Noto Sans JP Medium" pitchFamily="34" charset="0"/>
                <a:ea typeface="Noto Sans JP Medium" pitchFamily="34" charset="-122"/>
                <a:cs typeface="Noto Sans JP Medium" pitchFamily="34" charset="-120"/>
              </a:rPr>
              <a:t>[S3]</a:t>
            </a:r>
            <a:endParaRPr lang="en-US" sz="2550" dirty="0"/>
          </a:p>
        </p:txBody>
      </p:sp>
      <p:sp>
        <p:nvSpPr>
          <p:cNvPr id="15" name="Shape 13"/>
          <p:cNvSpPr/>
          <p:nvPr/>
        </p:nvSpPr>
        <p:spPr>
          <a:xfrm>
            <a:off x="914400" y="5829300"/>
            <a:ext cx="5305425" cy="2838450"/>
          </a:xfrm>
          <a:prstGeom prst="roundRect">
            <a:avLst>
              <a:gd name="adj" fmla="val 8054"/>
            </a:avLst>
          </a:prstGeom>
          <a:solidFill>
            <a:srgbClr val="E8E0CF"/>
          </a:solidFill>
          <a:ln/>
        </p:spPr>
      </p:sp>
      <p:sp>
        <p:nvSpPr>
          <p:cNvPr id="16" name="Shape 14"/>
          <p:cNvSpPr/>
          <p:nvPr/>
        </p:nvSpPr>
        <p:spPr>
          <a:xfrm>
            <a:off x="914400" y="5829300"/>
            <a:ext cx="114300" cy="2838450"/>
          </a:xfrm>
          <a:prstGeom prst="roundRect">
            <a:avLst>
              <a:gd name="adj" fmla="val 50000"/>
            </a:avLst>
          </a:prstGeom>
          <a:solidFill>
            <a:srgbClr val="B45309"/>
          </a:solidFill>
          <a:ln/>
        </p:spPr>
      </p:sp>
      <p:sp>
        <p:nvSpPr>
          <p:cNvPr id="17" name="Text 15"/>
          <p:cNvSpPr/>
          <p:nvPr/>
        </p:nvSpPr>
        <p:spPr>
          <a:xfrm>
            <a:off x="1295400" y="6038850"/>
            <a:ext cx="4695825" cy="400050"/>
          </a:xfrm>
          <a:prstGeom prst="rect">
            <a:avLst/>
          </a:prstGeom>
          <a:noFill/>
          <a:ln/>
        </p:spPr>
        <p:txBody>
          <a:bodyPr wrap="square" lIns="0" tIns="0" rIns="0" bIns="0" rtlCol="0" anchor="ctr"/>
          <a:lstStyle/>
          <a:p>
            <a:pPr algn="l" indent="0" marL="0">
              <a:buNone/>
            </a:pPr>
            <a:r>
              <a:rPr lang="en-US" sz="2100" dirty="0" kern="0">
                <a:solidFill>
                  <a:srgbClr val="B45309"/>
                </a:solidFill>
                <a:latin typeface="Noto Sans JP ExtraBold" pitchFamily="34" charset="0"/>
                <a:ea typeface="Noto Sans JP ExtraBold" pitchFamily="34" charset="-122"/>
                <a:cs typeface="Noto Sans JP ExtraBold" pitchFamily="34" charset="-120"/>
              </a:rPr>
              <a:t>数値</a:t>
            </a:r>
            <a:endParaRPr lang="en-US" sz="2100" dirty="0"/>
          </a:p>
        </p:txBody>
      </p:sp>
      <p:sp>
        <p:nvSpPr>
          <p:cNvPr id="18" name="Text 16"/>
          <p:cNvSpPr/>
          <p:nvPr/>
        </p:nvSpPr>
        <p:spPr>
          <a:xfrm>
            <a:off x="1295400" y="6553200"/>
            <a:ext cx="4695825" cy="1962150"/>
          </a:xfrm>
          <a:prstGeom prst="rect">
            <a:avLst/>
          </a:prstGeom>
          <a:noFill/>
          <a:ln/>
        </p:spPr>
        <p:txBody>
          <a:bodyPr wrap="square" lIns="0" tIns="39980" rIns="0" bIns="-39980" rtlCol="0" anchor="t"/>
          <a:lstStyle/>
          <a:p>
            <a:pPr algn="l" indent="0" marL="0">
              <a:lnSpc>
                <a:spcPts val="3188"/>
              </a:lnSpc>
              <a:buNone/>
            </a:pPr>
            <a:r>
              <a:rPr lang="en-US" sz="2550" dirty="0" spc="1" kern="0">
                <a:solidFill>
                  <a:srgbClr val="14161C"/>
                </a:solidFill>
                <a:latin typeface="Noto Sans JP Medium" pitchFamily="34" charset="0"/>
                <a:ea typeface="Noto Sans JP Medium" pitchFamily="34" charset="-122"/>
                <a:cs typeface="Noto Sans JP Medium" pitchFamily="34" charset="-120"/>
              </a:rPr>
              <a:t>約250〜260°Cから</a:t>
            </a:r>
            <a:r>
              <a:rPr lang="en-US" sz="2550" dirty="0" spc="0" kern="0">
                <a:solidFill>
                  <a:srgbClr val="14161C"/>
                </a:solidFill>
                <a:latin typeface="Noto Sans JP Medium" pitchFamily="34" charset="0"/>
                <a:ea typeface="Noto Sans JP Medium" pitchFamily="34" charset="-122"/>
                <a:cs typeface="Noto Sans JP Medium" pitchFamily="34" charset="-120"/>
              </a:rPr>
              <a:t> 分解</a:t>
            </a:r>
            <a:pPr algn="l" indent="0" marL="0">
              <a:lnSpc>
                <a:spcPts val="3188"/>
              </a:lnSpc>
              <a:buNone/>
            </a:pPr>
            <a:r>
              <a:rPr lang="en-US" sz="2550" dirty="0" spc="-1" kern="0">
                <a:solidFill>
                  <a:srgbClr val="6B6A66"/>
                </a:solidFill>
                <a:latin typeface="Noto Sans JP Medium" pitchFamily="34" charset="0"/>
                <a:ea typeface="Noto Sans JP Medium" pitchFamily="34" charset="-122"/>
                <a:cs typeface="Noto Sans JP Medium" pitchFamily="34" charset="-120"/>
              </a:rPr>
              <a:t>[S4]</a:t>
            </a:r>
            <a:pPr algn="l" indent="0" marL="0">
              <a:lnSpc>
                <a:spcPts val="3188"/>
              </a:lnSpc>
              <a:buNone/>
            </a:pPr>
            <a:r>
              <a:rPr lang="en-US" sz="2550" dirty="0" kern="0">
                <a:solidFill>
                  <a:srgbClr val="14161C"/>
                </a:solidFill>
                <a:latin typeface="Noto Sans JP Medium" pitchFamily="34" charset="0"/>
                <a:ea typeface="Noto Sans JP Medium" pitchFamily="34" charset="-122"/>
                <a:cs typeface="Noto Sans JP Medium" pitchFamily="34" charset="-120"/>
              </a:rPr>
              <a:t>、300°C超で 昇華</a:t>
            </a:r>
            <a:pPr algn="l" indent="0" marL="0">
              <a:lnSpc>
                <a:spcPts val="3188"/>
              </a:lnSpc>
              <a:buNone/>
            </a:pPr>
            <a:r>
              <a:rPr lang="en-US" sz="2550" dirty="0" spc="-1" kern="0">
                <a:solidFill>
                  <a:srgbClr val="6B6A66"/>
                </a:solidFill>
                <a:latin typeface="Noto Sans JP Medium" pitchFamily="34" charset="0"/>
                <a:ea typeface="Noto Sans JP Medium" pitchFamily="34" charset="-122"/>
                <a:cs typeface="Noto Sans JP Medium" pitchFamily="34" charset="-120"/>
              </a:rPr>
              <a:t>[S3]</a:t>
            </a:r>
            <a:pPr algn="l" indent="0" marL="0">
              <a:lnSpc>
                <a:spcPts val="3188"/>
              </a:lnSpc>
              <a:buNone/>
            </a:pPr>
            <a:r>
              <a:rPr lang="en-US" sz="2550" dirty="0" spc="0" kern="0">
                <a:solidFill>
                  <a:srgbClr val="14161C"/>
                </a:solidFill>
                <a:latin typeface="Noto Sans JP Medium" pitchFamily="34" charset="0"/>
                <a:ea typeface="Noto Sans JP Medium" pitchFamily="34" charset="-122"/>
                <a:cs typeface="Noto Sans JP Medium" pitchFamily="34" charset="-120"/>
              </a:rPr>
              <a:t>、</a:t>
            </a:r>
            <a:r>
              <a:rPr lang="en-US" sz="2550" dirty="0" spc="1" kern="0">
                <a:solidFill>
                  <a:srgbClr val="14161C"/>
                </a:solidFill>
                <a:latin typeface="Noto Sans JP Medium" pitchFamily="34" charset="0"/>
                <a:ea typeface="Noto Sans JP Medium" pitchFamily="34" charset="-122"/>
                <a:cs typeface="Noto Sans JP Medium" pitchFamily="34" charset="-120"/>
              </a:rPr>
              <a:t> S1：</a:t>
            </a:r>
            <a:r>
              <a:rPr lang="en-US" sz="2550" dirty="0" spc="0" kern="0">
                <a:solidFill>
                  <a:srgbClr val="14161C"/>
                </a:solidFill>
                <a:latin typeface="Noto Sans JP Medium" pitchFamily="34" charset="0"/>
                <a:ea typeface="Noto Sans JP Medium" pitchFamily="34" charset="-122"/>
                <a:cs typeface="Noto Sans JP Medium" pitchFamily="34" charset="-120"/>
              </a:rPr>
              <a:t> 275°Cで 約24%</a:t>
            </a:r>
            <a:endParaRPr lang="en-US" sz="2550" dirty="0"/>
          </a:p>
        </p:txBody>
      </p:sp>
      <p:sp>
        <p:nvSpPr>
          <p:cNvPr id="19" name="Shape 17"/>
          <p:cNvSpPr/>
          <p:nvPr/>
        </p:nvSpPr>
        <p:spPr>
          <a:xfrm>
            <a:off x="6486525" y="5829300"/>
            <a:ext cx="5305425" cy="2838450"/>
          </a:xfrm>
          <a:prstGeom prst="roundRect">
            <a:avLst>
              <a:gd name="adj" fmla="val 8054"/>
            </a:avLst>
          </a:prstGeom>
          <a:solidFill>
            <a:srgbClr val="E8E0CF"/>
          </a:solidFill>
          <a:ln/>
        </p:spPr>
      </p:sp>
      <p:sp>
        <p:nvSpPr>
          <p:cNvPr id="20" name="Shape 18"/>
          <p:cNvSpPr/>
          <p:nvPr/>
        </p:nvSpPr>
        <p:spPr>
          <a:xfrm>
            <a:off x="6486525" y="5829300"/>
            <a:ext cx="114300" cy="2838450"/>
          </a:xfrm>
          <a:prstGeom prst="roundRect">
            <a:avLst>
              <a:gd name="adj" fmla="val 50000"/>
            </a:avLst>
          </a:prstGeom>
          <a:solidFill>
            <a:srgbClr val="0F766E"/>
          </a:solidFill>
          <a:ln/>
        </p:spPr>
      </p:sp>
      <p:sp>
        <p:nvSpPr>
          <p:cNvPr id="21" name="Text 19"/>
          <p:cNvSpPr/>
          <p:nvPr/>
        </p:nvSpPr>
        <p:spPr>
          <a:xfrm>
            <a:off x="6867525" y="6038850"/>
            <a:ext cx="4695825" cy="400050"/>
          </a:xfrm>
          <a:prstGeom prst="rect">
            <a:avLst/>
          </a:prstGeom>
          <a:noFill/>
          <a:ln/>
        </p:spPr>
        <p:txBody>
          <a:bodyPr wrap="square" lIns="0" tIns="0" rIns="0" bIns="0" rtlCol="0" anchor="ctr"/>
          <a:lstStyle/>
          <a:p>
            <a:pPr algn="l" indent="0" marL="0">
              <a:buNone/>
            </a:pPr>
            <a:r>
              <a:rPr lang="en-US" sz="2100" dirty="0" spc="-24" kern="0">
                <a:solidFill>
                  <a:srgbClr val="0F766E"/>
                </a:solidFill>
                <a:latin typeface="Noto Sans JP ExtraBold" pitchFamily="34" charset="0"/>
                <a:ea typeface="Noto Sans JP ExtraBold" pitchFamily="34" charset="-122"/>
                <a:cs typeface="Noto Sans JP ExtraBold" pitchFamily="34" charset="-120"/>
              </a:rPr>
              <a:t>DNOxにとっての</a:t>
            </a:r>
            <a:r>
              <a:rPr lang="en-US" sz="2100" dirty="0" spc="1" kern="0">
                <a:solidFill>
                  <a:srgbClr val="0F766E"/>
                </a:solidFill>
                <a:latin typeface="Noto Sans JP ExtraBold" pitchFamily="34" charset="0"/>
                <a:ea typeface="Noto Sans JP ExtraBold" pitchFamily="34" charset="-122"/>
                <a:cs typeface="Noto Sans JP ExtraBold" pitchFamily="34" charset="-120"/>
              </a:rPr>
              <a:t> 意味</a:t>
            </a:r>
            <a:endParaRPr lang="en-US" sz="2100" dirty="0"/>
          </a:p>
        </p:txBody>
      </p:sp>
      <p:sp>
        <p:nvSpPr>
          <p:cNvPr id="22" name="Text 20"/>
          <p:cNvSpPr/>
          <p:nvPr/>
        </p:nvSpPr>
        <p:spPr>
          <a:xfrm>
            <a:off x="6867525" y="6553200"/>
            <a:ext cx="4695825" cy="1962150"/>
          </a:xfrm>
          <a:prstGeom prst="rect">
            <a:avLst/>
          </a:prstGeom>
          <a:noFill/>
          <a:ln/>
        </p:spPr>
        <p:txBody>
          <a:bodyPr wrap="square" lIns="0" tIns="37643" rIns="0" bIns="-37643" rtlCol="0" anchor="t"/>
          <a:lstStyle/>
          <a:p>
            <a:pPr algn="l" indent="0" marL="0">
              <a:lnSpc>
                <a:spcPts val="3000"/>
              </a:lnSpc>
              <a:buNone/>
            </a:pPr>
            <a:r>
              <a:rPr lang="en-US" sz="2400" dirty="0" spc="0" kern="0">
                <a:solidFill>
                  <a:srgbClr val="14161C"/>
                </a:solidFill>
                <a:latin typeface="Noto Sans JP Medium" pitchFamily="34" charset="0"/>
                <a:ea typeface="Noto Sans JP Medium" pitchFamily="34" charset="-122"/>
                <a:cs typeface="Noto Sans JP Medium" pitchFamily="34" charset="-120"/>
              </a:rPr>
              <a:t>害：</a:t>
            </a:r>
            <a:r>
              <a:rPr lang="en-US" sz="2400" dirty="0" spc="1" kern="0">
                <a:solidFill>
                  <a:srgbClr val="14161C"/>
                </a:solidFill>
                <a:latin typeface="Noto Sans JP Medium" pitchFamily="34" charset="0"/>
                <a:ea typeface="Noto Sans JP Medium" pitchFamily="34" charset="-122"/>
                <a:cs typeface="Noto Sans JP Medium" pitchFamily="34" charset="-120"/>
              </a:rPr>
              <a:t> 堆積物が</a:t>
            </a:r>
            <a:r>
              <a:rPr lang="en-US" sz="2400" dirty="0" spc="0" kern="0">
                <a:solidFill>
                  <a:srgbClr val="14161C"/>
                </a:solidFill>
                <a:latin typeface="Noto Sans JP Medium" pitchFamily="34" charset="0"/>
                <a:ea typeface="Noto Sans JP Medium" pitchFamily="34" charset="-122"/>
                <a:cs typeface="Noto Sans JP Medium" pitchFamily="34" charset="-120"/>
              </a:rPr>
              <a:t> 安定なため</a:t>
            </a:r>
            <a:r>
              <a:rPr lang="en-US" sz="2400" dirty="0" spc="1" kern="0">
                <a:solidFill>
                  <a:srgbClr val="14161C"/>
                </a:solidFill>
                <a:latin typeface="Noto Sans JP Medium" pitchFamily="34" charset="0"/>
                <a:ea typeface="Noto Sans JP Medium" pitchFamily="34" charset="-122"/>
                <a:cs typeface="Noto Sans JP Medium" pitchFamily="34" charset="-120"/>
              </a:rPr>
              <a:t> （量が</a:t>
            </a:r>
            <a:r>
              <a:rPr lang="en-US" sz="2400" dirty="0" spc="-6" kern="0">
                <a:solidFill>
                  <a:srgbClr val="14161C"/>
                </a:solidFill>
                <a:latin typeface="Noto Sans JP Medium" pitchFamily="34" charset="0"/>
                <a:ea typeface="Noto Sans JP Medium" pitchFamily="34" charset="-122"/>
                <a:cs typeface="Noto Sans JP Medium" pitchFamily="34" charset="-120"/>
              </a:rPr>
              <a:t> 最大だからではない。</a:t>
            </a:r>
            <a:r>
              <a:rPr lang="en-US" sz="2400" dirty="0" spc="0" kern="0">
                <a:solidFill>
                  <a:srgbClr val="14161C"/>
                </a:solidFill>
                <a:latin typeface="Noto Sans JP Medium" pitchFamily="34" charset="0"/>
                <a:ea typeface="Noto Sans JP Medium" pitchFamily="34" charset="-122"/>
                <a:cs typeface="Noto Sans JP Medium" pitchFamily="34" charset="-120"/>
              </a:rPr>
              <a:t> S1の</a:t>
            </a:r>
            <a:r>
              <a:rPr lang="en-US" sz="2400" dirty="0" spc="1" kern="0">
                <a:solidFill>
                  <a:srgbClr val="14161C"/>
                </a:solidFill>
                <a:latin typeface="Noto Sans JP Medium" pitchFamily="34" charset="0"/>
                <a:ea typeface="Noto Sans JP Medium" pitchFamily="34" charset="-122"/>
                <a:cs typeface="Noto Sans JP Medium" pitchFamily="34" charset="-120"/>
              </a:rPr>
              <a:t> 合計は</a:t>
            </a:r>
            <a:r>
              <a:rPr lang="en-US" sz="2400" dirty="0" spc="2" kern="0">
                <a:solidFill>
                  <a:srgbClr val="14161C"/>
                </a:solidFill>
                <a:latin typeface="Noto Sans JP Medium" pitchFamily="34" charset="0"/>
                <a:ea typeface="Noto Sans JP Medium" pitchFamily="34" charset="-122"/>
                <a:cs typeface="Noto Sans JP Medium" pitchFamily="34" charset="-120"/>
              </a:rPr>
              <a:t> 約30%から 約8%）。</a:t>
            </a:r>
            <a:r>
              <a:rPr lang="en-US" sz="2400" dirty="0" spc="0" kern="0">
                <a:solidFill>
                  <a:srgbClr val="14161C"/>
                </a:solidFill>
                <a:latin typeface="Noto Sans JP Medium" pitchFamily="34" charset="0"/>
                <a:ea typeface="Noto Sans JP Medium" pitchFamily="34" charset="-122"/>
                <a:cs typeface="Noto Sans JP Medium" pitchFamily="34" charset="-120"/>
              </a:rPr>
              <a:t> 堆積物になるには</a:t>
            </a:r>
            <a:r>
              <a:rPr lang="en-US" sz="2400" dirty="0" spc="1" kern="0">
                <a:solidFill>
                  <a:srgbClr val="14161C"/>
                </a:solidFill>
                <a:latin typeface="Noto Sans JP Medium" pitchFamily="34" charset="0"/>
                <a:ea typeface="Noto Sans JP Medium" pitchFamily="34" charset="-122"/>
                <a:cs typeface="Noto Sans JP Medium" pitchFamily="34" charset="-120"/>
              </a:rPr>
              <a:t> 液膜が 必要</a:t>
            </a:r>
            <a:endParaRPr lang="en-US" sz="240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r>
              <a:rPr lang="en-US" sz="1800" dirty="0" spc="-1" kern="0">
                <a:solidFill>
                  <a:srgbClr val="6B6A66"/>
                </a:solidFill>
                <a:latin typeface="Noto Sans JP" pitchFamily="34" charset="0"/>
                <a:ea typeface="Noto Sans JP" pitchFamily="34" charset="-122"/>
                <a:cs typeface="Noto Sans JP" pitchFamily="34" charset="-120"/>
              </a:rPr>
              <a:t> [S3]</a:t>
            </a:r>
            <a:r>
              <a:rPr lang="en-US" sz="1800" dirty="0" spc="-2" kern="0">
                <a:solidFill>
                  <a:srgbClr val="6B6A66"/>
                </a:solidFill>
                <a:latin typeface="Noto Sans JP" pitchFamily="34" charset="0"/>
                <a:ea typeface="Noto Sans JP" pitchFamily="34" charset="-122"/>
                <a:cs typeface="Noto Sans JP" pitchFamily="34" charset="-120"/>
              </a:rPr>
              <a:t> [S4]</a:t>
            </a:r>
            <a:r>
              <a:rPr lang="en-US" sz="1800" dirty="0" spc="-1" kern="0">
                <a:solidFill>
                  <a:srgbClr val="6B6A66"/>
                </a:solidFill>
                <a:latin typeface="Noto Sans JP" pitchFamily="34" charset="0"/>
                <a:ea typeface="Noto Sans JP" pitchFamily="34" charset="-122"/>
                <a:cs typeface="Noto Sans JP" pitchFamily="34" charset="-120"/>
              </a:rPr>
              <a:t> [S5]</a:t>
            </a:r>
            <a:endParaRPr lang="en-US" sz="1800" dirty="0"/>
          </a:p>
        </p:txBody>
      </p:sp>
      <p:sp>
        <p:nvSpPr>
          <p:cNvPr id="24" name="Shape 22"/>
          <p:cNvSpPr/>
          <p:nvPr/>
        </p:nvSpPr>
        <p:spPr>
          <a:xfrm>
            <a:off x="960711" y="9580836"/>
            <a:ext cx="78828" cy="78828"/>
          </a:xfrm>
          <a:prstGeom prst="ellipse">
            <a:avLst/>
          </a:prstGeom>
          <a:solidFill>
            <a:srgbClr val="14161C">
              <a:alpha val="28000"/>
            </a:srgbClr>
          </a:solidFill>
          <a:ln/>
        </p:spPr>
      </p:sp>
      <p:sp>
        <p:nvSpPr>
          <p:cNvPr id="25" name="Shape 23"/>
          <p:cNvSpPr/>
          <p:nvPr/>
        </p:nvSpPr>
        <p:spPr>
          <a:xfrm>
            <a:off x="1118366" y="9580836"/>
            <a:ext cx="78828" cy="78828"/>
          </a:xfrm>
          <a:prstGeom prst="ellipse">
            <a:avLst/>
          </a:prstGeom>
          <a:solidFill>
            <a:srgbClr val="14161C">
              <a:alpha val="28000"/>
            </a:srgbClr>
          </a:solidFill>
          <a:ln/>
        </p:spPr>
      </p:sp>
      <p:sp>
        <p:nvSpPr>
          <p:cNvPr id="26" name="Shape 24"/>
          <p:cNvSpPr/>
          <p:nvPr/>
        </p:nvSpPr>
        <p:spPr>
          <a:xfrm>
            <a:off x="1276021" y="9580836"/>
            <a:ext cx="78828" cy="78828"/>
          </a:xfrm>
          <a:prstGeom prst="ellipse">
            <a:avLst/>
          </a:prstGeom>
          <a:solidFill>
            <a:srgbClr val="14161C">
              <a:alpha val="28000"/>
            </a:srgbClr>
          </a:solidFill>
          <a:ln/>
        </p:spPr>
      </p:sp>
      <p:sp>
        <p:nvSpPr>
          <p:cNvPr id="27" name="Shape 25"/>
          <p:cNvSpPr/>
          <p:nvPr/>
        </p:nvSpPr>
        <p:spPr>
          <a:xfrm>
            <a:off x="1433676" y="9580836"/>
            <a:ext cx="78828" cy="78828"/>
          </a:xfrm>
          <a:prstGeom prst="ellipse">
            <a:avLst/>
          </a:prstGeom>
          <a:solidFill>
            <a:srgbClr val="14161C">
              <a:alpha val="28000"/>
            </a:srgbClr>
          </a:solidFill>
          <a:ln/>
        </p:spPr>
      </p:sp>
      <p:sp>
        <p:nvSpPr>
          <p:cNvPr id="28" name="Shape 26"/>
          <p:cNvSpPr/>
          <p:nvPr/>
        </p:nvSpPr>
        <p:spPr>
          <a:xfrm>
            <a:off x="1591331" y="9580836"/>
            <a:ext cx="78828" cy="78828"/>
          </a:xfrm>
          <a:prstGeom prst="ellipse">
            <a:avLst/>
          </a:prstGeom>
          <a:solidFill>
            <a:srgbClr val="14161C">
              <a:alpha val="28000"/>
            </a:srgbClr>
          </a:solidFill>
          <a:ln/>
        </p:spPr>
      </p:sp>
      <p:sp>
        <p:nvSpPr>
          <p:cNvPr id="29" name="Shape 27"/>
          <p:cNvSpPr/>
          <p:nvPr/>
        </p:nvSpPr>
        <p:spPr>
          <a:xfrm>
            <a:off x="1748986" y="9580836"/>
            <a:ext cx="78828" cy="78828"/>
          </a:xfrm>
          <a:prstGeom prst="ellipse">
            <a:avLst/>
          </a:prstGeom>
          <a:solidFill>
            <a:srgbClr val="14161C">
              <a:alpha val="28000"/>
            </a:srgbClr>
          </a:solidFill>
          <a:ln/>
        </p:spPr>
      </p:sp>
      <p:sp>
        <p:nvSpPr>
          <p:cNvPr id="30" name="Shape 28"/>
          <p:cNvSpPr/>
          <p:nvPr/>
        </p:nvSpPr>
        <p:spPr>
          <a:xfrm>
            <a:off x="1906641" y="9580836"/>
            <a:ext cx="78828" cy="78828"/>
          </a:xfrm>
          <a:prstGeom prst="ellipse">
            <a:avLst/>
          </a:prstGeom>
          <a:solidFill>
            <a:srgbClr val="14161C">
              <a:alpha val="28000"/>
            </a:srgbClr>
          </a:solidFill>
          <a:ln/>
        </p:spPr>
      </p:sp>
      <p:sp>
        <p:nvSpPr>
          <p:cNvPr id="31" name="Shape 29"/>
          <p:cNvSpPr/>
          <p:nvPr/>
        </p:nvSpPr>
        <p:spPr>
          <a:xfrm>
            <a:off x="2064296" y="9580836"/>
            <a:ext cx="78828" cy="78828"/>
          </a:xfrm>
          <a:prstGeom prst="ellipse">
            <a:avLst/>
          </a:prstGeom>
          <a:solidFill>
            <a:srgbClr val="14161C">
              <a:alpha val="28000"/>
            </a:srgbClr>
          </a:solidFill>
          <a:ln/>
        </p:spPr>
      </p:sp>
      <p:sp>
        <p:nvSpPr>
          <p:cNvPr id="32" name="Shape 30"/>
          <p:cNvSpPr/>
          <p:nvPr/>
        </p:nvSpPr>
        <p:spPr>
          <a:xfrm>
            <a:off x="2221951" y="9580836"/>
            <a:ext cx="78828" cy="78828"/>
          </a:xfrm>
          <a:prstGeom prst="ellipse">
            <a:avLst/>
          </a:prstGeom>
          <a:solidFill>
            <a:srgbClr val="14161C">
              <a:alpha val="28000"/>
            </a:srgbClr>
          </a:solidFill>
          <a:ln/>
        </p:spPr>
      </p:sp>
      <p:sp>
        <p:nvSpPr>
          <p:cNvPr id="33" name="Shape 31"/>
          <p:cNvSpPr/>
          <p:nvPr/>
        </p:nvSpPr>
        <p:spPr>
          <a:xfrm>
            <a:off x="2379606" y="9580836"/>
            <a:ext cx="78828" cy="78828"/>
          </a:xfrm>
          <a:prstGeom prst="ellipse">
            <a:avLst/>
          </a:prstGeom>
          <a:solidFill>
            <a:srgbClr val="14161C">
              <a:alpha val="28000"/>
            </a:srgbClr>
          </a:solidFill>
          <a:ln/>
        </p:spPr>
      </p:sp>
      <p:sp>
        <p:nvSpPr>
          <p:cNvPr id="34" name="Shape 32"/>
          <p:cNvSpPr/>
          <p:nvPr/>
        </p:nvSpPr>
        <p:spPr>
          <a:xfrm>
            <a:off x="2537261" y="9580836"/>
            <a:ext cx="78828" cy="78828"/>
          </a:xfrm>
          <a:prstGeom prst="ellipse">
            <a:avLst/>
          </a:prstGeom>
          <a:solidFill>
            <a:srgbClr val="14161C">
              <a:alpha val="28000"/>
            </a:srgbClr>
          </a:solidFill>
          <a:ln/>
        </p:spPr>
      </p:sp>
      <p:sp>
        <p:nvSpPr>
          <p:cNvPr id="35" name="Shape 33"/>
          <p:cNvSpPr/>
          <p:nvPr/>
        </p:nvSpPr>
        <p:spPr>
          <a:xfrm>
            <a:off x="2694916" y="9580836"/>
            <a:ext cx="78828" cy="78828"/>
          </a:xfrm>
          <a:prstGeom prst="ellipse">
            <a:avLst/>
          </a:prstGeom>
          <a:solidFill>
            <a:srgbClr val="14161C">
              <a:alpha val="28000"/>
            </a:srgbClr>
          </a:solidFill>
          <a:ln/>
        </p:spPr>
      </p:sp>
      <p:sp>
        <p:nvSpPr>
          <p:cNvPr id="36" name="Shape 34"/>
          <p:cNvSpPr/>
          <p:nvPr/>
        </p:nvSpPr>
        <p:spPr>
          <a:xfrm>
            <a:off x="2852571" y="9580836"/>
            <a:ext cx="78828" cy="78828"/>
          </a:xfrm>
          <a:prstGeom prst="ellipse">
            <a:avLst/>
          </a:prstGeom>
          <a:solidFill>
            <a:srgbClr val="14161C">
              <a:alpha val="28000"/>
            </a:srgbClr>
          </a:solidFill>
          <a:ln/>
        </p:spPr>
      </p:sp>
      <p:sp>
        <p:nvSpPr>
          <p:cNvPr id="37" name="Shape 35"/>
          <p:cNvSpPr/>
          <p:nvPr/>
        </p:nvSpPr>
        <p:spPr>
          <a:xfrm>
            <a:off x="3010225" y="9580836"/>
            <a:ext cx="78828" cy="78828"/>
          </a:xfrm>
          <a:prstGeom prst="ellipse">
            <a:avLst/>
          </a:prstGeom>
          <a:solidFill>
            <a:srgbClr val="14161C">
              <a:alpha val="28000"/>
            </a:srgbClr>
          </a:solidFill>
          <a:ln/>
        </p:spPr>
      </p:sp>
      <p:sp>
        <p:nvSpPr>
          <p:cNvPr id="38" name="Shape 36"/>
          <p:cNvSpPr/>
          <p:nvPr/>
        </p:nvSpPr>
        <p:spPr>
          <a:xfrm>
            <a:off x="3167880" y="9580836"/>
            <a:ext cx="78828" cy="78828"/>
          </a:xfrm>
          <a:prstGeom prst="ellipse">
            <a:avLst/>
          </a:prstGeom>
          <a:solidFill>
            <a:srgbClr val="14161C">
              <a:alpha val="28000"/>
            </a:srgbClr>
          </a:solidFill>
          <a:ln/>
        </p:spPr>
      </p:sp>
      <p:sp>
        <p:nvSpPr>
          <p:cNvPr id="39" name="Shape 37"/>
          <p:cNvSpPr/>
          <p:nvPr/>
        </p:nvSpPr>
        <p:spPr>
          <a:xfrm>
            <a:off x="3325535" y="9580836"/>
            <a:ext cx="78828" cy="78828"/>
          </a:xfrm>
          <a:prstGeom prst="ellipse">
            <a:avLst/>
          </a:prstGeom>
          <a:solidFill>
            <a:srgbClr val="14161C">
              <a:alpha val="28000"/>
            </a:srgbClr>
          </a:solidFill>
          <a:ln/>
        </p:spPr>
      </p:sp>
      <p:sp>
        <p:nvSpPr>
          <p:cNvPr id="40" name="Shape 38"/>
          <p:cNvSpPr/>
          <p:nvPr/>
        </p:nvSpPr>
        <p:spPr>
          <a:xfrm>
            <a:off x="3483190" y="9580836"/>
            <a:ext cx="78828" cy="78828"/>
          </a:xfrm>
          <a:prstGeom prst="ellipse">
            <a:avLst/>
          </a:prstGeom>
          <a:solidFill>
            <a:srgbClr val="14161C">
              <a:alpha val="28000"/>
            </a:srgbClr>
          </a:solidFill>
          <a:ln/>
        </p:spPr>
      </p:sp>
      <p:sp>
        <p:nvSpPr>
          <p:cNvPr id="41" name="Shape 39"/>
          <p:cNvSpPr/>
          <p:nvPr/>
        </p:nvSpPr>
        <p:spPr>
          <a:xfrm>
            <a:off x="3640845" y="9580836"/>
            <a:ext cx="78828" cy="78828"/>
          </a:xfrm>
          <a:prstGeom prst="ellipse">
            <a:avLst/>
          </a:prstGeom>
          <a:solidFill>
            <a:srgbClr val="14161C">
              <a:alpha val="28000"/>
            </a:srgbClr>
          </a:solidFill>
          <a:ln/>
        </p:spPr>
      </p:sp>
      <p:sp>
        <p:nvSpPr>
          <p:cNvPr id="42" name="Shape 40"/>
          <p:cNvSpPr/>
          <p:nvPr/>
        </p:nvSpPr>
        <p:spPr>
          <a:xfrm>
            <a:off x="3798500" y="9580836"/>
            <a:ext cx="78828" cy="78828"/>
          </a:xfrm>
          <a:prstGeom prst="ellipse">
            <a:avLst/>
          </a:prstGeom>
          <a:solidFill>
            <a:srgbClr val="14161C">
              <a:alpha val="28000"/>
            </a:srgbClr>
          </a:solidFill>
          <a:ln/>
        </p:spPr>
      </p:sp>
      <p:sp>
        <p:nvSpPr>
          <p:cNvPr id="43" name="Shape 41"/>
          <p:cNvSpPr/>
          <p:nvPr/>
        </p:nvSpPr>
        <p:spPr>
          <a:xfrm>
            <a:off x="3956155" y="9580836"/>
            <a:ext cx="78828" cy="78828"/>
          </a:xfrm>
          <a:prstGeom prst="ellipse">
            <a:avLst/>
          </a:prstGeom>
          <a:solidFill>
            <a:srgbClr val="14161C">
              <a:alpha val="28000"/>
            </a:srgbClr>
          </a:solidFill>
          <a:ln/>
        </p:spPr>
      </p:sp>
      <p:sp>
        <p:nvSpPr>
          <p:cNvPr id="44" name="Shape 42"/>
          <p:cNvSpPr/>
          <p:nvPr/>
        </p:nvSpPr>
        <p:spPr>
          <a:xfrm>
            <a:off x="4113810" y="9580836"/>
            <a:ext cx="78828" cy="78828"/>
          </a:xfrm>
          <a:prstGeom prst="ellipse">
            <a:avLst/>
          </a:prstGeom>
          <a:solidFill>
            <a:srgbClr val="14161C">
              <a:alpha val="28000"/>
            </a:srgbClr>
          </a:solidFill>
          <a:ln/>
        </p:spPr>
      </p:sp>
      <p:sp>
        <p:nvSpPr>
          <p:cNvPr id="45" name="Shape 43"/>
          <p:cNvSpPr/>
          <p:nvPr/>
        </p:nvSpPr>
        <p:spPr>
          <a:xfrm>
            <a:off x="4271465" y="9580836"/>
            <a:ext cx="78828" cy="78828"/>
          </a:xfrm>
          <a:prstGeom prst="ellipse">
            <a:avLst/>
          </a:prstGeom>
          <a:solidFill>
            <a:srgbClr val="14161C">
              <a:alpha val="28000"/>
            </a:srgbClr>
          </a:solidFill>
          <a:ln/>
        </p:spPr>
      </p:sp>
      <p:sp>
        <p:nvSpPr>
          <p:cNvPr id="46" name="Shape 44"/>
          <p:cNvSpPr/>
          <p:nvPr/>
        </p:nvSpPr>
        <p:spPr>
          <a:xfrm>
            <a:off x="4429120" y="9580836"/>
            <a:ext cx="78828" cy="78828"/>
          </a:xfrm>
          <a:prstGeom prst="ellipse">
            <a:avLst/>
          </a:prstGeom>
          <a:solidFill>
            <a:srgbClr val="14161C">
              <a:alpha val="28000"/>
            </a:srgbClr>
          </a:solidFill>
          <a:ln/>
        </p:spPr>
      </p:sp>
      <p:sp>
        <p:nvSpPr>
          <p:cNvPr id="47" name="Shape 45"/>
          <p:cNvSpPr/>
          <p:nvPr/>
        </p:nvSpPr>
        <p:spPr>
          <a:xfrm>
            <a:off x="4586775" y="9580836"/>
            <a:ext cx="78828" cy="78828"/>
          </a:xfrm>
          <a:prstGeom prst="ellipse">
            <a:avLst/>
          </a:prstGeom>
          <a:solidFill>
            <a:srgbClr val="14161C">
              <a:alpha val="28000"/>
            </a:srgbClr>
          </a:solidFill>
          <a:ln/>
        </p:spPr>
      </p:sp>
      <p:sp>
        <p:nvSpPr>
          <p:cNvPr id="48" name="Shape 46"/>
          <p:cNvSpPr/>
          <p:nvPr/>
        </p:nvSpPr>
        <p:spPr>
          <a:xfrm>
            <a:off x="4744430" y="9580836"/>
            <a:ext cx="78828" cy="78828"/>
          </a:xfrm>
          <a:prstGeom prst="ellipse">
            <a:avLst/>
          </a:prstGeom>
          <a:solidFill>
            <a:srgbClr val="14161C">
              <a:alpha val="28000"/>
            </a:srgbClr>
          </a:solidFill>
          <a:ln/>
        </p:spPr>
      </p:sp>
      <p:sp>
        <p:nvSpPr>
          <p:cNvPr id="49" name="Shape 47"/>
          <p:cNvSpPr/>
          <p:nvPr/>
        </p:nvSpPr>
        <p:spPr>
          <a:xfrm>
            <a:off x="4902085" y="9580836"/>
            <a:ext cx="78828" cy="78828"/>
          </a:xfrm>
          <a:prstGeom prst="ellipse">
            <a:avLst/>
          </a:prstGeom>
          <a:solidFill>
            <a:srgbClr val="14161C">
              <a:alpha val="28000"/>
            </a:srgbClr>
          </a:solidFill>
          <a:ln/>
        </p:spPr>
      </p:sp>
      <p:sp>
        <p:nvSpPr>
          <p:cNvPr id="50" name="Shape 48"/>
          <p:cNvSpPr/>
          <p:nvPr/>
        </p:nvSpPr>
        <p:spPr>
          <a:xfrm>
            <a:off x="5059740" y="9580836"/>
            <a:ext cx="78828" cy="78828"/>
          </a:xfrm>
          <a:prstGeom prst="ellipse">
            <a:avLst/>
          </a:prstGeom>
          <a:solidFill>
            <a:srgbClr val="14161C">
              <a:alpha val="28000"/>
            </a:srgbClr>
          </a:solidFill>
          <a:ln/>
        </p:spPr>
      </p:sp>
      <p:sp>
        <p:nvSpPr>
          <p:cNvPr id="51" name="Shape 49"/>
          <p:cNvSpPr/>
          <p:nvPr/>
        </p:nvSpPr>
        <p:spPr>
          <a:xfrm>
            <a:off x="5217395" y="9580836"/>
            <a:ext cx="78828" cy="78828"/>
          </a:xfrm>
          <a:prstGeom prst="ellipse">
            <a:avLst/>
          </a:prstGeom>
          <a:solidFill>
            <a:srgbClr val="14161C">
              <a:alpha val="28000"/>
            </a:srgbClr>
          </a:solidFill>
          <a:ln/>
        </p:spPr>
      </p:sp>
      <p:sp>
        <p:nvSpPr>
          <p:cNvPr id="52" name="Shape 50"/>
          <p:cNvSpPr/>
          <p:nvPr/>
        </p:nvSpPr>
        <p:spPr>
          <a:xfrm>
            <a:off x="5375050" y="9580836"/>
            <a:ext cx="78828" cy="78828"/>
          </a:xfrm>
          <a:prstGeom prst="ellipse">
            <a:avLst/>
          </a:prstGeom>
          <a:solidFill>
            <a:srgbClr val="14161C">
              <a:alpha val="28000"/>
            </a:srgbClr>
          </a:solidFill>
          <a:ln/>
        </p:spPr>
      </p:sp>
      <p:sp>
        <p:nvSpPr>
          <p:cNvPr id="53" name="Shape 51"/>
          <p:cNvSpPr/>
          <p:nvPr/>
        </p:nvSpPr>
        <p:spPr>
          <a:xfrm>
            <a:off x="5519567" y="9567698"/>
            <a:ext cx="105103" cy="105103"/>
          </a:xfrm>
          <a:prstGeom prst="ellipse">
            <a:avLst/>
          </a:prstGeom>
          <a:solidFill>
            <a:srgbClr val="E8472B"/>
          </a:solidFill>
          <a:ln/>
        </p:spPr>
      </p:sp>
      <p:sp>
        <p:nvSpPr>
          <p:cNvPr id="54" name="Shape 52"/>
          <p:cNvSpPr/>
          <p:nvPr/>
        </p:nvSpPr>
        <p:spPr>
          <a:xfrm>
            <a:off x="5690359" y="9580836"/>
            <a:ext cx="78828" cy="78828"/>
          </a:xfrm>
          <a:prstGeom prst="ellipse">
            <a:avLst/>
          </a:prstGeom>
          <a:solidFill>
            <a:srgbClr val="14161C">
              <a:alpha val="28000"/>
            </a:srgbClr>
          </a:solidFill>
          <a:ln/>
        </p:spPr>
      </p:sp>
      <p:sp>
        <p:nvSpPr>
          <p:cNvPr id="55" name="Shape 53"/>
          <p:cNvSpPr/>
          <p:nvPr/>
        </p:nvSpPr>
        <p:spPr>
          <a:xfrm>
            <a:off x="5848014" y="9580836"/>
            <a:ext cx="78828" cy="78828"/>
          </a:xfrm>
          <a:prstGeom prst="ellipse">
            <a:avLst/>
          </a:prstGeom>
          <a:solidFill>
            <a:srgbClr val="14161C">
              <a:alpha val="28000"/>
            </a:srgbClr>
          </a:solidFill>
          <a:ln/>
        </p:spPr>
      </p:sp>
      <p:sp>
        <p:nvSpPr>
          <p:cNvPr id="56" name="Shape 54"/>
          <p:cNvSpPr/>
          <p:nvPr/>
        </p:nvSpPr>
        <p:spPr>
          <a:xfrm>
            <a:off x="6005669" y="9580836"/>
            <a:ext cx="78828" cy="78828"/>
          </a:xfrm>
          <a:prstGeom prst="ellipse">
            <a:avLst/>
          </a:prstGeom>
          <a:solidFill>
            <a:srgbClr val="14161C">
              <a:alpha val="28000"/>
            </a:srgbClr>
          </a:solidFill>
          <a:ln/>
        </p:spPr>
      </p:sp>
      <p:sp>
        <p:nvSpPr>
          <p:cNvPr id="57" name="Shape 55"/>
          <p:cNvSpPr/>
          <p:nvPr/>
        </p:nvSpPr>
        <p:spPr>
          <a:xfrm>
            <a:off x="6163324" y="9580836"/>
            <a:ext cx="78828" cy="78828"/>
          </a:xfrm>
          <a:prstGeom prst="ellipse">
            <a:avLst/>
          </a:prstGeom>
          <a:solidFill>
            <a:srgbClr val="14161C">
              <a:alpha val="28000"/>
            </a:srgbClr>
          </a:solidFill>
          <a:ln/>
        </p:spPr>
      </p:sp>
      <p:sp>
        <p:nvSpPr>
          <p:cNvPr id="58" name="Shape 56"/>
          <p:cNvSpPr/>
          <p:nvPr/>
        </p:nvSpPr>
        <p:spPr>
          <a:xfrm>
            <a:off x="6320979" y="9580836"/>
            <a:ext cx="78828" cy="78828"/>
          </a:xfrm>
          <a:prstGeom prst="ellipse">
            <a:avLst/>
          </a:prstGeom>
          <a:solidFill>
            <a:srgbClr val="14161C">
              <a:alpha val="28000"/>
            </a:srgbClr>
          </a:solidFill>
          <a:ln/>
        </p:spPr>
      </p:sp>
      <p:sp>
        <p:nvSpPr>
          <p:cNvPr id="59" name="Shape 57"/>
          <p:cNvSpPr/>
          <p:nvPr/>
        </p:nvSpPr>
        <p:spPr>
          <a:xfrm>
            <a:off x="6478634" y="9580836"/>
            <a:ext cx="78828" cy="78828"/>
          </a:xfrm>
          <a:prstGeom prst="ellipse">
            <a:avLst/>
          </a:prstGeom>
          <a:solidFill>
            <a:srgbClr val="14161C">
              <a:alpha val="28000"/>
            </a:srgbClr>
          </a:solidFill>
          <a:ln/>
        </p:spPr>
      </p:sp>
      <p:sp>
        <p:nvSpPr>
          <p:cNvPr id="60" name="Shape 58"/>
          <p:cNvSpPr/>
          <p:nvPr/>
        </p:nvSpPr>
        <p:spPr>
          <a:xfrm>
            <a:off x="6636289" y="9580836"/>
            <a:ext cx="78828" cy="78828"/>
          </a:xfrm>
          <a:prstGeom prst="ellipse">
            <a:avLst/>
          </a:prstGeom>
          <a:solidFill>
            <a:srgbClr val="14161C">
              <a:alpha val="28000"/>
            </a:srgbClr>
          </a:solidFill>
          <a:ln/>
        </p:spPr>
      </p:sp>
      <p:sp>
        <p:nvSpPr>
          <p:cNvPr id="61" name="Shape 59"/>
          <p:cNvSpPr/>
          <p:nvPr/>
        </p:nvSpPr>
        <p:spPr>
          <a:xfrm>
            <a:off x="6793944" y="9580836"/>
            <a:ext cx="78828" cy="78828"/>
          </a:xfrm>
          <a:prstGeom prst="ellipse">
            <a:avLst/>
          </a:prstGeom>
          <a:solidFill>
            <a:srgbClr val="14161C">
              <a:alpha val="28000"/>
            </a:srgbClr>
          </a:solidFill>
          <a:ln/>
        </p:spPr>
      </p:sp>
      <p:sp>
        <p:nvSpPr>
          <p:cNvPr id="62" name="Shape 60"/>
          <p:cNvSpPr/>
          <p:nvPr/>
        </p:nvSpPr>
        <p:spPr>
          <a:xfrm>
            <a:off x="6951599" y="9580836"/>
            <a:ext cx="78828" cy="78828"/>
          </a:xfrm>
          <a:prstGeom prst="ellipse">
            <a:avLst/>
          </a:prstGeom>
          <a:solidFill>
            <a:srgbClr val="14161C">
              <a:alpha val="28000"/>
            </a:srgbClr>
          </a:solidFill>
          <a:ln/>
        </p:spPr>
      </p:sp>
      <p:sp>
        <p:nvSpPr>
          <p:cNvPr id="63" name="Shape 61"/>
          <p:cNvSpPr/>
          <p:nvPr/>
        </p:nvSpPr>
        <p:spPr>
          <a:xfrm>
            <a:off x="7109254" y="9580836"/>
            <a:ext cx="78828" cy="78828"/>
          </a:xfrm>
          <a:prstGeom prst="ellipse">
            <a:avLst/>
          </a:prstGeom>
          <a:solidFill>
            <a:srgbClr val="14161C">
              <a:alpha val="28000"/>
            </a:srgbClr>
          </a:solidFill>
          <a:ln/>
        </p:spPr>
      </p:sp>
      <p:sp>
        <p:nvSpPr>
          <p:cNvPr id="64" name="Shape 62"/>
          <p:cNvSpPr/>
          <p:nvPr/>
        </p:nvSpPr>
        <p:spPr>
          <a:xfrm>
            <a:off x="7266909" y="9580836"/>
            <a:ext cx="78828" cy="78828"/>
          </a:xfrm>
          <a:prstGeom prst="ellipse">
            <a:avLst/>
          </a:prstGeom>
          <a:solidFill>
            <a:srgbClr val="14161C">
              <a:alpha val="28000"/>
            </a:srgbClr>
          </a:solidFill>
          <a:ln/>
        </p:spPr>
      </p:sp>
      <p:sp>
        <p:nvSpPr>
          <p:cNvPr id="65" name="Shape 63"/>
          <p:cNvSpPr/>
          <p:nvPr/>
        </p:nvSpPr>
        <p:spPr>
          <a:xfrm>
            <a:off x="7424564" y="9580836"/>
            <a:ext cx="78828" cy="78828"/>
          </a:xfrm>
          <a:prstGeom prst="ellipse">
            <a:avLst/>
          </a:prstGeom>
          <a:solidFill>
            <a:srgbClr val="14161C">
              <a:alpha val="28000"/>
            </a:srgbClr>
          </a:solidFill>
          <a:ln/>
        </p:spPr>
      </p:sp>
      <p:sp>
        <p:nvSpPr>
          <p:cNvPr id="66" name="Shape 64"/>
          <p:cNvSpPr/>
          <p:nvPr/>
        </p:nvSpPr>
        <p:spPr>
          <a:xfrm>
            <a:off x="7582219" y="9580836"/>
            <a:ext cx="78828" cy="78828"/>
          </a:xfrm>
          <a:prstGeom prst="ellipse">
            <a:avLst/>
          </a:prstGeom>
          <a:solidFill>
            <a:srgbClr val="14161C">
              <a:alpha val="28000"/>
            </a:srgbClr>
          </a:solidFill>
          <a:ln/>
        </p:spPr>
      </p:sp>
      <p:sp>
        <p:nvSpPr>
          <p:cNvPr id="67" name="Shape 65"/>
          <p:cNvSpPr/>
          <p:nvPr/>
        </p:nvSpPr>
        <p:spPr>
          <a:xfrm>
            <a:off x="7739874" y="9580836"/>
            <a:ext cx="78828" cy="78828"/>
          </a:xfrm>
          <a:prstGeom prst="ellipse">
            <a:avLst/>
          </a:prstGeom>
          <a:solidFill>
            <a:srgbClr val="14161C">
              <a:alpha val="28000"/>
            </a:srgbClr>
          </a:solidFill>
          <a:ln/>
        </p:spPr>
      </p:sp>
      <p:sp>
        <p:nvSpPr>
          <p:cNvPr id="68" name="Shape 66"/>
          <p:cNvSpPr/>
          <p:nvPr/>
        </p:nvSpPr>
        <p:spPr>
          <a:xfrm>
            <a:off x="7897529" y="9580836"/>
            <a:ext cx="78828" cy="78828"/>
          </a:xfrm>
          <a:prstGeom prst="ellipse">
            <a:avLst/>
          </a:prstGeom>
          <a:solidFill>
            <a:srgbClr val="14161C">
              <a:alpha val="28000"/>
            </a:srgbClr>
          </a:solidFill>
          <a:ln/>
        </p:spPr>
      </p:sp>
      <p:sp>
        <p:nvSpPr>
          <p:cNvPr id="69" name="Shape 67"/>
          <p:cNvSpPr/>
          <p:nvPr/>
        </p:nvSpPr>
        <p:spPr>
          <a:xfrm>
            <a:off x="8055184" y="9580836"/>
            <a:ext cx="78828" cy="78828"/>
          </a:xfrm>
          <a:prstGeom prst="ellipse">
            <a:avLst/>
          </a:prstGeom>
          <a:solidFill>
            <a:srgbClr val="14161C">
              <a:alpha val="28000"/>
            </a:srgbClr>
          </a:solidFill>
          <a:ln/>
        </p:spPr>
      </p:sp>
      <p:sp>
        <p:nvSpPr>
          <p:cNvPr id="70" name="Shape 68"/>
          <p:cNvSpPr/>
          <p:nvPr/>
        </p:nvSpPr>
        <p:spPr>
          <a:xfrm>
            <a:off x="8212839" y="9580836"/>
            <a:ext cx="78828" cy="78828"/>
          </a:xfrm>
          <a:prstGeom prst="ellipse">
            <a:avLst/>
          </a:prstGeom>
          <a:solidFill>
            <a:srgbClr val="14161C">
              <a:alpha val="28000"/>
            </a:srgbClr>
          </a:solidFill>
          <a:ln/>
        </p:spPr>
      </p:sp>
      <p:sp>
        <p:nvSpPr>
          <p:cNvPr id="71" name="Shape 69"/>
          <p:cNvSpPr/>
          <p:nvPr/>
        </p:nvSpPr>
        <p:spPr>
          <a:xfrm>
            <a:off x="8370494" y="9580836"/>
            <a:ext cx="78828" cy="78828"/>
          </a:xfrm>
          <a:prstGeom prst="ellipse">
            <a:avLst/>
          </a:prstGeom>
          <a:solidFill>
            <a:srgbClr val="14161C">
              <a:alpha val="28000"/>
            </a:srgbClr>
          </a:solidFill>
          <a:ln/>
        </p:spPr>
      </p:sp>
      <p:sp>
        <p:nvSpPr>
          <p:cNvPr id="72" name="Shape 70"/>
          <p:cNvSpPr/>
          <p:nvPr/>
        </p:nvSpPr>
        <p:spPr>
          <a:xfrm>
            <a:off x="8528148" y="9580836"/>
            <a:ext cx="78828" cy="78828"/>
          </a:xfrm>
          <a:prstGeom prst="ellipse">
            <a:avLst/>
          </a:prstGeom>
          <a:solidFill>
            <a:srgbClr val="14161C">
              <a:alpha val="28000"/>
            </a:srgbClr>
          </a:solidFill>
          <a:ln/>
        </p:spPr>
      </p:sp>
      <p:sp>
        <p:nvSpPr>
          <p:cNvPr id="73" name="Shape 71"/>
          <p:cNvSpPr/>
          <p:nvPr/>
        </p:nvSpPr>
        <p:spPr>
          <a:xfrm>
            <a:off x="8685803" y="9580836"/>
            <a:ext cx="78828" cy="78828"/>
          </a:xfrm>
          <a:prstGeom prst="ellipse">
            <a:avLst/>
          </a:prstGeom>
          <a:solidFill>
            <a:srgbClr val="14161C">
              <a:alpha val="28000"/>
            </a:srgbClr>
          </a:solidFill>
          <a:ln/>
        </p:spPr>
      </p:sp>
      <p:sp>
        <p:nvSpPr>
          <p:cNvPr id="74" name="Shape 72"/>
          <p:cNvSpPr/>
          <p:nvPr/>
        </p:nvSpPr>
        <p:spPr>
          <a:xfrm>
            <a:off x="8843458" y="9580836"/>
            <a:ext cx="78828" cy="78828"/>
          </a:xfrm>
          <a:prstGeom prst="ellipse">
            <a:avLst/>
          </a:prstGeom>
          <a:solidFill>
            <a:srgbClr val="14161C">
              <a:alpha val="28000"/>
            </a:srgbClr>
          </a:solidFill>
          <a:ln/>
        </p:spPr>
      </p:sp>
      <p:sp>
        <p:nvSpPr>
          <p:cNvPr id="75" name="Shape 73"/>
          <p:cNvSpPr/>
          <p:nvPr/>
        </p:nvSpPr>
        <p:spPr>
          <a:xfrm>
            <a:off x="9001113" y="9580836"/>
            <a:ext cx="78828" cy="78828"/>
          </a:xfrm>
          <a:prstGeom prst="ellipse">
            <a:avLst/>
          </a:prstGeom>
          <a:solidFill>
            <a:srgbClr val="14161C">
              <a:alpha val="28000"/>
            </a:srgbClr>
          </a:solidFill>
          <a:ln/>
        </p:spPr>
      </p:sp>
      <p:sp>
        <p:nvSpPr>
          <p:cNvPr id="76" name="Shape 74"/>
          <p:cNvSpPr/>
          <p:nvPr/>
        </p:nvSpPr>
        <p:spPr>
          <a:xfrm>
            <a:off x="9158768" y="9580836"/>
            <a:ext cx="78828" cy="78828"/>
          </a:xfrm>
          <a:prstGeom prst="ellipse">
            <a:avLst/>
          </a:prstGeom>
          <a:solidFill>
            <a:srgbClr val="14161C">
              <a:alpha val="28000"/>
            </a:srgbClr>
          </a:solidFill>
          <a:ln/>
        </p:spPr>
      </p:sp>
      <p:sp>
        <p:nvSpPr>
          <p:cNvPr id="77" name="Shape 75"/>
          <p:cNvSpPr/>
          <p:nvPr/>
        </p:nvSpPr>
        <p:spPr>
          <a:xfrm>
            <a:off x="9316423" y="9580836"/>
            <a:ext cx="78828" cy="78828"/>
          </a:xfrm>
          <a:prstGeom prst="ellipse">
            <a:avLst/>
          </a:prstGeom>
          <a:solidFill>
            <a:srgbClr val="14161C">
              <a:alpha val="28000"/>
            </a:srgbClr>
          </a:solidFill>
          <a:ln/>
        </p:spPr>
      </p:sp>
      <p:sp>
        <p:nvSpPr>
          <p:cNvPr id="78" name="Shape 76"/>
          <p:cNvSpPr/>
          <p:nvPr/>
        </p:nvSpPr>
        <p:spPr>
          <a:xfrm>
            <a:off x="9474078" y="9580836"/>
            <a:ext cx="78828" cy="78828"/>
          </a:xfrm>
          <a:prstGeom prst="ellipse">
            <a:avLst/>
          </a:prstGeom>
          <a:solidFill>
            <a:srgbClr val="14161C">
              <a:alpha val="28000"/>
            </a:srgbClr>
          </a:solidFill>
          <a:ln/>
        </p:spPr>
      </p:sp>
      <p:sp>
        <p:nvSpPr>
          <p:cNvPr id="79" name="Shape 77"/>
          <p:cNvSpPr/>
          <p:nvPr/>
        </p:nvSpPr>
        <p:spPr>
          <a:xfrm>
            <a:off x="9631733" y="9580836"/>
            <a:ext cx="78828" cy="78828"/>
          </a:xfrm>
          <a:prstGeom prst="ellipse">
            <a:avLst/>
          </a:prstGeom>
          <a:solidFill>
            <a:srgbClr val="14161C">
              <a:alpha val="28000"/>
            </a:srgbClr>
          </a:solidFill>
          <a:ln/>
        </p:spPr>
      </p:sp>
      <p:sp>
        <p:nvSpPr>
          <p:cNvPr id="80" name="Shape 78"/>
          <p:cNvSpPr/>
          <p:nvPr/>
        </p:nvSpPr>
        <p:spPr>
          <a:xfrm>
            <a:off x="9789388" y="9580836"/>
            <a:ext cx="78828" cy="78828"/>
          </a:xfrm>
          <a:prstGeom prst="ellipse">
            <a:avLst/>
          </a:prstGeom>
          <a:solidFill>
            <a:srgbClr val="14161C">
              <a:alpha val="28000"/>
            </a:srgbClr>
          </a:solidFill>
          <a:ln/>
        </p:spPr>
      </p:sp>
      <p:sp>
        <p:nvSpPr>
          <p:cNvPr id="81" name="Shape 79"/>
          <p:cNvSpPr/>
          <p:nvPr/>
        </p:nvSpPr>
        <p:spPr>
          <a:xfrm>
            <a:off x="9947043" y="9580836"/>
            <a:ext cx="78828" cy="78828"/>
          </a:xfrm>
          <a:prstGeom prst="ellipse">
            <a:avLst/>
          </a:prstGeom>
          <a:solidFill>
            <a:srgbClr val="14161C">
              <a:alpha val="28000"/>
            </a:srgbClr>
          </a:solidFill>
          <a:ln/>
        </p:spPr>
      </p:sp>
      <p:sp>
        <p:nvSpPr>
          <p:cNvPr id="82" name="Text 80"/>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30/58</a:t>
            </a:r>
            <a:endParaRPr lang="en-US" sz="1800" dirty="0"/>
          </a:p>
        </p:txBody>
      </p:sp>
      <p:sp>
        <p:nvSpPr>
          <p:cNvPr id="83" name="Shape 81"/>
          <p:cNvSpPr/>
          <p:nvPr/>
        </p:nvSpPr>
        <p:spPr>
          <a:xfrm>
            <a:off x="15983712" y="9076331"/>
            <a:ext cx="1645920" cy="552301"/>
          </a:xfrm>
          <a:prstGeom prst="roundRect">
            <a:avLst>
              <a:gd name="adj" fmla="val 28000"/>
            </a:avLst>
          </a:prstGeom>
          <a:solidFill>
            <a:srgbClr val="FFFFFF">
              <a:alpha val="82000"/>
            </a:srgbClr>
          </a:solidFill>
          <a:ln/>
        </p:spPr>
      </p:sp>
      <p:pic>
        <p:nvPicPr>
          <p:cNvPr id="84" name="Moda image moda-export-watermark-2425adbb-3e16-4e25-8462-6996ac4c4c2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275〜350°Cの グラフの</a:t>
            </a:r>
            <a:r>
              <a:rPr lang="en-US" sz="5700" dirty="0" spc="-1" kern="0">
                <a:solidFill>
                  <a:srgbClr val="F3EEE3"/>
                </a:solidFill>
                <a:latin typeface="Noto Sans JP ExtraBold" pitchFamily="34" charset="0"/>
                <a:ea typeface="Noto Sans JP ExtraBold" pitchFamily="34" charset="-122"/>
                <a:cs typeface="Noto Sans JP ExtraBold" pitchFamily="34" charset="-120"/>
              </a:rPr>
              <a:t> 値</a:t>
            </a:r>
            <a:endParaRPr lang="en-US" sz="5700" dirty="0"/>
          </a:p>
        </p:txBody>
      </p:sp>
      <p:sp>
        <p:nvSpPr>
          <p:cNvPr id="3" name="Shape 1"/>
          <p:cNvSpPr/>
          <p:nvPr/>
        </p:nvSpPr>
        <p:spPr>
          <a:xfrm>
            <a:off x="914400" y="2762250"/>
            <a:ext cx="16459200" cy="1333500"/>
          </a:xfrm>
          <a:prstGeom prst="roundRect">
            <a:avLst>
              <a:gd name="adj" fmla="val 14286"/>
            </a:avLst>
          </a:prstGeom>
          <a:solidFill>
            <a:srgbClr val="1E212B"/>
          </a:solidFill>
          <a:ln w="19050">
            <a:solidFill>
              <a:srgbClr val="2C3040"/>
            </a:solidFill>
            <a:prstDash val="solid"/>
          </a:ln>
        </p:spPr>
      </p:sp>
      <p:sp>
        <p:nvSpPr>
          <p:cNvPr id="4" name="Shape 2"/>
          <p:cNvSpPr/>
          <p:nvPr/>
        </p:nvSpPr>
        <p:spPr>
          <a:xfrm>
            <a:off x="914400" y="2762250"/>
            <a:ext cx="133350" cy="1333500"/>
          </a:xfrm>
          <a:prstGeom prst="roundRect">
            <a:avLst>
              <a:gd name="adj" fmla="val 50000"/>
            </a:avLst>
          </a:prstGeom>
          <a:solidFill>
            <a:srgbClr val="3DD6A0"/>
          </a:solidFill>
          <a:ln/>
        </p:spPr>
      </p:sp>
      <p:sp>
        <p:nvSpPr>
          <p:cNvPr id="5" name="Text 3"/>
          <p:cNvSpPr/>
          <p:nvPr/>
        </p:nvSpPr>
        <p:spPr>
          <a:xfrm>
            <a:off x="1295400" y="2762250"/>
            <a:ext cx="5905500" cy="1333500"/>
          </a:xfrm>
          <a:prstGeom prst="rect">
            <a:avLst/>
          </a:prstGeom>
          <a:noFill/>
          <a:ln/>
        </p:spPr>
        <p:txBody>
          <a:bodyPr wrap="square" lIns="0" tIns="37976" rIns="0" bIns="-37976" rtlCol="0" anchor="ctr"/>
          <a:lstStyle/>
          <a:p>
            <a:pPr algn="l" indent="0" marL="0">
              <a:lnSpc>
                <a:spcPts val="3450"/>
              </a:lnSpc>
              <a:buNone/>
            </a:pPr>
            <a:r>
              <a:rPr lang="en-US" sz="3000" dirty="0" spc="-2" kern="0">
                <a:solidFill>
                  <a:srgbClr val="3DD6A0"/>
                </a:solidFill>
                <a:latin typeface="Noto Sans JP ExtraBold" pitchFamily="34" charset="0"/>
                <a:ea typeface="Noto Sans JP ExtraBold" pitchFamily="34" charset="-122"/>
                <a:cs typeface="Noto Sans JP ExtraBold" pitchFamily="34" charset="-120"/>
              </a:rPr>
              <a:t>275°C</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pitchFamily="34" charset="0"/>
                <a:ea typeface="Noto Sans JP" pitchFamily="34" charset="-122"/>
                <a:cs typeface="Noto Sans JP" pitchFamily="34" charset="-120"/>
              </a:rPr>
              <a:t>シアヌル酸約24%、</a:t>
            </a:r>
            <a:r>
              <a:rPr lang="en-US" sz="2700" dirty="0" spc="-16" kern="0">
                <a:solidFill>
                  <a:srgbClr val="F3EEE3"/>
                </a:solidFill>
                <a:latin typeface="Noto Sans JP" pitchFamily="34" charset="0"/>
                <a:ea typeface="Noto Sans JP" pitchFamily="34" charset="-122"/>
                <a:cs typeface="Noto Sans JP" pitchFamily="34" charset="-120"/>
              </a:rPr>
              <a:t> アンメリド約5.5%、</a:t>
            </a:r>
            <a:r>
              <a:rPr lang="en-US" sz="2700" dirty="0" spc="0" kern="0">
                <a:solidFill>
                  <a:srgbClr val="F3EEE3"/>
                </a:solidFill>
                <a:latin typeface="Noto Sans JP" pitchFamily="34" charset="0"/>
                <a:ea typeface="Noto Sans JP" pitchFamily="34" charset="-122"/>
                <a:cs typeface="Noto Sans JP" pitchFamily="34" charset="-120"/>
              </a:rPr>
              <a:t> 合計約30%[S1]</a:t>
            </a:r>
            <a:endParaRPr lang="en-US" sz="2700" dirty="0"/>
          </a:p>
        </p:txBody>
      </p:sp>
      <p:sp>
        <p:nvSpPr>
          <p:cNvPr id="7" name="Shape 5"/>
          <p:cNvSpPr/>
          <p:nvPr/>
        </p:nvSpPr>
        <p:spPr>
          <a:xfrm>
            <a:off x="914400" y="4229100"/>
            <a:ext cx="16459200" cy="1333500"/>
          </a:xfrm>
          <a:prstGeom prst="roundRect">
            <a:avLst>
              <a:gd name="adj" fmla="val 14286"/>
            </a:avLst>
          </a:prstGeom>
          <a:solidFill>
            <a:srgbClr val="1E212B"/>
          </a:solidFill>
          <a:ln w="19050">
            <a:solidFill>
              <a:srgbClr val="2C3040"/>
            </a:solidFill>
            <a:prstDash val="solid"/>
          </a:ln>
        </p:spPr>
      </p:sp>
      <p:sp>
        <p:nvSpPr>
          <p:cNvPr id="8" name="Shape 6"/>
          <p:cNvSpPr/>
          <p:nvPr/>
        </p:nvSpPr>
        <p:spPr>
          <a:xfrm>
            <a:off x="914400" y="4229100"/>
            <a:ext cx="133350" cy="1333500"/>
          </a:xfrm>
          <a:prstGeom prst="roundRect">
            <a:avLst>
              <a:gd name="adj" fmla="val 50000"/>
            </a:avLst>
          </a:prstGeom>
          <a:solidFill>
            <a:srgbClr val="FF6A4D"/>
          </a:solidFill>
          <a:ln/>
        </p:spPr>
      </p:sp>
      <p:sp>
        <p:nvSpPr>
          <p:cNvPr id="9" name="Text 7"/>
          <p:cNvSpPr/>
          <p:nvPr/>
        </p:nvSpPr>
        <p:spPr>
          <a:xfrm>
            <a:off x="1295400" y="4229100"/>
            <a:ext cx="5905500" cy="1333500"/>
          </a:xfrm>
          <a:prstGeom prst="rect">
            <a:avLst/>
          </a:prstGeom>
          <a:noFill/>
          <a:ln/>
        </p:spPr>
        <p:txBody>
          <a:bodyPr wrap="square" lIns="0" tIns="37976" rIns="0" bIns="-37976" rtlCol="0" anchor="ctr"/>
          <a:lstStyle/>
          <a:p>
            <a:pPr algn="l" indent="0" marL="0">
              <a:lnSpc>
                <a:spcPts val="3450"/>
              </a:lnSpc>
              <a:buNone/>
            </a:pPr>
            <a:r>
              <a:rPr lang="en-US" sz="3000" dirty="0" spc="-2" kern="0">
                <a:solidFill>
                  <a:srgbClr val="FF6A4D"/>
                </a:solidFill>
                <a:latin typeface="Noto Sans JP ExtraBold" pitchFamily="34" charset="0"/>
                <a:ea typeface="Noto Sans JP ExtraBold" pitchFamily="34" charset="-122"/>
                <a:cs typeface="Noto Sans JP ExtraBold" pitchFamily="34" charset="-120"/>
              </a:rPr>
              <a:t>325°C</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pitchFamily="34" charset="0"/>
                <a:ea typeface="Noto Sans JP" pitchFamily="34" charset="-122"/>
                <a:cs typeface="Noto Sans JP" pitchFamily="34" charset="-120"/>
              </a:rPr>
              <a:t>シアヌル酸約15%、</a:t>
            </a:r>
            <a:r>
              <a:rPr lang="en-US" sz="2700" dirty="0" spc="-16" kern="0">
                <a:solidFill>
                  <a:srgbClr val="F3EEE3"/>
                </a:solidFill>
                <a:latin typeface="Noto Sans JP" pitchFamily="34" charset="0"/>
                <a:ea typeface="Noto Sans JP" pitchFamily="34" charset="-122"/>
                <a:cs typeface="Noto Sans JP" pitchFamily="34" charset="-120"/>
              </a:rPr>
              <a:t> アンメリド約5.5%、</a:t>
            </a:r>
            <a:r>
              <a:rPr lang="en-US" sz="2700" dirty="0" spc="0" kern="0">
                <a:solidFill>
                  <a:srgbClr val="F3EEE3"/>
                </a:solidFill>
                <a:latin typeface="Noto Sans JP" pitchFamily="34" charset="0"/>
                <a:ea typeface="Noto Sans JP" pitchFamily="34" charset="-122"/>
                <a:cs typeface="Noto Sans JP" pitchFamily="34" charset="-120"/>
              </a:rPr>
              <a:t> 合計約20%[S1]</a:t>
            </a:r>
            <a:endParaRPr lang="en-US" sz="2700" dirty="0"/>
          </a:p>
        </p:txBody>
      </p:sp>
      <p:sp>
        <p:nvSpPr>
          <p:cNvPr id="11" name="Shape 9"/>
          <p:cNvSpPr/>
          <p:nvPr/>
        </p:nvSpPr>
        <p:spPr>
          <a:xfrm>
            <a:off x="914400" y="5695950"/>
            <a:ext cx="16459200" cy="1333500"/>
          </a:xfrm>
          <a:prstGeom prst="roundRect">
            <a:avLst>
              <a:gd name="adj" fmla="val 14286"/>
            </a:avLst>
          </a:prstGeom>
          <a:solidFill>
            <a:srgbClr val="1E212B"/>
          </a:solidFill>
          <a:ln w="19050">
            <a:solidFill>
              <a:srgbClr val="2C3040"/>
            </a:solidFill>
            <a:prstDash val="solid"/>
          </a:ln>
        </p:spPr>
      </p:sp>
      <p:sp>
        <p:nvSpPr>
          <p:cNvPr id="12" name="Shape 10"/>
          <p:cNvSpPr/>
          <p:nvPr/>
        </p:nvSpPr>
        <p:spPr>
          <a:xfrm>
            <a:off x="914400" y="5695950"/>
            <a:ext cx="133350" cy="1333500"/>
          </a:xfrm>
          <a:prstGeom prst="roundRect">
            <a:avLst>
              <a:gd name="adj" fmla="val 50000"/>
            </a:avLst>
          </a:prstGeom>
          <a:solidFill>
            <a:srgbClr val="7C93FF"/>
          </a:solidFill>
          <a:ln/>
        </p:spPr>
      </p:sp>
      <p:sp>
        <p:nvSpPr>
          <p:cNvPr id="13" name="Text 11"/>
          <p:cNvSpPr/>
          <p:nvPr/>
        </p:nvSpPr>
        <p:spPr>
          <a:xfrm>
            <a:off x="1295400" y="5695950"/>
            <a:ext cx="5905500" cy="1333500"/>
          </a:xfrm>
          <a:prstGeom prst="rect">
            <a:avLst/>
          </a:prstGeom>
          <a:noFill/>
          <a:ln/>
        </p:spPr>
        <p:txBody>
          <a:bodyPr wrap="square" lIns="0" tIns="37976" rIns="0" bIns="-37976" rtlCol="0" anchor="ctr"/>
          <a:lstStyle/>
          <a:p>
            <a:pPr algn="l" indent="0" marL="0">
              <a:lnSpc>
                <a:spcPts val="3450"/>
              </a:lnSpc>
              <a:buNone/>
            </a:pPr>
            <a:r>
              <a:rPr lang="en-US" sz="3000" dirty="0" spc="-2" kern="0">
                <a:solidFill>
                  <a:srgbClr val="7C93FF"/>
                </a:solidFill>
                <a:latin typeface="Noto Sans JP ExtraBold" pitchFamily="34" charset="0"/>
                <a:ea typeface="Noto Sans JP ExtraBold" pitchFamily="34" charset="-122"/>
                <a:cs typeface="Noto Sans JP ExtraBold" pitchFamily="34" charset="-120"/>
              </a:rPr>
              <a:t>350°C</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pitchFamily="34" charset="0"/>
                <a:ea typeface="Noto Sans JP" pitchFamily="34" charset="-122"/>
                <a:cs typeface="Noto Sans JP" pitchFamily="34" charset="-120"/>
              </a:rPr>
              <a:t>シアヌル酸約2%、</a:t>
            </a:r>
            <a:r>
              <a:rPr lang="en-US" sz="2700" dirty="0" spc="-16" kern="0">
                <a:solidFill>
                  <a:srgbClr val="F3EEE3"/>
                </a:solidFill>
                <a:latin typeface="Noto Sans JP" pitchFamily="34" charset="0"/>
                <a:ea typeface="Noto Sans JP" pitchFamily="34" charset="-122"/>
                <a:cs typeface="Noto Sans JP" pitchFamily="34" charset="-120"/>
              </a:rPr>
              <a:t> アンメリド約5.5%、</a:t>
            </a:r>
            <a:r>
              <a:rPr lang="en-US" sz="2700" dirty="0" spc="0" kern="0">
                <a:solidFill>
                  <a:srgbClr val="F3EEE3"/>
                </a:solidFill>
                <a:latin typeface="Noto Sans JP" pitchFamily="34" charset="0"/>
                <a:ea typeface="Noto Sans JP" pitchFamily="34" charset="-122"/>
                <a:cs typeface="Noto Sans JP" pitchFamily="34" charset="-120"/>
              </a:rPr>
              <a:t> 合計約8%[S1]</a:t>
            </a:r>
            <a:endParaRPr lang="en-US" sz="2700" dirty="0"/>
          </a:p>
        </p:txBody>
      </p:sp>
      <p:sp>
        <p:nvSpPr>
          <p:cNvPr id="15" name="Shape 13"/>
          <p:cNvSpPr/>
          <p:nvPr/>
        </p:nvSpPr>
        <p:spPr>
          <a:xfrm>
            <a:off x="914400" y="7162800"/>
            <a:ext cx="16459200" cy="1333500"/>
          </a:xfrm>
          <a:prstGeom prst="roundRect">
            <a:avLst>
              <a:gd name="adj" fmla="val 14286"/>
            </a:avLst>
          </a:prstGeom>
          <a:solidFill>
            <a:srgbClr val="1E212B"/>
          </a:solidFill>
          <a:ln w="19050">
            <a:solidFill>
              <a:srgbClr val="2C3040"/>
            </a:solidFill>
            <a:prstDash val="solid"/>
          </a:ln>
        </p:spPr>
      </p:sp>
      <p:sp>
        <p:nvSpPr>
          <p:cNvPr id="16" name="Shape 14"/>
          <p:cNvSpPr/>
          <p:nvPr/>
        </p:nvSpPr>
        <p:spPr>
          <a:xfrm>
            <a:off x="914400" y="7162800"/>
            <a:ext cx="133350" cy="1333500"/>
          </a:xfrm>
          <a:prstGeom prst="roundRect">
            <a:avLst>
              <a:gd name="adj" fmla="val 50000"/>
            </a:avLst>
          </a:prstGeom>
          <a:solidFill>
            <a:srgbClr val="FFB454"/>
          </a:solidFill>
          <a:ln/>
        </p:spPr>
      </p:sp>
      <p:sp>
        <p:nvSpPr>
          <p:cNvPr id="17" name="Text 15"/>
          <p:cNvSpPr/>
          <p:nvPr/>
        </p:nvSpPr>
        <p:spPr>
          <a:xfrm>
            <a:off x="1295400" y="7162800"/>
            <a:ext cx="5905500" cy="1333500"/>
          </a:xfrm>
          <a:prstGeom prst="rect">
            <a:avLst/>
          </a:prstGeom>
          <a:noFill/>
          <a:ln/>
        </p:spPr>
        <p:txBody>
          <a:bodyPr wrap="square" lIns="0" tIns="37976" rIns="0" bIns="-37976" rtlCol="0" anchor="ctr"/>
          <a:lstStyle/>
          <a:p>
            <a:pPr algn="l" indent="0" marL="0">
              <a:lnSpc>
                <a:spcPts val="3450"/>
              </a:lnSpc>
              <a:buNone/>
            </a:pPr>
            <a:r>
              <a:rPr lang="en-US" sz="3000" dirty="0" spc="0" kern="0">
                <a:solidFill>
                  <a:srgbClr val="FFB454"/>
                </a:solidFill>
                <a:latin typeface="Noto Sans JP ExtraBold" pitchFamily="34" charset="0"/>
                <a:ea typeface="Noto Sans JP ExtraBold" pitchFamily="34" charset="-122"/>
                <a:cs typeface="Noto Sans JP ExtraBold" pitchFamily="34" charset="-120"/>
              </a:rPr>
              <a:t>グラフの</a:t>
            </a:r>
            <a:r>
              <a:rPr lang="en-US" sz="3000" dirty="0" spc="-1" kern="0">
                <a:solidFill>
                  <a:srgbClr val="FFB454"/>
                </a:solidFill>
                <a:latin typeface="Noto Sans JP ExtraBold" pitchFamily="34" charset="0"/>
                <a:ea typeface="Noto Sans JP ExtraBold" pitchFamily="34" charset="-122"/>
                <a:cs typeface="Noto Sans JP ExtraBold" pitchFamily="34" charset="-120"/>
              </a:rPr>
              <a:t> 読み 取り</a:t>
            </a:r>
            <a:r>
              <a:rPr lang="en-US" sz="3000" dirty="0" spc="-2" kern="0">
                <a:solidFill>
                  <a:srgbClr val="FFB454"/>
                </a:solidFill>
                <a:latin typeface="Noto Sans JP ExtraBold" pitchFamily="34" charset="0"/>
                <a:ea typeface="Noto Sans JP ExtraBold" pitchFamily="34" charset="-122"/>
                <a:cs typeface="Noto Sans JP ExtraBold" pitchFamily="34" charset="-120"/>
              </a:rPr>
              <a:t> 誤差</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kern="0">
                <a:solidFill>
                  <a:srgbClr val="F3EEE3"/>
                </a:solidFill>
                <a:latin typeface="Noto Sans JP" pitchFamily="34" charset="0"/>
                <a:ea typeface="Noto Sans JP" pitchFamily="34" charset="-122"/>
                <a:cs typeface="Noto Sans JP" pitchFamily="34" charset="-120"/>
              </a:rPr>
              <a:t>質量で 約±2%[S1]</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[S1]</a:t>
            </a:r>
            <a:endParaRPr lang="en-US" sz="1800" dirty="0"/>
          </a:p>
        </p:txBody>
      </p:sp>
      <p:sp>
        <p:nvSpPr>
          <p:cNvPr id="20" name="Shape 18"/>
          <p:cNvSpPr/>
          <p:nvPr/>
        </p:nvSpPr>
        <p:spPr>
          <a:xfrm>
            <a:off x="960711" y="9580836"/>
            <a:ext cx="78828" cy="78828"/>
          </a:xfrm>
          <a:prstGeom prst="ellipse">
            <a:avLst/>
          </a:prstGeom>
          <a:solidFill>
            <a:srgbClr val="F3EEE3">
              <a:alpha val="28000"/>
            </a:srgbClr>
          </a:solidFill>
          <a:ln/>
        </p:spPr>
      </p:sp>
      <p:sp>
        <p:nvSpPr>
          <p:cNvPr id="21" name="Shape 19"/>
          <p:cNvSpPr/>
          <p:nvPr/>
        </p:nvSpPr>
        <p:spPr>
          <a:xfrm>
            <a:off x="1118366" y="9580836"/>
            <a:ext cx="78828" cy="78828"/>
          </a:xfrm>
          <a:prstGeom prst="ellipse">
            <a:avLst/>
          </a:prstGeom>
          <a:solidFill>
            <a:srgbClr val="F3EEE3">
              <a:alpha val="28000"/>
            </a:srgbClr>
          </a:solidFill>
          <a:ln/>
        </p:spPr>
      </p:sp>
      <p:sp>
        <p:nvSpPr>
          <p:cNvPr id="22" name="Shape 20"/>
          <p:cNvSpPr/>
          <p:nvPr/>
        </p:nvSpPr>
        <p:spPr>
          <a:xfrm>
            <a:off x="1276021" y="9580836"/>
            <a:ext cx="78828" cy="78828"/>
          </a:xfrm>
          <a:prstGeom prst="ellipse">
            <a:avLst/>
          </a:prstGeom>
          <a:solidFill>
            <a:srgbClr val="F3EEE3">
              <a:alpha val="28000"/>
            </a:srgbClr>
          </a:solidFill>
          <a:ln/>
        </p:spPr>
      </p:sp>
      <p:sp>
        <p:nvSpPr>
          <p:cNvPr id="23" name="Shape 21"/>
          <p:cNvSpPr/>
          <p:nvPr/>
        </p:nvSpPr>
        <p:spPr>
          <a:xfrm>
            <a:off x="1433676" y="9580836"/>
            <a:ext cx="78828" cy="78828"/>
          </a:xfrm>
          <a:prstGeom prst="ellipse">
            <a:avLst/>
          </a:prstGeom>
          <a:solidFill>
            <a:srgbClr val="F3EEE3">
              <a:alpha val="28000"/>
            </a:srgbClr>
          </a:solidFill>
          <a:ln/>
        </p:spPr>
      </p:sp>
      <p:sp>
        <p:nvSpPr>
          <p:cNvPr id="24" name="Shape 22"/>
          <p:cNvSpPr/>
          <p:nvPr/>
        </p:nvSpPr>
        <p:spPr>
          <a:xfrm>
            <a:off x="1591331" y="9580836"/>
            <a:ext cx="78828" cy="78828"/>
          </a:xfrm>
          <a:prstGeom prst="ellipse">
            <a:avLst/>
          </a:prstGeom>
          <a:solidFill>
            <a:srgbClr val="F3EEE3">
              <a:alpha val="28000"/>
            </a:srgbClr>
          </a:solidFill>
          <a:ln/>
        </p:spPr>
      </p:sp>
      <p:sp>
        <p:nvSpPr>
          <p:cNvPr id="25" name="Shape 23"/>
          <p:cNvSpPr/>
          <p:nvPr/>
        </p:nvSpPr>
        <p:spPr>
          <a:xfrm>
            <a:off x="1748986" y="9580836"/>
            <a:ext cx="78828" cy="78828"/>
          </a:xfrm>
          <a:prstGeom prst="ellipse">
            <a:avLst/>
          </a:prstGeom>
          <a:solidFill>
            <a:srgbClr val="F3EEE3">
              <a:alpha val="28000"/>
            </a:srgbClr>
          </a:solidFill>
          <a:ln/>
        </p:spPr>
      </p:sp>
      <p:sp>
        <p:nvSpPr>
          <p:cNvPr id="26" name="Shape 24"/>
          <p:cNvSpPr/>
          <p:nvPr/>
        </p:nvSpPr>
        <p:spPr>
          <a:xfrm>
            <a:off x="1906641" y="9580836"/>
            <a:ext cx="78828" cy="78828"/>
          </a:xfrm>
          <a:prstGeom prst="ellipse">
            <a:avLst/>
          </a:prstGeom>
          <a:solidFill>
            <a:srgbClr val="F3EEE3">
              <a:alpha val="28000"/>
            </a:srgbClr>
          </a:solidFill>
          <a:ln/>
        </p:spPr>
      </p:sp>
      <p:sp>
        <p:nvSpPr>
          <p:cNvPr id="27" name="Shape 25"/>
          <p:cNvSpPr/>
          <p:nvPr/>
        </p:nvSpPr>
        <p:spPr>
          <a:xfrm>
            <a:off x="2064296" y="9580836"/>
            <a:ext cx="78828" cy="78828"/>
          </a:xfrm>
          <a:prstGeom prst="ellipse">
            <a:avLst/>
          </a:prstGeom>
          <a:solidFill>
            <a:srgbClr val="F3EEE3">
              <a:alpha val="28000"/>
            </a:srgbClr>
          </a:solidFill>
          <a:ln/>
        </p:spPr>
      </p:sp>
      <p:sp>
        <p:nvSpPr>
          <p:cNvPr id="28" name="Shape 26"/>
          <p:cNvSpPr/>
          <p:nvPr/>
        </p:nvSpPr>
        <p:spPr>
          <a:xfrm>
            <a:off x="2221951" y="9580836"/>
            <a:ext cx="78828" cy="78828"/>
          </a:xfrm>
          <a:prstGeom prst="ellipse">
            <a:avLst/>
          </a:prstGeom>
          <a:solidFill>
            <a:srgbClr val="F3EEE3">
              <a:alpha val="28000"/>
            </a:srgbClr>
          </a:solidFill>
          <a:ln/>
        </p:spPr>
      </p:sp>
      <p:sp>
        <p:nvSpPr>
          <p:cNvPr id="29" name="Shape 27"/>
          <p:cNvSpPr/>
          <p:nvPr/>
        </p:nvSpPr>
        <p:spPr>
          <a:xfrm>
            <a:off x="2379606" y="9580836"/>
            <a:ext cx="78828" cy="78828"/>
          </a:xfrm>
          <a:prstGeom prst="ellipse">
            <a:avLst/>
          </a:prstGeom>
          <a:solidFill>
            <a:srgbClr val="F3EEE3">
              <a:alpha val="28000"/>
            </a:srgbClr>
          </a:solidFill>
          <a:ln/>
        </p:spPr>
      </p:sp>
      <p:sp>
        <p:nvSpPr>
          <p:cNvPr id="30" name="Shape 28"/>
          <p:cNvSpPr/>
          <p:nvPr/>
        </p:nvSpPr>
        <p:spPr>
          <a:xfrm>
            <a:off x="2537261" y="9580836"/>
            <a:ext cx="78828" cy="78828"/>
          </a:xfrm>
          <a:prstGeom prst="ellipse">
            <a:avLst/>
          </a:prstGeom>
          <a:solidFill>
            <a:srgbClr val="F3EEE3">
              <a:alpha val="28000"/>
            </a:srgbClr>
          </a:solidFill>
          <a:ln/>
        </p:spPr>
      </p:sp>
      <p:sp>
        <p:nvSpPr>
          <p:cNvPr id="31" name="Shape 29"/>
          <p:cNvSpPr/>
          <p:nvPr/>
        </p:nvSpPr>
        <p:spPr>
          <a:xfrm>
            <a:off x="2694916" y="9580836"/>
            <a:ext cx="78828" cy="78828"/>
          </a:xfrm>
          <a:prstGeom prst="ellipse">
            <a:avLst/>
          </a:prstGeom>
          <a:solidFill>
            <a:srgbClr val="F3EEE3">
              <a:alpha val="28000"/>
            </a:srgbClr>
          </a:solidFill>
          <a:ln/>
        </p:spPr>
      </p:sp>
      <p:sp>
        <p:nvSpPr>
          <p:cNvPr id="32" name="Shape 30"/>
          <p:cNvSpPr/>
          <p:nvPr/>
        </p:nvSpPr>
        <p:spPr>
          <a:xfrm>
            <a:off x="2852571" y="9580836"/>
            <a:ext cx="78828" cy="78828"/>
          </a:xfrm>
          <a:prstGeom prst="ellipse">
            <a:avLst/>
          </a:prstGeom>
          <a:solidFill>
            <a:srgbClr val="F3EEE3">
              <a:alpha val="28000"/>
            </a:srgbClr>
          </a:solidFill>
          <a:ln/>
        </p:spPr>
      </p:sp>
      <p:sp>
        <p:nvSpPr>
          <p:cNvPr id="33" name="Shape 31"/>
          <p:cNvSpPr/>
          <p:nvPr/>
        </p:nvSpPr>
        <p:spPr>
          <a:xfrm>
            <a:off x="3010225" y="9580836"/>
            <a:ext cx="78828" cy="78828"/>
          </a:xfrm>
          <a:prstGeom prst="ellipse">
            <a:avLst/>
          </a:prstGeom>
          <a:solidFill>
            <a:srgbClr val="F3EEE3">
              <a:alpha val="28000"/>
            </a:srgbClr>
          </a:solidFill>
          <a:ln/>
        </p:spPr>
      </p:sp>
      <p:sp>
        <p:nvSpPr>
          <p:cNvPr id="34" name="Shape 32"/>
          <p:cNvSpPr/>
          <p:nvPr/>
        </p:nvSpPr>
        <p:spPr>
          <a:xfrm>
            <a:off x="3167880" y="9580836"/>
            <a:ext cx="78828" cy="78828"/>
          </a:xfrm>
          <a:prstGeom prst="ellipse">
            <a:avLst/>
          </a:prstGeom>
          <a:solidFill>
            <a:srgbClr val="F3EEE3">
              <a:alpha val="28000"/>
            </a:srgbClr>
          </a:solidFill>
          <a:ln/>
        </p:spPr>
      </p:sp>
      <p:sp>
        <p:nvSpPr>
          <p:cNvPr id="35" name="Shape 33"/>
          <p:cNvSpPr/>
          <p:nvPr/>
        </p:nvSpPr>
        <p:spPr>
          <a:xfrm>
            <a:off x="3325535" y="9580836"/>
            <a:ext cx="78828" cy="78828"/>
          </a:xfrm>
          <a:prstGeom prst="ellipse">
            <a:avLst/>
          </a:prstGeom>
          <a:solidFill>
            <a:srgbClr val="F3EEE3">
              <a:alpha val="28000"/>
            </a:srgbClr>
          </a:solidFill>
          <a:ln/>
        </p:spPr>
      </p:sp>
      <p:sp>
        <p:nvSpPr>
          <p:cNvPr id="36" name="Shape 34"/>
          <p:cNvSpPr/>
          <p:nvPr/>
        </p:nvSpPr>
        <p:spPr>
          <a:xfrm>
            <a:off x="3483190" y="9580836"/>
            <a:ext cx="78828" cy="78828"/>
          </a:xfrm>
          <a:prstGeom prst="ellipse">
            <a:avLst/>
          </a:prstGeom>
          <a:solidFill>
            <a:srgbClr val="F3EEE3">
              <a:alpha val="28000"/>
            </a:srgbClr>
          </a:solidFill>
          <a:ln/>
        </p:spPr>
      </p:sp>
      <p:sp>
        <p:nvSpPr>
          <p:cNvPr id="37" name="Shape 35"/>
          <p:cNvSpPr/>
          <p:nvPr/>
        </p:nvSpPr>
        <p:spPr>
          <a:xfrm>
            <a:off x="3640845" y="9580836"/>
            <a:ext cx="78828" cy="78828"/>
          </a:xfrm>
          <a:prstGeom prst="ellipse">
            <a:avLst/>
          </a:prstGeom>
          <a:solidFill>
            <a:srgbClr val="F3EEE3">
              <a:alpha val="28000"/>
            </a:srgbClr>
          </a:solidFill>
          <a:ln/>
        </p:spPr>
      </p:sp>
      <p:sp>
        <p:nvSpPr>
          <p:cNvPr id="38" name="Shape 36"/>
          <p:cNvSpPr/>
          <p:nvPr/>
        </p:nvSpPr>
        <p:spPr>
          <a:xfrm>
            <a:off x="3798500" y="9580836"/>
            <a:ext cx="78828" cy="78828"/>
          </a:xfrm>
          <a:prstGeom prst="ellipse">
            <a:avLst/>
          </a:prstGeom>
          <a:solidFill>
            <a:srgbClr val="F3EEE3">
              <a:alpha val="28000"/>
            </a:srgbClr>
          </a:solidFill>
          <a:ln/>
        </p:spPr>
      </p:sp>
      <p:sp>
        <p:nvSpPr>
          <p:cNvPr id="39" name="Shape 37"/>
          <p:cNvSpPr/>
          <p:nvPr/>
        </p:nvSpPr>
        <p:spPr>
          <a:xfrm>
            <a:off x="3956155" y="9580836"/>
            <a:ext cx="78828" cy="78828"/>
          </a:xfrm>
          <a:prstGeom prst="ellipse">
            <a:avLst/>
          </a:prstGeom>
          <a:solidFill>
            <a:srgbClr val="F3EEE3">
              <a:alpha val="28000"/>
            </a:srgbClr>
          </a:solidFill>
          <a:ln/>
        </p:spPr>
      </p:sp>
      <p:sp>
        <p:nvSpPr>
          <p:cNvPr id="40" name="Shape 38"/>
          <p:cNvSpPr/>
          <p:nvPr/>
        </p:nvSpPr>
        <p:spPr>
          <a:xfrm>
            <a:off x="4113810" y="9580836"/>
            <a:ext cx="78828" cy="78828"/>
          </a:xfrm>
          <a:prstGeom prst="ellipse">
            <a:avLst/>
          </a:prstGeom>
          <a:solidFill>
            <a:srgbClr val="F3EEE3">
              <a:alpha val="28000"/>
            </a:srgbClr>
          </a:solidFill>
          <a:ln/>
        </p:spPr>
      </p:sp>
      <p:sp>
        <p:nvSpPr>
          <p:cNvPr id="41" name="Shape 39"/>
          <p:cNvSpPr/>
          <p:nvPr/>
        </p:nvSpPr>
        <p:spPr>
          <a:xfrm>
            <a:off x="4271465" y="9580836"/>
            <a:ext cx="78828" cy="78828"/>
          </a:xfrm>
          <a:prstGeom prst="ellipse">
            <a:avLst/>
          </a:prstGeom>
          <a:solidFill>
            <a:srgbClr val="F3EEE3">
              <a:alpha val="28000"/>
            </a:srgbClr>
          </a:solidFill>
          <a:ln/>
        </p:spPr>
      </p:sp>
      <p:sp>
        <p:nvSpPr>
          <p:cNvPr id="42" name="Shape 40"/>
          <p:cNvSpPr/>
          <p:nvPr/>
        </p:nvSpPr>
        <p:spPr>
          <a:xfrm>
            <a:off x="4429120" y="9580836"/>
            <a:ext cx="78828" cy="78828"/>
          </a:xfrm>
          <a:prstGeom prst="ellipse">
            <a:avLst/>
          </a:prstGeom>
          <a:solidFill>
            <a:srgbClr val="F3EEE3">
              <a:alpha val="28000"/>
            </a:srgbClr>
          </a:solidFill>
          <a:ln/>
        </p:spPr>
      </p:sp>
      <p:sp>
        <p:nvSpPr>
          <p:cNvPr id="43" name="Shape 41"/>
          <p:cNvSpPr/>
          <p:nvPr/>
        </p:nvSpPr>
        <p:spPr>
          <a:xfrm>
            <a:off x="4586775" y="9580836"/>
            <a:ext cx="78828" cy="78828"/>
          </a:xfrm>
          <a:prstGeom prst="ellipse">
            <a:avLst/>
          </a:prstGeom>
          <a:solidFill>
            <a:srgbClr val="F3EEE3">
              <a:alpha val="28000"/>
            </a:srgbClr>
          </a:solidFill>
          <a:ln/>
        </p:spPr>
      </p:sp>
      <p:sp>
        <p:nvSpPr>
          <p:cNvPr id="44" name="Shape 42"/>
          <p:cNvSpPr/>
          <p:nvPr/>
        </p:nvSpPr>
        <p:spPr>
          <a:xfrm>
            <a:off x="4744430" y="9580836"/>
            <a:ext cx="78828" cy="78828"/>
          </a:xfrm>
          <a:prstGeom prst="ellipse">
            <a:avLst/>
          </a:prstGeom>
          <a:solidFill>
            <a:srgbClr val="F3EEE3">
              <a:alpha val="28000"/>
            </a:srgbClr>
          </a:solidFill>
          <a:ln/>
        </p:spPr>
      </p:sp>
      <p:sp>
        <p:nvSpPr>
          <p:cNvPr id="45" name="Shape 43"/>
          <p:cNvSpPr/>
          <p:nvPr/>
        </p:nvSpPr>
        <p:spPr>
          <a:xfrm>
            <a:off x="4902085" y="9580836"/>
            <a:ext cx="78828" cy="78828"/>
          </a:xfrm>
          <a:prstGeom prst="ellipse">
            <a:avLst/>
          </a:prstGeom>
          <a:solidFill>
            <a:srgbClr val="F3EEE3">
              <a:alpha val="28000"/>
            </a:srgbClr>
          </a:solidFill>
          <a:ln/>
        </p:spPr>
      </p:sp>
      <p:sp>
        <p:nvSpPr>
          <p:cNvPr id="46" name="Shape 44"/>
          <p:cNvSpPr/>
          <p:nvPr/>
        </p:nvSpPr>
        <p:spPr>
          <a:xfrm>
            <a:off x="5059740" y="9580836"/>
            <a:ext cx="78828" cy="78828"/>
          </a:xfrm>
          <a:prstGeom prst="ellipse">
            <a:avLst/>
          </a:prstGeom>
          <a:solidFill>
            <a:srgbClr val="F3EEE3">
              <a:alpha val="28000"/>
            </a:srgbClr>
          </a:solidFill>
          <a:ln/>
        </p:spPr>
      </p:sp>
      <p:sp>
        <p:nvSpPr>
          <p:cNvPr id="47" name="Shape 45"/>
          <p:cNvSpPr/>
          <p:nvPr/>
        </p:nvSpPr>
        <p:spPr>
          <a:xfrm>
            <a:off x="5217395" y="9580836"/>
            <a:ext cx="78828" cy="78828"/>
          </a:xfrm>
          <a:prstGeom prst="ellipse">
            <a:avLst/>
          </a:prstGeom>
          <a:solidFill>
            <a:srgbClr val="F3EEE3">
              <a:alpha val="28000"/>
            </a:srgbClr>
          </a:solidFill>
          <a:ln/>
        </p:spPr>
      </p:sp>
      <p:sp>
        <p:nvSpPr>
          <p:cNvPr id="48" name="Shape 46"/>
          <p:cNvSpPr/>
          <p:nvPr/>
        </p:nvSpPr>
        <p:spPr>
          <a:xfrm>
            <a:off x="5375050" y="9580836"/>
            <a:ext cx="78828" cy="78828"/>
          </a:xfrm>
          <a:prstGeom prst="ellipse">
            <a:avLst/>
          </a:prstGeom>
          <a:solidFill>
            <a:srgbClr val="F3EEE3">
              <a:alpha val="28000"/>
            </a:srgbClr>
          </a:solidFill>
          <a:ln/>
        </p:spPr>
      </p:sp>
      <p:sp>
        <p:nvSpPr>
          <p:cNvPr id="49" name="Shape 47"/>
          <p:cNvSpPr/>
          <p:nvPr/>
        </p:nvSpPr>
        <p:spPr>
          <a:xfrm>
            <a:off x="5532705" y="9580836"/>
            <a:ext cx="78828" cy="78828"/>
          </a:xfrm>
          <a:prstGeom prst="ellipse">
            <a:avLst/>
          </a:prstGeom>
          <a:solidFill>
            <a:srgbClr val="F3EEE3">
              <a:alpha val="28000"/>
            </a:srgbClr>
          </a:solidFill>
          <a:ln/>
        </p:spPr>
      </p:sp>
      <p:sp>
        <p:nvSpPr>
          <p:cNvPr id="50" name="Shape 48"/>
          <p:cNvSpPr/>
          <p:nvPr/>
        </p:nvSpPr>
        <p:spPr>
          <a:xfrm>
            <a:off x="5677222" y="9567698"/>
            <a:ext cx="105103" cy="105103"/>
          </a:xfrm>
          <a:prstGeom prst="ellipse">
            <a:avLst/>
          </a:prstGeom>
          <a:solidFill>
            <a:srgbClr val="FF6A4D"/>
          </a:solidFill>
          <a:ln/>
        </p:spPr>
      </p:sp>
      <p:sp>
        <p:nvSpPr>
          <p:cNvPr id="51" name="Shape 49"/>
          <p:cNvSpPr/>
          <p:nvPr/>
        </p:nvSpPr>
        <p:spPr>
          <a:xfrm>
            <a:off x="5848014" y="9580836"/>
            <a:ext cx="78828" cy="78828"/>
          </a:xfrm>
          <a:prstGeom prst="ellipse">
            <a:avLst/>
          </a:prstGeom>
          <a:solidFill>
            <a:srgbClr val="F3EEE3">
              <a:alpha val="28000"/>
            </a:srgbClr>
          </a:solidFill>
          <a:ln/>
        </p:spPr>
      </p:sp>
      <p:sp>
        <p:nvSpPr>
          <p:cNvPr id="52" name="Shape 50"/>
          <p:cNvSpPr/>
          <p:nvPr/>
        </p:nvSpPr>
        <p:spPr>
          <a:xfrm>
            <a:off x="6005669" y="9580836"/>
            <a:ext cx="78828" cy="78828"/>
          </a:xfrm>
          <a:prstGeom prst="ellipse">
            <a:avLst/>
          </a:prstGeom>
          <a:solidFill>
            <a:srgbClr val="F3EEE3">
              <a:alpha val="28000"/>
            </a:srgbClr>
          </a:solidFill>
          <a:ln/>
        </p:spPr>
      </p:sp>
      <p:sp>
        <p:nvSpPr>
          <p:cNvPr id="53" name="Shape 51"/>
          <p:cNvSpPr/>
          <p:nvPr/>
        </p:nvSpPr>
        <p:spPr>
          <a:xfrm>
            <a:off x="6163324" y="9580836"/>
            <a:ext cx="78828" cy="78828"/>
          </a:xfrm>
          <a:prstGeom prst="ellipse">
            <a:avLst/>
          </a:prstGeom>
          <a:solidFill>
            <a:srgbClr val="F3EEE3">
              <a:alpha val="28000"/>
            </a:srgbClr>
          </a:solidFill>
          <a:ln/>
        </p:spPr>
      </p:sp>
      <p:sp>
        <p:nvSpPr>
          <p:cNvPr id="54" name="Shape 52"/>
          <p:cNvSpPr/>
          <p:nvPr/>
        </p:nvSpPr>
        <p:spPr>
          <a:xfrm>
            <a:off x="6320979" y="9580836"/>
            <a:ext cx="78828" cy="78828"/>
          </a:xfrm>
          <a:prstGeom prst="ellipse">
            <a:avLst/>
          </a:prstGeom>
          <a:solidFill>
            <a:srgbClr val="F3EEE3">
              <a:alpha val="28000"/>
            </a:srgbClr>
          </a:solidFill>
          <a:ln/>
        </p:spPr>
      </p:sp>
      <p:sp>
        <p:nvSpPr>
          <p:cNvPr id="55" name="Shape 53"/>
          <p:cNvSpPr/>
          <p:nvPr/>
        </p:nvSpPr>
        <p:spPr>
          <a:xfrm>
            <a:off x="6478634" y="9580836"/>
            <a:ext cx="78828" cy="78828"/>
          </a:xfrm>
          <a:prstGeom prst="ellipse">
            <a:avLst/>
          </a:prstGeom>
          <a:solidFill>
            <a:srgbClr val="F3EEE3">
              <a:alpha val="28000"/>
            </a:srgbClr>
          </a:solidFill>
          <a:ln/>
        </p:spPr>
      </p:sp>
      <p:sp>
        <p:nvSpPr>
          <p:cNvPr id="56" name="Shape 54"/>
          <p:cNvSpPr/>
          <p:nvPr/>
        </p:nvSpPr>
        <p:spPr>
          <a:xfrm>
            <a:off x="6636289" y="9580836"/>
            <a:ext cx="78828" cy="78828"/>
          </a:xfrm>
          <a:prstGeom prst="ellipse">
            <a:avLst/>
          </a:prstGeom>
          <a:solidFill>
            <a:srgbClr val="F3EEE3">
              <a:alpha val="28000"/>
            </a:srgbClr>
          </a:solidFill>
          <a:ln/>
        </p:spPr>
      </p:sp>
      <p:sp>
        <p:nvSpPr>
          <p:cNvPr id="57" name="Shape 55"/>
          <p:cNvSpPr/>
          <p:nvPr/>
        </p:nvSpPr>
        <p:spPr>
          <a:xfrm>
            <a:off x="6793944" y="9580836"/>
            <a:ext cx="78828" cy="78828"/>
          </a:xfrm>
          <a:prstGeom prst="ellipse">
            <a:avLst/>
          </a:prstGeom>
          <a:solidFill>
            <a:srgbClr val="F3EEE3">
              <a:alpha val="28000"/>
            </a:srgbClr>
          </a:solidFill>
          <a:ln/>
        </p:spPr>
      </p:sp>
      <p:sp>
        <p:nvSpPr>
          <p:cNvPr id="58" name="Shape 56"/>
          <p:cNvSpPr/>
          <p:nvPr/>
        </p:nvSpPr>
        <p:spPr>
          <a:xfrm>
            <a:off x="6951599" y="9580836"/>
            <a:ext cx="78828" cy="78828"/>
          </a:xfrm>
          <a:prstGeom prst="ellipse">
            <a:avLst/>
          </a:prstGeom>
          <a:solidFill>
            <a:srgbClr val="F3EEE3">
              <a:alpha val="28000"/>
            </a:srgbClr>
          </a:solidFill>
          <a:ln/>
        </p:spPr>
      </p:sp>
      <p:sp>
        <p:nvSpPr>
          <p:cNvPr id="59" name="Shape 57"/>
          <p:cNvSpPr/>
          <p:nvPr/>
        </p:nvSpPr>
        <p:spPr>
          <a:xfrm>
            <a:off x="7109254" y="9580836"/>
            <a:ext cx="78828" cy="78828"/>
          </a:xfrm>
          <a:prstGeom prst="ellipse">
            <a:avLst/>
          </a:prstGeom>
          <a:solidFill>
            <a:srgbClr val="F3EEE3">
              <a:alpha val="28000"/>
            </a:srgbClr>
          </a:solidFill>
          <a:ln/>
        </p:spPr>
      </p:sp>
      <p:sp>
        <p:nvSpPr>
          <p:cNvPr id="60" name="Shape 58"/>
          <p:cNvSpPr/>
          <p:nvPr/>
        </p:nvSpPr>
        <p:spPr>
          <a:xfrm>
            <a:off x="7266909" y="9580836"/>
            <a:ext cx="78828" cy="78828"/>
          </a:xfrm>
          <a:prstGeom prst="ellipse">
            <a:avLst/>
          </a:prstGeom>
          <a:solidFill>
            <a:srgbClr val="F3EEE3">
              <a:alpha val="28000"/>
            </a:srgbClr>
          </a:solidFill>
          <a:ln/>
        </p:spPr>
      </p:sp>
      <p:sp>
        <p:nvSpPr>
          <p:cNvPr id="61" name="Shape 59"/>
          <p:cNvSpPr/>
          <p:nvPr/>
        </p:nvSpPr>
        <p:spPr>
          <a:xfrm>
            <a:off x="7424564" y="9580836"/>
            <a:ext cx="78828" cy="78828"/>
          </a:xfrm>
          <a:prstGeom prst="ellipse">
            <a:avLst/>
          </a:prstGeom>
          <a:solidFill>
            <a:srgbClr val="F3EEE3">
              <a:alpha val="28000"/>
            </a:srgbClr>
          </a:solidFill>
          <a:ln/>
        </p:spPr>
      </p:sp>
      <p:sp>
        <p:nvSpPr>
          <p:cNvPr id="62" name="Shape 60"/>
          <p:cNvSpPr/>
          <p:nvPr/>
        </p:nvSpPr>
        <p:spPr>
          <a:xfrm>
            <a:off x="7582219" y="9580836"/>
            <a:ext cx="78828" cy="78828"/>
          </a:xfrm>
          <a:prstGeom prst="ellipse">
            <a:avLst/>
          </a:prstGeom>
          <a:solidFill>
            <a:srgbClr val="F3EEE3">
              <a:alpha val="28000"/>
            </a:srgbClr>
          </a:solidFill>
          <a:ln/>
        </p:spPr>
      </p:sp>
      <p:sp>
        <p:nvSpPr>
          <p:cNvPr id="63" name="Shape 61"/>
          <p:cNvSpPr/>
          <p:nvPr/>
        </p:nvSpPr>
        <p:spPr>
          <a:xfrm>
            <a:off x="7739874" y="9580836"/>
            <a:ext cx="78828" cy="78828"/>
          </a:xfrm>
          <a:prstGeom prst="ellipse">
            <a:avLst/>
          </a:prstGeom>
          <a:solidFill>
            <a:srgbClr val="F3EEE3">
              <a:alpha val="28000"/>
            </a:srgbClr>
          </a:solidFill>
          <a:ln/>
        </p:spPr>
      </p:sp>
      <p:sp>
        <p:nvSpPr>
          <p:cNvPr id="64" name="Shape 62"/>
          <p:cNvSpPr/>
          <p:nvPr/>
        </p:nvSpPr>
        <p:spPr>
          <a:xfrm>
            <a:off x="7897529" y="9580836"/>
            <a:ext cx="78828" cy="78828"/>
          </a:xfrm>
          <a:prstGeom prst="ellipse">
            <a:avLst/>
          </a:prstGeom>
          <a:solidFill>
            <a:srgbClr val="F3EEE3">
              <a:alpha val="28000"/>
            </a:srgbClr>
          </a:solidFill>
          <a:ln/>
        </p:spPr>
      </p:sp>
      <p:sp>
        <p:nvSpPr>
          <p:cNvPr id="65" name="Shape 63"/>
          <p:cNvSpPr/>
          <p:nvPr/>
        </p:nvSpPr>
        <p:spPr>
          <a:xfrm>
            <a:off x="8055184" y="9580836"/>
            <a:ext cx="78828" cy="78828"/>
          </a:xfrm>
          <a:prstGeom prst="ellipse">
            <a:avLst/>
          </a:prstGeom>
          <a:solidFill>
            <a:srgbClr val="F3EEE3">
              <a:alpha val="28000"/>
            </a:srgbClr>
          </a:solidFill>
          <a:ln/>
        </p:spPr>
      </p:sp>
      <p:sp>
        <p:nvSpPr>
          <p:cNvPr id="66" name="Shape 64"/>
          <p:cNvSpPr/>
          <p:nvPr/>
        </p:nvSpPr>
        <p:spPr>
          <a:xfrm>
            <a:off x="8212839" y="9580836"/>
            <a:ext cx="78828" cy="78828"/>
          </a:xfrm>
          <a:prstGeom prst="ellipse">
            <a:avLst/>
          </a:prstGeom>
          <a:solidFill>
            <a:srgbClr val="F3EEE3">
              <a:alpha val="28000"/>
            </a:srgbClr>
          </a:solidFill>
          <a:ln/>
        </p:spPr>
      </p:sp>
      <p:sp>
        <p:nvSpPr>
          <p:cNvPr id="67" name="Shape 65"/>
          <p:cNvSpPr/>
          <p:nvPr/>
        </p:nvSpPr>
        <p:spPr>
          <a:xfrm>
            <a:off x="8370494" y="9580836"/>
            <a:ext cx="78828" cy="78828"/>
          </a:xfrm>
          <a:prstGeom prst="ellipse">
            <a:avLst/>
          </a:prstGeom>
          <a:solidFill>
            <a:srgbClr val="F3EEE3">
              <a:alpha val="28000"/>
            </a:srgbClr>
          </a:solidFill>
          <a:ln/>
        </p:spPr>
      </p:sp>
      <p:sp>
        <p:nvSpPr>
          <p:cNvPr id="68" name="Shape 66"/>
          <p:cNvSpPr/>
          <p:nvPr/>
        </p:nvSpPr>
        <p:spPr>
          <a:xfrm>
            <a:off x="8528148" y="9580836"/>
            <a:ext cx="78828" cy="78828"/>
          </a:xfrm>
          <a:prstGeom prst="ellipse">
            <a:avLst/>
          </a:prstGeom>
          <a:solidFill>
            <a:srgbClr val="F3EEE3">
              <a:alpha val="28000"/>
            </a:srgbClr>
          </a:solidFill>
          <a:ln/>
        </p:spPr>
      </p:sp>
      <p:sp>
        <p:nvSpPr>
          <p:cNvPr id="69" name="Shape 67"/>
          <p:cNvSpPr/>
          <p:nvPr/>
        </p:nvSpPr>
        <p:spPr>
          <a:xfrm>
            <a:off x="8685803" y="9580836"/>
            <a:ext cx="78828" cy="78828"/>
          </a:xfrm>
          <a:prstGeom prst="ellipse">
            <a:avLst/>
          </a:prstGeom>
          <a:solidFill>
            <a:srgbClr val="F3EEE3">
              <a:alpha val="28000"/>
            </a:srgbClr>
          </a:solidFill>
          <a:ln/>
        </p:spPr>
      </p:sp>
      <p:sp>
        <p:nvSpPr>
          <p:cNvPr id="70" name="Shape 68"/>
          <p:cNvSpPr/>
          <p:nvPr/>
        </p:nvSpPr>
        <p:spPr>
          <a:xfrm>
            <a:off x="8843458" y="9580836"/>
            <a:ext cx="78828" cy="78828"/>
          </a:xfrm>
          <a:prstGeom prst="ellipse">
            <a:avLst/>
          </a:prstGeom>
          <a:solidFill>
            <a:srgbClr val="F3EEE3">
              <a:alpha val="28000"/>
            </a:srgbClr>
          </a:solidFill>
          <a:ln/>
        </p:spPr>
      </p:sp>
      <p:sp>
        <p:nvSpPr>
          <p:cNvPr id="71" name="Shape 69"/>
          <p:cNvSpPr/>
          <p:nvPr/>
        </p:nvSpPr>
        <p:spPr>
          <a:xfrm>
            <a:off x="9001113" y="9580836"/>
            <a:ext cx="78828" cy="78828"/>
          </a:xfrm>
          <a:prstGeom prst="ellipse">
            <a:avLst/>
          </a:prstGeom>
          <a:solidFill>
            <a:srgbClr val="F3EEE3">
              <a:alpha val="28000"/>
            </a:srgbClr>
          </a:solidFill>
          <a:ln/>
        </p:spPr>
      </p:sp>
      <p:sp>
        <p:nvSpPr>
          <p:cNvPr id="72" name="Shape 70"/>
          <p:cNvSpPr/>
          <p:nvPr/>
        </p:nvSpPr>
        <p:spPr>
          <a:xfrm>
            <a:off x="9158768" y="9580836"/>
            <a:ext cx="78828" cy="78828"/>
          </a:xfrm>
          <a:prstGeom prst="ellipse">
            <a:avLst/>
          </a:prstGeom>
          <a:solidFill>
            <a:srgbClr val="F3EEE3">
              <a:alpha val="28000"/>
            </a:srgbClr>
          </a:solidFill>
          <a:ln/>
        </p:spPr>
      </p:sp>
      <p:sp>
        <p:nvSpPr>
          <p:cNvPr id="73" name="Shape 71"/>
          <p:cNvSpPr/>
          <p:nvPr/>
        </p:nvSpPr>
        <p:spPr>
          <a:xfrm>
            <a:off x="9316423" y="9580836"/>
            <a:ext cx="78828" cy="78828"/>
          </a:xfrm>
          <a:prstGeom prst="ellipse">
            <a:avLst/>
          </a:prstGeom>
          <a:solidFill>
            <a:srgbClr val="F3EEE3">
              <a:alpha val="28000"/>
            </a:srgbClr>
          </a:solidFill>
          <a:ln/>
        </p:spPr>
      </p:sp>
      <p:sp>
        <p:nvSpPr>
          <p:cNvPr id="74" name="Shape 72"/>
          <p:cNvSpPr/>
          <p:nvPr/>
        </p:nvSpPr>
        <p:spPr>
          <a:xfrm>
            <a:off x="9474078" y="9580836"/>
            <a:ext cx="78828" cy="78828"/>
          </a:xfrm>
          <a:prstGeom prst="ellipse">
            <a:avLst/>
          </a:prstGeom>
          <a:solidFill>
            <a:srgbClr val="F3EEE3">
              <a:alpha val="28000"/>
            </a:srgbClr>
          </a:solidFill>
          <a:ln/>
        </p:spPr>
      </p:sp>
      <p:sp>
        <p:nvSpPr>
          <p:cNvPr id="75" name="Shape 73"/>
          <p:cNvSpPr/>
          <p:nvPr/>
        </p:nvSpPr>
        <p:spPr>
          <a:xfrm>
            <a:off x="9631733" y="9580836"/>
            <a:ext cx="78828" cy="78828"/>
          </a:xfrm>
          <a:prstGeom prst="ellipse">
            <a:avLst/>
          </a:prstGeom>
          <a:solidFill>
            <a:srgbClr val="F3EEE3">
              <a:alpha val="28000"/>
            </a:srgbClr>
          </a:solidFill>
          <a:ln/>
        </p:spPr>
      </p:sp>
      <p:sp>
        <p:nvSpPr>
          <p:cNvPr id="76" name="Shape 74"/>
          <p:cNvSpPr/>
          <p:nvPr/>
        </p:nvSpPr>
        <p:spPr>
          <a:xfrm>
            <a:off x="9789388" y="9580836"/>
            <a:ext cx="78828" cy="78828"/>
          </a:xfrm>
          <a:prstGeom prst="ellipse">
            <a:avLst/>
          </a:prstGeom>
          <a:solidFill>
            <a:srgbClr val="F3EEE3">
              <a:alpha val="28000"/>
            </a:srgbClr>
          </a:solidFill>
          <a:ln/>
        </p:spPr>
      </p:sp>
      <p:sp>
        <p:nvSpPr>
          <p:cNvPr id="77" name="Shape 75"/>
          <p:cNvSpPr/>
          <p:nvPr/>
        </p:nvSpPr>
        <p:spPr>
          <a:xfrm>
            <a:off x="9947043" y="9580836"/>
            <a:ext cx="78828" cy="78828"/>
          </a:xfrm>
          <a:prstGeom prst="ellipse">
            <a:avLst/>
          </a:prstGeom>
          <a:solidFill>
            <a:srgbClr val="F3EEE3">
              <a:alpha val="28000"/>
            </a:srgbClr>
          </a:solidFill>
          <a:ln/>
        </p:spPr>
      </p:sp>
      <p:sp>
        <p:nvSpPr>
          <p:cNvPr id="78" name="Text 76"/>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31/58</a:t>
            </a:r>
            <a:endParaRPr lang="en-US" sz="1800" dirty="0"/>
          </a:p>
        </p:txBody>
      </p:sp>
      <p:sp>
        <p:nvSpPr>
          <p:cNvPr id="79" name="Shape 77"/>
          <p:cNvSpPr/>
          <p:nvPr/>
        </p:nvSpPr>
        <p:spPr>
          <a:xfrm>
            <a:off x="15983712" y="9076331"/>
            <a:ext cx="1645920" cy="552301"/>
          </a:xfrm>
          <a:prstGeom prst="roundRect">
            <a:avLst>
              <a:gd name="adj" fmla="val 28000"/>
            </a:avLst>
          </a:prstGeom>
          <a:solidFill>
            <a:srgbClr val="FFFFFF">
              <a:alpha val="82000"/>
            </a:srgbClr>
          </a:solidFill>
          <a:ln/>
        </p:spPr>
      </p:sp>
      <p:pic>
        <p:nvPicPr>
          <p:cNvPr id="80" name="Moda image moda-export-watermark-8e96c66a-d03b-48d7-87d4-778d5943ca7b"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14161C"/>
                </a:solidFill>
                <a:latin typeface="Noto Sans JP ExtraBold" pitchFamily="34" charset="0"/>
                <a:ea typeface="Noto Sans JP ExtraBold" pitchFamily="34" charset="-122"/>
                <a:cs typeface="Noto Sans JP ExtraBold" pitchFamily="34" charset="-120"/>
              </a:rPr>
              <a:t>堆積物が 「飛ぶ」 温度は 定数ではない</a:t>
            </a:r>
            <a:endParaRPr lang="en-US" sz="5700" dirty="0"/>
          </a:p>
        </p:txBody>
      </p:sp>
      <p:sp>
        <p:nvSpPr>
          <p:cNvPr id="3" name="Shape 1"/>
          <p:cNvSpPr/>
          <p:nvPr/>
        </p:nvSpPr>
        <p:spPr>
          <a:xfrm>
            <a:off x="914400" y="2952750"/>
            <a:ext cx="152400" cy="4000500"/>
          </a:xfrm>
          <a:prstGeom prst="roundRect">
            <a:avLst>
              <a:gd name="adj" fmla="val 50000"/>
            </a:avLst>
          </a:prstGeom>
          <a:solidFill>
            <a:srgbClr val="0F766E"/>
          </a:solidFill>
          <a:ln/>
        </p:spPr>
      </p:sp>
      <p:sp>
        <p:nvSpPr>
          <p:cNvPr id="4" name="Text 2"/>
          <p:cNvSpPr/>
          <p:nvPr/>
        </p:nvSpPr>
        <p:spPr>
          <a:xfrm>
            <a:off x="1485900" y="2857500"/>
            <a:ext cx="15811500" cy="4191000"/>
          </a:xfrm>
          <a:prstGeom prst="rect">
            <a:avLst/>
          </a:prstGeom>
          <a:noFill/>
          <a:ln/>
        </p:spPr>
        <p:txBody>
          <a:bodyPr wrap="square" lIns="0" tIns="100489" rIns="0" bIns="-100489" rtlCol="0" anchor="ctr"/>
          <a:lstStyle/>
          <a:p>
            <a:pPr algn="l" indent="0" marL="0">
              <a:lnSpc>
                <a:spcPts val="7728"/>
              </a:lnSpc>
              <a:buNone/>
            </a:pPr>
            <a:r>
              <a:rPr lang="en-US" sz="6900" dirty="0" spc="0" kern="0">
                <a:solidFill>
                  <a:srgbClr val="14161C"/>
                </a:solidFill>
                <a:latin typeface="Noto Sans JP ExtraBold" pitchFamily="34" charset="0"/>
                <a:ea typeface="Noto Sans JP ExtraBold" pitchFamily="34" charset="-122"/>
                <a:cs typeface="Noto Sans JP ExtraBold" pitchFamily="34" charset="-120"/>
              </a:rPr>
              <a:t>シアヌル酸の</a:t>
            </a:r>
            <a:r>
              <a:rPr lang="en-US" sz="6900" dirty="0" spc="-31" kern="0">
                <a:solidFill>
                  <a:srgbClr val="14161C"/>
                </a:solidFill>
                <a:latin typeface="Noto Sans JP ExtraBold" pitchFamily="34" charset="0"/>
                <a:ea typeface="Noto Sans JP ExtraBold" pitchFamily="34" charset="-122"/>
                <a:cs typeface="Noto Sans JP ExtraBold" pitchFamily="34" charset="-120"/>
              </a:rPr>
              <a:t> 昇華は、るつぼの</a:t>
            </a:r>
            <a:r>
              <a:rPr lang="en-US" sz="6900" dirty="0" spc="0" kern="0">
                <a:solidFill>
                  <a:srgbClr val="14161C"/>
                </a:solidFill>
                <a:latin typeface="Noto Sans JP ExtraBold" pitchFamily="34" charset="0"/>
                <a:ea typeface="Noto Sans JP ExtraBold" pitchFamily="34" charset="-122"/>
                <a:cs typeface="Noto Sans JP ExtraBold" pitchFamily="34" charset="-120"/>
              </a:rPr>
              <a:t> 形状で</a:t>
            </a:r>
            <a:pPr algn="l" indent="0" marL="0">
              <a:lnSpc>
                <a:spcPts val="7728"/>
              </a:lnSpc>
              <a:buNone/>
            </a:pPr>
            <a:r>
              <a:rPr lang="en-US" sz="6900" dirty="0" spc="-3" kern="0">
                <a:solidFill>
                  <a:srgbClr val="0F766E"/>
                </a:solidFill>
                <a:latin typeface="Noto Sans JP ExtraBold" pitchFamily="34" charset="0"/>
                <a:ea typeface="Noto Sans JP ExtraBold" pitchFamily="34" charset="-122"/>
                <a:cs typeface="Noto Sans JP ExtraBold" pitchFamily="34" charset="-120"/>
              </a:rPr>
              <a:t>約40</a:t>
            </a:r>
            <a:r>
              <a:rPr lang="en-US" sz="6900" dirty="0" spc="-2" kern="0">
                <a:solidFill>
                  <a:srgbClr val="0F766E"/>
                </a:solidFill>
                <a:latin typeface="Noto Sans JP ExtraBold" pitchFamily="34" charset="0"/>
                <a:ea typeface="Noto Sans JP ExtraBold" pitchFamily="34" charset="-122"/>
                <a:cs typeface="Noto Sans JP ExtraBold" pitchFamily="34" charset="-120"/>
              </a:rPr>
              <a:t> K</a:t>
            </a:r>
            <a:pPr algn="l" indent="0" marL="0">
              <a:lnSpc>
                <a:spcPts val="7728"/>
              </a:lnSpc>
              <a:buNone/>
            </a:pPr>
            <a:r>
              <a:rPr lang="en-US" sz="6900" dirty="0" spc="-1" kern="0">
                <a:solidFill>
                  <a:srgbClr val="14161C"/>
                </a:solidFill>
                <a:latin typeface="Noto Sans JP ExtraBold" pitchFamily="34" charset="0"/>
                <a:ea typeface="Noto Sans JP ExtraBold" pitchFamily="34" charset="-122"/>
                <a:cs typeface="Noto Sans JP ExtraBold" pitchFamily="34" charset="-120"/>
              </a:rPr>
              <a:t>ずれる[S3]</a:t>
            </a:r>
            <a:endParaRPr lang="en-US" sz="6900" dirty="0"/>
          </a:p>
        </p:txBody>
      </p:sp>
      <p:sp>
        <p:nvSpPr>
          <p:cNvPr id="5" name="Text 3"/>
          <p:cNvSpPr/>
          <p:nvPr/>
        </p:nvSpPr>
        <p:spPr>
          <a:xfrm>
            <a:off x="1485900" y="7429500"/>
            <a:ext cx="15811500" cy="609600"/>
          </a:xfrm>
          <a:prstGeom prst="rect">
            <a:avLst/>
          </a:prstGeom>
          <a:noFill/>
          <a:ln/>
        </p:spPr>
        <p:txBody>
          <a:bodyPr wrap="square" lIns="0" tIns="0" rIns="0" bIns="0" rtlCol="0" anchor="t"/>
          <a:lstStyle/>
          <a:p>
            <a:pPr algn="l" indent="0" marL="0">
              <a:buNone/>
            </a:pPr>
            <a:r>
              <a:rPr lang="en-US" sz="2700" dirty="0" spc="-1" kern="0">
                <a:solidFill>
                  <a:srgbClr val="6B6A66"/>
                </a:solidFill>
                <a:latin typeface="Noto Sans JP" pitchFamily="34" charset="0"/>
                <a:ea typeface="Noto Sans JP" pitchFamily="34" charset="-122"/>
                <a:cs typeface="Noto Sans JP" pitchFamily="34" charset="-120"/>
              </a:rPr>
              <a:t>エンジンでは、335〜425°Cでも</a:t>
            </a:r>
            <a:r>
              <a:rPr lang="en-US" sz="2700" dirty="0" spc="3" kern="0">
                <a:solidFill>
                  <a:srgbClr val="6B6A66"/>
                </a:solidFill>
                <a:latin typeface="Noto Sans JP" pitchFamily="34" charset="0"/>
                <a:ea typeface="Noto Sans JP" pitchFamily="34" charset="-122"/>
                <a:cs typeface="Noto Sans JP" pitchFamily="34" charset="-120"/>
              </a:rPr>
              <a:t> 主に</a:t>
            </a:r>
            <a:r>
              <a:rPr lang="en-US" sz="2700" dirty="0" spc="1" kern="0">
                <a:solidFill>
                  <a:srgbClr val="6B6A66"/>
                </a:solidFill>
                <a:latin typeface="Noto Sans JP" pitchFamily="34" charset="0"/>
                <a:ea typeface="Noto Sans JP" pitchFamily="34" charset="-122"/>
                <a:cs typeface="Noto Sans JP" pitchFamily="34" charset="-120"/>
              </a:rPr>
              <a:t> シアヌル酸が</a:t>
            </a:r>
            <a:r>
              <a:rPr lang="en-US" sz="2700" dirty="0" spc="0" kern="0">
                <a:solidFill>
                  <a:srgbClr val="6B6A66"/>
                </a:solidFill>
                <a:latin typeface="Noto Sans JP" pitchFamily="34" charset="0"/>
                <a:ea typeface="Noto Sans JP" pitchFamily="34" charset="-122"/>
                <a:cs typeface="Noto Sans JP" pitchFamily="34" charset="-120"/>
              </a:rPr>
              <a:t> 残る[S10]</a:t>
            </a:r>
            <a:endParaRPr lang="en-US" sz="2700" dirty="0"/>
          </a:p>
        </p:txBody>
      </p:sp>
      <p:sp>
        <p:nvSpPr>
          <p:cNvPr id="6" name="Text 4"/>
          <p:cNvSpPr/>
          <p:nvPr/>
        </p:nvSpPr>
        <p:spPr>
          <a:xfrm>
            <a:off x="1485900" y="8096250"/>
            <a:ext cx="15811500" cy="609600"/>
          </a:xfrm>
          <a:prstGeom prst="rect">
            <a:avLst/>
          </a:prstGeom>
          <a:noFill/>
          <a:ln/>
        </p:spPr>
        <p:txBody>
          <a:bodyPr wrap="square" lIns="0" tIns="0" rIns="0" bIns="0" rtlCol="0" anchor="t"/>
          <a:lstStyle/>
          <a:p>
            <a:pPr algn="l" indent="0" marL="0">
              <a:buNone/>
            </a:pPr>
            <a:r>
              <a:rPr lang="en-US" sz="2700" dirty="0" kern="0">
                <a:solidFill>
                  <a:srgbClr val="6B6A66"/>
                </a:solidFill>
                <a:latin typeface="Noto Sans JP" pitchFamily="34" charset="0"/>
                <a:ea typeface="Noto Sans JP" pitchFamily="34" charset="-122"/>
                <a:cs typeface="Noto Sans JP" pitchFamily="34" charset="-120"/>
              </a:rPr>
              <a:t>開放容器の グラフでは、350°Cで シアヌル酸はほぼなくなる[S1]</a:t>
            </a:r>
            <a:endParaRPr lang="en-US" sz="2700" dirty="0"/>
          </a:p>
        </p:txBody>
      </p:sp>
      <p:sp>
        <p:nvSpPr>
          <p:cNvPr id="7" name="Text 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r>
              <a:rPr lang="en-US" sz="1800" dirty="0" spc="-1" kern="0">
                <a:solidFill>
                  <a:srgbClr val="6B6A66"/>
                </a:solidFill>
                <a:latin typeface="Noto Sans JP" pitchFamily="34" charset="0"/>
                <a:ea typeface="Noto Sans JP" pitchFamily="34" charset="-122"/>
                <a:cs typeface="Noto Sans JP" pitchFamily="34" charset="-120"/>
              </a:rPr>
              <a:t> [S3]</a:t>
            </a:r>
            <a:r>
              <a:rPr lang="en-US" sz="1800" dirty="0" spc="-2" kern="0">
                <a:solidFill>
                  <a:srgbClr val="6B6A66"/>
                </a:solidFill>
                <a:latin typeface="Noto Sans JP" pitchFamily="34" charset="0"/>
                <a:ea typeface="Noto Sans JP" pitchFamily="34" charset="-122"/>
                <a:cs typeface="Noto Sans JP" pitchFamily="34" charset="-120"/>
              </a:rPr>
              <a:t> [S10]</a:t>
            </a:r>
            <a:endParaRPr lang="en-US" sz="1800" dirty="0"/>
          </a:p>
        </p:txBody>
      </p:sp>
      <p:sp>
        <p:nvSpPr>
          <p:cNvPr id="8" name="Shape 6"/>
          <p:cNvSpPr/>
          <p:nvPr/>
        </p:nvSpPr>
        <p:spPr>
          <a:xfrm>
            <a:off x="960711" y="9580836"/>
            <a:ext cx="78828" cy="78828"/>
          </a:xfrm>
          <a:prstGeom prst="ellipse">
            <a:avLst/>
          </a:prstGeom>
          <a:solidFill>
            <a:srgbClr val="14161C">
              <a:alpha val="28000"/>
            </a:srgbClr>
          </a:solidFill>
          <a:ln/>
        </p:spPr>
      </p:sp>
      <p:sp>
        <p:nvSpPr>
          <p:cNvPr id="9" name="Shape 7"/>
          <p:cNvSpPr/>
          <p:nvPr/>
        </p:nvSpPr>
        <p:spPr>
          <a:xfrm>
            <a:off x="1118366" y="9580836"/>
            <a:ext cx="78828" cy="78828"/>
          </a:xfrm>
          <a:prstGeom prst="ellipse">
            <a:avLst/>
          </a:prstGeom>
          <a:solidFill>
            <a:srgbClr val="14161C">
              <a:alpha val="28000"/>
            </a:srgbClr>
          </a:solidFill>
          <a:ln/>
        </p:spPr>
      </p:sp>
      <p:sp>
        <p:nvSpPr>
          <p:cNvPr id="10" name="Shape 8"/>
          <p:cNvSpPr/>
          <p:nvPr/>
        </p:nvSpPr>
        <p:spPr>
          <a:xfrm>
            <a:off x="1276021" y="9580836"/>
            <a:ext cx="78828" cy="78828"/>
          </a:xfrm>
          <a:prstGeom prst="ellipse">
            <a:avLst/>
          </a:prstGeom>
          <a:solidFill>
            <a:srgbClr val="14161C">
              <a:alpha val="28000"/>
            </a:srgbClr>
          </a:solidFill>
          <a:ln/>
        </p:spPr>
      </p:sp>
      <p:sp>
        <p:nvSpPr>
          <p:cNvPr id="11" name="Shape 9"/>
          <p:cNvSpPr/>
          <p:nvPr/>
        </p:nvSpPr>
        <p:spPr>
          <a:xfrm>
            <a:off x="1433676" y="9580836"/>
            <a:ext cx="78828" cy="78828"/>
          </a:xfrm>
          <a:prstGeom prst="ellipse">
            <a:avLst/>
          </a:prstGeom>
          <a:solidFill>
            <a:srgbClr val="14161C">
              <a:alpha val="28000"/>
            </a:srgbClr>
          </a:solidFill>
          <a:ln/>
        </p:spPr>
      </p:sp>
      <p:sp>
        <p:nvSpPr>
          <p:cNvPr id="12" name="Shape 10"/>
          <p:cNvSpPr/>
          <p:nvPr/>
        </p:nvSpPr>
        <p:spPr>
          <a:xfrm>
            <a:off x="1591331" y="9580836"/>
            <a:ext cx="78828" cy="78828"/>
          </a:xfrm>
          <a:prstGeom prst="ellipse">
            <a:avLst/>
          </a:prstGeom>
          <a:solidFill>
            <a:srgbClr val="14161C">
              <a:alpha val="28000"/>
            </a:srgbClr>
          </a:solidFill>
          <a:ln/>
        </p:spPr>
      </p:sp>
      <p:sp>
        <p:nvSpPr>
          <p:cNvPr id="13" name="Shape 11"/>
          <p:cNvSpPr/>
          <p:nvPr/>
        </p:nvSpPr>
        <p:spPr>
          <a:xfrm>
            <a:off x="1748986" y="9580836"/>
            <a:ext cx="78828" cy="78828"/>
          </a:xfrm>
          <a:prstGeom prst="ellipse">
            <a:avLst/>
          </a:prstGeom>
          <a:solidFill>
            <a:srgbClr val="14161C">
              <a:alpha val="28000"/>
            </a:srgbClr>
          </a:solidFill>
          <a:ln/>
        </p:spPr>
      </p:sp>
      <p:sp>
        <p:nvSpPr>
          <p:cNvPr id="14" name="Shape 12"/>
          <p:cNvSpPr/>
          <p:nvPr/>
        </p:nvSpPr>
        <p:spPr>
          <a:xfrm>
            <a:off x="1906641" y="9580836"/>
            <a:ext cx="78828" cy="78828"/>
          </a:xfrm>
          <a:prstGeom prst="ellipse">
            <a:avLst/>
          </a:prstGeom>
          <a:solidFill>
            <a:srgbClr val="14161C">
              <a:alpha val="28000"/>
            </a:srgbClr>
          </a:solidFill>
          <a:ln/>
        </p:spPr>
      </p:sp>
      <p:sp>
        <p:nvSpPr>
          <p:cNvPr id="15" name="Shape 13"/>
          <p:cNvSpPr/>
          <p:nvPr/>
        </p:nvSpPr>
        <p:spPr>
          <a:xfrm>
            <a:off x="2064296" y="9580836"/>
            <a:ext cx="78828" cy="78828"/>
          </a:xfrm>
          <a:prstGeom prst="ellipse">
            <a:avLst/>
          </a:prstGeom>
          <a:solidFill>
            <a:srgbClr val="14161C">
              <a:alpha val="28000"/>
            </a:srgbClr>
          </a:solidFill>
          <a:ln/>
        </p:spPr>
      </p:sp>
      <p:sp>
        <p:nvSpPr>
          <p:cNvPr id="16" name="Shape 14"/>
          <p:cNvSpPr/>
          <p:nvPr/>
        </p:nvSpPr>
        <p:spPr>
          <a:xfrm>
            <a:off x="2221951" y="9580836"/>
            <a:ext cx="78828" cy="78828"/>
          </a:xfrm>
          <a:prstGeom prst="ellipse">
            <a:avLst/>
          </a:prstGeom>
          <a:solidFill>
            <a:srgbClr val="14161C">
              <a:alpha val="28000"/>
            </a:srgbClr>
          </a:solidFill>
          <a:ln/>
        </p:spPr>
      </p:sp>
      <p:sp>
        <p:nvSpPr>
          <p:cNvPr id="17" name="Shape 15"/>
          <p:cNvSpPr/>
          <p:nvPr/>
        </p:nvSpPr>
        <p:spPr>
          <a:xfrm>
            <a:off x="2379606" y="9580836"/>
            <a:ext cx="78828" cy="78828"/>
          </a:xfrm>
          <a:prstGeom prst="ellipse">
            <a:avLst/>
          </a:prstGeom>
          <a:solidFill>
            <a:srgbClr val="14161C">
              <a:alpha val="28000"/>
            </a:srgbClr>
          </a:solidFill>
          <a:ln/>
        </p:spPr>
      </p:sp>
      <p:sp>
        <p:nvSpPr>
          <p:cNvPr id="18" name="Shape 16"/>
          <p:cNvSpPr/>
          <p:nvPr/>
        </p:nvSpPr>
        <p:spPr>
          <a:xfrm>
            <a:off x="2537261" y="9580836"/>
            <a:ext cx="78828" cy="78828"/>
          </a:xfrm>
          <a:prstGeom prst="ellipse">
            <a:avLst/>
          </a:prstGeom>
          <a:solidFill>
            <a:srgbClr val="14161C">
              <a:alpha val="28000"/>
            </a:srgbClr>
          </a:solidFill>
          <a:ln/>
        </p:spPr>
      </p:sp>
      <p:sp>
        <p:nvSpPr>
          <p:cNvPr id="19" name="Shape 17"/>
          <p:cNvSpPr/>
          <p:nvPr/>
        </p:nvSpPr>
        <p:spPr>
          <a:xfrm>
            <a:off x="2694916" y="9580836"/>
            <a:ext cx="78828" cy="78828"/>
          </a:xfrm>
          <a:prstGeom prst="ellipse">
            <a:avLst/>
          </a:prstGeom>
          <a:solidFill>
            <a:srgbClr val="14161C">
              <a:alpha val="28000"/>
            </a:srgbClr>
          </a:solidFill>
          <a:ln/>
        </p:spPr>
      </p:sp>
      <p:sp>
        <p:nvSpPr>
          <p:cNvPr id="20" name="Shape 18"/>
          <p:cNvSpPr/>
          <p:nvPr/>
        </p:nvSpPr>
        <p:spPr>
          <a:xfrm>
            <a:off x="2852571" y="9580836"/>
            <a:ext cx="78828" cy="78828"/>
          </a:xfrm>
          <a:prstGeom prst="ellipse">
            <a:avLst/>
          </a:prstGeom>
          <a:solidFill>
            <a:srgbClr val="14161C">
              <a:alpha val="28000"/>
            </a:srgbClr>
          </a:solidFill>
          <a:ln/>
        </p:spPr>
      </p:sp>
      <p:sp>
        <p:nvSpPr>
          <p:cNvPr id="21" name="Shape 19"/>
          <p:cNvSpPr/>
          <p:nvPr/>
        </p:nvSpPr>
        <p:spPr>
          <a:xfrm>
            <a:off x="3010225" y="9580836"/>
            <a:ext cx="78828" cy="78828"/>
          </a:xfrm>
          <a:prstGeom prst="ellipse">
            <a:avLst/>
          </a:prstGeom>
          <a:solidFill>
            <a:srgbClr val="14161C">
              <a:alpha val="28000"/>
            </a:srgbClr>
          </a:solidFill>
          <a:ln/>
        </p:spPr>
      </p:sp>
      <p:sp>
        <p:nvSpPr>
          <p:cNvPr id="22" name="Shape 20"/>
          <p:cNvSpPr/>
          <p:nvPr/>
        </p:nvSpPr>
        <p:spPr>
          <a:xfrm>
            <a:off x="3167880" y="9580836"/>
            <a:ext cx="78828" cy="78828"/>
          </a:xfrm>
          <a:prstGeom prst="ellipse">
            <a:avLst/>
          </a:prstGeom>
          <a:solidFill>
            <a:srgbClr val="14161C">
              <a:alpha val="28000"/>
            </a:srgbClr>
          </a:solidFill>
          <a:ln/>
        </p:spPr>
      </p:sp>
      <p:sp>
        <p:nvSpPr>
          <p:cNvPr id="23" name="Shape 21"/>
          <p:cNvSpPr/>
          <p:nvPr/>
        </p:nvSpPr>
        <p:spPr>
          <a:xfrm>
            <a:off x="3325535" y="9580836"/>
            <a:ext cx="78828" cy="78828"/>
          </a:xfrm>
          <a:prstGeom prst="ellipse">
            <a:avLst/>
          </a:prstGeom>
          <a:solidFill>
            <a:srgbClr val="14161C">
              <a:alpha val="28000"/>
            </a:srgbClr>
          </a:solidFill>
          <a:ln/>
        </p:spPr>
      </p:sp>
      <p:sp>
        <p:nvSpPr>
          <p:cNvPr id="24" name="Shape 22"/>
          <p:cNvSpPr/>
          <p:nvPr/>
        </p:nvSpPr>
        <p:spPr>
          <a:xfrm>
            <a:off x="3483190" y="9580836"/>
            <a:ext cx="78828" cy="78828"/>
          </a:xfrm>
          <a:prstGeom prst="ellipse">
            <a:avLst/>
          </a:prstGeom>
          <a:solidFill>
            <a:srgbClr val="14161C">
              <a:alpha val="28000"/>
            </a:srgbClr>
          </a:solidFill>
          <a:ln/>
        </p:spPr>
      </p:sp>
      <p:sp>
        <p:nvSpPr>
          <p:cNvPr id="25" name="Shape 23"/>
          <p:cNvSpPr/>
          <p:nvPr/>
        </p:nvSpPr>
        <p:spPr>
          <a:xfrm>
            <a:off x="3640845" y="9580836"/>
            <a:ext cx="78828" cy="78828"/>
          </a:xfrm>
          <a:prstGeom prst="ellipse">
            <a:avLst/>
          </a:prstGeom>
          <a:solidFill>
            <a:srgbClr val="14161C">
              <a:alpha val="28000"/>
            </a:srgbClr>
          </a:solidFill>
          <a:ln/>
        </p:spPr>
      </p:sp>
      <p:sp>
        <p:nvSpPr>
          <p:cNvPr id="26" name="Shape 24"/>
          <p:cNvSpPr/>
          <p:nvPr/>
        </p:nvSpPr>
        <p:spPr>
          <a:xfrm>
            <a:off x="3798500" y="9580836"/>
            <a:ext cx="78828" cy="78828"/>
          </a:xfrm>
          <a:prstGeom prst="ellipse">
            <a:avLst/>
          </a:prstGeom>
          <a:solidFill>
            <a:srgbClr val="14161C">
              <a:alpha val="28000"/>
            </a:srgbClr>
          </a:solidFill>
          <a:ln/>
        </p:spPr>
      </p:sp>
      <p:sp>
        <p:nvSpPr>
          <p:cNvPr id="27" name="Shape 25"/>
          <p:cNvSpPr/>
          <p:nvPr/>
        </p:nvSpPr>
        <p:spPr>
          <a:xfrm>
            <a:off x="3956155" y="9580836"/>
            <a:ext cx="78828" cy="78828"/>
          </a:xfrm>
          <a:prstGeom prst="ellipse">
            <a:avLst/>
          </a:prstGeom>
          <a:solidFill>
            <a:srgbClr val="14161C">
              <a:alpha val="28000"/>
            </a:srgbClr>
          </a:solidFill>
          <a:ln/>
        </p:spPr>
      </p:sp>
      <p:sp>
        <p:nvSpPr>
          <p:cNvPr id="28" name="Shape 26"/>
          <p:cNvSpPr/>
          <p:nvPr/>
        </p:nvSpPr>
        <p:spPr>
          <a:xfrm>
            <a:off x="4113810" y="9580836"/>
            <a:ext cx="78828" cy="78828"/>
          </a:xfrm>
          <a:prstGeom prst="ellipse">
            <a:avLst/>
          </a:prstGeom>
          <a:solidFill>
            <a:srgbClr val="14161C">
              <a:alpha val="28000"/>
            </a:srgbClr>
          </a:solidFill>
          <a:ln/>
        </p:spPr>
      </p:sp>
      <p:sp>
        <p:nvSpPr>
          <p:cNvPr id="29" name="Shape 27"/>
          <p:cNvSpPr/>
          <p:nvPr/>
        </p:nvSpPr>
        <p:spPr>
          <a:xfrm>
            <a:off x="4271465" y="9580836"/>
            <a:ext cx="78828" cy="78828"/>
          </a:xfrm>
          <a:prstGeom prst="ellipse">
            <a:avLst/>
          </a:prstGeom>
          <a:solidFill>
            <a:srgbClr val="14161C">
              <a:alpha val="28000"/>
            </a:srgbClr>
          </a:solidFill>
          <a:ln/>
        </p:spPr>
      </p:sp>
      <p:sp>
        <p:nvSpPr>
          <p:cNvPr id="30" name="Shape 28"/>
          <p:cNvSpPr/>
          <p:nvPr/>
        </p:nvSpPr>
        <p:spPr>
          <a:xfrm>
            <a:off x="4429120" y="9580836"/>
            <a:ext cx="78828" cy="78828"/>
          </a:xfrm>
          <a:prstGeom prst="ellipse">
            <a:avLst/>
          </a:prstGeom>
          <a:solidFill>
            <a:srgbClr val="14161C">
              <a:alpha val="28000"/>
            </a:srgbClr>
          </a:solidFill>
          <a:ln/>
        </p:spPr>
      </p:sp>
      <p:sp>
        <p:nvSpPr>
          <p:cNvPr id="31" name="Shape 29"/>
          <p:cNvSpPr/>
          <p:nvPr/>
        </p:nvSpPr>
        <p:spPr>
          <a:xfrm>
            <a:off x="4586775" y="9580836"/>
            <a:ext cx="78828" cy="78828"/>
          </a:xfrm>
          <a:prstGeom prst="ellipse">
            <a:avLst/>
          </a:prstGeom>
          <a:solidFill>
            <a:srgbClr val="14161C">
              <a:alpha val="28000"/>
            </a:srgbClr>
          </a:solidFill>
          <a:ln/>
        </p:spPr>
      </p:sp>
      <p:sp>
        <p:nvSpPr>
          <p:cNvPr id="32" name="Shape 30"/>
          <p:cNvSpPr/>
          <p:nvPr/>
        </p:nvSpPr>
        <p:spPr>
          <a:xfrm>
            <a:off x="4744430" y="9580836"/>
            <a:ext cx="78828" cy="78828"/>
          </a:xfrm>
          <a:prstGeom prst="ellipse">
            <a:avLst/>
          </a:prstGeom>
          <a:solidFill>
            <a:srgbClr val="14161C">
              <a:alpha val="28000"/>
            </a:srgbClr>
          </a:solidFill>
          <a:ln/>
        </p:spPr>
      </p:sp>
      <p:sp>
        <p:nvSpPr>
          <p:cNvPr id="33" name="Shape 31"/>
          <p:cNvSpPr/>
          <p:nvPr/>
        </p:nvSpPr>
        <p:spPr>
          <a:xfrm>
            <a:off x="4902085" y="9580836"/>
            <a:ext cx="78828" cy="78828"/>
          </a:xfrm>
          <a:prstGeom prst="ellipse">
            <a:avLst/>
          </a:prstGeom>
          <a:solidFill>
            <a:srgbClr val="14161C">
              <a:alpha val="28000"/>
            </a:srgbClr>
          </a:solidFill>
          <a:ln/>
        </p:spPr>
      </p:sp>
      <p:sp>
        <p:nvSpPr>
          <p:cNvPr id="34" name="Shape 32"/>
          <p:cNvSpPr/>
          <p:nvPr/>
        </p:nvSpPr>
        <p:spPr>
          <a:xfrm>
            <a:off x="5059740" y="9580836"/>
            <a:ext cx="78828" cy="78828"/>
          </a:xfrm>
          <a:prstGeom prst="ellipse">
            <a:avLst/>
          </a:prstGeom>
          <a:solidFill>
            <a:srgbClr val="14161C">
              <a:alpha val="28000"/>
            </a:srgbClr>
          </a:solidFill>
          <a:ln/>
        </p:spPr>
      </p:sp>
      <p:sp>
        <p:nvSpPr>
          <p:cNvPr id="35" name="Shape 33"/>
          <p:cNvSpPr/>
          <p:nvPr/>
        </p:nvSpPr>
        <p:spPr>
          <a:xfrm>
            <a:off x="5217395" y="9580836"/>
            <a:ext cx="78828" cy="78828"/>
          </a:xfrm>
          <a:prstGeom prst="ellipse">
            <a:avLst/>
          </a:prstGeom>
          <a:solidFill>
            <a:srgbClr val="14161C">
              <a:alpha val="28000"/>
            </a:srgbClr>
          </a:solidFill>
          <a:ln/>
        </p:spPr>
      </p:sp>
      <p:sp>
        <p:nvSpPr>
          <p:cNvPr id="36" name="Shape 34"/>
          <p:cNvSpPr/>
          <p:nvPr/>
        </p:nvSpPr>
        <p:spPr>
          <a:xfrm>
            <a:off x="5375050" y="9580836"/>
            <a:ext cx="78828" cy="78828"/>
          </a:xfrm>
          <a:prstGeom prst="ellipse">
            <a:avLst/>
          </a:prstGeom>
          <a:solidFill>
            <a:srgbClr val="14161C">
              <a:alpha val="28000"/>
            </a:srgbClr>
          </a:solidFill>
          <a:ln/>
        </p:spPr>
      </p:sp>
      <p:sp>
        <p:nvSpPr>
          <p:cNvPr id="37" name="Shape 35"/>
          <p:cNvSpPr/>
          <p:nvPr/>
        </p:nvSpPr>
        <p:spPr>
          <a:xfrm>
            <a:off x="5532705" y="9580836"/>
            <a:ext cx="78828" cy="78828"/>
          </a:xfrm>
          <a:prstGeom prst="ellipse">
            <a:avLst/>
          </a:prstGeom>
          <a:solidFill>
            <a:srgbClr val="14161C">
              <a:alpha val="28000"/>
            </a:srgbClr>
          </a:solidFill>
          <a:ln/>
        </p:spPr>
      </p:sp>
      <p:sp>
        <p:nvSpPr>
          <p:cNvPr id="38" name="Shape 36"/>
          <p:cNvSpPr/>
          <p:nvPr/>
        </p:nvSpPr>
        <p:spPr>
          <a:xfrm>
            <a:off x="5690359" y="9580836"/>
            <a:ext cx="78828" cy="78828"/>
          </a:xfrm>
          <a:prstGeom prst="ellipse">
            <a:avLst/>
          </a:prstGeom>
          <a:solidFill>
            <a:srgbClr val="14161C">
              <a:alpha val="28000"/>
            </a:srgbClr>
          </a:solidFill>
          <a:ln/>
        </p:spPr>
      </p:sp>
      <p:sp>
        <p:nvSpPr>
          <p:cNvPr id="39" name="Shape 37"/>
          <p:cNvSpPr/>
          <p:nvPr/>
        </p:nvSpPr>
        <p:spPr>
          <a:xfrm>
            <a:off x="5834877" y="9567698"/>
            <a:ext cx="105103" cy="105103"/>
          </a:xfrm>
          <a:prstGeom prst="ellipse">
            <a:avLst/>
          </a:prstGeom>
          <a:solidFill>
            <a:srgbClr val="E8472B"/>
          </a:solidFill>
          <a:ln/>
        </p:spPr>
      </p:sp>
      <p:sp>
        <p:nvSpPr>
          <p:cNvPr id="40" name="Shape 38"/>
          <p:cNvSpPr/>
          <p:nvPr/>
        </p:nvSpPr>
        <p:spPr>
          <a:xfrm>
            <a:off x="6005669" y="9580836"/>
            <a:ext cx="78828" cy="78828"/>
          </a:xfrm>
          <a:prstGeom prst="ellipse">
            <a:avLst/>
          </a:prstGeom>
          <a:solidFill>
            <a:srgbClr val="14161C">
              <a:alpha val="28000"/>
            </a:srgbClr>
          </a:solidFill>
          <a:ln/>
        </p:spPr>
      </p:sp>
      <p:sp>
        <p:nvSpPr>
          <p:cNvPr id="41" name="Shape 39"/>
          <p:cNvSpPr/>
          <p:nvPr/>
        </p:nvSpPr>
        <p:spPr>
          <a:xfrm>
            <a:off x="6163324" y="9580836"/>
            <a:ext cx="78828" cy="78828"/>
          </a:xfrm>
          <a:prstGeom prst="ellipse">
            <a:avLst/>
          </a:prstGeom>
          <a:solidFill>
            <a:srgbClr val="14161C">
              <a:alpha val="28000"/>
            </a:srgbClr>
          </a:solidFill>
          <a:ln/>
        </p:spPr>
      </p:sp>
      <p:sp>
        <p:nvSpPr>
          <p:cNvPr id="42" name="Shape 40"/>
          <p:cNvSpPr/>
          <p:nvPr/>
        </p:nvSpPr>
        <p:spPr>
          <a:xfrm>
            <a:off x="6320979" y="9580836"/>
            <a:ext cx="78828" cy="78828"/>
          </a:xfrm>
          <a:prstGeom prst="ellipse">
            <a:avLst/>
          </a:prstGeom>
          <a:solidFill>
            <a:srgbClr val="14161C">
              <a:alpha val="28000"/>
            </a:srgbClr>
          </a:solidFill>
          <a:ln/>
        </p:spPr>
      </p:sp>
      <p:sp>
        <p:nvSpPr>
          <p:cNvPr id="43" name="Shape 41"/>
          <p:cNvSpPr/>
          <p:nvPr/>
        </p:nvSpPr>
        <p:spPr>
          <a:xfrm>
            <a:off x="6478634" y="9580836"/>
            <a:ext cx="78828" cy="78828"/>
          </a:xfrm>
          <a:prstGeom prst="ellipse">
            <a:avLst/>
          </a:prstGeom>
          <a:solidFill>
            <a:srgbClr val="14161C">
              <a:alpha val="28000"/>
            </a:srgbClr>
          </a:solidFill>
          <a:ln/>
        </p:spPr>
      </p:sp>
      <p:sp>
        <p:nvSpPr>
          <p:cNvPr id="44" name="Shape 42"/>
          <p:cNvSpPr/>
          <p:nvPr/>
        </p:nvSpPr>
        <p:spPr>
          <a:xfrm>
            <a:off x="6636289" y="9580836"/>
            <a:ext cx="78828" cy="78828"/>
          </a:xfrm>
          <a:prstGeom prst="ellipse">
            <a:avLst/>
          </a:prstGeom>
          <a:solidFill>
            <a:srgbClr val="14161C">
              <a:alpha val="28000"/>
            </a:srgbClr>
          </a:solidFill>
          <a:ln/>
        </p:spPr>
      </p:sp>
      <p:sp>
        <p:nvSpPr>
          <p:cNvPr id="45" name="Shape 43"/>
          <p:cNvSpPr/>
          <p:nvPr/>
        </p:nvSpPr>
        <p:spPr>
          <a:xfrm>
            <a:off x="6793944" y="9580836"/>
            <a:ext cx="78828" cy="78828"/>
          </a:xfrm>
          <a:prstGeom prst="ellipse">
            <a:avLst/>
          </a:prstGeom>
          <a:solidFill>
            <a:srgbClr val="14161C">
              <a:alpha val="28000"/>
            </a:srgbClr>
          </a:solidFill>
          <a:ln/>
        </p:spPr>
      </p:sp>
      <p:sp>
        <p:nvSpPr>
          <p:cNvPr id="46" name="Shape 44"/>
          <p:cNvSpPr/>
          <p:nvPr/>
        </p:nvSpPr>
        <p:spPr>
          <a:xfrm>
            <a:off x="6951599" y="9580836"/>
            <a:ext cx="78828" cy="78828"/>
          </a:xfrm>
          <a:prstGeom prst="ellipse">
            <a:avLst/>
          </a:prstGeom>
          <a:solidFill>
            <a:srgbClr val="14161C">
              <a:alpha val="28000"/>
            </a:srgbClr>
          </a:solidFill>
          <a:ln/>
        </p:spPr>
      </p:sp>
      <p:sp>
        <p:nvSpPr>
          <p:cNvPr id="47" name="Shape 45"/>
          <p:cNvSpPr/>
          <p:nvPr/>
        </p:nvSpPr>
        <p:spPr>
          <a:xfrm>
            <a:off x="7109254" y="9580836"/>
            <a:ext cx="78828" cy="78828"/>
          </a:xfrm>
          <a:prstGeom prst="ellipse">
            <a:avLst/>
          </a:prstGeom>
          <a:solidFill>
            <a:srgbClr val="14161C">
              <a:alpha val="28000"/>
            </a:srgbClr>
          </a:solidFill>
          <a:ln/>
        </p:spPr>
      </p:sp>
      <p:sp>
        <p:nvSpPr>
          <p:cNvPr id="48" name="Shape 46"/>
          <p:cNvSpPr/>
          <p:nvPr/>
        </p:nvSpPr>
        <p:spPr>
          <a:xfrm>
            <a:off x="7266909" y="9580836"/>
            <a:ext cx="78828" cy="78828"/>
          </a:xfrm>
          <a:prstGeom prst="ellipse">
            <a:avLst/>
          </a:prstGeom>
          <a:solidFill>
            <a:srgbClr val="14161C">
              <a:alpha val="28000"/>
            </a:srgbClr>
          </a:solidFill>
          <a:ln/>
        </p:spPr>
      </p:sp>
      <p:sp>
        <p:nvSpPr>
          <p:cNvPr id="49" name="Shape 47"/>
          <p:cNvSpPr/>
          <p:nvPr/>
        </p:nvSpPr>
        <p:spPr>
          <a:xfrm>
            <a:off x="7424564" y="9580836"/>
            <a:ext cx="78828" cy="78828"/>
          </a:xfrm>
          <a:prstGeom prst="ellipse">
            <a:avLst/>
          </a:prstGeom>
          <a:solidFill>
            <a:srgbClr val="14161C">
              <a:alpha val="28000"/>
            </a:srgbClr>
          </a:solidFill>
          <a:ln/>
        </p:spPr>
      </p:sp>
      <p:sp>
        <p:nvSpPr>
          <p:cNvPr id="50" name="Shape 48"/>
          <p:cNvSpPr/>
          <p:nvPr/>
        </p:nvSpPr>
        <p:spPr>
          <a:xfrm>
            <a:off x="7582219" y="9580836"/>
            <a:ext cx="78828" cy="78828"/>
          </a:xfrm>
          <a:prstGeom prst="ellipse">
            <a:avLst/>
          </a:prstGeom>
          <a:solidFill>
            <a:srgbClr val="14161C">
              <a:alpha val="28000"/>
            </a:srgbClr>
          </a:solidFill>
          <a:ln/>
        </p:spPr>
      </p:sp>
      <p:sp>
        <p:nvSpPr>
          <p:cNvPr id="51" name="Shape 49"/>
          <p:cNvSpPr/>
          <p:nvPr/>
        </p:nvSpPr>
        <p:spPr>
          <a:xfrm>
            <a:off x="7739874" y="9580836"/>
            <a:ext cx="78828" cy="78828"/>
          </a:xfrm>
          <a:prstGeom prst="ellipse">
            <a:avLst/>
          </a:prstGeom>
          <a:solidFill>
            <a:srgbClr val="14161C">
              <a:alpha val="28000"/>
            </a:srgbClr>
          </a:solidFill>
          <a:ln/>
        </p:spPr>
      </p:sp>
      <p:sp>
        <p:nvSpPr>
          <p:cNvPr id="52" name="Shape 50"/>
          <p:cNvSpPr/>
          <p:nvPr/>
        </p:nvSpPr>
        <p:spPr>
          <a:xfrm>
            <a:off x="7897529" y="9580836"/>
            <a:ext cx="78828" cy="78828"/>
          </a:xfrm>
          <a:prstGeom prst="ellipse">
            <a:avLst/>
          </a:prstGeom>
          <a:solidFill>
            <a:srgbClr val="14161C">
              <a:alpha val="28000"/>
            </a:srgbClr>
          </a:solidFill>
          <a:ln/>
        </p:spPr>
      </p:sp>
      <p:sp>
        <p:nvSpPr>
          <p:cNvPr id="53" name="Shape 51"/>
          <p:cNvSpPr/>
          <p:nvPr/>
        </p:nvSpPr>
        <p:spPr>
          <a:xfrm>
            <a:off x="8055184" y="9580836"/>
            <a:ext cx="78828" cy="78828"/>
          </a:xfrm>
          <a:prstGeom prst="ellipse">
            <a:avLst/>
          </a:prstGeom>
          <a:solidFill>
            <a:srgbClr val="14161C">
              <a:alpha val="28000"/>
            </a:srgbClr>
          </a:solidFill>
          <a:ln/>
        </p:spPr>
      </p:sp>
      <p:sp>
        <p:nvSpPr>
          <p:cNvPr id="54" name="Shape 52"/>
          <p:cNvSpPr/>
          <p:nvPr/>
        </p:nvSpPr>
        <p:spPr>
          <a:xfrm>
            <a:off x="8212839" y="9580836"/>
            <a:ext cx="78828" cy="78828"/>
          </a:xfrm>
          <a:prstGeom prst="ellipse">
            <a:avLst/>
          </a:prstGeom>
          <a:solidFill>
            <a:srgbClr val="14161C">
              <a:alpha val="28000"/>
            </a:srgbClr>
          </a:solidFill>
          <a:ln/>
        </p:spPr>
      </p:sp>
      <p:sp>
        <p:nvSpPr>
          <p:cNvPr id="55" name="Shape 53"/>
          <p:cNvSpPr/>
          <p:nvPr/>
        </p:nvSpPr>
        <p:spPr>
          <a:xfrm>
            <a:off x="8370494" y="9580836"/>
            <a:ext cx="78828" cy="78828"/>
          </a:xfrm>
          <a:prstGeom prst="ellipse">
            <a:avLst/>
          </a:prstGeom>
          <a:solidFill>
            <a:srgbClr val="14161C">
              <a:alpha val="28000"/>
            </a:srgbClr>
          </a:solidFill>
          <a:ln/>
        </p:spPr>
      </p:sp>
      <p:sp>
        <p:nvSpPr>
          <p:cNvPr id="56" name="Shape 54"/>
          <p:cNvSpPr/>
          <p:nvPr/>
        </p:nvSpPr>
        <p:spPr>
          <a:xfrm>
            <a:off x="8528148" y="9580836"/>
            <a:ext cx="78828" cy="78828"/>
          </a:xfrm>
          <a:prstGeom prst="ellipse">
            <a:avLst/>
          </a:prstGeom>
          <a:solidFill>
            <a:srgbClr val="14161C">
              <a:alpha val="28000"/>
            </a:srgbClr>
          </a:solidFill>
          <a:ln/>
        </p:spPr>
      </p:sp>
      <p:sp>
        <p:nvSpPr>
          <p:cNvPr id="57" name="Shape 55"/>
          <p:cNvSpPr/>
          <p:nvPr/>
        </p:nvSpPr>
        <p:spPr>
          <a:xfrm>
            <a:off x="8685803" y="9580836"/>
            <a:ext cx="78828" cy="78828"/>
          </a:xfrm>
          <a:prstGeom prst="ellipse">
            <a:avLst/>
          </a:prstGeom>
          <a:solidFill>
            <a:srgbClr val="14161C">
              <a:alpha val="28000"/>
            </a:srgbClr>
          </a:solidFill>
          <a:ln/>
        </p:spPr>
      </p:sp>
      <p:sp>
        <p:nvSpPr>
          <p:cNvPr id="58" name="Shape 56"/>
          <p:cNvSpPr/>
          <p:nvPr/>
        </p:nvSpPr>
        <p:spPr>
          <a:xfrm>
            <a:off x="8843458" y="9580836"/>
            <a:ext cx="78828" cy="78828"/>
          </a:xfrm>
          <a:prstGeom prst="ellipse">
            <a:avLst/>
          </a:prstGeom>
          <a:solidFill>
            <a:srgbClr val="14161C">
              <a:alpha val="28000"/>
            </a:srgbClr>
          </a:solidFill>
          <a:ln/>
        </p:spPr>
      </p:sp>
      <p:sp>
        <p:nvSpPr>
          <p:cNvPr id="59" name="Shape 57"/>
          <p:cNvSpPr/>
          <p:nvPr/>
        </p:nvSpPr>
        <p:spPr>
          <a:xfrm>
            <a:off x="9001113" y="9580836"/>
            <a:ext cx="78828" cy="78828"/>
          </a:xfrm>
          <a:prstGeom prst="ellipse">
            <a:avLst/>
          </a:prstGeom>
          <a:solidFill>
            <a:srgbClr val="14161C">
              <a:alpha val="28000"/>
            </a:srgbClr>
          </a:solidFill>
          <a:ln/>
        </p:spPr>
      </p:sp>
      <p:sp>
        <p:nvSpPr>
          <p:cNvPr id="60" name="Shape 58"/>
          <p:cNvSpPr/>
          <p:nvPr/>
        </p:nvSpPr>
        <p:spPr>
          <a:xfrm>
            <a:off x="9158768" y="9580836"/>
            <a:ext cx="78828" cy="78828"/>
          </a:xfrm>
          <a:prstGeom prst="ellipse">
            <a:avLst/>
          </a:prstGeom>
          <a:solidFill>
            <a:srgbClr val="14161C">
              <a:alpha val="28000"/>
            </a:srgbClr>
          </a:solidFill>
          <a:ln/>
        </p:spPr>
      </p:sp>
      <p:sp>
        <p:nvSpPr>
          <p:cNvPr id="61" name="Shape 59"/>
          <p:cNvSpPr/>
          <p:nvPr/>
        </p:nvSpPr>
        <p:spPr>
          <a:xfrm>
            <a:off x="9316423" y="9580836"/>
            <a:ext cx="78828" cy="78828"/>
          </a:xfrm>
          <a:prstGeom prst="ellipse">
            <a:avLst/>
          </a:prstGeom>
          <a:solidFill>
            <a:srgbClr val="14161C">
              <a:alpha val="28000"/>
            </a:srgbClr>
          </a:solidFill>
          <a:ln/>
        </p:spPr>
      </p:sp>
      <p:sp>
        <p:nvSpPr>
          <p:cNvPr id="62" name="Shape 60"/>
          <p:cNvSpPr/>
          <p:nvPr/>
        </p:nvSpPr>
        <p:spPr>
          <a:xfrm>
            <a:off x="9474078" y="9580836"/>
            <a:ext cx="78828" cy="78828"/>
          </a:xfrm>
          <a:prstGeom prst="ellipse">
            <a:avLst/>
          </a:prstGeom>
          <a:solidFill>
            <a:srgbClr val="14161C">
              <a:alpha val="28000"/>
            </a:srgbClr>
          </a:solidFill>
          <a:ln/>
        </p:spPr>
      </p:sp>
      <p:sp>
        <p:nvSpPr>
          <p:cNvPr id="63" name="Shape 61"/>
          <p:cNvSpPr/>
          <p:nvPr/>
        </p:nvSpPr>
        <p:spPr>
          <a:xfrm>
            <a:off x="9631733" y="9580836"/>
            <a:ext cx="78828" cy="78828"/>
          </a:xfrm>
          <a:prstGeom prst="ellipse">
            <a:avLst/>
          </a:prstGeom>
          <a:solidFill>
            <a:srgbClr val="14161C">
              <a:alpha val="28000"/>
            </a:srgbClr>
          </a:solidFill>
          <a:ln/>
        </p:spPr>
      </p:sp>
      <p:sp>
        <p:nvSpPr>
          <p:cNvPr id="64" name="Shape 62"/>
          <p:cNvSpPr/>
          <p:nvPr/>
        </p:nvSpPr>
        <p:spPr>
          <a:xfrm>
            <a:off x="9789388" y="9580836"/>
            <a:ext cx="78828" cy="78828"/>
          </a:xfrm>
          <a:prstGeom prst="ellipse">
            <a:avLst/>
          </a:prstGeom>
          <a:solidFill>
            <a:srgbClr val="14161C">
              <a:alpha val="28000"/>
            </a:srgbClr>
          </a:solidFill>
          <a:ln/>
        </p:spPr>
      </p:sp>
      <p:sp>
        <p:nvSpPr>
          <p:cNvPr id="65" name="Shape 63"/>
          <p:cNvSpPr/>
          <p:nvPr/>
        </p:nvSpPr>
        <p:spPr>
          <a:xfrm>
            <a:off x="9947043" y="9580836"/>
            <a:ext cx="78828" cy="78828"/>
          </a:xfrm>
          <a:prstGeom prst="ellipse">
            <a:avLst/>
          </a:prstGeom>
          <a:solidFill>
            <a:srgbClr val="14161C">
              <a:alpha val="28000"/>
            </a:srgbClr>
          </a:solidFill>
          <a:ln/>
        </p:spPr>
      </p:sp>
      <p:sp>
        <p:nvSpPr>
          <p:cNvPr id="66" name="Text 6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32/58</a:t>
            </a:r>
            <a:endParaRPr lang="en-US" sz="1800" dirty="0"/>
          </a:p>
        </p:txBody>
      </p:sp>
      <p:sp>
        <p:nvSpPr>
          <p:cNvPr id="67" name="Shape 65"/>
          <p:cNvSpPr/>
          <p:nvPr/>
        </p:nvSpPr>
        <p:spPr>
          <a:xfrm>
            <a:off x="15983712" y="9076331"/>
            <a:ext cx="1645920" cy="552301"/>
          </a:xfrm>
          <a:prstGeom prst="roundRect">
            <a:avLst>
              <a:gd name="adj" fmla="val 28000"/>
            </a:avLst>
          </a:prstGeom>
          <a:solidFill>
            <a:srgbClr val="FFFFFF">
              <a:alpha val="82000"/>
            </a:srgbClr>
          </a:solidFill>
          <a:ln/>
        </p:spPr>
      </p:sp>
      <p:pic>
        <p:nvPicPr>
          <p:cNvPr id="68" name="Moda image moda-export-watermark-f71e806c-59ad-4f1a-9b8b-984250ddf1f7"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領域H：</a:t>
            </a:r>
            <a:r>
              <a:rPr lang="en-US" sz="5700" dirty="0" spc="0" kern="0">
                <a:solidFill>
                  <a:srgbClr val="F3EEE3"/>
                </a:solidFill>
                <a:latin typeface="Noto Sans JP ExtraBold" pitchFamily="34" charset="0"/>
                <a:ea typeface="Noto Sans JP ExtraBold" pitchFamily="34" charset="-122"/>
                <a:cs typeface="Noto Sans JP ExtraBold" pitchFamily="34" charset="-120"/>
              </a:rPr>
              <a:t> 「400°C超ならきれい」への</a:t>
            </a:r>
            <a:r>
              <a:rPr lang="en-US" sz="5700" dirty="0" spc="2" kern="0">
                <a:solidFill>
                  <a:srgbClr val="F3EEE3"/>
                </a:solidFill>
                <a:latin typeface="Noto Sans JP ExtraBold" pitchFamily="34" charset="0"/>
                <a:ea typeface="Noto Sans JP ExtraBold" pitchFamily="34" charset="-122"/>
                <a:cs typeface="Noto Sans JP ExtraBold" pitchFamily="34" charset="-120"/>
              </a:rPr>
              <a:t> 反論</a:t>
            </a:r>
            <a:endParaRPr lang="en-US" sz="5700" dirty="0"/>
          </a:p>
        </p:txBody>
      </p:sp>
      <p:sp>
        <p:nvSpPr>
          <p:cNvPr id="3" name="Shape 1"/>
          <p:cNvSpPr/>
          <p:nvPr/>
        </p:nvSpPr>
        <p:spPr>
          <a:xfrm>
            <a:off x="914400" y="2819400"/>
            <a:ext cx="95250" cy="5505450"/>
          </a:xfrm>
          <a:prstGeom prst="roundRect">
            <a:avLst>
              <a:gd name="adj" fmla="val 50000"/>
            </a:avLst>
          </a:prstGeom>
          <a:solidFill>
            <a:srgbClr val="3DD6A0"/>
          </a:solidFill>
          <a:ln/>
        </p:spPr>
      </p:sp>
      <p:sp>
        <p:nvSpPr>
          <p:cNvPr id="4" name="Text 2"/>
          <p:cNvSpPr/>
          <p:nvPr/>
        </p:nvSpPr>
        <p:spPr>
          <a:xfrm>
            <a:off x="1295400" y="2762250"/>
            <a:ext cx="10572750" cy="5619750"/>
          </a:xfrm>
          <a:prstGeom prst="rect">
            <a:avLst/>
          </a:prstGeom>
          <a:noFill/>
          <a:ln/>
        </p:spPr>
        <p:txBody>
          <a:bodyPr wrap="square" lIns="0" tIns="35636" rIns="0" bIns="-35636" rtlCol="0" anchor="t"/>
          <a:lstStyle/>
          <a:p>
            <a:pPr algn="l" indent="0" marL="0">
              <a:lnSpc>
                <a:spcPts val="3848"/>
              </a:lnSpc>
              <a:buNone/>
            </a:pPr>
            <a:r>
              <a:rPr lang="en-US" sz="2850" dirty="0" spc="2" kern="0">
                <a:solidFill>
                  <a:srgbClr val="F3EEE3"/>
                </a:solidFill>
                <a:latin typeface="Noto Sans JP" pitchFamily="34" charset="0"/>
                <a:ea typeface="Noto Sans JP" pitchFamily="34" charset="-122"/>
                <a:cs typeface="Noto Sans JP" pitchFamily="34" charset="-120"/>
              </a:rPr>
              <a:t>Schaberによれば、</a:t>
            </a:r>
            <a:pPr algn="l" indent="0" marL="0">
              <a:lnSpc>
                <a:spcPts val="3848"/>
              </a:lnSpc>
              <a:buNone/>
            </a:pPr>
            <a:r>
              <a:rPr lang="en-US" sz="2850" b="1" dirty="0" spc="-40" kern="0">
                <a:solidFill>
                  <a:srgbClr val="FF5C5C"/>
                </a:solidFill>
                <a:latin typeface="Noto Sans JP" pitchFamily="34" charset="0"/>
                <a:ea typeface="Noto Sans JP" pitchFamily="34" charset="-122"/>
                <a:cs typeface="Noto Sans JP" pitchFamily="34" charset="-120"/>
              </a:rPr>
              <a:t>アンメリド</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a:t>
            </a:r>
            <a:r>
              <a:rPr lang="en-US" sz="2850" dirty="0" spc="-53" kern="0">
                <a:solidFill>
                  <a:srgbClr val="F3EEE3"/>
                </a:solidFill>
                <a:latin typeface="Noto Sans JP" pitchFamily="34" charset="0"/>
                <a:ea typeface="Noto Sans JP" pitchFamily="34" charset="-122"/>
                <a:cs typeface="Noto Sans JP" pitchFamily="34" charset="-120"/>
              </a:rPr>
              <a:t> アンメリン、</a:t>
            </a:r>
            <a:r>
              <a:rPr lang="en-US" sz="2850" dirty="0" spc="0" kern="0">
                <a:solidFill>
                  <a:srgbClr val="F3EEE3"/>
                </a:solidFill>
                <a:latin typeface="Noto Sans JP" pitchFamily="34" charset="0"/>
                <a:ea typeface="Noto Sans JP" pitchFamily="34" charset="-122"/>
                <a:cs typeface="Noto Sans JP" pitchFamily="34" charset="-120"/>
              </a:rPr>
              <a:t> メラミンは 360°C超で</a:t>
            </a:r>
            <a:r>
              <a:rPr lang="en-US" sz="2850" dirty="0" spc="-12" kern="0">
                <a:solidFill>
                  <a:srgbClr val="F3EEE3"/>
                </a:solidFill>
                <a:latin typeface="Noto Sans JP" pitchFamily="34" charset="0"/>
                <a:ea typeface="Noto Sans JP" pitchFamily="34" charset="-122"/>
                <a:cs typeface="Noto Sans JP" pitchFamily="34" charset="-120"/>
              </a:rPr>
              <a:t> 少しずつ</a:t>
            </a:r>
            <a:r>
              <a:rPr lang="en-US" sz="2850" dirty="0" spc="0" kern="0">
                <a:solidFill>
                  <a:srgbClr val="F3EEE3"/>
                </a:solidFill>
                <a:latin typeface="Noto Sans JP" pitchFamily="34" charset="0"/>
                <a:ea typeface="Noto Sans JP" pitchFamily="34" charset="-122"/>
                <a:cs typeface="Noto Sans JP" pitchFamily="34" charset="-120"/>
              </a:rPr>
              <a:t> 分解し、</a:t>
            </a:r>
            <a:r>
              <a:rPr lang="en-US" sz="2850" dirty="0" spc="-28" kern="0">
                <a:solidFill>
                  <a:srgbClr val="F3EEE3"/>
                </a:solidFill>
                <a:latin typeface="Noto Sans JP" pitchFamily="34" charset="0"/>
                <a:ea typeface="Noto Sans JP" pitchFamily="34" charset="-122"/>
                <a:cs typeface="Noto Sans JP" pitchFamily="34" charset="-120"/>
              </a:rPr>
              <a:t> アンメリドは</a:t>
            </a:r>
            <a:r>
              <a:rPr lang="en-US" sz="2850" dirty="0" spc="-1" kern="0">
                <a:solidFill>
                  <a:srgbClr val="F3EEE3"/>
                </a:solidFill>
                <a:latin typeface="Noto Sans JP" pitchFamily="34" charset="0"/>
                <a:ea typeface="Noto Sans JP" pitchFamily="34" charset="-122"/>
                <a:cs typeface="Noto Sans JP" pitchFamily="34" charset="-120"/>
              </a:rPr>
              <a:t> 600°Cでなくなる</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[S3]</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a:t>
            </a:r>
            <a:r>
              <a:rPr lang="en-US" sz="2850" dirty="0" spc="6" kern="0">
                <a:solidFill>
                  <a:srgbClr val="F3EEE3"/>
                </a:solidFill>
                <a:latin typeface="Noto Sans JP" pitchFamily="34" charset="0"/>
                <a:ea typeface="Noto Sans JP" pitchFamily="34" charset="-122"/>
                <a:cs typeface="Noto Sans JP" pitchFamily="34" charset="-120"/>
              </a:rPr>
              <a:t> FVVの</a:t>
            </a:r>
            <a:r>
              <a:rPr lang="en-US" sz="2850" dirty="0" spc="0" kern="0">
                <a:solidFill>
                  <a:srgbClr val="F3EEE3"/>
                </a:solidFill>
                <a:latin typeface="Noto Sans JP" pitchFamily="34" charset="0"/>
                <a:ea typeface="Noto Sans JP" pitchFamily="34" charset="-122"/>
                <a:cs typeface="Noto Sans JP" pitchFamily="34" charset="-120"/>
              </a:rPr>
              <a:t> 報告書：</a:t>
            </a:r>
            <a:r>
              <a:rPr lang="en-US" sz="2850" dirty="0" spc="-28" kern="0">
                <a:solidFill>
                  <a:srgbClr val="F3EEE3"/>
                </a:solidFill>
                <a:latin typeface="Noto Sans JP" pitchFamily="34" charset="0"/>
                <a:ea typeface="Noto Sans JP" pitchFamily="34" charset="-122"/>
                <a:cs typeface="Noto Sans JP" pitchFamily="34" charset="-120"/>
              </a:rPr>
              <a:t> アンメリドは</a:t>
            </a:r>
            <a:r>
              <a:rPr lang="en-US" sz="2850" dirty="0" spc="-1" kern="0">
                <a:solidFill>
                  <a:srgbClr val="F3EEE3"/>
                </a:solidFill>
                <a:latin typeface="Noto Sans JP" pitchFamily="34" charset="0"/>
                <a:ea typeface="Noto Sans JP" pitchFamily="34" charset="-122"/>
                <a:cs typeface="Noto Sans JP" pitchFamily="34" charset="-120"/>
              </a:rPr>
              <a:t> 360°Cで</a:t>
            </a:r>
            <a:r>
              <a:rPr lang="en-US" sz="2850" dirty="0" spc="0" kern="0">
                <a:solidFill>
                  <a:srgbClr val="F3EEE3"/>
                </a:solidFill>
                <a:latin typeface="Noto Sans JP" pitchFamily="34" charset="0"/>
                <a:ea typeface="Noto Sans JP" pitchFamily="34" charset="-122"/>
                <a:cs typeface="Noto Sans JP" pitchFamily="34" charset="-120"/>
              </a:rPr>
              <a:t> 分解し 始め、</a:t>
            </a:r>
            <a:r>
              <a:rPr lang="en-US" sz="2850" dirty="0" spc="-8" kern="0">
                <a:solidFill>
                  <a:srgbClr val="F3EEE3"/>
                </a:solidFill>
                <a:latin typeface="Noto Sans JP" pitchFamily="34" charset="0"/>
                <a:ea typeface="Noto Sans JP" pitchFamily="34" charset="-122"/>
                <a:cs typeface="Noto Sans JP" pitchFamily="34" charset="-120"/>
              </a:rPr>
              <a:t> ビウレット、</a:t>
            </a:r>
            <a:r>
              <a:rPr lang="en-US" sz="2850" dirty="0" spc="-7" kern="0">
                <a:solidFill>
                  <a:srgbClr val="F3EEE3"/>
                </a:solidFill>
                <a:latin typeface="Noto Sans JP" pitchFamily="34" charset="0"/>
                <a:ea typeface="Noto Sans JP" pitchFamily="34" charset="-122"/>
                <a:cs typeface="Noto Sans JP" pitchFamily="34" charset="-120"/>
              </a:rPr>
              <a:t> トリウレット、</a:t>
            </a:r>
            <a:r>
              <a:rPr lang="en-US" sz="2850" dirty="0" spc="-28" kern="0">
                <a:solidFill>
                  <a:srgbClr val="F3EEE3"/>
                </a:solidFill>
                <a:latin typeface="Noto Sans JP" pitchFamily="34" charset="0"/>
                <a:ea typeface="Noto Sans JP" pitchFamily="34" charset="-122"/>
                <a:cs typeface="Noto Sans JP" pitchFamily="34" charset="-120"/>
              </a:rPr>
              <a:t> アンメリドは</a:t>
            </a:r>
            <a:r>
              <a:rPr lang="en-US" sz="2850" dirty="0" spc="-1" kern="0">
                <a:solidFill>
                  <a:srgbClr val="F3EEE3"/>
                </a:solidFill>
                <a:latin typeface="Noto Sans JP" pitchFamily="34" charset="0"/>
                <a:ea typeface="Noto Sans JP" pitchFamily="34" charset="-122"/>
                <a:cs typeface="Noto Sans JP" pitchFamily="34" charset="-120"/>
              </a:rPr>
              <a:t> 700°Cまで</a:t>
            </a:r>
            <a:r>
              <a:rPr lang="en-US" sz="2850" dirty="0" spc="0" kern="0">
                <a:solidFill>
                  <a:srgbClr val="F3EEE3"/>
                </a:solidFill>
                <a:latin typeface="Noto Sans JP" pitchFamily="34" charset="0"/>
                <a:ea typeface="Noto Sans JP" pitchFamily="34" charset="-122"/>
                <a:cs typeface="Noto Sans JP" pitchFamily="34" charset="-120"/>
              </a:rPr>
              <a:t> 耐熱性の</a:t>
            </a:r>
            <a:r>
              <a:rPr lang="en-US" sz="2850" dirty="0" spc="1" kern="0">
                <a:solidFill>
                  <a:srgbClr val="F3EEE3"/>
                </a:solidFill>
                <a:latin typeface="Noto Sans JP" pitchFamily="34" charset="0"/>
                <a:ea typeface="Noto Sans JP" pitchFamily="34" charset="-122"/>
                <a:cs typeface="Noto Sans JP" pitchFamily="34" charset="-120"/>
              </a:rPr>
              <a:t> 残渣を</a:t>
            </a:r>
            <a:r>
              <a:rPr lang="en-US" sz="2850" dirty="0" spc="0" kern="0">
                <a:solidFill>
                  <a:srgbClr val="F3EEE3"/>
                </a:solidFill>
                <a:latin typeface="Noto Sans JP" pitchFamily="34" charset="0"/>
                <a:ea typeface="Noto Sans JP" pitchFamily="34" charset="-122"/>
                <a:cs typeface="Noto Sans JP" pitchFamily="34" charset="-120"/>
              </a:rPr>
              <a:t> 残す</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[S4]</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 別の</a:t>
            </a:r>
            <a:r>
              <a:rPr lang="en-US" sz="2850" dirty="0" spc="4" kern="0">
                <a:solidFill>
                  <a:srgbClr val="F3EEE3"/>
                </a:solidFill>
                <a:latin typeface="Noto Sans JP" pitchFamily="34" charset="0"/>
                <a:ea typeface="Noto Sans JP" pitchFamily="34" charset="-122"/>
                <a:cs typeface="Noto Sans JP" pitchFamily="34" charset="-120"/>
              </a:rPr>
              <a:t> FVV実験：</a:t>
            </a:r>
            <a:r>
              <a:rPr lang="en-US" sz="2850" dirty="0" spc="1" kern="0">
                <a:solidFill>
                  <a:srgbClr val="F3EEE3"/>
                </a:solidFill>
                <a:latin typeface="Noto Sans JP" pitchFamily="34" charset="0"/>
                <a:ea typeface="Noto Sans JP" pitchFamily="34" charset="-122"/>
                <a:cs typeface="Noto Sans JP" pitchFamily="34" charset="-120"/>
              </a:rPr>
              <a:t> ガス流量を</a:t>
            </a:r>
            <a:r>
              <a:rPr lang="en-US" sz="2850" dirty="0" spc="0" kern="0">
                <a:solidFill>
                  <a:srgbClr val="F3EEE3"/>
                </a:solidFill>
                <a:latin typeface="Noto Sans JP" pitchFamily="34" charset="0"/>
                <a:ea typeface="Noto Sans JP" pitchFamily="34" charset="-122"/>
                <a:cs typeface="Noto Sans JP" pitchFamily="34" charset="-120"/>
              </a:rPr>
              <a:t> 増やすと 板が</a:t>
            </a:r>
            <a:r>
              <a:rPr lang="en-US" sz="2850" dirty="0" spc="-11" kern="0">
                <a:solidFill>
                  <a:srgbClr val="F3EEE3"/>
                </a:solidFill>
                <a:latin typeface="Noto Sans JP" pitchFamily="34" charset="0"/>
                <a:ea typeface="Noto Sans JP" pitchFamily="34" charset="-122"/>
                <a:cs typeface="Noto Sans JP" pitchFamily="34" charset="-120"/>
              </a:rPr>
              <a:t> 約140°C上がり、</a:t>
            </a:r>
            <a:r>
              <a:rPr lang="en-US" sz="2850" dirty="0" spc="0" kern="0">
                <a:solidFill>
                  <a:srgbClr val="F3EEE3"/>
                </a:solidFill>
                <a:latin typeface="Noto Sans JP" pitchFamily="34" charset="0"/>
                <a:ea typeface="Noto Sans JP" pitchFamily="34" charset="-122"/>
                <a:cs typeface="Noto Sans JP" pitchFamily="34" charset="-120"/>
              </a:rPr>
              <a:t> 堆積物は</a:t>
            </a:r>
            <a:r>
              <a:rPr lang="en-US" sz="2850" dirty="0" spc="1" kern="0">
                <a:solidFill>
                  <a:srgbClr val="F3EEE3"/>
                </a:solidFill>
                <a:latin typeface="Noto Sans JP" pitchFamily="34" charset="0"/>
                <a:ea typeface="Noto Sans JP" pitchFamily="34" charset="-122"/>
                <a:cs typeface="Noto Sans JP" pitchFamily="34" charset="-120"/>
              </a:rPr>
              <a:t> 速く</a:t>
            </a:r>
            <a:r>
              <a:rPr lang="en-US" sz="2850" dirty="0" spc="-8" kern="0">
                <a:solidFill>
                  <a:srgbClr val="F3EEE3"/>
                </a:solidFill>
                <a:latin typeface="Noto Sans JP" pitchFamily="34" charset="0"/>
                <a:ea typeface="Noto Sans JP" pitchFamily="34" charset="-122"/>
                <a:cs typeface="Noto Sans JP" pitchFamily="34" charset="-120"/>
              </a:rPr>
              <a:t> 分解したが、</a:t>
            </a:r>
            <a:r>
              <a:rPr lang="en-US" sz="2850" dirty="0" spc="-21" kern="0">
                <a:solidFill>
                  <a:srgbClr val="F3EEE3"/>
                </a:solidFill>
                <a:latin typeface="Noto Sans JP" pitchFamily="34" charset="0"/>
                <a:ea typeface="Noto Sans JP" pitchFamily="34" charset="-122"/>
                <a:cs typeface="Noto Sans JP" pitchFamily="34" charset="-120"/>
              </a:rPr>
              <a:t> アンメリド64%と アンメリン30%が</a:t>
            </a:r>
            <a:r>
              <a:rPr lang="en-US" sz="2850" dirty="0" spc="0" kern="0">
                <a:solidFill>
                  <a:srgbClr val="F3EEE3"/>
                </a:solidFill>
                <a:latin typeface="Noto Sans JP" pitchFamily="34" charset="0"/>
                <a:ea typeface="Noto Sans JP" pitchFamily="34" charset="-122"/>
                <a:cs typeface="Noto Sans JP" pitchFamily="34" charset="-120"/>
              </a:rPr>
              <a:t> 残った</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[S4]</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。だから</a:t>
            </a:r>
            <a:r>
              <a:rPr lang="en-US" sz="2850" dirty="0" spc="-1" kern="0">
                <a:solidFill>
                  <a:srgbClr val="F3EEE3"/>
                </a:solidFill>
                <a:latin typeface="Noto Sans JP" pitchFamily="34" charset="0"/>
                <a:ea typeface="Noto Sans JP" pitchFamily="34" charset="-122"/>
                <a:cs typeface="Noto Sans JP" pitchFamily="34" charset="-120"/>
              </a:rPr>
              <a:t> 400°Cは</a:t>
            </a:r>
            <a:r>
              <a:rPr lang="en-US" sz="2850" dirty="0" spc="0" kern="0">
                <a:solidFill>
                  <a:srgbClr val="F3EEE3"/>
                </a:solidFill>
                <a:latin typeface="Noto Sans JP" pitchFamily="34" charset="0"/>
                <a:ea typeface="Noto Sans JP" pitchFamily="34" charset="-122"/>
                <a:cs typeface="Noto Sans JP" pitchFamily="34" charset="-120"/>
              </a:rPr>
              <a:t> 堆積物を</a:t>
            </a:r>
            <a:pPr algn="l" indent="0" marL="0">
              <a:lnSpc>
                <a:spcPts val="3848"/>
              </a:lnSpc>
              <a:buNone/>
            </a:pPr>
            <a:r>
              <a:rPr lang="en-US" sz="2850" b="1" dirty="0" spc="-19" kern="0">
                <a:solidFill>
                  <a:srgbClr val="3DD6A0"/>
                </a:solidFill>
                <a:latin typeface="Noto Sans JP" pitchFamily="34" charset="0"/>
                <a:ea typeface="Noto Sans JP" pitchFamily="34" charset="-122"/>
                <a:cs typeface="Noto Sans JP" pitchFamily="34" charset="-120"/>
              </a:rPr>
              <a:t>減らす</a:t>
            </a:r>
            <a:pPr algn="l" indent="0" marL="0">
              <a:lnSpc>
                <a:spcPts val="3848"/>
              </a:lnSpc>
              <a:buNone/>
            </a:pPr>
            <a:r>
              <a:rPr lang="en-US" sz="2850" dirty="0" spc="-45" kern="0">
                <a:solidFill>
                  <a:srgbClr val="F3EEE3"/>
                </a:solidFill>
                <a:latin typeface="Noto Sans JP" pitchFamily="34" charset="0"/>
                <a:ea typeface="Noto Sans JP" pitchFamily="34" charset="-122"/>
                <a:cs typeface="Noto Sans JP" pitchFamily="34" charset="-120"/>
              </a:rPr>
              <a:t>温度であって、</a:t>
            </a:r>
            <a:pPr algn="l" indent="0" marL="0">
              <a:lnSpc>
                <a:spcPts val="3848"/>
              </a:lnSpc>
              <a:buNone/>
            </a:pPr>
            <a:r>
              <a:rPr lang="en-US" sz="2850" b="1" dirty="0" kern="0">
                <a:solidFill>
                  <a:srgbClr val="3DD6A0"/>
                </a:solidFill>
                <a:latin typeface="Noto Sans JP" pitchFamily="34" charset="0"/>
                <a:ea typeface="Noto Sans JP" pitchFamily="34" charset="-122"/>
                <a:cs typeface="Noto Sans JP" pitchFamily="34" charset="-120"/>
              </a:rPr>
              <a:t>消す</a:t>
            </a:r>
            <a:pPr algn="l" indent="0" marL="0">
              <a:lnSpc>
                <a:spcPts val="3848"/>
              </a:lnSpc>
              <a:buNone/>
            </a:pPr>
            <a:r>
              <a:rPr lang="en-US" sz="2850" dirty="0" kern="0">
                <a:solidFill>
                  <a:srgbClr val="F3EEE3"/>
                </a:solidFill>
                <a:latin typeface="Noto Sans JP" pitchFamily="34" charset="0"/>
                <a:ea typeface="Noto Sans JP" pitchFamily="34" charset="-122"/>
                <a:cs typeface="Noto Sans JP" pitchFamily="34" charset="-120"/>
              </a:rPr>
              <a:t>温度ではない</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[S4][S9]</a:t>
            </a:r>
            <a:pPr algn="l" indent="0" marL="0">
              <a:lnSpc>
                <a:spcPts val="3848"/>
              </a:lnSpc>
              <a:buNone/>
            </a:pPr>
            <a:r>
              <a:rPr lang="en-US" sz="2850" dirty="0" kern="0">
                <a:solidFill>
                  <a:srgbClr val="F3EEE3"/>
                </a:solidFill>
                <a:latin typeface="Noto Sans JP" pitchFamily="34" charset="0"/>
                <a:ea typeface="Noto Sans JP" pitchFamily="34" charset="-122"/>
                <a:cs typeface="Noto Sans JP" pitchFamily="34" charset="-120"/>
              </a:rPr>
              <a:t>。</a:t>
            </a:r>
            <a:endParaRPr lang="en-US" sz="2850" dirty="0"/>
          </a:p>
        </p:txBody>
      </p:sp>
      <p:sp>
        <p:nvSpPr>
          <p:cNvPr id="5" name="Shape 3"/>
          <p:cNvSpPr/>
          <p:nvPr/>
        </p:nvSpPr>
        <p:spPr>
          <a:xfrm>
            <a:off x="12325350" y="2762250"/>
            <a:ext cx="5048250" cy="1724025"/>
          </a:xfrm>
          <a:prstGeom prst="roundRect">
            <a:avLst>
              <a:gd name="adj" fmla="val 12155"/>
            </a:avLst>
          </a:prstGeom>
          <a:solidFill>
            <a:srgbClr val="1E212B"/>
          </a:solidFill>
          <a:ln/>
        </p:spPr>
      </p:sp>
      <p:sp>
        <p:nvSpPr>
          <p:cNvPr id="6" name="Shape 4"/>
          <p:cNvSpPr/>
          <p:nvPr/>
        </p:nvSpPr>
        <p:spPr>
          <a:xfrm>
            <a:off x="12325350" y="2762250"/>
            <a:ext cx="5048250" cy="95250"/>
          </a:xfrm>
          <a:prstGeom prst="roundRect">
            <a:avLst>
              <a:gd name="adj" fmla="val 50000"/>
            </a:avLst>
          </a:prstGeom>
          <a:solidFill>
            <a:srgbClr val="3DD6A0"/>
          </a:solidFill>
          <a:ln/>
        </p:spPr>
      </p:sp>
      <p:sp>
        <p:nvSpPr>
          <p:cNvPr id="7" name="Text 5"/>
          <p:cNvSpPr/>
          <p:nvPr/>
        </p:nvSpPr>
        <p:spPr>
          <a:xfrm>
            <a:off x="12630150" y="3028950"/>
            <a:ext cx="4438650" cy="381000"/>
          </a:xfrm>
          <a:prstGeom prst="rect">
            <a:avLst/>
          </a:prstGeom>
          <a:noFill/>
          <a:ln/>
        </p:spPr>
        <p:txBody>
          <a:bodyPr wrap="square" lIns="0" tIns="0" rIns="0" bIns="0" rtlCol="0" anchor="ctr"/>
          <a:lstStyle/>
          <a:p>
            <a:pPr algn="l" indent="0" marL="0">
              <a:buNone/>
            </a:pPr>
            <a:r>
              <a:rPr lang="en-US" sz="1950" dirty="0" kern="0">
                <a:solidFill>
                  <a:srgbClr val="3DD6A0"/>
                </a:solidFill>
                <a:latin typeface="Noto Sans JP ExtraBold" pitchFamily="34" charset="0"/>
                <a:ea typeface="Noto Sans JP ExtraBold" pitchFamily="34" charset="-122"/>
                <a:cs typeface="Noto Sans JP ExtraBold" pitchFamily="34" charset="-120"/>
              </a:rPr>
              <a:t>場所</a:t>
            </a:r>
            <a:endParaRPr lang="en-US" sz="1950" dirty="0"/>
          </a:p>
        </p:txBody>
      </p:sp>
      <p:sp>
        <p:nvSpPr>
          <p:cNvPr id="8" name="Text 6"/>
          <p:cNvSpPr/>
          <p:nvPr/>
        </p:nvSpPr>
        <p:spPr>
          <a:xfrm>
            <a:off x="12630150" y="3486150"/>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F3EEE3"/>
                </a:solidFill>
                <a:latin typeface="Noto Sans JP SemiBold" pitchFamily="34" charset="0"/>
                <a:ea typeface="Noto Sans JP SemiBold" pitchFamily="34" charset="-122"/>
                <a:cs typeface="Noto Sans JP SemiBold" pitchFamily="34" charset="-120"/>
              </a:rPr>
              <a:t>高温の</a:t>
            </a:r>
            <a:r>
              <a:rPr lang="en-US" sz="2400" dirty="0" spc="2" kern="0">
                <a:solidFill>
                  <a:srgbClr val="F3EEE3"/>
                </a:solidFill>
                <a:latin typeface="Noto Sans JP SemiBold" pitchFamily="34" charset="0"/>
                <a:ea typeface="Noto Sans JP SemiBold" pitchFamily="34" charset="-122"/>
                <a:cs typeface="Noto Sans JP SemiBold" pitchFamily="34" charset="-120"/>
              </a:rPr>
              <a:t> 排気管、350〜450°C</a:t>
            </a:r>
            <a:endParaRPr lang="en-US" sz="2400" dirty="0"/>
          </a:p>
        </p:txBody>
      </p:sp>
      <p:sp>
        <p:nvSpPr>
          <p:cNvPr id="9" name="Shape 7"/>
          <p:cNvSpPr/>
          <p:nvPr/>
        </p:nvSpPr>
        <p:spPr>
          <a:xfrm>
            <a:off x="12325350" y="4714875"/>
            <a:ext cx="5048250" cy="1724025"/>
          </a:xfrm>
          <a:prstGeom prst="roundRect">
            <a:avLst>
              <a:gd name="adj" fmla="val 12155"/>
            </a:avLst>
          </a:prstGeom>
          <a:solidFill>
            <a:srgbClr val="1E212B"/>
          </a:solidFill>
          <a:ln/>
        </p:spPr>
      </p:sp>
      <p:sp>
        <p:nvSpPr>
          <p:cNvPr id="10" name="Shape 8"/>
          <p:cNvSpPr/>
          <p:nvPr/>
        </p:nvSpPr>
        <p:spPr>
          <a:xfrm>
            <a:off x="12325350" y="4714875"/>
            <a:ext cx="5048250" cy="95250"/>
          </a:xfrm>
          <a:prstGeom prst="roundRect">
            <a:avLst>
              <a:gd name="adj" fmla="val 50000"/>
            </a:avLst>
          </a:prstGeom>
          <a:solidFill>
            <a:srgbClr val="FF6A4D"/>
          </a:solidFill>
          <a:ln/>
        </p:spPr>
      </p:sp>
      <p:sp>
        <p:nvSpPr>
          <p:cNvPr id="11" name="Text 9"/>
          <p:cNvSpPr/>
          <p:nvPr/>
        </p:nvSpPr>
        <p:spPr>
          <a:xfrm>
            <a:off x="12630150" y="4981575"/>
            <a:ext cx="4438650" cy="381000"/>
          </a:xfrm>
          <a:prstGeom prst="rect">
            <a:avLst/>
          </a:prstGeom>
          <a:noFill/>
          <a:ln/>
        </p:spPr>
        <p:txBody>
          <a:bodyPr wrap="square" lIns="0" tIns="0" rIns="0" bIns="0" rtlCol="0" anchor="ctr"/>
          <a:lstStyle/>
          <a:p>
            <a:pPr algn="l" indent="0" marL="0">
              <a:buNone/>
            </a:pPr>
            <a:r>
              <a:rPr lang="en-US" sz="1950" dirty="0" kern="0">
                <a:solidFill>
                  <a:srgbClr val="FF6A4D"/>
                </a:solidFill>
                <a:latin typeface="Noto Sans JP ExtraBold" pitchFamily="34" charset="0"/>
                <a:ea typeface="Noto Sans JP ExtraBold" pitchFamily="34" charset="-122"/>
                <a:cs typeface="Noto Sans JP ExtraBold" pitchFamily="34" charset="-120"/>
              </a:rPr>
              <a:t>役割</a:t>
            </a:r>
            <a:endParaRPr lang="en-US" sz="1950" dirty="0"/>
          </a:p>
        </p:txBody>
      </p:sp>
      <p:sp>
        <p:nvSpPr>
          <p:cNvPr id="12" name="Text 10"/>
          <p:cNvSpPr/>
          <p:nvPr/>
        </p:nvSpPr>
        <p:spPr>
          <a:xfrm>
            <a:off x="12630150" y="5438775"/>
            <a:ext cx="4438650" cy="809625"/>
          </a:xfrm>
          <a:prstGeom prst="rect">
            <a:avLst/>
          </a:prstGeom>
          <a:noFill/>
          <a:ln/>
        </p:spPr>
        <p:txBody>
          <a:bodyPr wrap="square" lIns="0" tIns="39929" rIns="0" bIns="-39929" rtlCol="0" anchor="t"/>
          <a:lstStyle/>
          <a:p>
            <a:pPr algn="l" indent="0" marL="0">
              <a:lnSpc>
                <a:spcPts val="2928"/>
              </a:lnSpc>
              <a:buNone/>
            </a:pPr>
            <a:r>
              <a:rPr lang="en-US" sz="2400" dirty="0" spc="-44" kern="0">
                <a:solidFill>
                  <a:srgbClr val="F3EEE3"/>
                </a:solidFill>
                <a:latin typeface="Noto Sans JP SemiBold" pitchFamily="34" charset="0"/>
                <a:ea typeface="Noto Sans JP SemiBold" pitchFamily="34" charset="-122"/>
                <a:cs typeface="Noto Sans JP SemiBold" pitchFamily="34" charset="-120"/>
              </a:rPr>
              <a:t>アンメリド、</a:t>
            </a:r>
            <a:r>
              <a:rPr lang="en-US" sz="2400" dirty="0" spc="-23" kern="0">
                <a:solidFill>
                  <a:srgbClr val="F3EEE3"/>
                </a:solidFill>
                <a:latin typeface="Noto Sans JP SemiBold" pitchFamily="34" charset="0"/>
                <a:ea typeface="Noto Sans JP SemiBold" pitchFamily="34" charset="-122"/>
                <a:cs typeface="Noto Sans JP SemiBold" pitchFamily="34" charset="-120"/>
              </a:rPr>
              <a:t> アンメリンが</a:t>
            </a:r>
            <a:r>
              <a:rPr lang="en-US" sz="2400" dirty="0" spc="-9" kern="0">
                <a:solidFill>
                  <a:srgbClr val="F3EEE3"/>
                </a:solidFill>
                <a:latin typeface="Noto Sans JP SemiBold" pitchFamily="34" charset="0"/>
                <a:ea typeface="Noto Sans JP SemiBold" pitchFamily="34" charset="-122"/>
                <a:cs typeface="Noto Sans JP SemiBold" pitchFamily="34" charset="-120"/>
              </a:rPr>
              <a:t> 少しずつ</a:t>
            </a:r>
            <a:r>
              <a:rPr lang="en-US" sz="2400" dirty="0" spc="2" kern="0">
                <a:solidFill>
                  <a:srgbClr val="F3EEE3"/>
                </a:solidFill>
                <a:latin typeface="Noto Sans JP SemiBold" pitchFamily="34" charset="0"/>
                <a:ea typeface="Noto Sans JP SemiBold" pitchFamily="34" charset="-122"/>
                <a:cs typeface="Noto Sans JP SemiBold" pitchFamily="34" charset="-120"/>
              </a:rPr>
              <a:t> 分解</a:t>
            </a:r>
            <a:endParaRPr lang="en-US" sz="2400" dirty="0"/>
          </a:p>
        </p:txBody>
      </p:sp>
      <p:sp>
        <p:nvSpPr>
          <p:cNvPr id="13" name="Shape 11"/>
          <p:cNvSpPr/>
          <p:nvPr/>
        </p:nvSpPr>
        <p:spPr>
          <a:xfrm>
            <a:off x="12325350" y="6657975"/>
            <a:ext cx="5048250" cy="1724025"/>
          </a:xfrm>
          <a:prstGeom prst="roundRect">
            <a:avLst>
              <a:gd name="adj" fmla="val 12155"/>
            </a:avLst>
          </a:prstGeom>
          <a:solidFill>
            <a:srgbClr val="1E212B"/>
          </a:solidFill>
          <a:ln/>
        </p:spPr>
      </p:sp>
      <p:sp>
        <p:nvSpPr>
          <p:cNvPr id="14" name="Shape 12"/>
          <p:cNvSpPr/>
          <p:nvPr/>
        </p:nvSpPr>
        <p:spPr>
          <a:xfrm>
            <a:off x="12325350" y="6657975"/>
            <a:ext cx="5048250" cy="95250"/>
          </a:xfrm>
          <a:prstGeom prst="roundRect">
            <a:avLst>
              <a:gd name="adj" fmla="val 50000"/>
            </a:avLst>
          </a:prstGeom>
          <a:solidFill>
            <a:srgbClr val="7C93FF"/>
          </a:solidFill>
          <a:ln/>
        </p:spPr>
      </p:sp>
      <p:sp>
        <p:nvSpPr>
          <p:cNvPr id="15" name="Text 13"/>
          <p:cNvSpPr/>
          <p:nvPr/>
        </p:nvSpPr>
        <p:spPr>
          <a:xfrm>
            <a:off x="12630150" y="6924675"/>
            <a:ext cx="4438650" cy="381000"/>
          </a:xfrm>
          <a:prstGeom prst="rect">
            <a:avLst/>
          </a:prstGeom>
          <a:noFill/>
          <a:ln/>
        </p:spPr>
        <p:txBody>
          <a:bodyPr wrap="square" lIns="0" tIns="0" rIns="0" bIns="0" rtlCol="0" anchor="ctr"/>
          <a:lstStyle/>
          <a:p>
            <a:pPr algn="l" indent="0" marL="0">
              <a:buNone/>
            </a:pPr>
            <a:r>
              <a:rPr lang="en-US" sz="1950" dirty="0" kern="0">
                <a:solidFill>
                  <a:srgbClr val="7C93FF"/>
                </a:solidFill>
                <a:latin typeface="Noto Sans JP ExtraBold" pitchFamily="34" charset="0"/>
                <a:ea typeface="Noto Sans JP ExtraBold" pitchFamily="34" charset="-122"/>
                <a:cs typeface="Noto Sans JP ExtraBold" pitchFamily="34" charset="-120"/>
              </a:rPr>
              <a:t>誤解</a:t>
            </a:r>
            <a:endParaRPr lang="en-US" sz="1950" dirty="0"/>
          </a:p>
        </p:txBody>
      </p:sp>
      <p:sp>
        <p:nvSpPr>
          <p:cNvPr id="16" name="Text 14"/>
          <p:cNvSpPr/>
          <p:nvPr/>
        </p:nvSpPr>
        <p:spPr>
          <a:xfrm>
            <a:off x="12630150" y="7381875"/>
            <a:ext cx="4438650" cy="809625"/>
          </a:xfrm>
          <a:prstGeom prst="rect">
            <a:avLst/>
          </a:prstGeom>
          <a:noFill/>
          <a:ln/>
        </p:spPr>
        <p:txBody>
          <a:bodyPr wrap="square" lIns="0" tIns="39929" rIns="0" bIns="-39929" rtlCol="0" anchor="t"/>
          <a:lstStyle/>
          <a:p>
            <a:pPr algn="l" indent="0" marL="0">
              <a:lnSpc>
                <a:spcPts val="2928"/>
              </a:lnSpc>
              <a:buNone/>
            </a:pPr>
            <a:r>
              <a:rPr lang="en-US" sz="2400" dirty="0" spc="-26" kern="0">
                <a:solidFill>
                  <a:srgbClr val="F3EEE3"/>
                </a:solidFill>
                <a:latin typeface="Noto Sans JP SemiBold" pitchFamily="34" charset="0"/>
                <a:ea typeface="Noto Sans JP SemiBold" pitchFamily="34" charset="-122"/>
                <a:cs typeface="Noto Sans JP SemiBold" pitchFamily="34" charset="-120"/>
              </a:rPr>
              <a:t>400°Cですべての</a:t>
            </a:r>
            <a:r>
              <a:rPr lang="en-US" sz="2400" dirty="0" spc="2" kern="0">
                <a:solidFill>
                  <a:srgbClr val="F3EEE3"/>
                </a:solidFill>
                <a:latin typeface="Noto Sans JP SemiBold" pitchFamily="34" charset="0"/>
                <a:ea typeface="Noto Sans JP SemiBold" pitchFamily="34" charset="-122"/>
                <a:cs typeface="Noto Sans JP SemiBold" pitchFamily="34" charset="-120"/>
              </a:rPr>
              <a:t> 堆積物が</a:t>
            </a:r>
            <a:r>
              <a:rPr lang="en-US" sz="2400" dirty="0" spc="-7" kern="0">
                <a:solidFill>
                  <a:srgbClr val="F3EEE3"/>
                </a:solidFill>
                <a:latin typeface="Noto Sans JP SemiBold" pitchFamily="34" charset="0"/>
                <a:ea typeface="Noto Sans JP SemiBold" pitchFamily="34" charset="-122"/>
                <a:cs typeface="Noto Sans JP SemiBold" pitchFamily="34" charset="-120"/>
              </a:rPr>
              <a:t> 消えるわけではない</a:t>
            </a:r>
            <a:endParaRPr lang="en-US" sz="2400" dirty="0"/>
          </a:p>
        </p:txBody>
      </p:sp>
      <p:sp>
        <p:nvSpPr>
          <p:cNvPr id="17"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[S1]</a:t>
            </a:r>
            <a:r>
              <a:rPr lang="en-US" sz="1800" dirty="0" spc="-1" kern="0">
                <a:solidFill>
                  <a:srgbClr val="9AA0B5"/>
                </a:solidFill>
                <a:latin typeface="Noto Sans JP" pitchFamily="34" charset="0"/>
                <a:ea typeface="Noto Sans JP" pitchFamily="34" charset="-122"/>
                <a:cs typeface="Noto Sans JP" pitchFamily="34" charset="-120"/>
              </a:rPr>
              <a:t> [S3]</a:t>
            </a:r>
            <a:r>
              <a:rPr lang="en-US" sz="1800" dirty="0" spc="-2" kern="0">
                <a:solidFill>
                  <a:srgbClr val="9AA0B5"/>
                </a:solidFill>
                <a:latin typeface="Noto Sans JP" pitchFamily="34" charset="0"/>
                <a:ea typeface="Noto Sans JP" pitchFamily="34" charset="-122"/>
                <a:cs typeface="Noto Sans JP" pitchFamily="34" charset="-120"/>
              </a:rPr>
              <a:t> [S4]</a:t>
            </a:r>
            <a:r>
              <a:rPr lang="en-US" sz="1800" dirty="0" spc="-1" kern="0">
                <a:solidFill>
                  <a:srgbClr val="9AA0B5"/>
                </a:solidFill>
                <a:latin typeface="Noto Sans JP" pitchFamily="34" charset="0"/>
                <a:ea typeface="Noto Sans JP" pitchFamily="34" charset="-122"/>
                <a:cs typeface="Noto Sans JP" pitchFamily="34" charset="-120"/>
              </a:rPr>
              <a:t> [S9]</a:t>
            </a:r>
            <a:endParaRPr lang="en-US" sz="1800" dirty="0"/>
          </a:p>
        </p:txBody>
      </p:sp>
      <p:sp>
        <p:nvSpPr>
          <p:cNvPr id="18" name="Shape 16"/>
          <p:cNvSpPr/>
          <p:nvPr/>
        </p:nvSpPr>
        <p:spPr>
          <a:xfrm>
            <a:off x="960711" y="9580836"/>
            <a:ext cx="78828" cy="78828"/>
          </a:xfrm>
          <a:prstGeom prst="ellipse">
            <a:avLst/>
          </a:prstGeom>
          <a:solidFill>
            <a:srgbClr val="F3EEE3">
              <a:alpha val="28000"/>
            </a:srgbClr>
          </a:solidFill>
          <a:ln/>
        </p:spPr>
      </p:sp>
      <p:sp>
        <p:nvSpPr>
          <p:cNvPr id="19" name="Shape 17"/>
          <p:cNvSpPr/>
          <p:nvPr/>
        </p:nvSpPr>
        <p:spPr>
          <a:xfrm>
            <a:off x="1118366" y="9580836"/>
            <a:ext cx="78828" cy="78828"/>
          </a:xfrm>
          <a:prstGeom prst="ellipse">
            <a:avLst/>
          </a:prstGeom>
          <a:solidFill>
            <a:srgbClr val="F3EEE3">
              <a:alpha val="28000"/>
            </a:srgbClr>
          </a:solidFill>
          <a:ln/>
        </p:spPr>
      </p:sp>
      <p:sp>
        <p:nvSpPr>
          <p:cNvPr id="20" name="Shape 18"/>
          <p:cNvSpPr/>
          <p:nvPr/>
        </p:nvSpPr>
        <p:spPr>
          <a:xfrm>
            <a:off x="1276021" y="9580836"/>
            <a:ext cx="78828" cy="78828"/>
          </a:xfrm>
          <a:prstGeom prst="ellipse">
            <a:avLst/>
          </a:prstGeom>
          <a:solidFill>
            <a:srgbClr val="F3EEE3">
              <a:alpha val="28000"/>
            </a:srgbClr>
          </a:solidFill>
          <a:ln/>
        </p:spPr>
      </p:sp>
      <p:sp>
        <p:nvSpPr>
          <p:cNvPr id="21" name="Shape 19"/>
          <p:cNvSpPr/>
          <p:nvPr/>
        </p:nvSpPr>
        <p:spPr>
          <a:xfrm>
            <a:off x="1433676" y="9580836"/>
            <a:ext cx="78828" cy="78828"/>
          </a:xfrm>
          <a:prstGeom prst="ellipse">
            <a:avLst/>
          </a:prstGeom>
          <a:solidFill>
            <a:srgbClr val="F3EEE3">
              <a:alpha val="28000"/>
            </a:srgbClr>
          </a:solidFill>
          <a:ln/>
        </p:spPr>
      </p:sp>
      <p:sp>
        <p:nvSpPr>
          <p:cNvPr id="22" name="Shape 20"/>
          <p:cNvSpPr/>
          <p:nvPr/>
        </p:nvSpPr>
        <p:spPr>
          <a:xfrm>
            <a:off x="1591331" y="9580836"/>
            <a:ext cx="78828" cy="78828"/>
          </a:xfrm>
          <a:prstGeom prst="ellipse">
            <a:avLst/>
          </a:prstGeom>
          <a:solidFill>
            <a:srgbClr val="F3EEE3">
              <a:alpha val="28000"/>
            </a:srgbClr>
          </a:solidFill>
          <a:ln/>
        </p:spPr>
      </p:sp>
      <p:sp>
        <p:nvSpPr>
          <p:cNvPr id="23" name="Shape 21"/>
          <p:cNvSpPr/>
          <p:nvPr/>
        </p:nvSpPr>
        <p:spPr>
          <a:xfrm>
            <a:off x="1748986" y="9580836"/>
            <a:ext cx="78828" cy="78828"/>
          </a:xfrm>
          <a:prstGeom prst="ellipse">
            <a:avLst/>
          </a:prstGeom>
          <a:solidFill>
            <a:srgbClr val="F3EEE3">
              <a:alpha val="28000"/>
            </a:srgbClr>
          </a:solidFill>
          <a:ln/>
        </p:spPr>
      </p:sp>
      <p:sp>
        <p:nvSpPr>
          <p:cNvPr id="24" name="Shape 22"/>
          <p:cNvSpPr/>
          <p:nvPr/>
        </p:nvSpPr>
        <p:spPr>
          <a:xfrm>
            <a:off x="1906641" y="9580836"/>
            <a:ext cx="78828" cy="78828"/>
          </a:xfrm>
          <a:prstGeom prst="ellipse">
            <a:avLst/>
          </a:prstGeom>
          <a:solidFill>
            <a:srgbClr val="F3EEE3">
              <a:alpha val="28000"/>
            </a:srgbClr>
          </a:solidFill>
          <a:ln/>
        </p:spPr>
      </p:sp>
      <p:sp>
        <p:nvSpPr>
          <p:cNvPr id="25" name="Shape 23"/>
          <p:cNvSpPr/>
          <p:nvPr/>
        </p:nvSpPr>
        <p:spPr>
          <a:xfrm>
            <a:off x="2064296" y="9580836"/>
            <a:ext cx="78828" cy="78828"/>
          </a:xfrm>
          <a:prstGeom prst="ellipse">
            <a:avLst/>
          </a:prstGeom>
          <a:solidFill>
            <a:srgbClr val="F3EEE3">
              <a:alpha val="28000"/>
            </a:srgbClr>
          </a:solidFill>
          <a:ln/>
        </p:spPr>
      </p:sp>
      <p:sp>
        <p:nvSpPr>
          <p:cNvPr id="26" name="Shape 24"/>
          <p:cNvSpPr/>
          <p:nvPr/>
        </p:nvSpPr>
        <p:spPr>
          <a:xfrm>
            <a:off x="2221951" y="9580836"/>
            <a:ext cx="78828" cy="78828"/>
          </a:xfrm>
          <a:prstGeom prst="ellipse">
            <a:avLst/>
          </a:prstGeom>
          <a:solidFill>
            <a:srgbClr val="F3EEE3">
              <a:alpha val="28000"/>
            </a:srgbClr>
          </a:solidFill>
          <a:ln/>
        </p:spPr>
      </p:sp>
      <p:sp>
        <p:nvSpPr>
          <p:cNvPr id="27" name="Shape 25"/>
          <p:cNvSpPr/>
          <p:nvPr/>
        </p:nvSpPr>
        <p:spPr>
          <a:xfrm>
            <a:off x="2379606" y="9580836"/>
            <a:ext cx="78828" cy="78828"/>
          </a:xfrm>
          <a:prstGeom prst="ellipse">
            <a:avLst/>
          </a:prstGeom>
          <a:solidFill>
            <a:srgbClr val="F3EEE3">
              <a:alpha val="28000"/>
            </a:srgbClr>
          </a:solidFill>
          <a:ln/>
        </p:spPr>
      </p:sp>
      <p:sp>
        <p:nvSpPr>
          <p:cNvPr id="28" name="Shape 26"/>
          <p:cNvSpPr/>
          <p:nvPr/>
        </p:nvSpPr>
        <p:spPr>
          <a:xfrm>
            <a:off x="2537261" y="9580836"/>
            <a:ext cx="78828" cy="78828"/>
          </a:xfrm>
          <a:prstGeom prst="ellipse">
            <a:avLst/>
          </a:prstGeom>
          <a:solidFill>
            <a:srgbClr val="F3EEE3">
              <a:alpha val="28000"/>
            </a:srgbClr>
          </a:solidFill>
          <a:ln/>
        </p:spPr>
      </p:sp>
      <p:sp>
        <p:nvSpPr>
          <p:cNvPr id="29" name="Shape 27"/>
          <p:cNvSpPr/>
          <p:nvPr/>
        </p:nvSpPr>
        <p:spPr>
          <a:xfrm>
            <a:off x="2694916" y="9580836"/>
            <a:ext cx="78828" cy="78828"/>
          </a:xfrm>
          <a:prstGeom prst="ellipse">
            <a:avLst/>
          </a:prstGeom>
          <a:solidFill>
            <a:srgbClr val="F3EEE3">
              <a:alpha val="28000"/>
            </a:srgbClr>
          </a:solidFill>
          <a:ln/>
        </p:spPr>
      </p:sp>
      <p:sp>
        <p:nvSpPr>
          <p:cNvPr id="30" name="Shape 28"/>
          <p:cNvSpPr/>
          <p:nvPr/>
        </p:nvSpPr>
        <p:spPr>
          <a:xfrm>
            <a:off x="2852571" y="9580836"/>
            <a:ext cx="78828" cy="78828"/>
          </a:xfrm>
          <a:prstGeom prst="ellipse">
            <a:avLst/>
          </a:prstGeom>
          <a:solidFill>
            <a:srgbClr val="F3EEE3">
              <a:alpha val="28000"/>
            </a:srgbClr>
          </a:solidFill>
          <a:ln/>
        </p:spPr>
      </p:sp>
      <p:sp>
        <p:nvSpPr>
          <p:cNvPr id="31" name="Shape 29"/>
          <p:cNvSpPr/>
          <p:nvPr/>
        </p:nvSpPr>
        <p:spPr>
          <a:xfrm>
            <a:off x="3010225" y="9580836"/>
            <a:ext cx="78828" cy="78828"/>
          </a:xfrm>
          <a:prstGeom prst="ellipse">
            <a:avLst/>
          </a:prstGeom>
          <a:solidFill>
            <a:srgbClr val="F3EEE3">
              <a:alpha val="28000"/>
            </a:srgbClr>
          </a:solidFill>
          <a:ln/>
        </p:spPr>
      </p:sp>
      <p:sp>
        <p:nvSpPr>
          <p:cNvPr id="32" name="Shape 30"/>
          <p:cNvSpPr/>
          <p:nvPr/>
        </p:nvSpPr>
        <p:spPr>
          <a:xfrm>
            <a:off x="3167880" y="9580836"/>
            <a:ext cx="78828" cy="78828"/>
          </a:xfrm>
          <a:prstGeom prst="ellipse">
            <a:avLst/>
          </a:prstGeom>
          <a:solidFill>
            <a:srgbClr val="F3EEE3">
              <a:alpha val="28000"/>
            </a:srgbClr>
          </a:solidFill>
          <a:ln/>
        </p:spPr>
      </p:sp>
      <p:sp>
        <p:nvSpPr>
          <p:cNvPr id="33" name="Shape 31"/>
          <p:cNvSpPr/>
          <p:nvPr/>
        </p:nvSpPr>
        <p:spPr>
          <a:xfrm>
            <a:off x="3325535" y="9580836"/>
            <a:ext cx="78828" cy="78828"/>
          </a:xfrm>
          <a:prstGeom prst="ellipse">
            <a:avLst/>
          </a:prstGeom>
          <a:solidFill>
            <a:srgbClr val="F3EEE3">
              <a:alpha val="28000"/>
            </a:srgbClr>
          </a:solidFill>
          <a:ln/>
        </p:spPr>
      </p:sp>
      <p:sp>
        <p:nvSpPr>
          <p:cNvPr id="34" name="Shape 32"/>
          <p:cNvSpPr/>
          <p:nvPr/>
        </p:nvSpPr>
        <p:spPr>
          <a:xfrm>
            <a:off x="3483190" y="9580836"/>
            <a:ext cx="78828" cy="78828"/>
          </a:xfrm>
          <a:prstGeom prst="ellipse">
            <a:avLst/>
          </a:prstGeom>
          <a:solidFill>
            <a:srgbClr val="F3EEE3">
              <a:alpha val="28000"/>
            </a:srgbClr>
          </a:solidFill>
          <a:ln/>
        </p:spPr>
      </p:sp>
      <p:sp>
        <p:nvSpPr>
          <p:cNvPr id="35" name="Shape 33"/>
          <p:cNvSpPr/>
          <p:nvPr/>
        </p:nvSpPr>
        <p:spPr>
          <a:xfrm>
            <a:off x="3640845" y="9580836"/>
            <a:ext cx="78828" cy="78828"/>
          </a:xfrm>
          <a:prstGeom prst="ellipse">
            <a:avLst/>
          </a:prstGeom>
          <a:solidFill>
            <a:srgbClr val="F3EEE3">
              <a:alpha val="28000"/>
            </a:srgbClr>
          </a:solidFill>
          <a:ln/>
        </p:spPr>
      </p:sp>
      <p:sp>
        <p:nvSpPr>
          <p:cNvPr id="36" name="Shape 34"/>
          <p:cNvSpPr/>
          <p:nvPr/>
        </p:nvSpPr>
        <p:spPr>
          <a:xfrm>
            <a:off x="3798500" y="9580836"/>
            <a:ext cx="78828" cy="78828"/>
          </a:xfrm>
          <a:prstGeom prst="ellipse">
            <a:avLst/>
          </a:prstGeom>
          <a:solidFill>
            <a:srgbClr val="F3EEE3">
              <a:alpha val="28000"/>
            </a:srgbClr>
          </a:solidFill>
          <a:ln/>
        </p:spPr>
      </p:sp>
      <p:sp>
        <p:nvSpPr>
          <p:cNvPr id="37" name="Shape 35"/>
          <p:cNvSpPr/>
          <p:nvPr/>
        </p:nvSpPr>
        <p:spPr>
          <a:xfrm>
            <a:off x="3956155" y="9580836"/>
            <a:ext cx="78828" cy="78828"/>
          </a:xfrm>
          <a:prstGeom prst="ellipse">
            <a:avLst/>
          </a:prstGeom>
          <a:solidFill>
            <a:srgbClr val="F3EEE3">
              <a:alpha val="28000"/>
            </a:srgbClr>
          </a:solidFill>
          <a:ln/>
        </p:spPr>
      </p:sp>
      <p:sp>
        <p:nvSpPr>
          <p:cNvPr id="38" name="Shape 36"/>
          <p:cNvSpPr/>
          <p:nvPr/>
        </p:nvSpPr>
        <p:spPr>
          <a:xfrm>
            <a:off x="4113810" y="9580836"/>
            <a:ext cx="78828" cy="78828"/>
          </a:xfrm>
          <a:prstGeom prst="ellipse">
            <a:avLst/>
          </a:prstGeom>
          <a:solidFill>
            <a:srgbClr val="F3EEE3">
              <a:alpha val="28000"/>
            </a:srgbClr>
          </a:solidFill>
          <a:ln/>
        </p:spPr>
      </p:sp>
      <p:sp>
        <p:nvSpPr>
          <p:cNvPr id="39" name="Shape 37"/>
          <p:cNvSpPr/>
          <p:nvPr/>
        </p:nvSpPr>
        <p:spPr>
          <a:xfrm>
            <a:off x="4271465" y="9580836"/>
            <a:ext cx="78828" cy="78828"/>
          </a:xfrm>
          <a:prstGeom prst="ellipse">
            <a:avLst/>
          </a:prstGeom>
          <a:solidFill>
            <a:srgbClr val="F3EEE3">
              <a:alpha val="28000"/>
            </a:srgbClr>
          </a:solidFill>
          <a:ln/>
        </p:spPr>
      </p:sp>
      <p:sp>
        <p:nvSpPr>
          <p:cNvPr id="40" name="Shape 38"/>
          <p:cNvSpPr/>
          <p:nvPr/>
        </p:nvSpPr>
        <p:spPr>
          <a:xfrm>
            <a:off x="4429120" y="9580836"/>
            <a:ext cx="78828" cy="78828"/>
          </a:xfrm>
          <a:prstGeom prst="ellipse">
            <a:avLst/>
          </a:prstGeom>
          <a:solidFill>
            <a:srgbClr val="F3EEE3">
              <a:alpha val="28000"/>
            </a:srgbClr>
          </a:solidFill>
          <a:ln/>
        </p:spPr>
      </p:sp>
      <p:sp>
        <p:nvSpPr>
          <p:cNvPr id="41" name="Shape 39"/>
          <p:cNvSpPr/>
          <p:nvPr/>
        </p:nvSpPr>
        <p:spPr>
          <a:xfrm>
            <a:off x="4586775" y="9580836"/>
            <a:ext cx="78828" cy="78828"/>
          </a:xfrm>
          <a:prstGeom prst="ellipse">
            <a:avLst/>
          </a:prstGeom>
          <a:solidFill>
            <a:srgbClr val="F3EEE3">
              <a:alpha val="28000"/>
            </a:srgbClr>
          </a:solidFill>
          <a:ln/>
        </p:spPr>
      </p:sp>
      <p:sp>
        <p:nvSpPr>
          <p:cNvPr id="42" name="Shape 40"/>
          <p:cNvSpPr/>
          <p:nvPr/>
        </p:nvSpPr>
        <p:spPr>
          <a:xfrm>
            <a:off x="4744430" y="9580836"/>
            <a:ext cx="78828" cy="78828"/>
          </a:xfrm>
          <a:prstGeom prst="ellipse">
            <a:avLst/>
          </a:prstGeom>
          <a:solidFill>
            <a:srgbClr val="F3EEE3">
              <a:alpha val="28000"/>
            </a:srgbClr>
          </a:solidFill>
          <a:ln/>
        </p:spPr>
      </p:sp>
      <p:sp>
        <p:nvSpPr>
          <p:cNvPr id="43" name="Shape 41"/>
          <p:cNvSpPr/>
          <p:nvPr/>
        </p:nvSpPr>
        <p:spPr>
          <a:xfrm>
            <a:off x="4902085" y="9580836"/>
            <a:ext cx="78828" cy="78828"/>
          </a:xfrm>
          <a:prstGeom prst="ellipse">
            <a:avLst/>
          </a:prstGeom>
          <a:solidFill>
            <a:srgbClr val="F3EEE3">
              <a:alpha val="28000"/>
            </a:srgbClr>
          </a:solidFill>
          <a:ln/>
        </p:spPr>
      </p:sp>
      <p:sp>
        <p:nvSpPr>
          <p:cNvPr id="44" name="Shape 42"/>
          <p:cNvSpPr/>
          <p:nvPr/>
        </p:nvSpPr>
        <p:spPr>
          <a:xfrm>
            <a:off x="5059740" y="9580836"/>
            <a:ext cx="78828" cy="78828"/>
          </a:xfrm>
          <a:prstGeom prst="ellipse">
            <a:avLst/>
          </a:prstGeom>
          <a:solidFill>
            <a:srgbClr val="F3EEE3">
              <a:alpha val="28000"/>
            </a:srgbClr>
          </a:solidFill>
          <a:ln/>
        </p:spPr>
      </p:sp>
      <p:sp>
        <p:nvSpPr>
          <p:cNvPr id="45" name="Shape 43"/>
          <p:cNvSpPr/>
          <p:nvPr/>
        </p:nvSpPr>
        <p:spPr>
          <a:xfrm>
            <a:off x="5217395" y="9580836"/>
            <a:ext cx="78828" cy="78828"/>
          </a:xfrm>
          <a:prstGeom prst="ellipse">
            <a:avLst/>
          </a:prstGeom>
          <a:solidFill>
            <a:srgbClr val="F3EEE3">
              <a:alpha val="28000"/>
            </a:srgbClr>
          </a:solidFill>
          <a:ln/>
        </p:spPr>
      </p:sp>
      <p:sp>
        <p:nvSpPr>
          <p:cNvPr id="46" name="Shape 44"/>
          <p:cNvSpPr/>
          <p:nvPr/>
        </p:nvSpPr>
        <p:spPr>
          <a:xfrm>
            <a:off x="5375050" y="9580836"/>
            <a:ext cx="78828" cy="78828"/>
          </a:xfrm>
          <a:prstGeom prst="ellipse">
            <a:avLst/>
          </a:prstGeom>
          <a:solidFill>
            <a:srgbClr val="F3EEE3">
              <a:alpha val="28000"/>
            </a:srgbClr>
          </a:solidFill>
          <a:ln/>
        </p:spPr>
      </p:sp>
      <p:sp>
        <p:nvSpPr>
          <p:cNvPr id="47" name="Shape 45"/>
          <p:cNvSpPr/>
          <p:nvPr/>
        </p:nvSpPr>
        <p:spPr>
          <a:xfrm>
            <a:off x="5532705" y="9580836"/>
            <a:ext cx="78828" cy="78828"/>
          </a:xfrm>
          <a:prstGeom prst="ellipse">
            <a:avLst/>
          </a:prstGeom>
          <a:solidFill>
            <a:srgbClr val="F3EEE3">
              <a:alpha val="28000"/>
            </a:srgbClr>
          </a:solidFill>
          <a:ln/>
        </p:spPr>
      </p:sp>
      <p:sp>
        <p:nvSpPr>
          <p:cNvPr id="48" name="Shape 46"/>
          <p:cNvSpPr/>
          <p:nvPr/>
        </p:nvSpPr>
        <p:spPr>
          <a:xfrm>
            <a:off x="5690359" y="9580836"/>
            <a:ext cx="78828" cy="78828"/>
          </a:xfrm>
          <a:prstGeom prst="ellipse">
            <a:avLst/>
          </a:prstGeom>
          <a:solidFill>
            <a:srgbClr val="F3EEE3">
              <a:alpha val="28000"/>
            </a:srgbClr>
          </a:solidFill>
          <a:ln/>
        </p:spPr>
      </p:sp>
      <p:sp>
        <p:nvSpPr>
          <p:cNvPr id="49" name="Shape 47"/>
          <p:cNvSpPr/>
          <p:nvPr/>
        </p:nvSpPr>
        <p:spPr>
          <a:xfrm>
            <a:off x="5848014" y="9580836"/>
            <a:ext cx="78828" cy="78828"/>
          </a:xfrm>
          <a:prstGeom prst="ellipse">
            <a:avLst/>
          </a:prstGeom>
          <a:solidFill>
            <a:srgbClr val="F3EEE3">
              <a:alpha val="28000"/>
            </a:srgbClr>
          </a:solidFill>
          <a:ln/>
        </p:spPr>
      </p:sp>
      <p:sp>
        <p:nvSpPr>
          <p:cNvPr id="50" name="Shape 48"/>
          <p:cNvSpPr/>
          <p:nvPr/>
        </p:nvSpPr>
        <p:spPr>
          <a:xfrm>
            <a:off x="5992531" y="9567698"/>
            <a:ext cx="105103" cy="105103"/>
          </a:xfrm>
          <a:prstGeom prst="ellipse">
            <a:avLst/>
          </a:prstGeom>
          <a:solidFill>
            <a:srgbClr val="FF6A4D"/>
          </a:solidFill>
          <a:ln/>
        </p:spPr>
      </p:sp>
      <p:sp>
        <p:nvSpPr>
          <p:cNvPr id="51" name="Shape 49"/>
          <p:cNvSpPr/>
          <p:nvPr/>
        </p:nvSpPr>
        <p:spPr>
          <a:xfrm>
            <a:off x="6163324" y="9580836"/>
            <a:ext cx="78828" cy="78828"/>
          </a:xfrm>
          <a:prstGeom prst="ellipse">
            <a:avLst/>
          </a:prstGeom>
          <a:solidFill>
            <a:srgbClr val="F3EEE3">
              <a:alpha val="28000"/>
            </a:srgbClr>
          </a:solidFill>
          <a:ln/>
        </p:spPr>
      </p:sp>
      <p:sp>
        <p:nvSpPr>
          <p:cNvPr id="52" name="Shape 50"/>
          <p:cNvSpPr/>
          <p:nvPr/>
        </p:nvSpPr>
        <p:spPr>
          <a:xfrm>
            <a:off x="6320979" y="9580836"/>
            <a:ext cx="78828" cy="78828"/>
          </a:xfrm>
          <a:prstGeom prst="ellipse">
            <a:avLst/>
          </a:prstGeom>
          <a:solidFill>
            <a:srgbClr val="F3EEE3">
              <a:alpha val="28000"/>
            </a:srgbClr>
          </a:solidFill>
          <a:ln/>
        </p:spPr>
      </p:sp>
      <p:sp>
        <p:nvSpPr>
          <p:cNvPr id="53" name="Shape 51"/>
          <p:cNvSpPr/>
          <p:nvPr/>
        </p:nvSpPr>
        <p:spPr>
          <a:xfrm>
            <a:off x="6478634" y="9580836"/>
            <a:ext cx="78828" cy="78828"/>
          </a:xfrm>
          <a:prstGeom prst="ellipse">
            <a:avLst/>
          </a:prstGeom>
          <a:solidFill>
            <a:srgbClr val="F3EEE3">
              <a:alpha val="28000"/>
            </a:srgbClr>
          </a:solidFill>
          <a:ln/>
        </p:spPr>
      </p:sp>
      <p:sp>
        <p:nvSpPr>
          <p:cNvPr id="54" name="Shape 52"/>
          <p:cNvSpPr/>
          <p:nvPr/>
        </p:nvSpPr>
        <p:spPr>
          <a:xfrm>
            <a:off x="6636289" y="9580836"/>
            <a:ext cx="78828" cy="78828"/>
          </a:xfrm>
          <a:prstGeom prst="ellipse">
            <a:avLst/>
          </a:prstGeom>
          <a:solidFill>
            <a:srgbClr val="F3EEE3">
              <a:alpha val="28000"/>
            </a:srgbClr>
          </a:solidFill>
          <a:ln/>
        </p:spPr>
      </p:sp>
      <p:sp>
        <p:nvSpPr>
          <p:cNvPr id="55" name="Shape 53"/>
          <p:cNvSpPr/>
          <p:nvPr/>
        </p:nvSpPr>
        <p:spPr>
          <a:xfrm>
            <a:off x="6793944" y="9580836"/>
            <a:ext cx="78828" cy="78828"/>
          </a:xfrm>
          <a:prstGeom prst="ellipse">
            <a:avLst/>
          </a:prstGeom>
          <a:solidFill>
            <a:srgbClr val="F3EEE3">
              <a:alpha val="28000"/>
            </a:srgbClr>
          </a:solidFill>
          <a:ln/>
        </p:spPr>
      </p:sp>
      <p:sp>
        <p:nvSpPr>
          <p:cNvPr id="56" name="Shape 54"/>
          <p:cNvSpPr/>
          <p:nvPr/>
        </p:nvSpPr>
        <p:spPr>
          <a:xfrm>
            <a:off x="6951599" y="9580836"/>
            <a:ext cx="78828" cy="78828"/>
          </a:xfrm>
          <a:prstGeom prst="ellipse">
            <a:avLst/>
          </a:prstGeom>
          <a:solidFill>
            <a:srgbClr val="F3EEE3">
              <a:alpha val="28000"/>
            </a:srgbClr>
          </a:solidFill>
          <a:ln/>
        </p:spPr>
      </p:sp>
      <p:sp>
        <p:nvSpPr>
          <p:cNvPr id="57" name="Shape 55"/>
          <p:cNvSpPr/>
          <p:nvPr/>
        </p:nvSpPr>
        <p:spPr>
          <a:xfrm>
            <a:off x="7109254" y="9580836"/>
            <a:ext cx="78828" cy="78828"/>
          </a:xfrm>
          <a:prstGeom prst="ellipse">
            <a:avLst/>
          </a:prstGeom>
          <a:solidFill>
            <a:srgbClr val="F3EEE3">
              <a:alpha val="28000"/>
            </a:srgbClr>
          </a:solidFill>
          <a:ln/>
        </p:spPr>
      </p:sp>
      <p:sp>
        <p:nvSpPr>
          <p:cNvPr id="58" name="Shape 56"/>
          <p:cNvSpPr/>
          <p:nvPr/>
        </p:nvSpPr>
        <p:spPr>
          <a:xfrm>
            <a:off x="7266909" y="9580836"/>
            <a:ext cx="78828" cy="78828"/>
          </a:xfrm>
          <a:prstGeom prst="ellipse">
            <a:avLst/>
          </a:prstGeom>
          <a:solidFill>
            <a:srgbClr val="F3EEE3">
              <a:alpha val="28000"/>
            </a:srgbClr>
          </a:solidFill>
          <a:ln/>
        </p:spPr>
      </p:sp>
      <p:sp>
        <p:nvSpPr>
          <p:cNvPr id="59" name="Shape 57"/>
          <p:cNvSpPr/>
          <p:nvPr/>
        </p:nvSpPr>
        <p:spPr>
          <a:xfrm>
            <a:off x="7424564" y="9580836"/>
            <a:ext cx="78828" cy="78828"/>
          </a:xfrm>
          <a:prstGeom prst="ellipse">
            <a:avLst/>
          </a:prstGeom>
          <a:solidFill>
            <a:srgbClr val="F3EEE3">
              <a:alpha val="28000"/>
            </a:srgbClr>
          </a:solidFill>
          <a:ln/>
        </p:spPr>
      </p:sp>
      <p:sp>
        <p:nvSpPr>
          <p:cNvPr id="60" name="Shape 58"/>
          <p:cNvSpPr/>
          <p:nvPr/>
        </p:nvSpPr>
        <p:spPr>
          <a:xfrm>
            <a:off x="7582219" y="9580836"/>
            <a:ext cx="78828" cy="78828"/>
          </a:xfrm>
          <a:prstGeom prst="ellipse">
            <a:avLst/>
          </a:prstGeom>
          <a:solidFill>
            <a:srgbClr val="F3EEE3">
              <a:alpha val="28000"/>
            </a:srgbClr>
          </a:solidFill>
          <a:ln/>
        </p:spPr>
      </p:sp>
      <p:sp>
        <p:nvSpPr>
          <p:cNvPr id="61" name="Shape 59"/>
          <p:cNvSpPr/>
          <p:nvPr/>
        </p:nvSpPr>
        <p:spPr>
          <a:xfrm>
            <a:off x="7739874" y="9580836"/>
            <a:ext cx="78828" cy="78828"/>
          </a:xfrm>
          <a:prstGeom prst="ellipse">
            <a:avLst/>
          </a:prstGeom>
          <a:solidFill>
            <a:srgbClr val="F3EEE3">
              <a:alpha val="28000"/>
            </a:srgbClr>
          </a:solidFill>
          <a:ln/>
        </p:spPr>
      </p:sp>
      <p:sp>
        <p:nvSpPr>
          <p:cNvPr id="62" name="Shape 60"/>
          <p:cNvSpPr/>
          <p:nvPr/>
        </p:nvSpPr>
        <p:spPr>
          <a:xfrm>
            <a:off x="7897529" y="9580836"/>
            <a:ext cx="78828" cy="78828"/>
          </a:xfrm>
          <a:prstGeom prst="ellipse">
            <a:avLst/>
          </a:prstGeom>
          <a:solidFill>
            <a:srgbClr val="F3EEE3">
              <a:alpha val="28000"/>
            </a:srgbClr>
          </a:solidFill>
          <a:ln/>
        </p:spPr>
      </p:sp>
      <p:sp>
        <p:nvSpPr>
          <p:cNvPr id="63" name="Shape 61"/>
          <p:cNvSpPr/>
          <p:nvPr/>
        </p:nvSpPr>
        <p:spPr>
          <a:xfrm>
            <a:off x="8055184" y="9580836"/>
            <a:ext cx="78828" cy="78828"/>
          </a:xfrm>
          <a:prstGeom prst="ellipse">
            <a:avLst/>
          </a:prstGeom>
          <a:solidFill>
            <a:srgbClr val="F3EEE3">
              <a:alpha val="28000"/>
            </a:srgbClr>
          </a:solidFill>
          <a:ln/>
        </p:spPr>
      </p:sp>
      <p:sp>
        <p:nvSpPr>
          <p:cNvPr id="64" name="Shape 62"/>
          <p:cNvSpPr/>
          <p:nvPr/>
        </p:nvSpPr>
        <p:spPr>
          <a:xfrm>
            <a:off x="8212839" y="9580836"/>
            <a:ext cx="78828" cy="78828"/>
          </a:xfrm>
          <a:prstGeom prst="ellipse">
            <a:avLst/>
          </a:prstGeom>
          <a:solidFill>
            <a:srgbClr val="F3EEE3">
              <a:alpha val="28000"/>
            </a:srgbClr>
          </a:solidFill>
          <a:ln/>
        </p:spPr>
      </p:sp>
      <p:sp>
        <p:nvSpPr>
          <p:cNvPr id="65" name="Shape 63"/>
          <p:cNvSpPr/>
          <p:nvPr/>
        </p:nvSpPr>
        <p:spPr>
          <a:xfrm>
            <a:off x="8370494" y="9580836"/>
            <a:ext cx="78828" cy="78828"/>
          </a:xfrm>
          <a:prstGeom prst="ellipse">
            <a:avLst/>
          </a:prstGeom>
          <a:solidFill>
            <a:srgbClr val="F3EEE3">
              <a:alpha val="28000"/>
            </a:srgbClr>
          </a:solidFill>
          <a:ln/>
        </p:spPr>
      </p:sp>
      <p:sp>
        <p:nvSpPr>
          <p:cNvPr id="66" name="Shape 64"/>
          <p:cNvSpPr/>
          <p:nvPr/>
        </p:nvSpPr>
        <p:spPr>
          <a:xfrm>
            <a:off x="8528148" y="9580836"/>
            <a:ext cx="78828" cy="78828"/>
          </a:xfrm>
          <a:prstGeom prst="ellipse">
            <a:avLst/>
          </a:prstGeom>
          <a:solidFill>
            <a:srgbClr val="F3EEE3">
              <a:alpha val="28000"/>
            </a:srgbClr>
          </a:solidFill>
          <a:ln/>
        </p:spPr>
      </p:sp>
      <p:sp>
        <p:nvSpPr>
          <p:cNvPr id="67" name="Shape 65"/>
          <p:cNvSpPr/>
          <p:nvPr/>
        </p:nvSpPr>
        <p:spPr>
          <a:xfrm>
            <a:off x="8685803" y="9580836"/>
            <a:ext cx="78828" cy="78828"/>
          </a:xfrm>
          <a:prstGeom prst="ellipse">
            <a:avLst/>
          </a:prstGeom>
          <a:solidFill>
            <a:srgbClr val="F3EEE3">
              <a:alpha val="28000"/>
            </a:srgbClr>
          </a:solidFill>
          <a:ln/>
        </p:spPr>
      </p:sp>
      <p:sp>
        <p:nvSpPr>
          <p:cNvPr id="68" name="Shape 66"/>
          <p:cNvSpPr/>
          <p:nvPr/>
        </p:nvSpPr>
        <p:spPr>
          <a:xfrm>
            <a:off x="8843458" y="9580836"/>
            <a:ext cx="78828" cy="78828"/>
          </a:xfrm>
          <a:prstGeom prst="ellipse">
            <a:avLst/>
          </a:prstGeom>
          <a:solidFill>
            <a:srgbClr val="F3EEE3">
              <a:alpha val="28000"/>
            </a:srgbClr>
          </a:solidFill>
          <a:ln/>
        </p:spPr>
      </p:sp>
      <p:sp>
        <p:nvSpPr>
          <p:cNvPr id="69" name="Shape 67"/>
          <p:cNvSpPr/>
          <p:nvPr/>
        </p:nvSpPr>
        <p:spPr>
          <a:xfrm>
            <a:off x="9001113" y="9580836"/>
            <a:ext cx="78828" cy="78828"/>
          </a:xfrm>
          <a:prstGeom prst="ellipse">
            <a:avLst/>
          </a:prstGeom>
          <a:solidFill>
            <a:srgbClr val="F3EEE3">
              <a:alpha val="28000"/>
            </a:srgbClr>
          </a:solidFill>
          <a:ln/>
        </p:spPr>
      </p:sp>
      <p:sp>
        <p:nvSpPr>
          <p:cNvPr id="70" name="Shape 68"/>
          <p:cNvSpPr/>
          <p:nvPr/>
        </p:nvSpPr>
        <p:spPr>
          <a:xfrm>
            <a:off x="9158768" y="9580836"/>
            <a:ext cx="78828" cy="78828"/>
          </a:xfrm>
          <a:prstGeom prst="ellipse">
            <a:avLst/>
          </a:prstGeom>
          <a:solidFill>
            <a:srgbClr val="F3EEE3">
              <a:alpha val="28000"/>
            </a:srgbClr>
          </a:solidFill>
          <a:ln/>
        </p:spPr>
      </p:sp>
      <p:sp>
        <p:nvSpPr>
          <p:cNvPr id="71" name="Shape 69"/>
          <p:cNvSpPr/>
          <p:nvPr/>
        </p:nvSpPr>
        <p:spPr>
          <a:xfrm>
            <a:off x="9316423" y="9580836"/>
            <a:ext cx="78828" cy="78828"/>
          </a:xfrm>
          <a:prstGeom prst="ellipse">
            <a:avLst/>
          </a:prstGeom>
          <a:solidFill>
            <a:srgbClr val="F3EEE3">
              <a:alpha val="28000"/>
            </a:srgbClr>
          </a:solidFill>
          <a:ln/>
        </p:spPr>
      </p:sp>
      <p:sp>
        <p:nvSpPr>
          <p:cNvPr id="72" name="Shape 70"/>
          <p:cNvSpPr/>
          <p:nvPr/>
        </p:nvSpPr>
        <p:spPr>
          <a:xfrm>
            <a:off x="9474078" y="9580836"/>
            <a:ext cx="78828" cy="78828"/>
          </a:xfrm>
          <a:prstGeom prst="ellipse">
            <a:avLst/>
          </a:prstGeom>
          <a:solidFill>
            <a:srgbClr val="F3EEE3">
              <a:alpha val="28000"/>
            </a:srgbClr>
          </a:solidFill>
          <a:ln/>
        </p:spPr>
      </p:sp>
      <p:sp>
        <p:nvSpPr>
          <p:cNvPr id="73" name="Shape 71"/>
          <p:cNvSpPr/>
          <p:nvPr/>
        </p:nvSpPr>
        <p:spPr>
          <a:xfrm>
            <a:off x="9631733" y="9580836"/>
            <a:ext cx="78828" cy="78828"/>
          </a:xfrm>
          <a:prstGeom prst="ellipse">
            <a:avLst/>
          </a:prstGeom>
          <a:solidFill>
            <a:srgbClr val="F3EEE3">
              <a:alpha val="28000"/>
            </a:srgbClr>
          </a:solidFill>
          <a:ln/>
        </p:spPr>
      </p:sp>
      <p:sp>
        <p:nvSpPr>
          <p:cNvPr id="74" name="Shape 72"/>
          <p:cNvSpPr/>
          <p:nvPr/>
        </p:nvSpPr>
        <p:spPr>
          <a:xfrm>
            <a:off x="9789388" y="9580836"/>
            <a:ext cx="78828" cy="78828"/>
          </a:xfrm>
          <a:prstGeom prst="ellipse">
            <a:avLst/>
          </a:prstGeom>
          <a:solidFill>
            <a:srgbClr val="F3EEE3">
              <a:alpha val="28000"/>
            </a:srgbClr>
          </a:solidFill>
          <a:ln/>
        </p:spPr>
      </p:sp>
      <p:sp>
        <p:nvSpPr>
          <p:cNvPr id="75" name="Shape 73"/>
          <p:cNvSpPr/>
          <p:nvPr/>
        </p:nvSpPr>
        <p:spPr>
          <a:xfrm>
            <a:off x="9947043" y="9580836"/>
            <a:ext cx="78828" cy="78828"/>
          </a:xfrm>
          <a:prstGeom prst="ellipse">
            <a:avLst/>
          </a:prstGeom>
          <a:solidFill>
            <a:srgbClr val="F3EEE3">
              <a:alpha val="28000"/>
            </a:srgbClr>
          </a:solidFill>
          <a:ln/>
        </p:spPr>
      </p:sp>
      <p:sp>
        <p:nvSpPr>
          <p:cNvPr id="76" name="Text 7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33/58</a:t>
            </a:r>
            <a:endParaRPr lang="en-US" sz="1800" dirty="0"/>
          </a:p>
        </p:txBody>
      </p:sp>
      <p:sp>
        <p:nvSpPr>
          <p:cNvPr id="77" name="Shape 75"/>
          <p:cNvSpPr/>
          <p:nvPr/>
        </p:nvSpPr>
        <p:spPr>
          <a:xfrm>
            <a:off x="15983712" y="9076331"/>
            <a:ext cx="1645920" cy="552301"/>
          </a:xfrm>
          <a:prstGeom prst="roundRect">
            <a:avLst>
              <a:gd name="adj" fmla="val 28000"/>
            </a:avLst>
          </a:prstGeom>
          <a:solidFill>
            <a:srgbClr val="FFFFFF">
              <a:alpha val="82000"/>
            </a:srgbClr>
          </a:solidFill>
          <a:ln/>
        </p:spPr>
      </p:sp>
      <p:pic>
        <p:nvPicPr>
          <p:cNvPr id="78" name="Moda image moda-export-watermark-bccf09f8-72f5-4629-92cf-c8b213b2c0e1"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14161C"/>
                </a:solidFill>
                <a:latin typeface="Noto Sans JP ExtraBold" pitchFamily="34" charset="0"/>
                <a:ea typeface="Noto Sans JP ExtraBold" pitchFamily="34" charset="-122"/>
                <a:cs typeface="Noto Sans JP ExtraBold" pitchFamily="34" charset="-120"/>
              </a:rPr>
              <a:t>400°C付近の</a:t>
            </a:r>
            <a:r>
              <a:rPr lang="en-US" sz="5700" dirty="0" spc="0" kern="0">
                <a:solidFill>
                  <a:srgbClr val="14161C"/>
                </a:solidFill>
                <a:latin typeface="Noto Sans JP ExtraBold" pitchFamily="34" charset="0"/>
                <a:ea typeface="Noto Sans JP ExtraBold" pitchFamily="34" charset="-122"/>
                <a:cs typeface="Noto Sans JP ExtraBold" pitchFamily="34" charset="-120"/>
              </a:rPr>
              <a:t> 残存質量</a:t>
            </a:r>
            <a:endParaRPr lang="en-US" sz="5700" dirty="0"/>
          </a:p>
        </p:txBody>
      </p:sp>
      <p:sp>
        <p:nvSpPr>
          <p:cNvPr id="3" name="Shape 1"/>
          <p:cNvSpPr/>
          <p:nvPr/>
        </p:nvSpPr>
        <p:spPr>
          <a:xfrm>
            <a:off x="914400" y="2762250"/>
            <a:ext cx="16459200" cy="1333500"/>
          </a:xfrm>
          <a:prstGeom prst="roundRect">
            <a:avLst>
              <a:gd name="adj" fmla="val 14286"/>
            </a:avLst>
          </a:prstGeom>
          <a:solidFill>
            <a:srgbClr val="E8E0CF"/>
          </a:solidFill>
          <a:ln w="19050">
            <a:solidFill>
              <a:srgbClr val="DDD5C1"/>
            </a:solidFill>
            <a:prstDash val="solid"/>
          </a:ln>
        </p:spPr>
      </p:sp>
      <p:sp>
        <p:nvSpPr>
          <p:cNvPr id="4" name="Shape 2"/>
          <p:cNvSpPr/>
          <p:nvPr/>
        </p:nvSpPr>
        <p:spPr>
          <a:xfrm>
            <a:off x="914400" y="2762250"/>
            <a:ext cx="133350" cy="1333500"/>
          </a:xfrm>
          <a:prstGeom prst="roundRect">
            <a:avLst>
              <a:gd name="adj" fmla="val 50000"/>
            </a:avLst>
          </a:prstGeom>
          <a:solidFill>
            <a:srgbClr val="0F766E"/>
          </a:solidFill>
          <a:ln/>
        </p:spPr>
      </p:sp>
      <p:sp>
        <p:nvSpPr>
          <p:cNvPr id="5" name="Text 3"/>
          <p:cNvSpPr/>
          <p:nvPr/>
        </p:nvSpPr>
        <p:spPr>
          <a:xfrm>
            <a:off x="1295400" y="2762250"/>
            <a:ext cx="5905500" cy="1333500"/>
          </a:xfrm>
          <a:prstGeom prst="rect">
            <a:avLst/>
          </a:prstGeom>
          <a:noFill/>
          <a:ln/>
        </p:spPr>
        <p:txBody>
          <a:bodyPr wrap="square" lIns="0" tIns="37976" rIns="0" bIns="-37976" rtlCol="0" anchor="ctr"/>
          <a:lstStyle/>
          <a:p>
            <a:pPr algn="l" indent="0" marL="0">
              <a:lnSpc>
                <a:spcPts val="3450"/>
              </a:lnSpc>
              <a:buNone/>
            </a:pPr>
            <a:r>
              <a:rPr lang="en-US" sz="3000" dirty="0" spc="1" kern="0">
                <a:solidFill>
                  <a:srgbClr val="0F766E"/>
                </a:solidFill>
                <a:latin typeface="Noto Sans JP ExtraBold" pitchFamily="34" charset="0"/>
                <a:ea typeface="Noto Sans JP ExtraBold" pitchFamily="34" charset="-122"/>
                <a:cs typeface="Noto Sans JP ExtraBold" pitchFamily="34" charset="-120"/>
              </a:rPr>
              <a:t>S1の</a:t>
            </a:r>
            <a:r>
              <a:rPr lang="en-US" sz="3000" dirty="0" spc="-1" kern="0">
                <a:solidFill>
                  <a:srgbClr val="0F766E"/>
                </a:solidFill>
                <a:latin typeface="Noto Sans JP ExtraBold" pitchFamily="34" charset="0"/>
                <a:ea typeface="Noto Sans JP ExtraBold" pitchFamily="34" charset="-122"/>
                <a:cs typeface="Noto Sans JP ExtraBold" pitchFamily="34" charset="-120"/>
              </a:rPr>
              <a:t> グラフ</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0" kern="0">
                <a:solidFill>
                  <a:srgbClr val="14161C"/>
                </a:solidFill>
                <a:latin typeface="Noto Sans JP" pitchFamily="34" charset="0"/>
                <a:ea typeface="Noto Sans JP" pitchFamily="34" charset="-122"/>
                <a:cs typeface="Noto Sans JP" pitchFamily="34" charset="-120"/>
              </a:rPr>
              <a:t>合計約2.5%（尿素の 加熱、</a:t>
            </a:r>
            <a:r>
              <a:rPr lang="en-US" sz="2700" dirty="0" spc="2" kern="0">
                <a:solidFill>
                  <a:srgbClr val="14161C"/>
                </a:solidFill>
                <a:latin typeface="Noto Sans JP" pitchFamily="34" charset="0"/>
                <a:ea typeface="Noto Sans JP" pitchFamily="34" charset="-122"/>
                <a:cs typeface="Noto Sans JP" pitchFamily="34" charset="-120"/>
              </a:rPr>
              <a:t> 読み</a:t>
            </a:r>
            <a:r>
              <a:rPr lang="en-US" sz="2700" dirty="0" spc="0" kern="0">
                <a:solidFill>
                  <a:srgbClr val="14161C"/>
                </a:solidFill>
                <a:latin typeface="Noto Sans JP" pitchFamily="34" charset="0"/>
                <a:ea typeface="Noto Sans JP" pitchFamily="34" charset="-122"/>
                <a:cs typeface="Noto Sans JP" pitchFamily="34" charset="-120"/>
              </a:rPr>
              <a:t> 取り±2%）[S1]</a:t>
            </a:r>
            <a:endParaRPr lang="en-US" sz="2700" dirty="0"/>
          </a:p>
        </p:txBody>
      </p:sp>
      <p:sp>
        <p:nvSpPr>
          <p:cNvPr id="7" name="Shape 5"/>
          <p:cNvSpPr/>
          <p:nvPr/>
        </p:nvSpPr>
        <p:spPr>
          <a:xfrm>
            <a:off x="914400" y="4229100"/>
            <a:ext cx="16459200" cy="1333500"/>
          </a:xfrm>
          <a:prstGeom prst="roundRect">
            <a:avLst>
              <a:gd name="adj" fmla="val 14286"/>
            </a:avLst>
          </a:prstGeom>
          <a:solidFill>
            <a:srgbClr val="FBF8F2"/>
          </a:solidFill>
          <a:ln w="19050">
            <a:solidFill>
              <a:srgbClr val="DDD5C1"/>
            </a:solidFill>
            <a:prstDash val="solid"/>
          </a:ln>
        </p:spPr>
      </p:sp>
      <p:sp>
        <p:nvSpPr>
          <p:cNvPr id="8" name="Shape 6"/>
          <p:cNvSpPr/>
          <p:nvPr/>
        </p:nvSpPr>
        <p:spPr>
          <a:xfrm>
            <a:off x="914400" y="4229100"/>
            <a:ext cx="133350" cy="1333500"/>
          </a:xfrm>
          <a:prstGeom prst="roundRect">
            <a:avLst>
              <a:gd name="adj" fmla="val 50000"/>
            </a:avLst>
          </a:prstGeom>
          <a:solidFill>
            <a:srgbClr val="E8472B"/>
          </a:solidFill>
          <a:ln/>
        </p:spPr>
      </p:sp>
      <p:sp>
        <p:nvSpPr>
          <p:cNvPr id="9" name="Text 7"/>
          <p:cNvSpPr/>
          <p:nvPr/>
        </p:nvSpPr>
        <p:spPr>
          <a:xfrm>
            <a:off x="1295400" y="4229100"/>
            <a:ext cx="5905500" cy="1333500"/>
          </a:xfrm>
          <a:prstGeom prst="rect">
            <a:avLst/>
          </a:prstGeom>
          <a:noFill/>
          <a:ln/>
        </p:spPr>
        <p:txBody>
          <a:bodyPr wrap="square" lIns="0" tIns="37976" rIns="0" bIns="-37976" rtlCol="0" anchor="ctr"/>
          <a:lstStyle/>
          <a:p>
            <a:pPr algn="l" indent="0" marL="0">
              <a:lnSpc>
                <a:spcPts val="3450"/>
              </a:lnSpc>
              <a:buNone/>
            </a:pPr>
            <a:r>
              <a:rPr lang="en-US" sz="3000" dirty="0" spc="-14" kern="0">
                <a:solidFill>
                  <a:srgbClr val="E8472B"/>
                </a:solidFill>
                <a:latin typeface="Noto Sans JP ExtraBold" pitchFamily="34" charset="0"/>
                <a:ea typeface="Noto Sans JP ExtraBold" pitchFamily="34" charset="-122"/>
                <a:cs typeface="Noto Sans JP ExtraBold" pitchFamily="34" charset="-120"/>
              </a:rPr>
              <a:t>Mazari</a:t>
            </a:r>
            <a:r>
              <a:rPr lang="en-US" sz="3000" dirty="0" spc="-3" kern="0">
                <a:solidFill>
                  <a:srgbClr val="E8472B"/>
                </a:solidFill>
                <a:latin typeface="Noto Sans JP ExtraBold" pitchFamily="34" charset="0"/>
                <a:ea typeface="Noto Sans JP ExtraBold" pitchFamily="34" charset="-122"/>
                <a:cs typeface="Noto Sans JP ExtraBold" pitchFamily="34" charset="-120"/>
              </a:rPr>
              <a:t> 2025</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1" kern="0">
                <a:solidFill>
                  <a:srgbClr val="14161C"/>
                </a:solidFill>
                <a:latin typeface="Noto Sans JP" pitchFamily="34" charset="0"/>
                <a:ea typeface="Noto Sans JP" pitchFamily="34" charset="-122"/>
                <a:cs typeface="Noto Sans JP" pitchFamily="34" charset="-120"/>
              </a:rPr>
              <a:t>1.67%が</a:t>
            </a:r>
            <a:r>
              <a:rPr lang="en-US" sz="2700" dirty="0" spc="2" kern="0">
                <a:solidFill>
                  <a:srgbClr val="14161C"/>
                </a:solidFill>
                <a:latin typeface="Noto Sans JP" pitchFamily="34" charset="0"/>
                <a:ea typeface="Noto Sans JP" pitchFamily="34" charset="-122"/>
                <a:cs typeface="Noto Sans JP" pitchFamily="34" charset="-120"/>
              </a:rPr>
              <a:t> 残る</a:t>
            </a:r>
            <a:r>
              <a:rPr lang="en-US" sz="2700" dirty="0" spc="1" kern="0">
                <a:solidFill>
                  <a:srgbClr val="14161C"/>
                </a:solidFill>
                <a:latin typeface="Noto Sans JP" pitchFamily="34" charset="0"/>
                <a:ea typeface="Noto Sans JP" pitchFamily="34" charset="-122"/>
                <a:cs typeface="Noto Sans JP" pitchFamily="34" charset="-120"/>
              </a:rPr>
              <a:t> （溶液の</a:t>
            </a:r>
            <a:r>
              <a:rPr lang="en-US" sz="2700" dirty="0" spc="-5" kern="0">
                <a:solidFill>
                  <a:srgbClr val="14161C"/>
                </a:solidFill>
                <a:latin typeface="Noto Sans JP" pitchFamily="34" charset="0"/>
                <a:ea typeface="Noto Sans JP" pitchFamily="34" charset="-122"/>
                <a:cs typeface="Noto Sans JP" pitchFamily="34" charset="-120"/>
              </a:rPr>
              <a:t> TGA、98.33%減）[S11]</a:t>
            </a:r>
            <a:endParaRPr lang="en-US" sz="2700" dirty="0"/>
          </a:p>
        </p:txBody>
      </p:sp>
      <p:sp>
        <p:nvSpPr>
          <p:cNvPr id="11" name="Shape 9"/>
          <p:cNvSpPr/>
          <p:nvPr/>
        </p:nvSpPr>
        <p:spPr>
          <a:xfrm>
            <a:off x="914400" y="5695950"/>
            <a:ext cx="16459200" cy="1333500"/>
          </a:xfrm>
          <a:prstGeom prst="roundRect">
            <a:avLst>
              <a:gd name="adj" fmla="val 14286"/>
            </a:avLst>
          </a:prstGeom>
          <a:solidFill>
            <a:srgbClr val="E8E0CF"/>
          </a:solidFill>
          <a:ln w="19050">
            <a:solidFill>
              <a:srgbClr val="DDD5C1"/>
            </a:solidFill>
            <a:prstDash val="solid"/>
          </a:ln>
        </p:spPr>
      </p:sp>
      <p:sp>
        <p:nvSpPr>
          <p:cNvPr id="12" name="Shape 10"/>
          <p:cNvSpPr/>
          <p:nvPr/>
        </p:nvSpPr>
        <p:spPr>
          <a:xfrm>
            <a:off x="914400" y="5695950"/>
            <a:ext cx="133350" cy="1333500"/>
          </a:xfrm>
          <a:prstGeom prst="roundRect">
            <a:avLst>
              <a:gd name="adj" fmla="val 50000"/>
            </a:avLst>
          </a:prstGeom>
          <a:solidFill>
            <a:srgbClr val="1F3FD1"/>
          </a:solidFill>
          <a:ln/>
        </p:spPr>
      </p:sp>
      <p:sp>
        <p:nvSpPr>
          <p:cNvPr id="13" name="Text 11"/>
          <p:cNvSpPr/>
          <p:nvPr/>
        </p:nvSpPr>
        <p:spPr>
          <a:xfrm>
            <a:off x="1295400" y="5695950"/>
            <a:ext cx="5905500" cy="1333500"/>
          </a:xfrm>
          <a:prstGeom prst="rect">
            <a:avLst/>
          </a:prstGeom>
          <a:noFill/>
          <a:ln/>
        </p:spPr>
        <p:txBody>
          <a:bodyPr wrap="square" lIns="0" tIns="37976" rIns="0" bIns="-37976" rtlCol="0" anchor="ctr"/>
          <a:lstStyle/>
          <a:p>
            <a:pPr algn="l" indent="0" marL="0">
              <a:lnSpc>
                <a:spcPts val="3450"/>
              </a:lnSpc>
              <a:buNone/>
            </a:pPr>
            <a:r>
              <a:rPr lang="en-US" sz="3000" dirty="0" spc="0" kern="0">
                <a:solidFill>
                  <a:srgbClr val="1F3FD1"/>
                </a:solidFill>
                <a:latin typeface="Noto Sans JP ExtraBold" pitchFamily="34" charset="0"/>
                <a:ea typeface="Noto Sans JP ExtraBold" pitchFamily="34" charset="-122"/>
                <a:cs typeface="Noto Sans JP ExtraBold" pitchFamily="34" charset="-120"/>
              </a:rPr>
              <a:t>Dong（Zhu</a:t>
            </a:r>
            <a:r>
              <a:rPr lang="en-US" sz="3000" dirty="0" spc="-2" kern="0">
                <a:solidFill>
                  <a:srgbClr val="1F3FD1"/>
                </a:solidFill>
                <a:latin typeface="Noto Sans JP ExtraBold" pitchFamily="34" charset="0"/>
                <a:ea typeface="Noto Sans JP ExtraBold" pitchFamily="34" charset="-122"/>
                <a:cs typeface="Noto Sans JP ExtraBold" pitchFamily="34" charset="-120"/>
              </a:rPr>
              <a:t> 2023経由）</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kern="0">
                <a:solidFill>
                  <a:srgbClr val="14161C"/>
                </a:solidFill>
                <a:latin typeface="Noto Sans JP" pitchFamily="34" charset="0"/>
                <a:ea typeface="Noto Sans JP" pitchFamily="34" charset="-122"/>
                <a:cs typeface="Noto Sans JP" pitchFamily="34" charset="-120"/>
              </a:rPr>
              <a:t>9.2%（尿素の 熱分解）[S8]</a:t>
            </a:r>
            <a:endParaRPr lang="en-US" sz="2700" dirty="0"/>
          </a:p>
        </p:txBody>
      </p:sp>
      <p:sp>
        <p:nvSpPr>
          <p:cNvPr id="15" name="Shape 13"/>
          <p:cNvSpPr/>
          <p:nvPr/>
        </p:nvSpPr>
        <p:spPr>
          <a:xfrm>
            <a:off x="914400" y="7162800"/>
            <a:ext cx="16459200" cy="1333500"/>
          </a:xfrm>
          <a:prstGeom prst="roundRect">
            <a:avLst>
              <a:gd name="adj" fmla="val 14286"/>
            </a:avLst>
          </a:prstGeom>
          <a:solidFill>
            <a:srgbClr val="FBF8F2"/>
          </a:solidFill>
          <a:ln w="19050">
            <a:solidFill>
              <a:srgbClr val="DDD5C1"/>
            </a:solidFill>
            <a:prstDash val="solid"/>
          </a:ln>
        </p:spPr>
      </p:sp>
      <p:sp>
        <p:nvSpPr>
          <p:cNvPr id="16" name="Shape 14"/>
          <p:cNvSpPr/>
          <p:nvPr/>
        </p:nvSpPr>
        <p:spPr>
          <a:xfrm>
            <a:off x="914400" y="7162800"/>
            <a:ext cx="133350" cy="1333500"/>
          </a:xfrm>
          <a:prstGeom prst="roundRect">
            <a:avLst>
              <a:gd name="adj" fmla="val 50000"/>
            </a:avLst>
          </a:prstGeom>
          <a:solidFill>
            <a:srgbClr val="B45309"/>
          </a:solidFill>
          <a:ln/>
        </p:spPr>
      </p:sp>
      <p:sp>
        <p:nvSpPr>
          <p:cNvPr id="17" name="Text 15"/>
          <p:cNvSpPr/>
          <p:nvPr/>
        </p:nvSpPr>
        <p:spPr>
          <a:xfrm>
            <a:off x="1295400" y="7162800"/>
            <a:ext cx="5905500" cy="1333500"/>
          </a:xfrm>
          <a:prstGeom prst="rect">
            <a:avLst/>
          </a:prstGeom>
          <a:noFill/>
          <a:ln/>
        </p:spPr>
        <p:txBody>
          <a:bodyPr wrap="square" lIns="0" tIns="37976" rIns="0" bIns="-37976" rtlCol="0" anchor="ctr"/>
          <a:lstStyle/>
          <a:p>
            <a:pPr algn="l" indent="0" marL="0">
              <a:lnSpc>
                <a:spcPts val="3450"/>
              </a:lnSpc>
              <a:buNone/>
            </a:pPr>
            <a:r>
              <a:rPr lang="en-US" sz="3000" dirty="0" spc="-5" kern="0">
                <a:solidFill>
                  <a:srgbClr val="B45309"/>
                </a:solidFill>
                <a:latin typeface="Noto Sans JP ExtraBold" pitchFamily="34" charset="0"/>
                <a:ea typeface="Noto Sans JP ExtraBold" pitchFamily="34" charset="-122"/>
                <a:cs typeface="Noto Sans JP ExtraBold" pitchFamily="34" charset="-120"/>
              </a:rPr>
              <a:t>FVV</a:t>
            </a:r>
            <a:r>
              <a:rPr lang="en-US" sz="3000" dirty="0" spc="-3" kern="0">
                <a:solidFill>
                  <a:srgbClr val="B45309"/>
                </a:solidFill>
                <a:latin typeface="Noto Sans JP ExtraBold" pitchFamily="34" charset="0"/>
                <a:ea typeface="Noto Sans JP ExtraBold" pitchFamily="34" charset="-122"/>
                <a:cs typeface="Noto Sans JP ExtraBold" pitchFamily="34" charset="-120"/>
              </a:rPr>
              <a:t> 2019</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0" kern="0">
                <a:solidFill>
                  <a:srgbClr val="14161C"/>
                </a:solidFill>
                <a:latin typeface="Noto Sans JP" pitchFamily="34" charset="0"/>
                <a:ea typeface="Noto Sans JP" pitchFamily="34" charset="-122"/>
                <a:cs typeface="Noto Sans JP" pitchFamily="34" charset="-120"/>
              </a:rPr>
              <a:t>試験で</a:t>
            </a:r>
            <a:r>
              <a:rPr lang="en-US" sz="2700" dirty="0" spc="1" kern="0">
                <a:solidFill>
                  <a:srgbClr val="14161C"/>
                </a:solidFill>
                <a:latin typeface="Noto Sans JP" pitchFamily="34" charset="0"/>
                <a:ea typeface="Noto Sans JP" pitchFamily="34" charset="-122"/>
                <a:cs typeface="Noto Sans JP" pitchFamily="34" charset="-120"/>
              </a:rPr>
              <a:t> 採取した 堆積物に</a:t>
            </a:r>
            <a:r>
              <a:rPr lang="en-US" sz="2700" dirty="0" spc="0" kern="0">
                <a:solidFill>
                  <a:srgbClr val="14161C"/>
                </a:solidFill>
                <a:latin typeface="Noto Sans JP" pitchFamily="34" charset="0"/>
                <a:ea typeface="Noto Sans JP" pitchFamily="34" charset="-122"/>
                <a:cs typeface="Noto Sans JP" pitchFamily="34" charset="-120"/>
              </a:rPr>
              <a:t> 最大10%の 耐熱成分[S4]</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r>
              <a:rPr lang="en-US" sz="1800" dirty="0" spc="-1" kern="0">
                <a:solidFill>
                  <a:srgbClr val="6B6A66"/>
                </a:solidFill>
                <a:latin typeface="Noto Sans JP" pitchFamily="34" charset="0"/>
                <a:ea typeface="Noto Sans JP" pitchFamily="34" charset="-122"/>
                <a:cs typeface="Noto Sans JP" pitchFamily="34" charset="-120"/>
              </a:rPr>
              <a:t> [S4]</a:t>
            </a:r>
            <a:r>
              <a:rPr lang="en-US" sz="1800" dirty="0" spc="-2" kern="0">
                <a:solidFill>
                  <a:srgbClr val="6B6A66"/>
                </a:solidFill>
                <a:latin typeface="Noto Sans JP" pitchFamily="34" charset="0"/>
                <a:ea typeface="Noto Sans JP" pitchFamily="34" charset="-122"/>
                <a:cs typeface="Noto Sans JP" pitchFamily="34" charset="-120"/>
              </a:rPr>
              <a:t> [S8]</a:t>
            </a:r>
            <a:r>
              <a:rPr lang="en-US" sz="1800" dirty="0" spc="-1" kern="0">
                <a:solidFill>
                  <a:srgbClr val="6B6A66"/>
                </a:solidFill>
                <a:latin typeface="Noto Sans JP" pitchFamily="34" charset="0"/>
                <a:ea typeface="Noto Sans JP" pitchFamily="34" charset="-122"/>
                <a:cs typeface="Noto Sans JP" pitchFamily="34" charset="-120"/>
              </a:rPr>
              <a:t> [S11]</a:t>
            </a:r>
            <a:endParaRPr lang="en-US" sz="1800" dirty="0"/>
          </a:p>
        </p:txBody>
      </p:sp>
      <p:sp>
        <p:nvSpPr>
          <p:cNvPr id="20" name="Shape 18"/>
          <p:cNvSpPr/>
          <p:nvPr/>
        </p:nvSpPr>
        <p:spPr>
          <a:xfrm>
            <a:off x="960711" y="9580836"/>
            <a:ext cx="78828" cy="78828"/>
          </a:xfrm>
          <a:prstGeom prst="ellipse">
            <a:avLst/>
          </a:prstGeom>
          <a:solidFill>
            <a:srgbClr val="14161C">
              <a:alpha val="28000"/>
            </a:srgbClr>
          </a:solidFill>
          <a:ln/>
        </p:spPr>
      </p:sp>
      <p:sp>
        <p:nvSpPr>
          <p:cNvPr id="21" name="Shape 19"/>
          <p:cNvSpPr/>
          <p:nvPr/>
        </p:nvSpPr>
        <p:spPr>
          <a:xfrm>
            <a:off x="1118366" y="9580836"/>
            <a:ext cx="78828" cy="78828"/>
          </a:xfrm>
          <a:prstGeom prst="ellipse">
            <a:avLst/>
          </a:prstGeom>
          <a:solidFill>
            <a:srgbClr val="14161C">
              <a:alpha val="28000"/>
            </a:srgbClr>
          </a:solidFill>
          <a:ln/>
        </p:spPr>
      </p:sp>
      <p:sp>
        <p:nvSpPr>
          <p:cNvPr id="22" name="Shape 20"/>
          <p:cNvSpPr/>
          <p:nvPr/>
        </p:nvSpPr>
        <p:spPr>
          <a:xfrm>
            <a:off x="1276021" y="9580836"/>
            <a:ext cx="78828" cy="78828"/>
          </a:xfrm>
          <a:prstGeom prst="ellipse">
            <a:avLst/>
          </a:prstGeom>
          <a:solidFill>
            <a:srgbClr val="14161C">
              <a:alpha val="28000"/>
            </a:srgbClr>
          </a:solidFill>
          <a:ln/>
        </p:spPr>
      </p:sp>
      <p:sp>
        <p:nvSpPr>
          <p:cNvPr id="23" name="Shape 21"/>
          <p:cNvSpPr/>
          <p:nvPr/>
        </p:nvSpPr>
        <p:spPr>
          <a:xfrm>
            <a:off x="1433676" y="9580836"/>
            <a:ext cx="78828" cy="78828"/>
          </a:xfrm>
          <a:prstGeom prst="ellipse">
            <a:avLst/>
          </a:prstGeom>
          <a:solidFill>
            <a:srgbClr val="14161C">
              <a:alpha val="28000"/>
            </a:srgbClr>
          </a:solidFill>
          <a:ln/>
        </p:spPr>
      </p:sp>
      <p:sp>
        <p:nvSpPr>
          <p:cNvPr id="24" name="Shape 22"/>
          <p:cNvSpPr/>
          <p:nvPr/>
        </p:nvSpPr>
        <p:spPr>
          <a:xfrm>
            <a:off x="1591331" y="9580836"/>
            <a:ext cx="78828" cy="78828"/>
          </a:xfrm>
          <a:prstGeom prst="ellipse">
            <a:avLst/>
          </a:prstGeom>
          <a:solidFill>
            <a:srgbClr val="14161C">
              <a:alpha val="28000"/>
            </a:srgbClr>
          </a:solidFill>
          <a:ln/>
        </p:spPr>
      </p:sp>
      <p:sp>
        <p:nvSpPr>
          <p:cNvPr id="25" name="Shape 23"/>
          <p:cNvSpPr/>
          <p:nvPr/>
        </p:nvSpPr>
        <p:spPr>
          <a:xfrm>
            <a:off x="1748986" y="9580836"/>
            <a:ext cx="78828" cy="78828"/>
          </a:xfrm>
          <a:prstGeom prst="ellipse">
            <a:avLst/>
          </a:prstGeom>
          <a:solidFill>
            <a:srgbClr val="14161C">
              <a:alpha val="28000"/>
            </a:srgbClr>
          </a:solidFill>
          <a:ln/>
        </p:spPr>
      </p:sp>
      <p:sp>
        <p:nvSpPr>
          <p:cNvPr id="26" name="Shape 24"/>
          <p:cNvSpPr/>
          <p:nvPr/>
        </p:nvSpPr>
        <p:spPr>
          <a:xfrm>
            <a:off x="1906641" y="9580836"/>
            <a:ext cx="78828" cy="78828"/>
          </a:xfrm>
          <a:prstGeom prst="ellipse">
            <a:avLst/>
          </a:prstGeom>
          <a:solidFill>
            <a:srgbClr val="14161C">
              <a:alpha val="28000"/>
            </a:srgbClr>
          </a:solidFill>
          <a:ln/>
        </p:spPr>
      </p:sp>
      <p:sp>
        <p:nvSpPr>
          <p:cNvPr id="27" name="Shape 25"/>
          <p:cNvSpPr/>
          <p:nvPr/>
        </p:nvSpPr>
        <p:spPr>
          <a:xfrm>
            <a:off x="2064296" y="9580836"/>
            <a:ext cx="78828" cy="78828"/>
          </a:xfrm>
          <a:prstGeom prst="ellipse">
            <a:avLst/>
          </a:prstGeom>
          <a:solidFill>
            <a:srgbClr val="14161C">
              <a:alpha val="28000"/>
            </a:srgbClr>
          </a:solidFill>
          <a:ln/>
        </p:spPr>
      </p:sp>
      <p:sp>
        <p:nvSpPr>
          <p:cNvPr id="28" name="Shape 26"/>
          <p:cNvSpPr/>
          <p:nvPr/>
        </p:nvSpPr>
        <p:spPr>
          <a:xfrm>
            <a:off x="2221951" y="9580836"/>
            <a:ext cx="78828" cy="78828"/>
          </a:xfrm>
          <a:prstGeom prst="ellipse">
            <a:avLst/>
          </a:prstGeom>
          <a:solidFill>
            <a:srgbClr val="14161C">
              <a:alpha val="28000"/>
            </a:srgbClr>
          </a:solidFill>
          <a:ln/>
        </p:spPr>
      </p:sp>
      <p:sp>
        <p:nvSpPr>
          <p:cNvPr id="29" name="Shape 27"/>
          <p:cNvSpPr/>
          <p:nvPr/>
        </p:nvSpPr>
        <p:spPr>
          <a:xfrm>
            <a:off x="2379606" y="9580836"/>
            <a:ext cx="78828" cy="78828"/>
          </a:xfrm>
          <a:prstGeom prst="ellipse">
            <a:avLst/>
          </a:prstGeom>
          <a:solidFill>
            <a:srgbClr val="14161C">
              <a:alpha val="28000"/>
            </a:srgbClr>
          </a:solidFill>
          <a:ln/>
        </p:spPr>
      </p:sp>
      <p:sp>
        <p:nvSpPr>
          <p:cNvPr id="30" name="Shape 28"/>
          <p:cNvSpPr/>
          <p:nvPr/>
        </p:nvSpPr>
        <p:spPr>
          <a:xfrm>
            <a:off x="2537261" y="9580836"/>
            <a:ext cx="78828" cy="78828"/>
          </a:xfrm>
          <a:prstGeom prst="ellipse">
            <a:avLst/>
          </a:prstGeom>
          <a:solidFill>
            <a:srgbClr val="14161C">
              <a:alpha val="28000"/>
            </a:srgbClr>
          </a:solidFill>
          <a:ln/>
        </p:spPr>
      </p:sp>
      <p:sp>
        <p:nvSpPr>
          <p:cNvPr id="31" name="Shape 29"/>
          <p:cNvSpPr/>
          <p:nvPr/>
        </p:nvSpPr>
        <p:spPr>
          <a:xfrm>
            <a:off x="2694916" y="9580836"/>
            <a:ext cx="78828" cy="78828"/>
          </a:xfrm>
          <a:prstGeom prst="ellipse">
            <a:avLst/>
          </a:prstGeom>
          <a:solidFill>
            <a:srgbClr val="14161C">
              <a:alpha val="28000"/>
            </a:srgbClr>
          </a:solidFill>
          <a:ln/>
        </p:spPr>
      </p:sp>
      <p:sp>
        <p:nvSpPr>
          <p:cNvPr id="32" name="Shape 30"/>
          <p:cNvSpPr/>
          <p:nvPr/>
        </p:nvSpPr>
        <p:spPr>
          <a:xfrm>
            <a:off x="2852571" y="9580836"/>
            <a:ext cx="78828" cy="78828"/>
          </a:xfrm>
          <a:prstGeom prst="ellipse">
            <a:avLst/>
          </a:prstGeom>
          <a:solidFill>
            <a:srgbClr val="14161C">
              <a:alpha val="28000"/>
            </a:srgbClr>
          </a:solidFill>
          <a:ln/>
        </p:spPr>
      </p:sp>
      <p:sp>
        <p:nvSpPr>
          <p:cNvPr id="33" name="Shape 31"/>
          <p:cNvSpPr/>
          <p:nvPr/>
        </p:nvSpPr>
        <p:spPr>
          <a:xfrm>
            <a:off x="3010225" y="9580836"/>
            <a:ext cx="78828" cy="78828"/>
          </a:xfrm>
          <a:prstGeom prst="ellipse">
            <a:avLst/>
          </a:prstGeom>
          <a:solidFill>
            <a:srgbClr val="14161C">
              <a:alpha val="28000"/>
            </a:srgbClr>
          </a:solidFill>
          <a:ln/>
        </p:spPr>
      </p:sp>
      <p:sp>
        <p:nvSpPr>
          <p:cNvPr id="34" name="Shape 32"/>
          <p:cNvSpPr/>
          <p:nvPr/>
        </p:nvSpPr>
        <p:spPr>
          <a:xfrm>
            <a:off x="3167880" y="9580836"/>
            <a:ext cx="78828" cy="78828"/>
          </a:xfrm>
          <a:prstGeom prst="ellipse">
            <a:avLst/>
          </a:prstGeom>
          <a:solidFill>
            <a:srgbClr val="14161C">
              <a:alpha val="28000"/>
            </a:srgbClr>
          </a:solidFill>
          <a:ln/>
        </p:spPr>
      </p:sp>
      <p:sp>
        <p:nvSpPr>
          <p:cNvPr id="35" name="Shape 33"/>
          <p:cNvSpPr/>
          <p:nvPr/>
        </p:nvSpPr>
        <p:spPr>
          <a:xfrm>
            <a:off x="3325535" y="9580836"/>
            <a:ext cx="78828" cy="78828"/>
          </a:xfrm>
          <a:prstGeom prst="ellipse">
            <a:avLst/>
          </a:prstGeom>
          <a:solidFill>
            <a:srgbClr val="14161C">
              <a:alpha val="28000"/>
            </a:srgbClr>
          </a:solidFill>
          <a:ln/>
        </p:spPr>
      </p:sp>
      <p:sp>
        <p:nvSpPr>
          <p:cNvPr id="36" name="Shape 34"/>
          <p:cNvSpPr/>
          <p:nvPr/>
        </p:nvSpPr>
        <p:spPr>
          <a:xfrm>
            <a:off x="3483190" y="9580836"/>
            <a:ext cx="78828" cy="78828"/>
          </a:xfrm>
          <a:prstGeom prst="ellipse">
            <a:avLst/>
          </a:prstGeom>
          <a:solidFill>
            <a:srgbClr val="14161C">
              <a:alpha val="28000"/>
            </a:srgbClr>
          </a:solidFill>
          <a:ln/>
        </p:spPr>
      </p:sp>
      <p:sp>
        <p:nvSpPr>
          <p:cNvPr id="37" name="Shape 35"/>
          <p:cNvSpPr/>
          <p:nvPr/>
        </p:nvSpPr>
        <p:spPr>
          <a:xfrm>
            <a:off x="3640845" y="9580836"/>
            <a:ext cx="78828" cy="78828"/>
          </a:xfrm>
          <a:prstGeom prst="ellipse">
            <a:avLst/>
          </a:prstGeom>
          <a:solidFill>
            <a:srgbClr val="14161C">
              <a:alpha val="28000"/>
            </a:srgbClr>
          </a:solidFill>
          <a:ln/>
        </p:spPr>
      </p:sp>
      <p:sp>
        <p:nvSpPr>
          <p:cNvPr id="38" name="Shape 36"/>
          <p:cNvSpPr/>
          <p:nvPr/>
        </p:nvSpPr>
        <p:spPr>
          <a:xfrm>
            <a:off x="3798500" y="9580836"/>
            <a:ext cx="78828" cy="78828"/>
          </a:xfrm>
          <a:prstGeom prst="ellipse">
            <a:avLst/>
          </a:prstGeom>
          <a:solidFill>
            <a:srgbClr val="14161C">
              <a:alpha val="28000"/>
            </a:srgbClr>
          </a:solidFill>
          <a:ln/>
        </p:spPr>
      </p:sp>
      <p:sp>
        <p:nvSpPr>
          <p:cNvPr id="39" name="Shape 37"/>
          <p:cNvSpPr/>
          <p:nvPr/>
        </p:nvSpPr>
        <p:spPr>
          <a:xfrm>
            <a:off x="3956155" y="9580836"/>
            <a:ext cx="78828" cy="78828"/>
          </a:xfrm>
          <a:prstGeom prst="ellipse">
            <a:avLst/>
          </a:prstGeom>
          <a:solidFill>
            <a:srgbClr val="14161C">
              <a:alpha val="28000"/>
            </a:srgbClr>
          </a:solidFill>
          <a:ln/>
        </p:spPr>
      </p:sp>
      <p:sp>
        <p:nvSpPr>
          <p:cNvPr id="40" name="Shape 38"/>
          <p:cNvSpPr/>
          <p:nvPr/>
        </p:nvSpPr>
        <p:spPr>
          <a:xfrm>
            <a:off x="4113810" y="9580836"/>
            <a:ext cx="78828" cy="78828"/>
          </a:xfrm>
          <a:prstGeom prst="ellipse">
            <a:avLst/>
          </a:prstGeom>
          <a:solidFill>
            <a:srgbClr val="14161C">
              <a:alpha val="28000"/>
            </a:srgbClr>
          </a:solidFill>
          <a:ln/>
        </p:spPr>
      </p:sp>
      <p:sp>
        <p:nvSpPr>
          <p:cNvPr id="41" name="Shape 39"/>
          <p:cNvSpPr/>
          <p:nvPr/>
        </p:nvSpPr>
        <p:spPr>
          <a:xfrm>
            <a:off x="4271465" y="9580836"/>
            <a:ext cx="78828" cy="78828"/>
          </a:xfrm>
          <a:prstGeom prst="ellipse">
            <a:avLst/>
          </a:prstGeom>
          <a:solidFill>
            <a:srgbClr val="14161C">
              <a:alpha val="28000"/>
            </a:srgbClr>
          </a:solidFill>
          <a:ln/>
        </p:spPr>
      </p:sp>
      <p:sp>
        <p:nvSpPr>
          <p:cNvPr id="42" name="Shape 40"/>
          <p:cNvSpPr/>
          <p:nvPr/>
        </p:nvSpPr>
        <p:spPr>
          <a:xfrm>
            <a:off x="4429120" y="9580836"/>
            <a:ext cx="78828" cy="78828"/>
          </a:xfrm>
          <a:prstGeom prst="ellipse">
            <a:avLst/>
          </a:prstGeom>
          <a:solidFill>
            <a:srgbClr val="14161C">
              <a:alpha val="28000"/>
            </a:srgbClr>
          </a:solidFill>
          <a:ln/>
        </p:spPr>
      </p:sp>
      <p:sp>
        <p:nvSpPr>
          <p:cNvPr id="43" name="Shape 41"/>
          <p:cNvSpPr/>
          <p:nvPr/>
        </p:nvSpPr>
        <p:spPr>
          <a:xfrm>
            <a:off x="4586775" y="9580836"/>
            <a:ext cx="78828" cy="78828"/>
          </a:xfrm>
          <a:prstGeom prst="ellipse">
            <a:avLst/>
          </a:prstGeom>
          <a:solidFill>
            <a:srgbClr val="14161C">
              <a:alpha val="28000"/>
            </a:srgbClr>
          </a:solidFill>
          <a:ln/>
        </p:spPr>
      </p:sp>
      <p:sp>
        <p:nvSpPr>
          <p:cNvPr id="44" name="Shape 42"/>
          <p:cNvSpPr/>
          <p:nvPr/>
        </p:nvSpPr>
        <p:spPr>
          <a:xfrm>
            <a:off x="4744430" y="9580836"/>
            <a:ext cx="78828" cy="78828"/>
          </a:xfrm>
          <a:prstGeom prst="ellipse">
            <a:avLst/>
          </a:prstGeom>
          <a:solidFill>
            <a:srgbClr val="14161C">
              <a:alpha val="28000"/>
            </a:srgbClr>
          </a:solidFill>
          <a:ln/>
        </p:spPr>
      </p:sp>
      <p:sp>
        <p:nvSpPr>
          <p:cNvPr id="45" name="Shape 43"/>
          <p:cNvSpPr/>
          <p:nvPr/>
        </p:nvSpPr>
        <p:spPr>
          <a:xfrm>
            <a:off x="4902085" y="9580836"/>
            <a:ext cx="78828" cy="78828"/>
          </a:xfrm>
          <a:prstGeom prst="ellipse">
            <a:avLst/>
          </a:prstGeom>
          <a:solidFill>
            <a:srgbClr val="14161C">
              <a:alpha val="28000"/>
            </a:srgbClr>
          </a:solidFill>
          <a:ln/>
        </p:spPr>
      </p:sp>
      <p:sp>
        <p:nvSpPr>
          <p:cNvPr id="46" name="Shape 44"/>
          <p:cNvSpPr/>
          <p:nvPr/>
        </p:nvSpPr>
        <p:spPr>
          <a:xfrm>
            <a:off x="5059740" y="9580836"/>
            <a:ext cx="78828" cy="78828"/>
          </a:xfrm>
          <a:prstGeom prst="ellipse">
            <a:avLst/>
          </a:prstGeom>
          <a:solidFill>
            <a:srgbClr val="14161C">
              <a:alpha val="28000"/>
            </a:srgbClr>
          </a:solidFill>
          <a:ln/>
        </p:spPr>
      </p:sp>
      <p:sp>
        <p:nvSpPr>
          <p:cNvPr id="47" name="Shape 45"/>
          <p:cNvSpPr/>
          <p:nvPr/>
        </p:nvSpPr>
        <p:spPr>
          <a:xfrm>
            <a:off x="5217395" y="9580836"/>
            <a:ext cx="78828" cy="78828"/>
          </a:xfrm>
          <a:prstGeom prst="ellipse">
            <a:avLst/>
          </a:prstGeom>
          <a:solidFill>
            <a:srgbClr val="14161C">
              <a:alpha val="28000"/>
            </a:srgbClr>
          </a:solidFill>
          <a:ln/>
        </p:spPr>
      </p:sp>
      <p:sp>
        <p:nvSpPr>
          <p:cNvPr id="48" name="Shape 46"/>
          <p:cNvSpPr/>
          <p:nvPr/>
        </p:nvSpPr>
        <p:spPr>
          <a:xfrm>
            <a:off x="5375050" y="9580836"/>
            <a:ext cx="78828" cy="78828"/>
          </a:xfrm>
          <a:prstGeom prst="ellipse">
            <a:avLst/>
          </a:prstGeom>
          <a:solidFill>
            <a:srgbClr val="14161C">
              <a:alpha val="28000"/>
            </a:srgbClr>
          </a:solidFill>
          <a:ln/>
        </p:spPr>
      </p:sp>
      <p:sp>
        <p:nvSpPr>
          <p:cNvPr id="49" name="Shape 47"/>
          <p:cNvSpPr/>
          <p:nvPr/>
        </p:nvSpPr>
        <p:spPr>
          <a:xfrm>
            <a:off x="5532705" y="9580836"/>
            <a:ext cx="78828" cy="78828"/>
          </a:xfrm>
          <a:prstGeom prst="ellipse">
            <a:avLst/>
          </a:prstGeom>
          <a:solidFill>
            <a:srgbClr val="14161C">
              <a:alpha val="28000"/>
            </a:srgbClr>
          </a:solidFill>
          <a:ln/>
        </p:spPr>
      </p:sp>
      <p:sp>
        <p:nvSpPr>
          <p:cNvPr id="50" name="Shape 48"/>
          <p:cNvSpPr/>
          <p:nvPr/>
        </p:nvSpPr>
        <p:spPr>
          <a:xfrm>
            <a:off x="5690359" y="9580836"/>
            <a:ext cx="78828" cy="78828"/>
          </a:xfrm>
          <a:prstGeom prst="ellipse">
            <a:avLst/>
          </a:prstGeom>
          <a:solidFill>
            <a:srgbClr val="14161C">
              <a:alpha val="28000"/>
            </a:srgbClr>
          </a:solidFill>
          <a:ln/>
        </p:spPr>
      </p:sp>
      <p:sp>
        <p:nvSpPr>
          <p:cNvPr id="51" name="Shape 49"/>
          <p:cNvSpPr/>
          <p:nvPr/>
        </p:nvSpPr>
        <p:spPr>
          <a:xfrm>
            <a:off x="5848014" y="9580836"/>
            <a:ext cx="78828" cy="78828"/>
          </a:xfrm>
          <a:prstGeom prst="ellipse">
            <a:avLst/>
          </a:prstGeom>
          <a:solidFill>
            <a:srgbClr val="14161C">
              <a:alpha val="28000"/>
            </a:srgbClr>
          </a:solidFill>
          <a:ln/>
        </p:spPr>
      </p:sp>
      <p:sp>
        <p:nvSpPr>
          <p:cNvPr id="52" name="Shape 50"/>
          <p:cNvSpPr/>
          <p:nvPr/>
        </p:nvSpPr>
        <p:spPr>
          <a:xfrm>
            <a:off x="6005669" y="9580836"/>
            <a:ext cx="78828" cy="78828"/>
          </a:xfrm>
          <a:prstGeom prst="ellipse">
            <a:avLst/>
          </a:prstGeom>
          <a:solidFill>
            <a:srgbClr val="14161C">
              <a:alpha val="28000"/>
            </a:srgbClr>
          </a:solidFill>
          <a:ln/>
        </p:spPr>
      </p:sp>
      <p:sp>
        <p:nvSpPr>
          <p:cNvPr id="53" name="Shape 51"/>
          <p:cNvSpPr/>
          <p:nvPr/>
        </p:nvSpPr>
        <p:spPr>
          <a:xfrm>
            <a:off x="6150186" y="9567698"/>
            <a:ext cx="105103" cy="105103"/>
          </a:xfrm>
          <a:prstGeom prst="ellipse">
            <a:avLst/>
          </a:prstGeom>
          <a:solidFill>
            <a:srgbClr val="E8472B"/>
          </a:solidFill>
          <a:ln/>
        </p:spPr>
      </p:sp>
      <p:sp>
        <p:nvSpPr>
          <p:cNvPr id="54" name="Shape 52"/>
          <p:cNvSpPr/>
          <p:nvPr/>
        </p:nvSpPr>
        <p:spPr>
          <a:xfrm>
            <a:off x="6320979" y="9580836"/>
            <a:ext cx="78828" cy="78828"/>
          </a:xfrm>
          <a:prstGeom prst="ellipse">
            <a:avLst/>
          </a:prstGeom>
          <a:solidFill>
            <a:srgbClr val="14161C">
              <a:alpha val="28000"/>
            </a:srgbClr>
          </a:solidFill>
          <a:ln/>
        </p:spPr>
      </p:sp>
      <p:sp>
        <p:nvSpPr>
          <p:cNvPr id="55" name="Shape 53"/>
          <p:cNvSpPr/>
          <p:nvPr/>
        </p:nvSpPr>
        <p:spPr>
          <a:xfrm>
            <a:off x="6478634" y="9580836"/>
            <a:ext cx="78828" cy="78828"/>
          </a:xfrm>
          <a:prstGeom prst="ellipse">
            <a:avLst/>
          </a:prstGeom>
          <a:solidFill>
            <a:srgbClr val="14161C">
              <a:alpha val="28000"/>
            </a:srgbClr>
          </a:solidFill>
          <a:ln/>
        </p:spPr>
      </p:sp>
      <p:sp>
        <p:nvSpPr>
          <p:cNvPr id="56" name="Shape 54"/>
          <p:cNvSpPr/>
          <p:nvPr/>
        </p:nvSpPr>
        <p:spPr>
          <a:xfrm>
            <a:off x="6636289" y="9580836"/>
            <a:ext cx="78828" cy="78828"/>
          </a:xfrm>
          <a:prstGeom prst="ellipse">
            <a:avLst/>
          </a:prstGeom>
          <a:solidFill>
            <a:srgbClr val="14161C">
              <a:alpha val="28000"/>
            </a:srgbClr>
          </a:solidFill>
          <a:ln/>
        </p:spPr>
      </p:sp>
      <p:sp>
        <p:nvSpPr>
          <p:cNvPr id="57" name="Shape 55"/>
          <p:cNvSpPr/>
          <p:nvPr/>
        </p:nvSpPr>
        <p:spPr>
          <a:xfrm>
            <a:off x="6793944" y="9580836"/>
            <a:ext cx="78828" cy="78828"/>
          </a:xfrm>
          <a:prstGeom prst="ellipse">
            <a:avLst/>
          </a:prstGeom>
          <a:solidFill>
            <a:srgbClr val="14161C">
              <a:alpha val="28000"/>
            </a:srgbClr>
          </a:solidFill>
          <a:ln/>
        </p:spPr>
      </p:sp>
      <p:sp>
        <p:nvSpPr>
          <p:cNvPr id="58" name="Shape 56"/>
          <p:cNvSpPr/>
          <p:nvPr/>
        </p:nvSpPr>
        <p:spPr>
          <a:xfrm>
            <a:off x="6951599" y="9580836"/>
            <a:ext cx="78828" cy="78828"/>
          </a:xfrm>
          <a:prstGeom prst="ellipse">
            <a:avLst/>
          </a:prstGeom>
          <a:solidFill>
            <a:srgbClr val="14161C">
              <a:alpha val="28000"/>
            </a:srgbClr>
          </a:solidFill>
          <a:ln/>
        </p:spPr>
      </p:sp>
      <p:sp>
        <p:nvSpPr>
          <p:cNvPr id="59" name="Shape 57"/>
          <p:cNvSpPr/>
          <p:nvPr/>
        </p:nvSpPr>
        <p:spPr>
          <a:xfrm>
            <a:off x="7109254" y="9580836"/>
            <a:ext cx="78828" cy="78828"/>
          </a:xfrm>
          <a:prstGeom prst="ellipse">
            <a:avLst/>
          </a:prstGeom>
          <a:solidFill>
            <a:srgbClr val="14161C">
              <a:alpha val="28000"/>
            </a:srgbClr>
          </a:solidFill>
          <a:ln/>
        </p:spPr>
      </p:sp>
      <p:sp>
        <p:nvSpPr>
          <p:cNvPr id="60" name="Shape 58"/>
          <p:cNvSpPr/>
          <p:nvPr/>
        </p:nvSpPr>
        <p:spPr>
          <a:xfrm>
            <a:off x="7266909" y="9580836"/>
            <a:ext cx="78828" cy="78828"/>
          </a:xfrm>
          <a:prstGeom prst="ellipse">
            <a:avLst/>
          </a:prstGeom>
          <a:solidFill>
            <a:srgbClr val="14161C">
              <a:alpha val="28000"/>
            </a:srgbClr>
          </a:solidFill>
          <a:ln/>
        </p:spPr>
      </p:sp>
      <p:sp>
        <p:nvSpPr>
          <p:cNvPr id="61" name="Shape 59"/>
          <p:cNvSpPr/>
          <p:nvPr/>
        </p:nvSpPr>
        <p:spPr>
          <a:xfrm>
            <a:off x="7424564" y="9580836"/>
            <a:ext cx="78828" cy="78828"/>
          </a:xfrm>
          <a:prstGeom prst="ellipse">
            <a:avLst/>
          </a:prstGeom>
          <a:solidFill>
            <a:srgbClr val="14161C">
              <a:alpha val="28000"/>
            </a:srgbClr>
          </a:solidFill>
          <a:ln/>
        </p:spPr>
      </p:sp>
      <p:sp>
        <p:nvSpPr>
          <p:cNvPr id="62" name="Shape 60"/>
          <p:cNvSpPr/>
          <p:nvPr/>
        </p:nvSpPr>
        <p:spPr>
          <a:xfrm>
            <a:off x="7582219" y="9580836"/>
            <a:ext cx="78828" cy="78828"/>
          </a:xfrm>
          <a:prstGeom prst="ellipse">
            <a:avLst/>
          </a:prstGeom>
          <a:solidFill>
            <a:srgbClr val="14161C">
              <a:alpha val="28000"/>
            </a:srgbClr>
          </a:solidFill>
          <a:ln/>
        </p:spPr>
      </p:sp>
      <p:sp>
        <p:nvSpPr>
          <p:cNvPr id="63" name="Shape 61"/>
          <p:cNvSpPr/>
          <p:nvPr/>
        </p:nvSpPr>
        <p:spPr>
          <a:xfrm>
            <a:off x="7739874" y="9580836"/>
            <a:ext cx="78828" cy="78828"/>
          </a:xfrm>
          <a:prstGeom prst="ellipse">
            <a:avLst/>
          </a:prstGeom>
          <a:solidFill>
            <a:srgbClr val="14161C">
              <a:alpha val="28000"/>
            </a:srgbClr>
          </a:solidFill>
          <a:ln/>
        </p:spPr>
      </p:sp>
      <p:sp>
        <p:nvSpPr>
          <p:cNvPr id="64" name="Shape 62"/>
          <p:cNvSpPr/>
          <p:nvPr/>
        </p:nvSpPr>
        <p:spPr>
          <a:xfrm>
            <a:off x="7897529" y="9580836"/>
            <a:ext cx="78828" cy="78828"/>
          </a:xfrm>
          <a:prstGeom prst="ellipse">
            <a:avLst/>
          </a:prstGeom>
          <a:solidFill>
            <a:srgbClr val="14161C">
              <a:alpha val="28000"/>
            </a:srgbClr>
          </a:solidFill>
          <a:ln/>
        </p:spPr>
      </p:sp>
      <p:sp>
        <p:nvSpPr>
          <p:cNvPr id="65" name="Shape 63"/>
          <p:cNvSpPr/>
          <p:nvPr/>
        </p:nvSpPr>
        <p:spPr>
          <a:xfrm>
            <a:off x="8055184" y="9580836"/>
            <a:ext cx="78828" cy="78828"/>
          </a:xfrm>
          <a:prstGeom prst="ellipse">
            <a:avLst/>
          </a:prstGeom>
          <a:solidFill>
            <a:srgbClr val="14161C">
              <a:alpha val="28000"/>
            </a:srgbClr>
          </a:solidFill>
          <a:ln/>
        </p:spPr>
      </p:sp>
      <p:sp>
        <p:nvSpPr>
          <p:cNvPr id="66" name="Shape 64"/>
          <p:cNvSpPr/>
          <p:nvPr/>
        </p:nvSpPr>
        <p:spPr>
          <a:xfrm>
            <a:off x="8212839" y="9580836"/>
            <a:ext cx="78828" cy="78828"/>
          </a:xfrm>
          <a:prstGeom prst="ellipse">
            <a:avLst/>
          </a:prstGeom>
          <a:solidFill>
            <a:srgbClr val="14161C">
              <a:alpha val="28000"/>
            </a:srgbClr>
          </a:solidFill>
          <a:ln/>
        </p:spPr>
      </p:sp>
      <p:sp>
        <p:nvSpPr>
          <p:cNvPr id="67" name="Shape 65"/>
          <p:cNvSpPr/>
          <p:nvPr/>
        </p:nvSpPr>
        <p:spPr>
          <a:xfrm>
            <a:off x="8370494" y="9580836"/>
            <a:ext cx="78828" cy="78828"/>
          </a:xfrm>
          <a:prstGeom prst="ellipse">
            <a:avLst/>
          </a:prstGeom>
          <a:solidFill>
            <a:srgbClr val="14161C">
              <a:alpha val="28000"/>
            </a:srgbClr>
          </a:solidFill>
          <a:ln/>
        </p:spPr>
      </p:sp>
      <p:sp>
        <p:nvSpPr>
          <p:cNvPr id="68" name="Shape 66"/>
          <p:cNvSpPr/>
          <p:nvPr/>
        </p:nvSpPr>
        <p:spPr>
          <a:xfrm>
            <a:off x="8528148" y="9580836"/>
            <a:ext cx="78828" cy="78828"/>
          </a:xfrm>
          <a:prstGeom prst="ellipse">
            <a:avLst/>
          </a:prstGeom>
          <a:solidFill>
            <a:srgbClr val="14161C">
              <a:alpha val="28000"/>
            </a:srgbClr>
          </a:solidFill>
          <a:ln/>
        </p:spPr>
      </p:sp>
      <p:sp>
        <p:nvSpPr>
          <p:cNvPr id="69" name="Shape 67"/>
          <p:cNvSpPr/>
          <p:nvPr/>
        </p:nvSpPr>
        <p:spPr>
          <a:xfrm>
            <a:off x="8685803" y="9580836"/>
            <a:ext cx="78828" cy="78828"/>
          </a:xfrm>
          <a:prstGeom prst="ellipse">
            <a:avLst/>
          </a:prstGeom>
          <a:solidFill>
            <a:srgbClr val="14161C">
              <a:alpha val="28000"/>
            </a:srgbClr>
          </a:solidFill>
          <a:ln/>
        </p:spPr>
      </p:sp>
      <p:sp>
        <p:nvSpPr>
          <p:cNvPr id="70" name="Shape 68"/>
          <p:cNvSpPr/>
          <p:nvPr/>
        </p:nvSpPr>
        <p:spPr>
          <a:xfrm>
            <a:off x="8843458" y="9580836"/>
            <a:ext cx="78828" cy="78828"/>
          </a:xfrm>
          <a:prstGeom prst="ellipse">
            <a:avLst/>
          </a:prstGeom>
          <a:solidFill>
            <a:srgbClr val="14161C">
              <a:alpha val="28000"/>
            </a:srgbClr>
          </a:solidFill>
          <a:ln/>
        </p:spPr>
      </p:sp>
      <p:sp>
        <p:nvSpPr>
          <p:cNvPr id="71" name="Shape 69"/>
          <p:cNvSpPr/>
          <p:nvPr/>
        </p:nvSpPr>
        <p:spPr>
          <a:xfrm>
            <a:off x="9001113" y="9580836"/>
            <a:ext cx="78828" cy="78828"/>
          </a:xfrm>
          <a:prstGeom prst="ellipse">
            <a:avLst/>
          </a:prstGeom>
          <a:solidFill>
            <a:srgbClr val="14161C">
              <a:alpha val="28000"/>
            </a:srgbClr>
          </a:solidFill>
          <a:ln/>
        </p:spPr>
      </p:sp>
      <p:sp>
        <p:nvSpPr>
          <p:cNvPr id="72" name="Shape 70"/>
          <p:cNvSpPr/>
          <p:nvPr/>
        </p:nvSpPr>
        <p:spPr>
          <a:xfrm>
            <a:off x="9158768" y="9580836"/>
            <a:ext cx="78828" cy="78828"/>
          </a:xfrm>
          <a:prstGeom prst="ellipse">
            <a:avLst/>
          </a:prstGeom>
          <a:solidFill>
            <a:srgbClr val="14161C">
              <a:alpha val="28000"/>
            </a:srgbClr>
          </a:solidFill>
          <a:ln/>
        </p:spPr>
      </p:sp>
      <p:sp>
        <p:nvSpPr>
          <p:cNvPr id="73" name="Shape 71"/>
          <p:cNvSpPr/>
          <p:nvPr/>
        </p:nvSpPr>
        <p:spPr>
          <a:xfrm>
            <a:off x="9316423" y="9580836"/>
            <a:ext cx="78828" cy="78828"/>
          </a:xfrm>
          <a:prstGeom prst="ellipse">
            <a:avLst/>
          </a:prstGeom>
          <a:solidFill>
            <a:srgbClr val="14161C">
              <a:alpha val="28000"/>
            </a:srgbClr>
          </a:solidFill>
          <a:ln/>
        </p:spPr>
      </p:sp>
      <p:sp>
        <p:nvSpPr>
          <p:cNvPr id="74" name="Shape 72"/>
          <p:cNvSpPr/>
          <p:nvPr/>
        </p:nvSpPr>
        <p:spPr>
          <a:xfrm>
            <a:off x="9474078" y="9580836"/>
            <a:ext cx="78828" cy="78828"/>
          </a:xfrm>
          <a:prstGeom prst="ellipse">
            <a:avLst/>
          </a:prstGeom>
          <a:solidFill>
            <a:srgbClr val="14161C">
              <a:alpha val="28000"/>
            </a:srgbClr>
          </a:solidFill>
          <a:ln/>
        </p:spPr>
      </p:sp>
      <p:sp>
        <p:nvSpPr>
          <p:cNvPr id="75" name="Shape 73"/>
          <p:cNvSpPr/>
          <p:nvPr/>
        </p:nvSpPr>
        <p:spPr>
          <a:xfrm>
            <a:off x="9631733" y="9580836"/>
            <a:ext cx="78828" cy="78828"/>
          </a:xfrm>
          <a:prstGeom prst="ellipse">
            <a:avLst/>
          </a:prstGeom>
          <a:solidFill>
            <a:srgbClr val="14161C">
              <a:alpha val="28000"/>
            </a:srgbClr>
          </a:solidFill>
          <a:ln/>
        </p:spPr>
      </p:sp>
      <p:sp>
        <p:nvSpPr>
          <p:cNvPr id="76" name="Shape 74"/>
          <p:cNvSpPr/>
          <p:nvPr/>
        </p:nvSpPr>
        <p:spPr>
          <a:xfrm>
            <a:off x="9789388" y="9580836"/>
            <a:ext cx="78828" cy="78828"/>
          </a:xfrm>
          <a:prstGeom prst="ellipse">
            <a:avLst/>
          </a:prstGeom>
          <a:solidFill>
            <a:srgbClr val="14161C">
              <a:alpha val="28000"/>
            </a:srgbClr>
          </a:solidFill>
          <a:ln/>
        </p:spPr>
      </p:sp>
      <p:sp>
        <p:nvSpPr>
          <p:cNvPr id="77" name="Shape 75"/>
          <p:cNvSpPr/>
          <p:nvPr/>
        </p:nvSpPr>
        <p:spPr>
          <a:xfrm>
            <a:off x="9947043" y="9580836"/>
            <a:ext cx="78828" cy="78828"/>
          </a:xfrm>
          <a:prstGeom prst="ellipse">
            <a:avLst/>
          </a:prstGeom>
          <a:solidFill>
            <a:srgbClr val="14161C">
              <a:alpha val="28000"/>
            </a:srgbClr>
          </a:solidFill>
          <a:ln/>
        </p:spPr>
      </p:sp>
      <p:sp>
        <p:nvSpPr>
          <p:cNvPr id="78" name="Text 76"/>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34/58</a:t>
            </a:r>
            <a:endParaRPr lang="en-US" sz="1800" dirty="0"/>
          </a:p>
        </p:txBody>
      </p:sp>
      <p:sp>
        <p:nvSpPr>
          <p:cNvPr id="79" name="Shape 77"/>
          <p:cNvSpPr/>
          <p:nvPr/>
        </p:nvSpPr>
        <p:spPr>
          <a:xfrm>
            <a:off x="15983712" y="9076331"/>
            <a:ext cx="1645920" cy="552301"/>
          </a:xfrm>
          <a:prstGeom prst="roundRect">
            <a:avLst>
              <a:gd name="adj" fmla="val 28000"/>
            </a:avLst>
          </a:prstGeom>
          <a:solidFill>
            <a:srgbClr val="FFFFFF">
              <a:alpha val="82000"/>
            </a:srgbClr>
          </a:solidFill>
          <a:ln/>
        </p:spPr>
      </p:sp>
      <p:pic>
        <p:nvPicPr>
          <p:cNvPr id="80" name="Moda image moda-export-watermark-779341a1-f48e-47ec-8e3d-318f090f396f"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46" kern="0">
                <a:solidFill>
                  <a:srgbClr val="F3EEE3"/>
                </a:solidFill>
                <a:latin typeface="Noto Sans JP ExtraBold" pitchFamily="34" charset="0"/>
                <a:ea typeface="Noto Sans JP ExtraBold" pitchFamily="34" charset="-122"/>
                <a:cs typeface="Noto Sans JP ExtraBold" pitchFamily="34" charset="-120"/>
              </a:rPr>
              <a:t>アンメリド64%＋アンメリン30%</a:t>
            </a:r>
            <a:endParaRPr lang="en-US" sz="5700" dirty="0"/>
          </a:p>
        </p:txBody>
      </p:sp>
      <p:sp>
        <p:nvSpPr>
          <p:cNvPr id="3" name="Text 1"/>
          <p:cNvSpPr/>
          <p:nvPr/>
        </p:nvSpPr>
        <p:spPr>
          <a:xfrm>
            <a:off x="914400" y="2476500"/>
            <a:ext cx="16459200" cy="3429000"/>
          </a:xfrm>
          <a:prstGeom prst="rect">
            <a:avLst/>
          </a:prstGeom>
          <a:noFill/>
          <a:ln/>
        </p:spPr>
        <p:txBody>
          <a:bodyPr wrap="square" lIns="0" tIns="499131" rIns="0" bIns="-499131" rtlCol="0" anchor="ctr"/>
          <a:lstStyle/>
          <a:p>
            <a:pPr algn="l" indent="0" marL="0">
              <a:lnSpc>
                <a:spcPts val="22500"/>
              </a:lnSpc>
              <a:buNone/>
            </a:pPr>
            <a:r>
              <a:rPr lang="en-US" sz="22500" dirty="0" spc="3" kern="0">
                <a:solidFill>
                  <a:srgbClr val="3DD6A0"/>
                </a:solidFill>
                <a:latin typeface="Noto Sans JP ExtraBold" pitchFamily="34" charset="0"/>
                <a:ea typeface="Noto Sans JP ExtraBold" pitchFamily="34" charset="-122"/>
                <a:cs typeface="Noto Sans JP ExtraBold" pitchFamily="34" charset="-120"/>
              </a:rPr>
              <a:t>64% + 30%</a:t>
            </a:r>
            <a:endParaRPr lang="en-US" sz="22500" dirty="0"/>
          </a:p>
        </p:txBody>
      </p:sp>
      <p:sp>
        <p:nvSpPr>
          <p:cNvPr id="4" name="Text 2"/>
          <p:cNvSpPr/>
          <p:nvPr/>
        </p:nvSpPr>
        <p:spPr>
          <a:xfrm>
            <a:off x="914400" y="6096000"/>
            <a:ext cx="16459200" cy="1238250"/>
          </a:xfrm>
          <a:prstGeom prst="rect">
            <a:avLst/>
          </a:prstGeom>
          <a:noFill/>
          <a:ln/>
        </p:spPr>
        <p:txBody>
          <a:bodyPr wrap="square" lIns="0" tIns="41773" rIns="0" bIns="-41773" rtlCol="0" anchor="t"/>
          <a:lstStyle/>
          <a:p>
            <a:pPr algn="l" indent="0" marL="0">
              <a:lnSpc>
                <a:spcPts val="3795"/>
              </a:lnSpc>
              <a:buNone/>
            </a:pPr>
            <a:r>
              <a:rPr lang="en-US" sz="3300" dirty="0" spc="0" kern="0">
                <a:solidFill>
                  <a:srgbClr val="F3EEE3"/>
                </a:solidFill>
                <a:latin typeface="Noto Sans JP SemiBold" pitchFamily="34" charset="0"/>
                <a:ea typeface="Noto Sans JP SemiBold" pitchFamily="34" charset="-122"/>
                <a:cs typeface="Noto Sans JP SemiBold" pitchFamily="34" charset="-120"/>
              </a:rPr>
              <a:t>板がさらに</a:t>
            </a:r>
            <a:r>
              <a:rPr lang="en-US" sz="3300" dirty="0" spc="-12" kern="0">
                <a:solidFill>
                  <a:srgbClr val="F3EEE3"/>
                </a:solidFill>
                <a:latin typeface="Noto Sans JP SemiBold" pitchFamily="34" charset="0"/>
                <a:ea typeface="Noto Sans JP SemiBold" pitchFamily="34" charset="-122"/>
                <a:cs typeface="Noto Sans JP SemiBold" pitchFamily="34" charset="-120"/>
              </a:rPr>
              <a:t> 約140°C上がり、</a:t>
            </a:r>
            <a:r>
              <a:rPr lang="en-US" sz="3300" dirty="0" spc="-1" kern="0">
                <a:solidFill>
                  <a:srgbClr val="F3EEE3"/>
                </a:solidFill>
                <a:latin typeface="Noto Sans JP SemiBold" pitchFamily="34" charset="0"/>
                <a:ea typeface="Noto Sans JP SemiBold" pitchFamily="34" charset="-122"/>
                <a:cs typeface="Noto Sans JP SemiBold" pitchFamily="34" charset="-120"/>
              </a:rPr>
              <a:t> 排気ガスが 大きく 増えた 後に 残った 堆積物[S4]</a:t>
            </a:r>
            <a:endParaRPr lang="en-US" sz="3300" dirty="0"/>
          </a:p>
        </p:txBody>
      </p:sp>
      <p:sp>
        <p:nvSpPr>
          <p:cNvPr id="5" name="Text 3"/>
          <p:cNvSpPr/>
          <p:nvPr/>
        </p:nvSpPr>
        <p:spPr>
          <a:xfrm>
            <a:off x="914400" y="7429500"/>
            <a:ext cx="16459200" cy="1238250"/>
          </a:xfrm>
          <a:prstGeom prst="rect">
            <a:avLst/>
          </a:prstGeom>
          <a:noFill/>
          <a:ln/>
        </p:spPr>
        <p:txBody>
          <a:bodyPr wrap="square" lIns="0" tIns="41773" rIns="0" bIns="-41773" rtlCol="0" anchor="t"/>
          <a:lstStyle/>
          <a:p>
            <a:pPr algn="l" indent="0" marL="0">
              <a:lnSpc>
                <a:spcPts val="3795"/>
              </a:lnSpc>
              <a:buNone/>
            </a:pPr>
            <a:r>
              <a:rPr lang="en-US" sz="3300" dirty="0" spc="0" kern="0">
                <a:solidFill>
                  <a:srgbClr val="F3EEE3"/>
                </a:solidFill>
                <a:latin typeface="Noto Sans JP SemiBold" pitchFamily="34" charset="0"/>
                <a:ea typeface="Noto Sans JP SemiBold" pitchFamily="34" charset="-122"/>
                <a:cs typeface="Noto Sans JP SemiBold" pitchFamily="34" charset="-120"/>
              </a:rPr>
              <a:t>耐熱性の</a:t>
            </a:r>
            <a:r>
              <a:rPr lang="en-US" sz="3300" dirty="0" spc="-1" kern="0">
                <a:solidFill>
                  <a:srgbClr val="F3EEE3"/>
                </a:solidFill>
                <a:latin typeface="Noto Sans JP SemiBold" pitchFamily="34" charset="0"/>
                <a:ea typeface="Noto Sans JP SemiBold" pitchFamily="34" charset="-122"/>
                <a:cs typeface="Noto Sans JP SemiBold" pitchFamily="34" charset="-120"/>
              </a:rPr>
              <a:t> 堆積物： 熱で 再生できない 蓄積リスク[S4]</a:t>
            </a:r>
            <a:endParaRPr lang="en-US" sz="3300" dirty="0"/>
          </a:p>
        </p:txBody>
      </p:sp>
      <p:sp>
        <p:nvSpPr>
          <p:cNvPr id="6" name="Text 4"/>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[S4]</a:t>
            </a:r>
            <a:endParaRPr lang="en-US" sz="1800" dirty="0"/>
          </a:p>
        </p:txBody>
      </p:sp>
      <p:sp>
        <p:nvSpPr>
          <p:cNvPr id="7" name="Shape 5"/>
          <p:cNvSpPr/>
          <p:nvPr/>
        </p:nvSpPr>
        <p:spPr>
          <a:xfrm>
            <a:off x="960711" y="9580836"/>
            <a:ext cx="78828" cy="78828"/>
          </a:xfrm>
          <a:prstGeom prst="ellipse">
            <a:avLst/>
          </a:prstGeom>
          <a:solidFill>
            <a:srgbClr val="F3EEE3">
              <a:alpha val="28000"/>
            </a:srgbClr>
          </a:solidFill>
          <a:ln/>
        </p:spPr>
      </p:sp>
      <p:sp>
        <p:nvSpPr>
          <p:cNvPr id="8" name="Shape 6"/>
          <p:cNvSpPr/>
          <p:nvPr/>
        </p:nvSpPr>
        <p:spPr>
          <a:xfrm>
            <a:off x="1118366" y="9580836"/>
            <a:ext cx="78828" cy="78828"/>
          </a:xfrm>
          <a:prstGeom prst="ellipse">
            <a:avLst/>
          </a:prstGeom>
          <a:solidFill>
            <a:srgbClr val="F3EEE3">
              <a:alpha val="28000"/>
            </a:srgbClr>
          </a:solidFill>
          <a:ln/>
        </p:spPr>
      </p:sp>
      <p:sp>
        <p:nvSpPr>
          <p:cNvPr id="9" name="Shape 7"/>
          <p:cNvSpPr/>
          <p:nvPr/>
        </p:nvSpPr>
        <p:spPr>
          <a:xfrm>
            <a:off x="1276021" y="9580836"/>
            <a:ext cx="78828" cy="78828"/>
          </a:xfrm>
          <a:prstGeom prst="ellipse">
            <a:avLst/>
          </a:prstGeom>
          <a:solidFill>
            <a:srgbClr val="F3EEE3">
              <a:alpha val="28000"/>
            </a:srgbClr>
          </a:solidFill>
          <a:ln/>
        </p:spPr>
      </p:sp>
      <p:sp>
        <p:nvSpPr>
          <p:cNvPr id="10" name="Shape 8"/>
          <p:cNvSpPr/>
          <p:nvPr/>
        </p:nvSpPr>
        <p:spPr>
          <a:xfrm>
            <a:off x="1433676" y="9580836"/>
            <a:ext cx="78828" cy="78828"/>
          </a:xfrm>
          <a:prstGeom prst="ellipse">
            <a:avLst/>
          </a:prstGeom>
          <a:solidFill>
            <a:srgbClr val="F3EEE3">
              <a:alpha val="28000"/>
            </a:srgbClr>
          </a:solidFill>
          <a:ln/>
        </p:spPr>
      </p:sp>
      <p:sp>
        <p:nvSpPr>
          <p:cNvPr id="11" name="Shape 9"/>
          <p:cNvSpPr/>
          <p:nvPr/>
        </p:nvSpPr>
        <p:spPr>
          <a:xfrm>
            <a:off x="1591331" y="9580836"/>
            <a:ext cx="78828" cy="78828"/>
          </a:xfrm>
          <a:prstGeom prst="ellipse">
            <a:avLst/>
          </a:prstGeom>
          <a:solidFill>
            <a:srgbClr val="F3EEE3">
              <a:alpha val="28000"/>
            </a:srgbClr>
          </a:solidFill>
          <a:ln/>
        </p:spPr>
      </p:sp>
      <p:sp>
        <p:nvSpPr>
          <p:cNvPr id="12" name="Shape 10"/>
          <p:cNvSpPr/>
          <p:nvPr/>
        </p:nvSpPr>
        <p:spPr>
          <a:xfrm>
            <a:off x="1748986" y="9580836"/>
            <a:ext cx="78828" cy="78828"/>
          </a:xfrm>
          <a:prstGeom prst="ellipse">
            <a:avLst/>
          </a:prstGeom>
          <a:solidFill>
            <a:srgbClr val="F3EEE3">
              <a:alpha val="28000"/>
            </a:srgbClr>
          </a:solidFill>
          <a:ln/>
        </p:spPr>
      </p:sp>
      <p:sp>
        <p:nvSpPr>
          <p:cNvPr id="13" name="Shape 11"/>
          <p:cNvSpPr/>
          <p:nvPr/>
        </p:nvSpPr>
        <p:spPr>
          <a:xfrm>
            <a:off x="1906641" y="9580836"/>
            <a:ext cx="78828" cy="78828"/>
          </a:xfrm>
          <a:prstGeom prst="ellipse">
            <a:avLst/>
          </a:prstGeom>
          <a:solidFill>
            <a:srgbClr val="F3EEE3">
              <a:alpha val="28000"/>
            </a:srgbClr>
          </a:solidFill>
          <a:ln/>
        </p:spPr>
      </p:sp>
      <p:sp>
        <p:nvSpPr>
          <p:cNvPr id="14" name="Shape 12"/>
          <p:cNvSpPr/>
          <p:nvPr/>
        </p:nvSpPr>
        <p:spPr>
          <a:xfrm>
            <a:off x="2064296" y="9580836"/>
            <a:ext cx="78828" cy="78828"/>
          </a:xfrm>
          <a:prstGeom prst="ellipse">
            <a:avLst/>
          </a:prstGeom>
          <a:solidFill>
            <a:srgbClr val="F3EEE3">
              <a:alpha val="28000"/>
            </a:srgbClr>
          </a:solidFill>
          <a:ln/>
        </p:spPr>
      </p:sp>
      <p:sp>
        <p:nvSpPr>
          <p:cNvPr id="15" name="Shape 13"/>
          <p:cNvSpPr/>
          <p:nvPr/>
        </p:nvSpPr>
        <p:spPr>
          <a:xfrm>
            <a:off x="2221951" y="9580836"/>
            <a:ext cx="78828" cy="78828"/>
          </a:xfrm>
          <a:prstGeom prst="ellipse">
            <a:avLst/>
          </a:prstGeom>
          <a:solidFill>
            <a:srgbClr val="F3EEE3">
              <a:alpha val="28000"/>
            </a:srgbClr>
          </a:solidFill>
          <a:ln/>
        </p:spPr>
      </p:sp>
      <p:sp>
        <p:nvSpPr>
          <p:cNvPr id="16" name="Shape 14"/>
          <p:cNvSpPr/>
          <p:nvPr/>
        </p:nvSpPr>
        <p:spPr>
          <a:xfrm>
            <a:off x="2379606" y="9580836"/>
            <a:ext cx="78828" cy="78828"/>
          </a:xfrm>
          <a:prstGeom prst="ellipse">
            <a:avLst/>
          </a:prstGeom>
          <a:solidFill>
            <a:srgbClr val="F3EEE3">
              <a:alpha val="28000"/>
            </a:srgbClr>
          </a:solidFill>
          <a:ln/>
        </p:spPr>
      </p:sp>
      <p:sp>
        <p:nvSpPr>
          <p:cNvPr id="17" name="Shape 15"/>
          <p:cNvSpPr/>
          <p:nvPr/>
        </p:nvSpPr>
        <p:spPr>
          <a:xfrm>
            <a:off x="2537261" y="9580836"/>
            <a:ext cx="78828" cy="78828"/>
          </a:xfrm>
          <a:prstGeom prst="ellipse">
            <a:avLst/>
          </a:prstGeom>
          <a:solidFill>
            <a:srgbClr val="F3EEE3">
              <a:alpha val="28000"/>
            </a:srgbClr>
          </a:solidFill>
          <a:ln/>
        </p:spPr>
      </p:sp>
      <p:sp>
        <p:nvSpPr>
          <p:cNvPr id="18" name="Shape 16"/>
          <p:cNvSpPr/>
          <p:nvPr/>
        </p:nvSpPr>
        <p:spPr>
          <a:xfrm>
            <a:off x="2694916" y="9580836"/>
            <a:ext cx="78828" cy="78828"/>
          </a:xfrm>
          <a:prstGeom prst="ellipse">
            <a:avLst/>
          </a:prstGeom>
          <a:solidFill>
            <a:srgbClr val="F3EEE3">
              <a:alpha val="28000"/>
            </a:srgbClr>
          </a:solidFill>
          <a:ln/>
        </p:spPr>
      </p:sp>
      <p:sp>
        <p:nvSpPr>
          <p:cNvPr id="19" name="Shape 17"/>
          <p:cNvSpPr/>
          <p:nvPr/>
        </p:nvSpPr>
        <p:spPr>
          <a:xfrm>
            <a:off x="2852571" y="9580836"/>
            <a:ext cx="78828" cy="78828"/>
          </a:xfrm>
          <a:prstGeom prst="ellipse">
            <a:avLst/>
          </a:prstGeom>
          <a:solidFill>
            <a:srgbClr val="F3EEE3">
              <a:alpha val="28000"/>
            </a:srgbClr>
          </a:solidFill>
          <a:ln/>
        </p:spPr>
      </p:sp>
      <p:sp>
        <p:nvSpPr>
          <p:cNvPr id="20" name="Shape 18"/>
          <p:cNvSpPr/>
          <p:nvPr/>
        </p:nvSpPr>
        <p:spPr>
          <a:xfrm>
            <a:off x="3010225" y="9580836"/>
            <a:ext cx="78828" cy="78828"/>
          </a:xfrm>
          <a:prstGeom prst="ellipse">
            <a:avLst/>
          </a:prstGeom>
          <a:solidFill>
            <a:srgbClr val="F3EEE3">
              <a:alpha val="28000"/>
            </a:srgbClr>
          </a:solidFill>
          <a:ln/>
        </p:spPr>
      </p:sp>
      <p:sp>
        <p:nvSpPr>
          <p:cNvPr id="21" name="Shape 19"/>
          <p:cNvSpPr/>
          <p:nvPr/>
        </p:nvSpPr>
        <p:spPr>
          <a:xfrm>
            <a:off x="3167880" y="9580836"/>
            <a:ext cx="78828" cy="78828"/>
          </a:xfrm>
          <a:prstGeom prst="ellipse">
            <a:avLst/>
          </a:prstGeom>
          <a:solidFill>
            <a:srgbClr val="F3EEE3">
              <a:alpha val="28000"/>
            </a:srgbClr>
          </a:solidFill>
          <a:ln/>
        </p:spPr>
      </p:sp>
      <p:sp>
        <p:nvSpPr>
          <p:cNvPr id="22" name="Shape 20"/>
          <p:cNvSpPr/>
          <p:nvPr/>
        </p:nvSpPr>
        <p:spPr>
          <a:xfrm>
            <a:off x="3325535" y="9580836"/>
            <a:ext cx="78828" cy="78828"/>
          </a:xfrm>
          <a:prstGeom prst="ellipse">
            <a:avLst/>
          </a:prstGeom>
          <a:solidFill>
            <a:srgbClr val="F3EEE3">
              <a:alpha val="28000"/>
            </a:srgbClr>
          </a:solidFill>
          <a:ln/>
        </p:spPr>
      </p:sp>
      <p:sp>
        <p:nvSpPr>
          <p:cNvPr id="23" name="Shape 21"/>
          <p:cNvSpPr/>
          <p:nvPr/>
        </p:nvSpPr>
        <p:spPr>
          <a:xfrm>
            <a:off x="3483190" y="9580836"/>
            <a:ext cx="78828" cy="78828"/>
          </a:xfrm>
          <a:prstGeom prst="ellipse">
            <a:avLst/>
          </a:prstGeom>
          <a:solidFill>
            <a:srgbClr val="F3EEE3">
              <a:alpha val="28000"/>
            </a:srgbClr>
          </a:solidFill>
          <a:ln/>
        </p:spPr>
      </p:sp>
      <p:sp>
        <p:nvSpPr>
          <p:cNvPr id="24" name="Shape 22"/>
          <p:cNvSpPr/>
          <p:nvPr/>
        </p:nvSpPr>
        <p:spPr>
          <a:xfrm>
            <a:off x="3640845" y="9580836"/>
            <a:ext cx="78828" cy="78828"/>
          </a:xfrm>
          <a:prstGeom prst="ellipse">
            <a:avLst/>
          </a:prstGeom>
          <a:solidFill>
            <a:srgbClr val="F3EEE3">
              <a:alpha val="28000"/>
            </a:srgbClr>
          </a:solidFill>
          <a:ln/>
        </p:spPr>
      </p:sp>
      <p:sp>
        <p:nvSpPr>
          <p:cNvPr id="25" name="Shape 23"/>
          <p:cNvSpPr/>
          <p:nvPr/>
        </p:nvSpPr>
        <p:spPr>
          <a:xfrm>
            <a:off x="3798500" y="9580836"/>
            <a:ext cx="78828" cy="78828"/>
          </a:xfrm>
          <a:prstGeom prst="ellipse">
            <a:avLst/>
          </a:prstGeom>
          <a:solidFill>
            <a:srgbClr val="F3EEE3">
              <a:alpha val="28000"/>
            </a:srgbClr>
          </a:solidFill>
          <a:ln/>
        </p:spPr>
      </p:sp>
      <p:sp>
        <p:nvSpPr>
          <p:cNvPr id="26" name="Shape 24"/>
          <p:cNvSpPr/>
          <p:nvPr/>
        </p:nvSpPr>
        <p:spPr>
          <a:xfrm>
            <a:off x="3956155" y="9580836"/>
            <a:ext cx="78828" cy="78828"/>
          </a:xfrm>
          <a:prstGeom prst="ellipse">
            <a:avLst/>
          </a:prstGeom>
          <a:solidFill>
            <a:srgbClr val="F3EEE3">
              <a:alpha val="28000"/>
            </a:srgbClr>
          </a:solidFill>
          <a:ln/>
        </p:spPr>
      </p:sp>
      <p:sp>
        <p:nvSpPr>
          <p:cNvPr id="27" name="Shape 25"/>
          <p:cNvSpPr/>
          <p:nvPr/>
        </p:nvSpPr>
        <p:spPr>
          <a:xfrm>
            <a:off x="4113810" y="9580836"/>
            <a:ext cx="78828" cy="78828"/>
          </a:xfrm>
          <a:prstGeom prst="ellipse">
            <a:avLst/>
          </a:prstGeom>
          <a:solidFill>
            <a:srgbClr val="F3EEE3">
              <a:alpha val="28000"/>
            </a:srgbClr>
          </a:solidFill>
          <a:ln/>
        </p:spPr>
      </p:sp>
      <p:sp>
        <p:nvSpPr>
          <p:cNvPr id="28" name="Shape 26"/>
          <p:cNvSpPr/>
          <p:nvPr/>
        </p:nvSpPr>
        <p:spPr>
          <a:xfrm>
            <a:off x="4271465" y="9580836"/>
            <a:ext cx="78828" cy="78828"/>
          </a:xfrm>
          <a:prstGeom prst="ellipse">
            <a:avLst/>
          </a:prstGeom>
          <a:solidFill>
            <a:srgbClr val="F3EEE3">
              <a:alpha val="28000"/>
            </a:srgbClr>
          </a:solidFill>
          <a:ln/>
        </p:spPr>
      </p:sp>
      <p:sp>
        <p:nvSpPr>
          <p:cNvPr id="29" name="Shape 27"/>
          <p:cNvSpPr/>
          <p:nvPr/>
        </p:nvSpPr>
        <p:spPr>
          <a:xfrm>
            <a:off x="4429120" y="9580836"/>
            <a:ext cx="78828" cy="78828"/>
          </a:xfrm>
          <a:prstGeom prst="ellipse">
            <a:avLst/>
          </a:prstGeom>
          <a:solidFill>
            <a:srgbClr val="F3EEE3">
              <a:alpha val="28000"/>
            </a:srgbClr>
          </a:solidFill>
          <a:ln/>
        </p:spPr>
      </p:sp>
      <p:sp>
        <p:nvSpPr>
          <p:cNvPr id="30" name="Shape 28"/>
          <p:cNvSpPr/>
          <p:nvPr/>
        </p:nvSpPr>
        <p:spPr>
          <a:xfrm>
            <a:off x="4586775" y="9580836"/>
            <a:ext cx="78828" cy="78828"/>
          </a:xfrm>
          <a:prstGeom prst="ellipse">
            <a:avLst/>
          </a:prstGeom>
          <a:solidFill>
            <a:srgbClr val="F3EEE3">
              <a:alpha val="28000"/>
            </a:srgbClr>
          </a:solidFill>
          <a:ln/>
        </p:spPr>
      </p:sp>
      <p:sp>
        <p:nvSpPr>
          <p:cNvPr id="31" name="Shape 29"/>
          <p:cNvSpPr/>
          <p:nvPr/>
        </p:nvSpPr>
        <p:spPr>
          <a:xfrm>
            <a:off x="4744430" y="9580836"/>
            <a:ext cx="78828" cy="78828"/>
          </a:xfrm>
          <a:prstGeom prst="ellipse">
            <a:avLst/>
          </a:prstGeom>
          <a:solidFill>
            <a:srgbClr val="F3EEE3">
              <a:alpha val="28000"/>
            </a:srgbClr>
          </a:solidFill>
          <a:ln/>
        </p:spPr>
      </p:sp>
      <p:sp>
        <p:nvSpPr>
          <p:cNvPr id="32" name="Shape 30"/>
          <p:cNvSpPr/>
          <p:nvPr/>
        </p:nvSpPr>
        <p:spPr>
          <a:xfrm>
            <a:off x="4902085" y="9580836"/>
            <a:ext cx="78828" cy="78828"/>
          </a:xfrm>
          <a:prstGeom prst="ellipse">
            <a:avLst/>
          </a:prstGeom>
          <a:solidFill>
            <a:srgbClr val="F3EEE3">
              <a:alpha val="28000"/>
            </a:srgbClr>
          </a:solidFill>
          <a:ln/>
        </p:spPr>
      </p:sp>
      <p:sp>
        <p:nvSpPr>
          <p:cNvPr id="33" name="Shape 31"/>
          <p:cNvSpPr/>
          <p:nvPr/>
        </p:nvSpPr>
        <p:spPr>
          <a:xfrm>
            <a:off x="5059740" y="9580836"/>
            <a:ext cx="78828" cy="78828"/>
          </a:xfrm>
          <a:prstGeom prst="ellipse">
            <a:avLst/>
          </a:prstGeom>
          <a:solidFill>
            <a:srgbClr val="F3EEE3">
              <a:alpha val="28000"/>
            </a:srgbClr>
          </a:solidFill>
          <a:ln/>
        </p:spPr>
      </p:sp>
      <p:sp>
        <p:nvSpPr>
          <p:cNvPr id="34" name="Shape 32"/>
          <p:cNvSpPr/>
          <p:nvPr/>
        </p:nvSpPr>
        <p:spPr>
          <a:xfrm>
            <a:off x="5217395" y="9580836"/>
            <a:ext cx="78828" cy="78828"/>
          </a:xfrm>
          <a:prstGeom prst="ellipse">
            <a:avLst/>
          </a:prstGeom>
          <a:solidFill>
            <a:srgbClr val="F3EEE3">
              <a:alpha val="28000"/>
            </a:srgbClr>
          </a:solidFill>
          <a:ln/>
        </p:spPr>
      </p:sp>
      <p:sp>
        <p:nvSpPr>
          <p:cNvPr id="35" name="Shape 33"/>
          <p:cNvSpPr/>
          <p:nvPr/>
        </p:nvSpPr>
        <p:spPr>
          <a:xfrm>
            <a:off x="5375050" y="9580836"/>
            <a:ext cx="78828" cy="78828"/>
          </a:xfrm>
          <a:prstGeom prst="ellipse">
            <a:avLst/>
          </a:prstGeom>
          <a:solidFill>
            <a:srgbClr val="F3EEE3">
              <a:alpha val="28000"/>
            </a:srgbClr>
          </a:solidFill>
          <a:ln/>
        </p:spPr>
      </p:sp>
      <p:sp>
        <p:nvSpPr>
          <p:cNvPr id="36" name="Shape 34"/>
          <p:cNvSpPr/>
          <p:nvPr/>
        </p:nvSpPr>
        <p:spPr>
          <a:xfrm>
            <a:off x="5532705" y="9580836"/>
            <a:ext cx="78828" cy="78828"/>
          </a:xfrm>
          <a:prstGeom prst="ellipse">
            <a:avLst/>
          </a:prstGeom>
          <a:solidFill>
            <a:srgbClr val="F3EEE3">
              <a:alpha val="28000"/>
            </a:srgbClr>
          </a:solidFill>
          <a:ln/>
        </p:spPr>
      </p:sp>
      <p:sp>
        <p:nvSpPr>
          <p:cNvPr id="37" name="Shape 35"/>
          <p:cNvSpPr/>
          <p:nvPr/>
        </p:nvSpPr>
        <p:spPr>
          <a:xfrm>
            <a:off x="5690359" y="9580836"/>
            <a:ext cx="78828" cy="78828"/>
          </a:xfrm>
          <a:prstGeom prst="ellipse">
            <a:avLst/>
          </a:prstGeom>
          <a:solidFill>
            <a:srgbClr val="F3EEE3">
              <a:alpha val="28000"/>
            </a:srgbClr>
          </a:solidFill>
          <a:ln/>
        </p:spPr>
      </p:sp>
      <p:sp>
        <p:nvSpPr>
          <p:cNvPr id="38" name="Shape 36"/>
          <p:cNvSpPr/>
          <p:nvPr/>
        </p:nvSpPr>
        <p:spPr>
          <a:xfrm>
            <a:off x="5848014" y="9580836"/>
            <a:ext cx="78828" cy="78828"/>
          </a:xfrm>
          <a:prstGeom prst="ellipse">
            <a:avLst/>
          </a:prstGeom>
          <a:solidFill>
            <a:srgbClr val="F3EEE3">
              <a:alpha val="28000"/>
            </a:srgbClr>
          </a:solidFill>
          <a:ln/>
        </p:spPr>
      </p:sp>
      <p:sp>
        <p:nvSpPr>
          <p:cNvPr id="39" name="Shape 37"/>
          <p:cNvSpPr/>
          <p:nvPr/>
        </p:nvSpPr>
        <p:spPr>
          <a:xfrm>
            <a:off x="6005669" y="9580836"/>
            <a:ext cx="78828" cy="78828"/>
          </a:xfrm>
          <a:prstGeom prst="ellipse">
            <a:avLst/>
          </a:prstGeom>
          <a:solidFill>
            <a:srgbClr val="F3EEE3">
              <a:alpha val="28000"/>
            </a:srgbClr>
          </a:solidFill>
          <a:ln/>
        </p:spPr>
      </p:sp>
      <p:sp>
        <p:nvSpPr>
          <p:cNvPr id="40" name="Shape 38"/>
          <p:cNvSpPr/>
          <p:nvPr/>
        </p:nvSpPr>
        <p:spPr>
          <a:xfrm>
            <a:off x="6163324" y="9580836"/>
            <a:ext cx="78828" cy="78828"/>
          </a:xfrm>
          <a:prstGeom prst="ellipse">
            <a:avLst/>
          </a:prstGeom>
          <a:solidFill>
            <a:srgbClr val="F3EEE3">
              <a:alpha val="28000"/>
            </a:srgbClr>
          </a:solidFill>
          <a:ln/>
        </p:spPr>
      </p:sp>
      <p:sp>
        <p:nvSpPr>
          <p:cNvPr id="41" name="Shape 39"/>
          <p:cNvSpPr/>
          <p:nvPr/>
        </p:nvSpPr>
        <p:spPr>
          <a:xfrm>
            <a:off x="6307841" y="9567698"/>
            <a:ext cx="105103" cy="105103"/>
          </a:xfrm>
          <a:prstGeom prst="ellipse">
            <a:avLst/>
          </a:prstGeom>
          <a:solidFill>
            <a:srgbClr val="FF6A4D"/>
          </a:solidFill>
          <a:ln/>
        </p:spPr>
      </p:sp>
      <p:sp>
        <p:nvSpPr>
          <p:cNvPr id="42" name="Shape 40"/>
          <p:cNvSpPr/>
          <p:nvPr/>
        </p:nvSpPr>
        <p:spPr>
          <a:xfrm>
            <a:off x="6478634" y="9580836"/>
            <a:ext cx="78828" cy="78828"/>
          </a:xfrm>
          <a:prstGeom prst="ellipse">
            <a:avLst/>
          </a:prstGeom>
          <a:solidFill>
            <a:srgbClr val="F3EEE3">
              <a:alpha val="28000"/>
            </a:srgbClr>
          </a:solidFill>
          <a:ln/>
        </p:spPr>
      </p:sp>
      <p:sp>
        <p:nvSpPr>
          <p:cNvPr id="43" name="Shape 41"/>
          <p:cNvSpPr/>
          <p:nvPr/>
        </p:nvSpPr>
        <p:spPr>
          <a:xfrm>
            <a:off x="6636289" y="9580836"/>
            <a:ext cx="78828" cy="78828"/>
          </a:xfrm>
          <a:prstGeom prst="ellipse">
            <a:avLst/>
          </a:prstGeom>
          <a:solidFill>
            <a:srgbClr val="F3EEE3">
              <a:alpha val="28000"/>
            </a:srgbClr>
          </a:solidFill>
          <a:ln/>
        </p:spPr>
      </p:sp>
      <p:sp>
        <p:nvSpPr>
          <p:cNvPr id="44" name="Shape 42"/>
          <p:cNvSpPr/>
          <p:nvPr/>
        </p:nvSpPr>
        <p:spPr>
          <a:xfrm>
            <a:off x="6793944" y="9580836"/>
            <a:ext cx="78828" cy="78828"/>
          </a:xfrm>
          <a:prstGeom prst="ellipse">
            <a:avLst/>
          </a:prstGeom>
          <a:solidFill>
            <a:srgbClr val="F3EEE3">
              <a:alpha val="28000"/>
            </a:srgbClr>
          </a:solidFill>
          <a:ln/>
        </p:spPr>
      </p:sp>
      <p:sp>
        <p:nvSpPr>
          <p:cNvPr id="45" name="Shape 43"/>
          <p:cNvSpPr/>
          <p:nvPr/>
        </p:nvSpPr>
        <p:spPr>
          <a:xfrm>
            <a:off x="6951599" y="9580836"/>
            <a:ext cx="78828" cy="78828"/>
          </a:xfrm>
          <a:prstGeom prst="ellipse">
            <a:avLst/>
          </a:prstGeom>
          <a:solidFill>
            <a:srgbClr val="F3EEE3">
              <a:alpha val="28000"/>
            </a:srgbClr>
          </a:solidFill>
          <a:ln/>
        </p:spPr>
      </p:sp>
      <p:sp>
        <p:nvSpPr>
          <p:cNvPr id="46" name="Shape 44"/>
          <p:cNvSpPr/>
          <p:nvPr/>
        </p:nvSpPr>
        <p:spPr>
          <a:xfrm>
            <a:off x="7109254" y="9580836"/>
            <a:ext cx="78828" cy="78828"/>
          </a:xfrm>
          <a:prstGeom prst="ellipse">
            <a:avLst/>
          </a:prstGeom>
          <a:solidFill>
            <a:srgbClr val="F3EEE3">
              <a:alpha val="28000"/>
            </a:srgbClr>
          </a:solidFill>
          <a:ln/>
        </p:spPr>
      </p:sp>
      <p:sp>
        <p:nvSpPr>
          <p:cNvPr id="47" name="Shape 45"/>
          <p:cNvSpPr/>
          <p:nvPr/>
        </p:nvSpPr>
        <p:spPr>
          <a:xfrm>
            <a:off x="7266909" y="9580836"/>
            <a:ext cx="78828" cy="78828"/>
          </a:xfrm>
          <a:prstGeom prst="ellipse">
            <a:avLst/>
          </a:prstGeom>
          <a:solidFill>
            <a:srgbClr val="F3EEE3">
              <a:alpha val="28000"/>
            </a:srgbClr>
          </a:solidFill>
          <a:ln/>
        </p:spPr>
      </p:sp>
      <p:sp>
        <p:nvSpPr>
          <p:cNvPr id="48" name="Shape 46"/>
          <p:cNvSpPr/>
          <p:nvPr/>
        </p:nvSpPr>
        <p:spPr>
          <a:xfrm>
            <a:off x="7424564" y="9580836"/>
            <a:ext cx="78828" cy="78828"/>
          </a:xfrm>
          <a:prstGeom prst="ellipse">
            <a:avLst/>
          </a:prstGeom>
          <a:solidFill>
            <a:srgbClr val="F3EEE3">
              <a:alpha val="28000"/>
            </a:srgbClr>
          </a:solidFill>
          <a:ln/>
        </p:spPr>
      </p:sp>
      <p:sp>
        <p:nvSpPr>
          <p:cNvPr id="49" name="Shape 47"/>
          <p:cNvSpPr/>
          <p:nvPr/>
        </p:nvSpPr>
        <p:spPr>
          <a:xfrm>
            <a:off x="7582219" y="9580836"/>
            <a:ext cx="78828" cy="78828"/>
          </a:xfrm>
          <a:prstGeom prst="ellipse">
            <a:avLst/>
          </a:prstGeom>
          <a:solidFill>
            <a:srgbClr val="F3EEE3">
              <a:alpha val="28000"/>
            </a:srgbClr>
          </a:solidFill>
          <a:ln/>
        </p:spPr>
      </p:sp>
      <p:sp>
        <p:nvSpPr>
          <p:cNvPr id="50" name="Shape 48"/>
          <p:cNvSpPr/>
          <p:nvPr/>
        </p:nvSpPr>
        <p:spPr>
          <a:xfrm>
            <a:off x="7739874" y="9580836"/>
            <a:ext cx="78828" cy="78828"/>
          </a:xfrm>
          <a:prstGeom prst="ellipse">
            <a:avLst/>
          </a:prstGeom>
          <a:solidFill>
            <a:srgbClr val="F3EEE3">
              <a:alpha val="28000"/>
            </a:srgbClr>
          </a:solidFill>
          <a:ln/>
        </p:spPr>
      </p:sp>
      <p:sp>
        <p:nvSpPr>
          <p:cNvPr id="51" name="Shape 49"/>
          <p:cNvSpPr/>
          <p:nvPr/>
        </p:nvSpPr>
        <p:spPr>
          <a:xfrm>
            <a:off x="7897529" y="9580836"/>
            <a:ext cx="78828" cy="78828"/>
          </a:xfrm>
          <a:prstGeom prst="ellipse">
            <a:avLst/>
          </a:prstGeom>
          <a:solidFill>
            <a:srgbClr val="F3EEE3">
              <a:alpha val="28000"/>
            </a:srgbClr>
          </a:solidFill>
          <a:ln/>
        </p:spPr>
      </p:sp>
      <p:sp>
        <p:nvSpPr>
          <p:cNvPr id="52" name="Shape 50"/>
          <p:cNvSpPr/>
          <p:nvPr/>
        </p:nvSpPr>
        <p:spPr>
          <a:xfrm>
            <a:off x="8055184" y="9580836"/>
            <a:ext cx="78828" cy="78828"/>
          </a:xfrm>
          <a:prstGeom prst="ellipse">
            <a:avLst/>
          </a:prstGeom>
          <a:solidFill>
            <a:srgbClr val="F3EEE3">
              <a:alpha val="28000"/>
            </a:srgbClr>
          </a:solidFill>
          <a:ln/>
        </p:spPr>
      </p:sp>
      <p:sp>
        <p:nvSpPr>
          <p:cNvPr id="53" name="Shape 51"/>
          <p:cNvSpPr/>
          <p:nvPr/>
        </p:nvSpPr>
        <p:spPr>
          <a:xfrm>
            <a:off x="8212839" y="9580836"/>
            <a:ext cx="78828" cy="78828"/>
          </a:xfrm>
          <a:prstGeom prst="ellipse">
            <a:avLst/>
          </a:prstGeom>
          <a:solidFill>
            <a:srgbClr val="F3EEE3">
              <a:alpha val="28000"/>
            </a:srgbClr>
          </a:solidFill>
          <a:ln/>
        </p:spPr>
      </p:sp>
      <p:sp>
        <p:nvSpPr>
          <p:cNvPr id="54" name="Shape 52"/>
          <p:cNvSpPr/>
          <p:nvPr/>
        </p:nvSpPr>
        <p:spPr>
          <a:xfrm>
            <a:off x="8370494" y="9580836"/>
            <a:ext cx="78828" cy="78828"/>
          </a:xfrm>
          <a:prstGeom prst="ellipse">
            <a:avLst/>
          </a:prstGeom>
          <a:solidFill>
            <a:srgbClr val="F3EEE3">
              <a:alpha val="28000"/>
            </a:srgbClr>
          </a:solidFill>
          <a:ln/>
        </p:spPr>
      </p:sp>
      <p:sp>
        <p:nvSpPr>
          <p:cNvPr id="55" name="Shape 53"/>
          <p:cNvSpPr/>
          <p:nvPr/>
        </p:nvSpPr>
        <p:spPr>
          <a:xfrm>
            <a:off x="8528148" y="9580836"/>
            <a:ext cx="78828" cy="78828"/>
          </a:xfrm>
          <a:prstGeom prst="ellipse">
            <a:avLst/>
          </a:prstGeom>
          <a:solidFill>
            <a:srgbClr val="F3EEE3">
              <a:alpha val="28000"/>
            </a:srgbClr>
          </a:solidFill>
          <a:ln/>
        </p:spPr>
      </p:sp>
      <p:sp>
        <p:nvSpPr>
          <p:cNvPr id="56" name="Shape 54"/>
          <p:cNvSpPr/>
          <p:nvPr/>
        </p:nvSpPr>
        <p:spPr>
          <a:xfrm>
            <a:off x="8685803" y="9580836"/>
            <a:ext cx="78828" cy="78828"/>
          </a:xfrm>
          <a:prstGeom prst="ellipse">
            <a:avLst/>
          </a:prstGeom>
          <a:solidFill>
            <a:srgbClr val="F3EEE3">
              <a:alpha val="28000"/>
            </a:srgbClr>
          </a:solidFill>
          <a:ln/>
        </p:spPr>
      </p:sp>
      <p:sp>
        <p:nvSpPr>
          <p:cNvPr id="57" name="Shape 55"/>
          <p:cNvSpPr/>
          <p:nvPr/>
        </p:nvSpPr>
        <p:spPr>
          <a:xfrm>
            <a:off x="8843458" y="9580836"/>
            <a:ext cx="78828" cy="78828"/>
          </a:xfrm>
          <a:prstGeom prst="ellipse">
            <a:avLst/>
          </a:prstGeom>
          <a:solidFill>
            <a:srgbClr val="F3EEE3">
              <a:alpha val="28000"/>
            </a:srgbClr>
          </a:solidFill>
          <a:ln/>
        </p:spPr>
      </p:sp>
      <p:sp>
        <p:nvSpPr>
          <p:cNvPr id="58" name="Shape 56"/>
          <p:cNvSpPr/>
          <p:nvPr/>
        </p:nvSpPr>
        <p:spPr>
          <a:xfrm>
            <a:off x="9001113" y="9580836"/>
            <a:ext cx="78828" cy="78828"/>
          </a:xfrm>
          <a:prstGeom prst="ellipse">
            <a:avLst/>
          </a:prstGeom>
          <a:solidFill>
            <a:srgbClr val="F3EEE3">
              <a:alpha val="28000"/>
            </a:srgbClr>
          </a:solidFill>
          <a:ln/>
        </p:spPr>
      </p:sp>
      <p:sp>
        <p:nvSpPr>
          <p:cNvPr id="59" name="Shape 57"/>
          <p:cNvSpPr/>
          <p:nvPr/>
        </p:nvSpPr>
        <p:spPr>
          <a:xfrm>
            <a:off x="9158768" y="9580836"/>
            <a:ext cx="78828" cy="78828"/>
          </a:xfrm>
          <a:prstGeom prst="ellipse">
            <a:avLst/>
          </a:prstGeom>
          <a:solidFill>
            <a:srgbClr val="F3EEE3">
              <a:alpha val="28000"/>
            </a:srgbClr>
          </a:solidFill>
          <a:ln/>
        </p:spPr>
      </p:sp>
      <p:sp>
        <p:nvSpPr>
          <p:cNvPr id="60" name="Shape 58"/>
          <p:cNvSpPr/>
          <p:nvPr/>
        </p:nvSpPr>
        <p:spPr>
          <a:xfrm>
            <a:off x="9316423" y="9580836"/>
            <a:ext cx="78828" cy="78828"/>
          </a:xfrm>
          <a:prstGeom prst="ellipse">
            <a:avLst/>
          </a:prstGeom>
          <a:solidFill>
            <a:srgbClr val="F3EEE3">
              <a:alpha val="28000"/>
            </a:srgbClr>
          </a:solidFill>
          <a:ln/>
        </p:spPr>
      </p:sp>
      <p:sp>
        <p:nvSpPr>
          <p:cNvPr id="61" name="Shape 59"/>
          <p:cNvSpPr/>
          <p:nvPr/>
        </p:nvSpPr>
        <p:spPr>
          <a:xfrm>
            <a:off x="9474078" y="9580836"/>
            <a:ext cx="78828" cy="78828"/>
          </a:xfrm>
          <a:prstGeom prst="ellipse">
            <a:avLst/>
          </a:prstGeom>
          <a:solidFill>
            <a:srgbClr val="F3EEE3">
              <a:alpha val="28000"/>
            </a:srgbClr>
          </a:solidFill>
          <a:ln/>
        </p:spPr>
      </p:sp>
      <p:sp>
        <p:nvSpPr>
          <p:cNvPr id="62" name="Shape 60"/>
          <p:cNvSpPr/>
          <p:nvPr/>
        </p:nvSpPr>
        <p:spPr>
          <a:xfrm>
            <a:off x="9631733" y="9580836"/>
            <a:ext cx="78828" cy="78828"/>
          </a:xfrm>
          <a:prstGeom prst="ellipse">
            <a:avLst/>
          </a:prstGeom>
          <a:solidFill>
            <a:srgbClr val="F3EEE3">
              <a:alpha val="28000"/>
            </a:srgbClr>
          </a:solidFill>
          <a:ln/>
        </p:spPr>
      </p:sp>
      <p:sp>
        <p:nvSpPr>
          <p:cNvPr id="63" name="Shape 61"/>
          <p:cNvSpPr/>
          <p:nvPr/>
        </p:nvSpPr>
        <p:spPr>
          <a:xfrm>
            <a:off x="9789388" y="9580836"/>
            <a:ext cx="78828" cy="78828"/>
          </a:xfrm>
          <a:prstGeom prst="ellipse">
            <a:avLst/>
          </a:prstGeom>
          <a:solidFill>
            <a:srgbClr val="F3EEE3">
              <a:alpha val="28000"/>
            </a:srgbClr>
          </a:solidFill>
          <a:ln/>
        </p:spPr>
      </p:sp>
      <p:sp>
        <p:nvSpPr>
          <p:cNvPr id="64" name="Shape 62"/>
          <p:cNvSpPr/>
          <p:nvPr/>
        </p:nvSpPr>
        <p:spPr>
          <a:xfrm>
            <a:off x="9947043" y="9580836"/>
            <a:ext cx="78828" cy="78828"/>
          </a:xfrm>
          <a:prstGeom prst="ellipse">
            <a:avLst/>
          </a:prstGeom>
          <a:solidFill>
            <a:srgbClr val="F3EEE3">
              <a:alpha val="28000"/>
            </a:srgbClr>
          </a:solidFill>
          <a:ln/>
        </p:spPr>
      </p:sp>
      <p:sp>
        <p:nvSpPr>
          <p:cNvPr id="65" name="Text 6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35/58</a:t>
            </a:r>
            <a:endParaRPr lang="en-US" sz="1800" dirty="0"/>
          </a:p>
        </p:txBody>
      </p:sp>
      <p:sp>
        <p:nvSpPr>
          <p:cNvPr id="66" name="Shape 64"/>
          <p:cNvSpPr/>
          <p:nvPr/>
        </p:nvSpPr>
        <p:spPr>
          <a:xfrm>
            <a:off x="15983712" y="9076331"/>
            <a:ext cx="1645920" cy="552301"/>
          </a:xfrm>
          <a:prstGeom prst="roundRect">
            <a:avLst>
              <a:gd name="adj" fmla="val 28000"/>
            </a:avLst>
          </a:prstGeom>
          <a:solidFill>
            <a:srgbClr val="FFFFFF">
              <a:alpha val="82000"/>
            </a:srgbClr>
          </a:solidFill>
          <a:ln/>
        </p:spPr>
      </p:sp>
      <p:pic>
        <p:nvPicPr>
          <p:cNvPr id="67" name="Moda image moda-export-watermark-b82b1605-7ed1-419d-a07b-05d21a68dc20"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0" kern="0">
                <a:solidFill>
                  <a:srgbClr val="14161C"/>
                </a:solidFill>
                <a:latin typeface="Noto Sans JP ExtraBold" pitchFamily="34" charset="0"/>
                <a:ea typeface="Noto Sans JP ExtraBold" pitchFamily="34" charset="-122"/>
                <a:cs typeface="Noto Sans JP ExtraBold" pitchFamily="34" charset="-120"/>
              </a:rPr>
              <a:t>領域I：</a:t>
            </a:r>
            <a:r>
              <a:rPr lang="en-US" sz="5700" dirty="0" spc="1" kern="0">
                <a:solidFill>
                  <a:srgbClr val="14161C"/>
                </a:solidFill>
                <a:latin typeface="Noto Sans JP ExtraBold" pitchFamily="34" charset="0"/>
                <a:ea typeface="Noto Sans JP ExtraBold" pitchFamily="34" charset="-122"/>
                <a:cs typeface="Noto Sans JP ExtraBold" pitchFamily="34" charset="-120"/>
              </a:rPr>
              <a:t> 450°C超</a:t>
            </a:r>
            <a:endParaRPr lang="en-US" sz="5700" dirty="0"/>
          </a:p>
        </p:txBody>
      </p:sp>
      <p:sp>
        <p:nvSpPr>
          <p:cNvPr id="3" name="Shape 1"/>
          <p:cNvSpPr/>
          <p:nvPr/>
        </p:nvSpPr>
        <p:spPr>
          <a:xfrm>
            <a:off x="914400" y="2819400"/>
            <a:ext cx="95250" cy="5505450"/>
          </a:xfrm>
          <a:prstGeom prst="roundRect">
            <a:avLst>
              <a:gd name="adj" fmla="val 50000"/>
            </a:avLst>
          </a:prstGeom>
          <a:solidFill>
            <a:srgbClr val="0F766E"/>
          </a:solidFill>
          <a:ln/>
        </p:spPr>
      </p:sp>
      <p:sp>
        <p:nvSpPr>
          <p:cNvPr id="4" name="Text 2"/>
          <p:cNvSpPr/>
          <p:nvPr/>
        </p:nvSpPr>
        <p:spPr>
          <a:xfrm>
            <a:off x="1295400" y="2762250"/>
            <a:ext cx="10572750" cy="5619750"/>
          </a:xfrm>
          <a:prstGeom prst="rect">
            <a:avLst/>
          </a:prstGeom>
          <a:noFill/>
          <a:ln/>
        </p:spPr>
        <p:txBody>
          <a:bodyPr wrap="square" lIns="0" tIns="35636" rIns="0" bIns="-35636" rtlCol="0" anchor="t"/>
          <a:lstStyle/>
          <a:p>
            <a:pPr algn="l" indent="0" marL="0">
              <a:lnSpc>
                <a:spcPts val="3848"/>
              </a:lnSpc>
              <a:buNone/>
            </a:pPr>
            <a:r>
              <a:rPr lang="en-US" sz="2850" dirty="0" spc="-2" kern="0">
                <a:solidFill>
                  <a:srgbClr val="14161C"/>
                </a:solidFill>
                <a:latin typeface="Noto Sans JP" pitchFamily="34" charset="0"/>
                <a:ea typeface="Noto Sans JP" pitchFamily="34" charset="-122"/>
                <a:cs typeface="Noto Sans JP" pitchFamily="34" charset="-120"/>
              </a:rPr>
              <a:t>S1の</a:t>
            </a:r>
            <a:r>
              <a:rPr lang="en-US" sz="2850" dirty="0" spc="0" kern="0">
                <a:solidFill>
                  <a:srgbClr val="14161C"/>
                </a:solidFill>
                <a:latin typeface="Noto Sans JP" pitchFamily="34" charset="0"/>
                <a:ea typeface="Noto Sans JP" pitchFamily="34" charset="-122"/>
                <a:cs typeface="Noto Sans JP" pitchFamily="34" charset="-120"/>
              </a:rPr>
              <a:t> グラフは</a:t>
            </a:r>
            <a:r>
              <a:rPr lang="en-US" sz="2850" dirty="0" spc="-1" kern="0">
                <a:solidFill>
                  <a:srgbClr val="14161C"/>
                </a:solidFill>
                <a:latin typeface="Noto Sans JP" pitchFamily="34" charset="0"/>
                <a:ea typeface="Noto Sans JP" pitchFamily="34" charset="-122"/>
                <a:cs typeface="Noto Sans JP" pitchFamily="34" charset="-120"/>
              </a:rPr>
              <a:t> 450°Cで</a:t>
            </a:r>
            <a:r>
              <a:rPr lang="en-US" sz="2850" dirty="0" spc="0" kern="0">
                <a:solidFill>
                  <a:srgbClr val="14161C"/>
                </a:solidFill>
                <a:latin typeface="Noto Sans JP" pitchFamily="34" charset="0"/>
                <a:ea typeface="Noto Sans JP" pitchFamily="34" charset="-122"/>
                <a:cs typeface="Noto Sans JP" pitchFamily="34" charset="-120"/>
              </a:rPr>
              <a:t> 合計回収量約1%だが</a:t>
            </a:r>
            <a:pPr algn="l" indent="0" marL="0">
              <a:lnSpc>
                <a:spcPts val="3848"/>
              </a:lnSpc>
              <a:buNone/>
            </a:pPr>
            <a:r>
              <a:rPr lang="en-US" sz="2850" dirty="0" spc="-1" kern="0">
                <a:solidFill>
                  <a:srgbClr val="6B6A66"/>
                </a:solidFill>
                <a:latin typeface="Noto Sans JP" pitchFamily="34" charset="0"/>
                <a:ea typeface="Noto Sans JP" pitchFamily="34" charset="-122"/>
                <a:cs typeface="Noto Sans JP" pitchFamily="34" charset="-120"/>
              </a:rPr>
              <a:t>[S1]</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a:t>
            </a:r>
            <a:r>
              <a:rPr lang="en-US" sz="2850" dirty="0" spc="2" kern="0">
                <a:solidFill>
                  <a:srgbClr val="14161C"/>
                </a:solidFill>
                <a:latin typeface="Noto Sans JP" pitchFamily="34" charset="0"/>
                <a:ea typeface="Noto Sans JP" pitchFamily="34" charset="-122"/>
                <a:cs typeface="Noto Sans JP" pitchFamily="34" charset="-120"/>
              </a:rPr>
              <a:t> Schaberは</a:t>
            </a:r>
            <a:pPr algn="l" indent="0" marL="0">
              <a:lnSpc>
                <a:spcPts val="3848"/>
              </a:lnSpc>
              <a:buNone/>
            </a:pPr>
            <a:r>
              <a:rPr lang="en-US" sz="2850" b="1" dirty="0" spc="-40" kern="0">
                <a:solidFill>
                  <a:srgbClr val="E60000"/>
                </a:solidFill>
                <a:latin typeface="Noto Sans JP" pitchFamily="34" charset="0"/>
                <a:ea typeface="Noto Sans JP" pitchFamily="34" charset="-122"/>
                <a:cs typeface="Noto Sans JP" pitchFamily="34" charset="-120"/>
              </a:rPr>
              <a:t>アンメリド</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が</a:t>
            </a:r>
            <a:r>
              <a:rPr lang="en-US" sz="2850" dirty="0" spc="-1" kern="0">
                <a:solidFill>
                  <a:srgbClr val="14161C"/>
                </a:solidFill>
                <a:latin typeface="Noto Sans JP" pitchFamily="34" charset="0"/>
                <a:ea typeface="Noto Sans JP" pitchFamily="34" charset="-122"/>
                <a:cs typeface="Noto Sans JP" pitchFamily="34" charset="-120"/>
              </a:rPr>
              <a:t> 600°C、</a:t>
            </a:r>
            <a:r>
              <a:rPr lang="en-US" sz="2850" dirty="0" spc="-28" kern="0">
                <a:solidFill>
                  <a:srgbClr val="14161C"/>
                </a:solidFill>
                <a:latin typeface="Noto Sans JP" pitchFamily="34" charset="0"/>
                <a:ea typeface="Noto Sans JP" pitchFamily="34" charset="-122"/>
                <a:cs typeface="Noto Sans JP" pitchFamily="34" charset="-120"/>
              </a:rPr>
              <a:t> アンメリンが</a:t>
            </a:r>
            <a:r>
              <a:rPr lang="en-US" sz="2850" dirty="0" spc="-1" kern="0">
                <a:solidFill>
                  <a:srgbClr val="14161C"/>
                </a:solidFill>
                <a:latin typeface="Noto Sans JP" pitchFamily="34" charset="0"/>
                <a:ea typeface="Noto Sans JP" pitchFamily="34" charset="-122"/>
                <a:cs typeface="Noto Sans JP" pitchFamily="34" charset="-120"/>
              </a:rPr>
              <a:t> 700°Cでなくなると</a:t>
            </a:r>
            <a:r>
              <a:rPr lang="en-US" sz="2850" dirty="0" spc="2" kern="0">
                <a:solidFill>
                  <a:srgbClr val="14161C"/>
                </a:solidFill>
                <a:latin typeface="Noto Sans JP" pitchFamily="34" charset="0"/>
                <a:ea typeface="Noto Sans JP" pitchFamily="34" charset="-122"/>
                <a:cs typeface="Noto Sans JP" pitchFamily="34" charset="-120"/>
              </a:rPr>
              <a:t> 書き</a:t>
            </a:r>
            <a:pPr algn="l" indent="0" marL="0">
              <a:lnSpc>
                <a:spcPts val="3848"/>
              </a:lnSpc>
              <a:buNone/>
            </a:pPr>
            <a:r>
              <a:rPr lang="en-US" sz="2850" dirty="0" spc="-1" kern="0">
                <a:solidFill>
                  <a:srgbClr val="6B6A66"/>
                </a:solidFill>
                <a:latin typeface="Noto Sans JP" pitchFamily="34" charset="0"/>
                <a:ea typeface="Noto Sans JP" pitchFamily="34" charset="-122"/>
                <a:cs typeface="Noto Sans JP" pitchFamily="34" charset="-120"/>
              </a:rPr>
              <a:t>[S3]</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a:t>
            </a:r>
            <a:r>
              <a:rPr lang="en-US" sz="2850" dirty="0" spc="6" kern="0">
                <a:solidFill>
                  <a:srgbClr val="14161C"/>
                </a:solidFill>
                <a:latin typeface="Noto Sans JP" pitchFamily="34" charset="0"/>
                <a:ea typeface="Noto Sans JP" pitchFamily="34" charset="-122"/>
                <a:cs typeface="Noto Sans JP" pitchFamily="34" charset="-120"/>
              </a:rPr>
              <a:t> FVVは</a:t>
            </a:r>
            <a:r>
              <a:rPr lang="en-US" sz="2850" dirty="0" spc="0" kern="0">
                <a:solidFill>
                  <a:srgbClr val="14161C"/>
                </a:solidFill>
                <a:latin typeface="Noto Sans JP" pitchFamily="34" charset="0"/>
                <a:ea typeface="Noto Sans JP" pitchFamily="34" charset="-122"/>
                <a:cs typeface="Noto Sans JP" pitchFamily="34" charset="-120"/>
              </a:rPr>
              <a:t> 耐熱性の 残渣が</a:t>
            </a:r>
            <a:r>
              <a:rPr lang="en-US" sz="2850" dirty="0" spc="-1" kern="0">
                <a:solidFill>
                  <a:srgbClr val="14161C"/>
                </a:solidFill>
                <a:latin typeface="Noto Sans JP" pitchFamily="34" charset="0"/>
                <a:ea typeface="Noto Sans JP" pitchFamily="34" charset="-122"/>
                <a:cs typeface="Noto Sans JP" pitchFamily="34" charset="-120"/>
              </a:rPr>
              <a:t> 700°Cまで</a:t>
            </a:r>
            <a:r>
              <a:rPr lang="en-US" sz="2850" dirty="0" spc="-13" kern="0">
                <a:solidFill>
                  <a:srgbClr val="14161C"/>
                </a:solidFill>
                <a:latin typeface="Noto Sans JP" pitchFamily="34" charset="0"/>
                <a:ea typeface="Noto Sans JP" pitchFamily="34" charset="-122"/>
                <a:cs typeface="Noto Sans JP" pitchFamily="34" charset="-120"/>
              </a:rPr>
              <a:t> 残るとする</a:t>
            </a:r>
            <a:pPr algn="l" indent="0" marL="0">
              <a:lnSpc>
                <a:spcPts val="3848"/>
              </a:lnSpc>
              <a:buNone/>
            </a:pPr>
            <a:r>
              <a:rPr lang="en-US" sz="2850" dirty="0" spc="-1" kern="0">
                <a:solidFill>
                  <a:srgbClr val="6B6A66"/>
                </a:solidFill>
                <a:latin typeface="Noto Sans JP" pitchFamily="34" charset="0"/>
                <a:ea typeface="Noto Sans JP" pitchFamily="34" charset="-122"/>
                <a:cs typeface="Noto Sans JP" pitchFamily="34" charset="-120"/>
              </a:rPr>
              <a:t>[S4]</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a:t>
            </a:r>
            <a:r>
              <a:rPr lang="en-US" sz="2850" dirty="0" spc="-1" kern="0">
                <a:solidFill>
                  <a:srgbClr val="14161C"/>
                </a:solidFill>
                <a:latin typeface="Noto Sans JP" pitchFamily="34" charset="0"/>
                <a:ea typeface="Noto Sans JP" pitchFamily="34" charset="-122"/>
                <a:cs typeface="Noto Sans JP" pitchFamily="34" charset="-120"/>
              </a:rPr>
              <a:t> 副反応4</a:t>
            </a:r>
            <a:r>
              <a:rPr lang="en-US" sz="2850" dirty="0" spc="-2" kern="0">
                <a:solidFill>
                  <a:srgbClr val="14161C"/>
                </a:solidFill>
                <a:latin typeface="Noto Sans JP" pitchFamily="34" charset="0"/>
                <a:ea typeface="Noto Sans JP" pitchFamily="34" charset="-122"/>
                <a:cs typeface="Noto Sans JP" pitchFamily="34" charset="-120"/>
              </a:rPr>
              <a:t> NH3＋5</a:t>
            </a:r>
            <a:r>
              <a:rPr lang="en-US" sz="2850" dirty="0" spc="-1" kern="0">
                <a:solidFill>
                  <a:srgbClr val="14161C"/>
                </a:solidFill>
                <a:latin typeface="Noto Sans JP" pitchFamily="34" charset="0"/>
                <a:ea typeface="Noto Sans JP" pitchFamily="34" charset="-122"/>
                <a:cs typeface="Noto Sans JP" pitchFamily="34" charset="-120"/>
              </a:rPr>
              <a:t> O2</a:t>
            </a:r>
            <a:r>
              <a:rPr lang="en-US" sz="2850" dirty="0" spc="0" kern="0">
                <a:solidFill>
                  <a:srgbClr val="14161C"/>
                </a:solidFill>
                <a:latin typeface="Noto Sans JP" pitchFamily="34" charset="0"/>
                <a:ea typeface="Noto Sans JP" pitchFamily="34" charset="-122"/>
                <a:cs typeface="Noto Sans JP" pitchFamily="34" charset="-120"/>
              </a:rPr>
              <a:t> →</a:t>
            </a:r>
            <a:r>
              <a:rPr lang="en-US" sz="2850" dirty="0" spc="-2" kern="0">
                <a:solidFill>
                  <a:srgbClr val="14161C"/>
                </a:solidFill>
                <a:latin typeface="Noto Sans JP" pitchFamily="34" charset="0"/>
                <a:ea typeface="Noto Sans JP" pitchFamily="34" charset="-122"/>
                <a:cs typeface="Noto Sans JP" pitchFamily="34" charset="-120"/>
              </a:rPr>
              <a:t> 4</a:t>
            </a:r>
            <a:r>
              <a:rPr lang="en-US" sz="2850" dirty="0" spc="-1" kern="0">
                <a:solidFill>
                  <a:srgbClr val="14161C"/>
                </a:solidFill>
                <a:latin typeface="Noto Sans JP" pitchFamily="34" charset="0"/>
                <a:ea typeface="Noto Sans JP" pitchFamily="34" charset="-122"/>
                <a:cs typeface="Noto Sans JP" pitchFamily="34" charset="-120"/>
              </a:rPr>
              <a:t> NO＋6</a:t>
            </a:r>
            <a:r>
              <a:rPr lang="en-US" sz="2850" dirty="0" spc="0" kern="0">
                <a:solidFill>
                  <a:srgbClr val="14161C"/>
                </a:solidFill>
                <a:latin typeface="Noto Sans JP" pitchFamily="34" charset="0"/>
                <a:ea typeface="Noto Sans JP" pitchFamily="34" charset="-122"/>
                <a:cs typeface="Noto Sans JP" pitchFamily="34" charset="-120"/>
              </a:rPr>
              <a:t> H2Oは、 還元剤を NOに</a:t>
            </a:r>
            <a:r>
              <a:rPr lang="en-US" sz="2850" dirty="0" spc="-21" kern="0">
                <a:solidFill>
                  <a:srgbClr val="14161C"/>
                </a:solidFill>
                <a:latin typeface="Noto Sans JP" pitchFamily="34" charset="0"/>
                <a:ea typeface="Noto Sans JP" pitchFamily="34" charset="-122"/>
                <a:cs typeface="Noto Sans JP" pitchFamily="34" charset="-120"/>
              </a:rPr>
              <a:t> 変える</a:t>
            </a:r>
            <a:pPr algn="l" indent="0" marL="0">
              <a:lnSpc>
                <a:spcPts val="3848"/>
              </a:lnSpc>
              <a:buNone/>
            </a:pPr>
            <a:r>
              <a:rPr lang="en-US" sz="2850" dirty="0" spc="-2" kern="0">
                <a:solidFill>
                  <a:srgbClr val="6B6A66"/>
                </a:solidFill>
                <a:latin typeface="Noto Sans JP" pitchFamily="34" charset="0"/>
                <a:ea typeface="Noto Sans JP" pitchFamily="34" charset="-122"/>
                <a:cs typeface="Noto Sans JP" pitchFamily="34" charset="-120"/>
              </a:rPr>
              <a:t>[S14]</a:t>
            </a:r>
            <a:pPr algn="l" indent="0" marL="0">
              <a:lnSpc>
                <a:spcPts val="3848"/>
              </a:lnSpc>
              <a:buNone/>
            </a:pPr>
            <a:r>
              <a:rPr lang="en-US" sz="2850" dirty="0" spc="0" kern="0">
                <a:solidFill>
                  <a:srgbClr val="14161C"/>
                </a:solidFill>
                <a:latin typeface="Noto Sans JP" pitchFamily="34" charset="0"/>
                <a:ea typeface="Noto Sans JP" pitchFamily="34" charset="-122"/>
                <a:cs typeface="Noto Sans JP" pitchFamily="34" charset="-120"/>
              </a:rPr>
              <a:t>。 強い 酸化が</a:t>
            </a:r>
            <a:r>
              <a:rPr lang="en-US" sz="2850" dirty="0" spc="1" kern="0">
                <a:solidFill>
                  <a:srgbClr val="14161C"/>
                </a:solidFill>
                <a:latin typeface="Noto Sans JP" pitchFamily="34" charset="0"/>
                <a:ea typeface="Noto Sans JP" pitchFamily="34" charset="-122"/>
                <a:cs typeface="Noto Sans JP" pitchFamily="34" charset="-120"/>
              </a:rPr>
              <a:t> 始まる</a:t>
            </a:r>
            <a:r>
              <a:rPr lang="en-US" sz="2850" dirty="0" spc="-1" kern="0">
                <a:solidFill>
                  <a:srgbClr val="14161C"/>
                </a:solidFill>
                <a:latin typeface="Noto Sans JP" pitchFamily="34" charset="0"/>
                <a:ea typeface="Noto Sans JP" pitchFamily="34" charset="-122"/>
                <a:cs typeface="Noto Sans JP" pitchFamily="34" charset="-120"/>
              </a:rPr>
              <a:t> 450°C超の</a:t>
            </a:r>
            <a:r>
              <a:rPr lang="en-US" sz="2850" dirty="0" spc="0" kern="0">
                <a:solidFill>
                  <a:srgbClr val="14161C"/>
                </a:solidFill>
                <a:latin typeface="Noto Sans JP" pitchFamily="34" charset="0"/>
                <a:ea typeface="Noto Sans JP" pitchFamily="34" charset="-122"/>
                <a:cs typeface="Noto Sans JP" pitchFamily="34" charset="-120"/>
              </a:rPr>
              <a:t> 温度：</a:t>
            </a:r>
            <a:pPr algn="l" indent="0" marL="0">
              <a:lnSpc>
                <a:spcPts val="3848"/>
              </a:lnSpc>
              <a:buNone/>
            </a:pPr>
            <a:r>
              <a:rPr lang="en-US" sz="2850" b="1" dirty="0" kern="0">
                <a:solidFill>
                  <a:srgbClr val="0F766E"/>
                </a:solidFill>
                <a:latin typeface="Noto Sans JP" pitchFamily="34" charset="0"/>
                <a:ea typeface="Noto Sans JP" pitchFamily="34" charset="-122"/>
                <a:cs typeface="Noto Sans JP" pitchFamily="34" charset="-120"/>
              </a:rPr>
              <a:t>未確認</a:t>
            </a:r>
            <a:pPr algn="l" indent="0" marL="0">
              <a:lnSpc>
                <a:spcPts val="3848"/>
              </a:lnSpc>
              <a:buNone/>
            </a:pPr>
            <a:r>
              <a:rPr lang="en-US" sz="2850" dirty="0" kern="0">
                <a:solidFill>
                  <a:srgbClr val="14161C"/>
                </a:solidFill>
                <a:latin typeface="Noto Sans JP" pitchFamily="34" charset="0"/>
                <a:ea typeface="Noto Sans JP" pitchFamily="34" charset="-122"/>
                <a:cs typeface="Noto Sans JP" pitchFamily="34" charset="-120"/>
              </a:rPr>
              <a:t>。</a:t>
            </a:r>
            <a:endParaRPr lang="en-US" sz="2850" dirty="0"/>
          </a:p>
        </p:txBody>
      </p:sp>
      <p:sp>
        <p:nvSpPr>
          <p:cNvPr id="5" name="Shape 3"/>
          <p:cNvSpPr/>
          <p:nvPr/>
        </p:nvSpPr>
        <p:spPr>
          <a:xfrm>
            <a:off x="12325350" y="2762250"/>
            <a:ext cx="5048250" cy="1724025"/>
          </a:xfrm>
          <a:prstGeom prst="roundRect">
            <a:avLst>
              <a:gd name="adj" fmla="val 12155"/>
            </a:avLst>
          </a:prstGeom>
          <a:solidFill>
            <a:srgbClr val="E8E0CF"/>
          </a:solidFill>
          <a:ln/>
        </p:spPr>
      </p:sp>
      <p:sp>
        <p:nvSpPr>
          <p:cNvPr id="6" name="Shape 4"/>
          <p:cNvSpPr/>
          <p:nvPr/>
        </p:nvSpPr>
        <p:spPr>
          <a:xfrm>
            <a:off x="12325350" y="2762250"/>
            <a:ext cx="5048250" cy="95250"/>
          </a:xfrm>
          <a:prstGeom prst="roundRect">
            <a:avLst>
              <a:gd name="adj" fmla="val 50000"/>
            </a:avLst>
          </a:prstGeom>
          <a:solidFill>
            <a:srgbClr val="0F766E"/>
          </a:solidFill>
          <a:ln/>
        </p:spPr>
      </p:sp>
      <p:sp>
        <p:nvSpPr>
          <p:cNvPr id="7" name="Text 5"/>
          <p:cNvSpPr/>
          <p:nvPr/>
        </p:nvSpPr>
        <p:spPr>
          <a:xfrm>
            <a:off x="12630150" y="3028950"/>
            <a:ext cx="4438650" cy="381000"/>
          </a:xfrm>
          <a:prstGeom prst="rect">
            <a:avLst/>
          </a:prstGeom>
          <a:noFill/>
          <a:ln/>
        </p:spPr>
        <p:txBody>
          <a:bodyPr wrap="square" lIns="0" tIns="0" rIns="0" bIns="0" rtlCol="0" anchor="ctr"/>
          <a:lstStyle/>
          <a:p>
            <a:pPr algn="l" indent="0" marL="0">
              <a:buNone/>
            </a:pPr>
            <a:r>
              <a:rPr lang="en-US" sz="1950" dirty="0" kern="0">
                <a:solidFill>
                  <a:srgbClr val="0F766E"/>
                </a:solidFill>
                <a:latin typeface="Noto Sans JP ExtraBold" pitchFamily="34" charset="0"/>
                <a:ea typeface="Noto Sans JP ExtraBold" pitchFamily="34" charset="-122"/>
                <a:cs typeface="Noto Sans JP ExtraBold" pitchFamily="34" charset="-120"/>
              </a:rPr>
              <a:t>場所</a:t>
            </a:r>
            <a:endParaRPr lang="en-US" sz="1950" dirty="0"/>
          </a:p>
        </p:txBody>
      </p:sp>
      <p:sp>
        <p:nvSpPr>
          <p:cNvPr id="8" name="Text 6"/>
          <p:cNvSpPr/>
          <p:nvPr/>
        </p:nvSpPr>
        <p:spPr>
          <a:xfrm>
            <a:off x="12630150" y="3486150"/>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14161C"/>
                </a:solidFill>
                <a:latin typeface="Noto Sans JP SemiBold" pitchFamily="34" charset="0"/>
                <a:ea typeface="Noto Sans JP SemiBold" pitchFamily="34" charset="-122"/>
                <a:cs typeface="Noto Sans JP SemiBold" pitchFamily="34" charset="-120"/>
              </a:rPr>
              <a:t>非常に</a:t>
            </a:r>
            <a:r>
              <a:rPr lang="en-US" sz="2400" dirty="0" spc="1" kern="0">
                <a:solidFill>
                  <a:srgbClr val="14161C"/>
                </a:solidFill>
                <a:latin typeface="Noto Sans JP SemiBold" pitchFamily="34" charset="0"/>
                <a:ea typeface="Noto Sans JP SemiBold" pitchFamily="34" charset="-122"/>
                <a:cs typeface="Noto Sans JP SemiBold" pitchFamily="34" charset="-120"/>
              </a:rPr>
              <a:t> 高温の 排気管、 高負荷時の 触媒の</a:t>
            </a:r>
            <a:r>
              <a:rPr lang="en-US" sz="2400" dirty="0" spc="2" kern="0">
                <a:solidFill>
                  <a:srgbClr val="14161C"/>
                </a:solidFill>
                <a:latin typeface="Noto Sans JP SemiBold" pitchFamily="34" charset="0"/>
                <a:ea typeface="Noto Sans JP SemiBold" pitchFamily="34" charset="-122"/>
                <a:cs typeface="Noto Sans JP SemiBold" pitchFamily="34" charset="-120"/>
              </a:rPr>
              <a:t> 近く</a:t>
            </a:r>
            <a:endParaRPr lang="en-US" sz="2400" dirty="0"/>
          </a:p>
        </p:txBody>
      </p:sp>
      <p:sp>
        <p:nvSpPr>
          <p:cNvPr id="9" name="Shape 7"/>
          <p:cNvSpPr/>
          <p:nvPr/>
        </p:nvSpPr>
        <p:spPr>
          <a:xfrm>
            <a:off x="12325350" y="4714875"/>
            <a:ext cx="5048250" cy="1724025"/>
          </a:xfrm>
          <a:prstGeom prst="roundRect">
            <a:avLst>
              <a:gd name="adj" fmla="val 12155"/>
            </a:avLst>
          </a:prstGeom>
          <a:solidFill>
            <a:srgbClr val="E8E0CF"/>
          </a:solidFill>
          <a:ln/>
        </p:spPr>
      </p:sp>
      <p:sp>
        <p:nvSpPr>
          <p:cNvPr id="10" name="Shape 8"/>
          <p:cNvSpPr/>
          <p:nvPr/>
        </p:nvSpPr>
        <p:spPr>
          <a:xfrm>
            <a:off x="12325350" y="4714875"/>
            <a:ext cx="5048250" cy="95250"/>
          </a:xfrm>
          <a:prstGeom prst="roundRect">
            <a:avLst>
              <a:gd name="adj" fmla="val 50000"/>
            </a:avLst>
          </a:prstGeom>
          <a:solidFill>
            <a:srgbClr val="E8472B"/>
          </a:solidFill>
          <a:ln/>
        </p:spPr>
      </p:sp>
      <p:sp>
        <p:nvSpPr>
          <p:cNvPr id="11" name="Text 9"/>
          <p:cNvSpPr/>
          <p:nvPr/>
        </p:nvSpPr>
        <p:spPr>
          <a:xfrm>
            <a:off x="12630150" y="4981575"/>
            <a:ext cx="4438650" cy="381000"/>
          </a:xfrm>
          <a:prstGeom prst="rect">
            <a:avLst/>
          </a:prstGeom>
          <a:noFill/>
          <a:ln/>
        </p:spPr>
        <p:txBody>
          <a:bodyPr wrap="square" lIns="0" tIns="0" rIns="0" bIns="0" rtlCol="0" anchor="ctr"/>
          <a:lstStyle/>
          <a:p>
            <a:pPr algn="l" indent="0" marL="0">
              <a:buNone/>
            </a:pPr>
            <a:r>
              <a:rPr lang="en-US" sz="1950" dirty="0" kern="0">
                <a:solidFill>
                  <a:srgbClr val="E8472B"/>
                </a:solidFill>
                <a:latin typeface="Noto Sans JP ExtraBold" pitchFamily="34" charset="0"/>
                <a:ea typeface="Noto Sans JP ExtraBold" pitchFamily="34" charset="-122"/>
                <a:cs typeface="Noto Sans JP ExtraBold" pitchFamily="34" charset="-120"/>
              </a:rPr>
              <a:t>役割</a:t>
            </a:r>
            <a:endParaRPr lang="en-US" sz="1950" dirty="0"/>
          </a:p>
        </p:txBody>
      </p:sp>
      <p:sp>
        <p:nvSpPr>
          <p:cNvPr id="12" name="Text 10"/>
          <p:cNvSpPr/>
          <p:nvPr/>
        </p:nvSpPr>
        <p:spPr>
          <a:xfrm>
            <a:off x="12630150" y="5438775"/>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14161C"/>
                </a:solidFill>
                <a:latin typeface="Noto Sans JP SemiBold" pitchFamily="34" charset="0"/>
                <a:ea typeface="Noto Sans JP SemiBold" pitchFamily="34" charset="-122"/>
                <a:cs typeface="Noto Sans JP SemiBold" pitchFamily="34" charset="-120"/>
              </a:rPr>
              <a:t>耐熱性の</a:t>
            </a:r>
            <a:r>
              <a:rPr lang="en-US" sz="2400" dirty="0" spc="1" kern="0">
                <a:solidFill>
                  <a:srgbClr val="14161C"/>
                </a:solidFill>
                <a:latin typeface="Noto Sans JP SemiBold" pitchFamily="34" charset="0"/>
                <a:ea typeface="Noto Sans JP SemiBold" pitchFamily="34" charset="-122"/>
                <a:cs typeface="Noto Sans JP SemiBold" pitchFamily="34" charset="-120"/>
              </a:rPr>
              <a:t> 堆積物の 痕跡。</a:t>
            </a:r>
            <a:r>
              <a:rPr lang="en-US" sz="2400" dirty="0" spc="3" kern="0">
                <a:solidFill>
                  <a:srgbClr val="14161C"/>
                </a:solidFill>
                <a:latin typeface="Noto Sans JP SemiBold" pitchFamily="34" charset="0"/>
                <a:ea typeface="Noto Sans JP SemiBold" pitchFamily="34" charset="-122"/>
                <a:cs typeface="Noto Sans JP SemiBold" pitchFamily="34" charset="-120"/>
              </a:rPr>
              <a:t> NH3が</a:t>
            </a:r>
            <a:r>
              <a:rPr lang="en-US" sz="2400" dirty="0" spc="1" kern="0">
                <a:solidFill>
                  <a:srgbClr val="14161C"/>
                </a:solidFill>
                <a:latin typeface="Noto Sans JP SemiBold" pitchFamily="34" charset="0"/>
                <a:ea typeface="Noto Sans JP SemiBold" pitchFamily="34" charset="-122"/>
                <a:cs typeface="Noto Sans JP SemiBold" pitchFamily="34" charset="-120"/>
              </a:rPr>
              <a:t> 酸化され 得る</a:t>
            </a:r>
            <a:endParaRPr lang="en-US" sz="2400" dirty="0"/>
          </a:p>
        </p:txBody>
      </p:sp>
      <p:sp>
        <p:nvSpPr>
          <p:cNvPr id="13" name="Shape 11"/>
          <p:cNvSpPr/>
          <p:nvPr/>
        </p:nvSpPr>
        <p:spPr>
          <a:xfrm>
            <a:off x="12325350" y="6657975"/>
            <a:ext cx="5048250" cy="1724025"/>
          </a:xfrm>
          <a:prstGeom prst="roundRect">
            <a:avLst>
              <a:gd name="adj" fmla="val 12155"/>
            </a:avLst>
          </a:prstGeom>
          <a:solidFill>
            <a:srgbClr val="E8E0CF"/>
          </a:solidFill>
          <a:ln/>
        </p:spPr>
      </p:sp>
      <p:sp>
        <p:nvSpPr>
          <p:cNvPr id="14" name="Shape 12"/>
          <p:cNvSpPr/>
          <p:nvPr/>
        </p:nvSpPr>
        <p:spPr>
          <a:xfrm>
            <a:off x="12325350" y="6657975"/>
            <a:ext cx="5048250" cy="95250"/>
          </a:xfrm>
          <a:prstGeom prst="roundRect">
            <a:avLst>
              <a:gd name="adj" fmla="val 50000"/>
            </a:avLst>
          </a:prstGeom>
          <a:solidFill>
            <a:srgbClr val="1F3FD1"/>
          </a:solidFill>
          <a:ln/>
        </p:spPr>
      </p:sp>
      <p:sp>
        <p:nvSpPr>
          <p:cNvPr id="15" name="Text 13"/>
          <p:cNvSpPr/>
          <p:nvPr/>
        </p:nvSpPr>
        <p:spPr>
          <a:xfrm>
            <a:off x="12630150" y="6924675"/>
            <a:ext cx="4438650" cy="381000"/>
          </a:xfrm>
          <a:prstGeom prst="rect">
            <a:avLst/>
          </a:prstGeom>
          <a:noFill/>
          <a:ln/>
        </p:spPr>
        <p:txBody>
          <a:bodyPr wrap="square" lIns="0" tIns="0" rIns="0" bIns="0" rtlCol="0" anchor="ctr"/>
          <a:lstStyle/>
          <a:p>
            <a:pPr algn="l" indent="0" marL="0">
              <a:buNone/>
            </a:pPr>
            <a:r>
              <a:rPr lang="en-US" sz="1950" dirty="0" kern="0">
                <a:solidFill>
                  <a:srgbClr val="1F3FD1"/>
                </a:solidFill>
                <a:latin typeface="Noto Sans JP ExtraBold" pitchFamily="34" charset="0"/>
                <a:ea typeface="Noto Sans JP ExtraBold" pitchFamily="34" charset="-122"/>
                <a:cs typeface="Noto Sans JP ExtraBold" pitchFamily="34" charset="-120"/>
              </a:rPr>
              <a:t>誤解</a:t>
            </a:r>
            <a:endParaRPr lang="en-US" sz="1950" dirty="0"/>
          </a:p>
        </p:txBody>
      </p:sp>
      <p:sp>
        <p:nvSpPr>
          <p:cNvPr id="16" name="Text 14"/>
          <p:cNvSpPr/>
          <p:nvPr/>
        </p:nvSpPr>
        <p:spPr>
          <a:xfrm>
            <a:off x="12630150" y="7381875"/>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14161C"/>
                </a:solidFill>
                <a:latin typeface="Noto Sans JP SemiBold" pitchFamily="34" charset="0"/>
                <a:ea typeface="Noto Sans JP SemiBold" pitchFamily="34" charset="-122"/>
                <a:cs typeface="Noto Sans JP SemiBold" pitchFamily="34" charset="-120"/>
              </a:rPr>
              <a:t>「ほぼ</a:t>
            </a:r>
            <a:r>
              <a:rPr lang="en-US" sz="2400" dirty="0" spc="1" kern="0">
                <a:solidFill>
                  <a:srgbClr val="14161C"/>
                </a:solidFill>
                <a:latin typeface="Noto Sans JP SemiBold" pitchFamily="34" charset="0"/>
                <a:ea typeface="Noto Sans JP SemiBold" pitchFamily="34" charset="-122"/>
                <a:cs typeface="Noto Sans JP SemiBold" pitchFamily="34" charset="-120"/>
              </a:rPr>
              <a:t> 堆積物なし」は</a:t>
            </a:r>
            <a:r>
              <a:rPr lang="en-US" sz="2400" dirty="0" spc="0" kern="0">
                <a:solidFill>
                  <a:srgbClr val="14161C"/>
                </a:solidFill>
                <a:latin typeface="Noto Sans JP SemiBold" pitchFamily="34" charset="0"/>
                <a:ea typeface="Noto Sans JP SemiBold" pitchFamily="34" charset="-122"/>
                <a:cs typeface="Noto Sans JP SemiBold" pitchFamily="34" charset="-120"/>
              </a:rPr>
              <a:t> 「何も</a:t>
            </a:r>
            <a:r>
              <a:rPr lang="en-US" sz="2400" dirty="0" spc="1" kern="0">
                <a:solidFill>
                  <a:srgbClr val="14161C"/>
                </a:solidFill>
                <a:latin typeface="Noto Sans JP SemiBold" pitchFamily="34" charset="0"/>
                <a:ea typeface="Noto Sans JP SemiBold" pitchFamily="34" charset="-122"/>
                <a:cs typeface="Noto Sans JP SemiBold" pitchFamily="34" charset="-120"/>
              </a:rPr>
              <a:t> 残らない」ではない</a:t>
            </a:r>
            <a:endParaRPr lang="en-US" sz="2400" dirty="0"/>
          </a:p>
        </p:txBody>
      </p:sp>
      <p:sp>
        <p:nvSpPr>
          <p:cNvPr id="17"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r>
              <a:rPr lang="en-US" sz="1800" dirty="0" spc="-1" kern="0">
                <a:solidFill>
                  <a:srgbClr val="6B6A66"/>
                </a:solidFill>
                <a:latin typeface="Noto Sans JP" pitchFamily="34" charset="0"/>
                <a:ea typeface="Noto Sans JP" pitchFamily="34" charset="-122"/>
                <a:cs typeface="Noto Sans JP" pitchFamily="34" charset="-120"/>
              </a:rPr>
              <a:t> [S3]</a:t>
            </a:r>
            <a:r>
              <a:rPr lang="en-US" sz="1800" dirty="0" spc="-2" kern="0">
                <a:solidFill>
                  <a:srgbClr val="6B6A66"/>
                </a:solidFill>
                <a:latin typeface="Noto Sans JP" pitchFamily="34" charset="0"/>
                <a:ea typeface="Noto Sans JP" pitchFamily="34" charset="-122"/>
                <a:cs typeface="Noto Sans JP" pitchFamily="34" charset="-120"/>
              </a:rPr>
              <a:t> [S4]</a:t>
            </a:r>
            <a:r>
              <a:rPr lang="en-US" sz="1800" dirty="0" spc="-1" kern="0">
                <a:solidFill>
                  <a:srgbClr val="6B6A66"/>
                </a:solidFill>
                <a:latin typeface="Noto Sans JP" pitchFamily="34" charset="0"/>
                <a:ea typeface="Noto Sans JP" pitchFamily="34" charset="-122"/>
                <a:cs typeface="Noto Sans JP" pitchFamily="34" charset="-120"/>
              </a:rPr>
              <a:t> [S14]</a:t>
            </a:r>
            <a:endParaRPr lang="en-US" sz="1800" dirty="0"/>
          </a:p>
        </p:txBody>
      </p:sp>
      <p:sp>
        <p:nvSpPr>
          <p:cNvPr id="18" name="Shape 16"/>
          <p:cNvSpPr/>
          <p:nvPr/>
        </p:nvSpPr>
        <p:spPr>
          <a:xfrm>
            <a:off x="960711" y="9580836"/>
            <a:ext cx="78828" cy="78828"/>
          </a:xfrm>
          <a:prstGeom prst="ellipse">
            <a:avLst/>
          </a:prstGeom>
          <a:solidFill>
            <a:srgbClr val="14161C">
              <a:alpha val="28000"/>
            </a:srgbClr>
          </a:solidFill>
          <a:ln/>
        </p:spPr>
      </p:sp>
      <p:sp>
        <p:nvSpPr>
          <p:cNvPr id="19" name="Shape 17"/>
          <p:cNvSpPr/>
          <p:nvPr/>
        </p:nvSpPr>
        <p:spPr>
          <a:xfrm>
            <a:off x="1118366" y="9580836"/>
            <a:ext cx="78828" cy="78828"/>
          </a:xfrm>
          <a:prstGeom prst="ellipse">
            <a:avLst/>
          </a:prstGeom>
          <a:solidFill>
            <a:srgbClr val="14161C">
              <a:alpha val="28000"/>
            </a:srgbClr>
          </a:solidFill>
          <a:ln/>
        </p:spPr>
      </p:sp>
      <p:sp>
        <p:nvSpPr>
          <p:cNvPr id="20" name="Shape 18"/>
          <p:cNvSpPr/>
          <p:nvPr/>
        </p:nvSpPr>
        <p:spPr>
          <a:xfrm>
            <a:off x="1276021" y="9580836"/>
            <a:ext cx="78828" cy="78828"/>
          </a:xfrm>
          <a:prstGeom prst="ellipse">
            <a:avLst/>
          </a:prstGeom>
          <a:solidFill>
            <a:srgbClr val="14161C">
              <a:alpha val="28000"/>
            </a:srgbClr>
          </a:solidFill>
          <a:ln/>
        </p:spPr>
      </p:sp>
      <p:sp>
        <p:nvSpPr>
          <p:cNvPr id="21" name="Shape 19"/>
          <p:cNvSpPr/>
          <p:nvPr/>
        </p:nvSpPr>
        <p:spPr>
          <a:xfrm>
            <a:off x="1433676" y="9580836"/>
            <a:ext cx="78828" cy="78828"/>
          </a:xfrm>
          <a:prstGeom prst="ellipse">
            <a:avLst/>
          </a:prstGeom>
          <a:solidFill>
            <a:srgbClr val="14161C">
              <a:alpha val="28000"/>
            </a:srgbClr>
          </a:solidFill>
          <a:ln/>
        </p:spPr>
      </p:sp>
      <p:sp>
        <p:nvSpPr>
          <p:cNvPr id="22" name="Shape 20"/>
          <p:cNvSpPr/>
          <p:nvPr/>
        </p:nvSpPr>
        <p:spPr>
          <a:xfrm>
            <a:off x="1591331" y="9580836"/>
            <a:ext cx="78828" cy="78828"/>
          </a:xfrm>
          <a:prstGeom prst="ellipse">
            <a:avLst/>
          </a:prstGeom>
          <a:solidFill>
            <a:srgbClr val="14161C">
              <a:alpha val="28000"/>
            </a:srgbClr>
          </a:solidFill>
          <a:ln/>
        </p:spPr>
      </p:sp>
      <p:sp>
        <p:nvSpPr>
          <p:cNvPr id="23" name="Shape 21"/>
          <p:cNvSpPr/>
          <p:nvPr/>
        </p:nvSpPr>
        <p:spPr>
          <a:xfrm>
            <a:off x="1748986" y="9580836"/>
            <a:ext cx="78828" cy="78828"/>
          </a:xfrm>
          <a:prstGeom prst="ellipse">
            <a:avLst/>
          </a:prstGeom>
          <a:solidFill>
            <a:srgbClr val="14161C">
              <a:alpha val="28000"/>
            </a:srgbClr>
          </a:solidFill>
          <a:ln/>
        </p:spPr>
      </p:sp>
      <p:sp>
        <p:nvSpPr>
          <p:cNvPr id="24" name="Shape 22"/>
          <p:cNvSpPr/>
          <p:nvPr/>
        </p:nvSpPr>
        <p:spPr>
          <a:xfrm>
            <a:off x="1906641" y="9580836"/>
            <a:ext cx="78828" cy="78828"/>
          </a:xfrm>
          <a:prstGeom prst="ellipse">
            <a:avLst/>
          </a:prstGeom>
          <a:solidFill>
            <a:srgbClr val="14161C">
              <a:alpha val="28000"/>
            </a:srgbClr>
          </a:solidFill>
          <a:ln/>
        </p:spPr>
      </p:sp>
      <p:sp>
        <p:nvSpPr>
          <p:cNvPr id="25" name="Shape 23"/>
          <p:cNvSpPr/>
          <p:nvPr/>
        </p:nvSpPr>
        <p:spPr>
          <a:xfrm>
            <a:off x="2064296" y="9580836"/>
            <a:ext cx="78828" cy="78828"/>
          </a:xfrm>
          <a:prstGeom prst="ellipse">
            <a:avLst/>
          </a:prstGeom>
          <a:solidFill>
            <a:srgbClr val="14161C">
              <a:alpha val="28000"/>
            </a:srgbClr>
          </a:solidFill>
          <a:ln/>
        </p:spPr>
      </p:sp>
      <p:sp>
        <p:nvSpPr>
          <p:cNvPr id="26" name="Shape 24"/>
          <p:cNvSpPr/>
          <p:nvPr/>
        </p:nvSpPr>
        <p:spPr>
          <a:xfrm>
            <a:off x="2221951" y="9580836"/>
            <a:ext cx="78828" cy="78828"/>
          </a:xfrm>
          <a:prstGeom prst="ellipse">
            <a:avLst/>
          </a:prstGeom>
          <a:solidFill>
            <a:srgbClr val="14161C">
              <a:alpha val="28000"/>
            </a:srgbClr>
          </a:solidFill>
          <a:ln/>
        </p:spPr>
      </p:sp>
      <p:sp>
        <p:nvSpPr>
          <p:cNvPr id="27" name="Shape 25"/>
          <p:cNvSpPr/>
          <p:nvPr/>
        </p:nvSpPr>
        <p:spPr>
          <a:xfrm>
            <a:off x="2379606" y="9580836"/>
            <a:ext cx="78828" cy="78828"/>
          </a:xfrm>
          <a:prstGeom prst="ellipse">
            <a:avLst/>
          </a:prstGeom>
          <a:solidFill>
            <a:srgbClr val="14161C">
              <a:alpha val="28000"/>
            </a:srgbClr>
          </a:solidFill>
          <a:ln/>
        </p:spPr>
      </p:sp>
      <p:sp>
        <p:nvSpPr>
          <p:cNvPr id="28" name="Shape 26"/>
          <p:cNvSpPr/>
          <p:nvPr/>
        </p:nvSpPr>
        <p:spPr>
          <a:xfrm>
            <a:off x="2537261" y="9580836"/>
            <a:ext cx="78828" cy="78828"/>
          </a:xfrm>
          <a:prstGeom prst="ellipse">
            <a:avLst/>
          </a:prstGeom>
          <a:solidFill>
            <a:srgbClr val="14161C">
              <a:alpha val="28000"/>
            </a:srgbClr>
          </a:solidFill>
          <a:ln/>
        </p:spPr>
      </p:sp>
      <p:sp>
        <p:nvSpPr>
          <p:cNvPr id="29" name="Shape 27"/>
          <p:cNvSpPr/>
          <p:nvPr/>
        </p:nvSpPr>
        <p:spPr>
          <a:xfrm>
            <a:off x="2694916" y="9580836"/>
            <a:ext cx="78828" cy="78828"/>
          </a:xfrm>
          <a:prstGeom prst="ellipse">
            <a:avLst/>
          </a:prstGeom>
          <a:solidFill>
            <a:srgbClr val="14161C">
              <a:alpha val="28000"/>
            </a:srgbClr>
          </a:solidFill>
          <a:ln/>
        </p:spPr>
      </p:sp>
      <p:sp>
        <p:nvSpPr>
          <p:cNvPr id="30" name="Shape 28"/>
          <p:cNvSpPr/>
          <p:nvPr/>
        </p:nvSpPr>
        <p:spPr>
          <a:xfrm>
            <a:off x="2852571" y="9580836"/>
            <a:ext cx="78828" cy="78828"/>
          </a:xfrm>
          <a:prstGeom prst="ellipse">
            <a:avLst/>
          </a:prstGeom>
          <a:solidFill>
            <a:srgbClr val="14161C">
              <a:alpha val="28000"/>
            </a:srgbClr>
          </a:solidFill>
          <a:ln/>
        </p:spPr>
      </p:sp>
      <p:sp>
        <p:nvSpPr>
          <p:cNvPr id="31" name="Shape 29"/>
          <p:cNvSpPr/>
          <p:nvPr/>
        </p:nvSpPr>
        <p:spPr>
          <a:xfrm>
            <a:off x="3010225" y="9580836"/>
            <a:ext cx="78828" cy="78828"/>
          </a:xfrm>
          <a:prstGeom prst="ellipse">
            <a:avLst/>
          </a:prstGeom>
          <a:solidFill>
            <a:srgbClr val="14161C">
              <a:alpha val="28000"/>
            </a:srgbClr>
          </a:solidFill>
          <a:ln/>
        </p:spPr>
      </p:sp>
      <p:sp>
        <p:nvSpPr>
          <p:cNvPr id="32" name="Shape 30"/>
          <p:cNvSpPr/>
          <p:nvPr/>
        </p:nvSpPr>
        <p:spPr>
          <a:xfrm>
            <a:off x="3167880" y="9580836"/>
            <a:ext cx="78828" cy="78828"/>
          </a:xfrm>
          <a:prstGeom prst="ellipse">
            <a:avLst/>
          </a:prstGeom>
          <a:solidFill>
            <a:srgbClr val="14161C">
              <a:alpha val="28000"/>
            </a:srgbClr>
          </a:solidFill>
          <a:ln/>
        </p:spPr>
      </p:sp>
      <p:sp>
        <p:nvSpPr>
          <p:cNvPr id="33" name="Shape 31"/>
          <p:cNvSpPr/>
          <p:nvPr/>
        </p:nvSpPr>
        <p:spPr>
          <a:xfrm>
            <a:off x="3325535" y="9580836"/>
            <a:ext cx="78828" cy="78828"/>
          </a:xfrm>
          <a:prstGeom prst="ellipse">
            <a:avLst/>
          </a:prstGeom>
          <a:solidFill>
            <a:srgbClr val="14161C">
              <a:alpha val="28000"/>
            </a:srgbClr>
          </a:solidFill>
          <a:ln/>
        </p:spPr>
      </p:sp>
      <p:sp>
        <p:nvSpPr>
          <p:cNvPr id="34" name="Shape 32"/>
          <p:cNvSpPr/>
          <p:nvPr/>
        </p:nvSpPr>
        <p:spPr>
          <a:xfrm>
            <a:off x="3483190" y="9580836"/>
            <a:ext cx="78828" cy="78828"/>
          </a:xfrm>
          <a:prstGeom prst="ellipse">
            <a:avLst/>
          </a:prstGeom>
          <a:solidFill>
            <a:srgbClr val="14161C">
              <a:alpha val="28000"/>
            </a:srgbClr>
          </a:solidFill>
          <a:ln/>
        </p:spPr>
      </p:sp>
      <p:sp>
        <p:nvSpPr>
          <p:cNvPr id="35" name="Shape 33"/>
          <p:cNvSpPr/>
          <p:nvPr/>
        </p:nvSpPr>
        <p:spPr>
          <a:xfrm>
            <a:off x="3640845" y="9580836"/>
            <a:ext cx="78828" cy="78828"/>
          </a:xfrm>
          <a:prstGeom prst="ellipse">
            <a:avLst/>
          </a:prstGeom>
          <a:solidFill>
            <a:srgbClr val="14161C">
              <a:alpha val="28000"/>
            </a:srgbClr>
          </a:solidFill>
          <a:ln/>
        </p:spPr>
      </p:sp>
      <p:sp>
        <p:nvSpPr>
          <p:cNvPr id="36" name="Shape 34"/>
          <p:cNvSpPr/>
          <p:nvPr/>
        </p:nvSpPr>
        <p:spPr>
          <a:xfrm>
            <a:off x="3798500" y="9580836"/>
            <a:ext cx="78828" cy="78828"/>
          </a:xfrm>
          <a:prstGeom prst="ellipse">
            <a:avLst/>
          </a:prstGeom>
          <a:solidFill>
            <a:srgbClr val="14161C">
              <a:alpha val="28000"/>
            </a:srgbClr>
          </a:solidFill>
          <a:ln/>
        </p:spPr>
      </p:sp>
      <p:sp>
        <p:nvSpPr>
          <p:cNvPr id="37" name="Shape 35"/>
          <p:cNvSpPr/>
          <p:nvPr/>
        </p:nvSpPr>
        <p:spPr>
          <a:xfrm>
            <a:off x="3956155" y="9580836"/>
            <a:ext cx="78828" cy="78828"/>
          </a:xfrm>
          <a:prstGeom prst="ellipse">
            <a:avLst/>
          </a:prstGeom>
          <a:solidFill>
            <a:srgbClr val="14161C">
              <a:alpha val="28000"/>
            </a:srgbClr>
          </a:solidFill>
          <a:ln/>
        </p:spPr>
      </p:sp>
      <p:sp>
        <p:nvSpPr>
          <p:cNvPr id="38" name="Shape 36"/>
          <p:cNvSpPr/>
          <p:nvPr/>
        </p:nvSpPr>
        <p:spPr>
          <a:xfrm>
            <a:off x="4113810" y="9580836"/>
            <a:ext cx="78828" cy="78828"/>
          </a:xfrm>
          <a:prstGeom prst="ellipse">
            <a:avLst/>
          </a:prstGeom>
          <a:solidFill>
            <a:srgbClr val="14161C">
              <a:alpha val="28000"/>
            </a:srgbClr>
          </a:solidFill>
          <a:ln/>
        </p:spPr>
      </p:sp>
      <p:sp>
        <p:nvSpPr>
          <p:cNvPr id="39" name="Shape 37"/>
          <p:cNvSpPr/>
          <p:nvPr/>
        </p:nvSpPr>
        <p:spPr>
          <a:xfrm>
            <a:off x="4271465" y="9580836"/>
            <a:ext cx="78828" cy="78828"/>
          </a:xfrm>
          <a:prstGeom prst="ellipse">
            <a:avLst/>
          </a:prstGeom>
          <a:solidFill>
            <a:srgbClr val="14161C">
              <a:alpha val="28000"/>
            </a:srgbClr>
          </a:solidFill>
          <a:ln/>
        </p:spPr>
      </p:sp>
      <p:sp>
        <p:nvSpPr>
          <p:cNvPr id="40" name="Shape 38"/>
          <p:cNvSpPr/>
          <p:nvPr/>
        </p:nvSpPr>
        <p:spPr>
          <a:xfrm>
            <a:off x="4429120" y="9580836"/>
            <a:ext cx="78828" cy="78828"/>
          </a:xfrm>
          <a:prstGeom prst="ellipse">
            <a:avLst/>
          </a:prstGeom>
          <a:solidFill>
            <a:srgbClr val="14161C">
              <a:alpha val="28000"/>
            </a:srgbClr>
          </a:solidFill>
          <a:ln/>
        </p:spPr>
      </p:sp>
      <p:sp>
        <p:nvSpPr>
          <p:cNvPr id="41" name="Shape 39"/>
          <p:cNvSpPr/>
          <p:nvPr/>
        </p:nvSpPr>
        <p:spPr>
          <a:xfrm>
            <a:off x="4586775" y="9580836"/>
            <a:ext cx="78828" cy="78828"/>
          </a:xfrm>
          <a:prstGeom prst="ellipse">
            <a:avLst/>
          </a:prstGeom>
          <a:solidFill>
            <a:srgbClr val="14161C">
              <a:alpha val="28000"/>
            </a:srgbClr>
          </a:solidFill>
          <a:ln/>
        </p:spPr>
      </p:sp>
      <p:sp>
        <p:nvSpPr>
          <p:cNvPr id="42" name="Shape 40"/>
          <p:cNvSpPr/>
          <p:nvPr/>
        </p:nvSpPr>
        <p:spPr>
          <a:xfrm>
            <a:off x="4744430" y="9580836"/>
            <a:ext cx="78828" cy="78828"/>
          </a:xfrm>
          <a:prstGeom prst="ellipse">
            <a:avLst/>
          </a:prstGeom>
          <a:solidFill>
            <a:srgbClr val="14161C">
              <a:alpha val="28000"/>
            </a:srgbClr>
          </a:solidFill>
          <a:ln/>
        </p:spPr>
      </p:sp>
      <p:sp>
        <p:nvSpPr>
          <p:cNvPr id="43" name="Shape 41"/>
          <p:cNvSpPr/>
          <p:nvPr/>
        </p:nvSpPr>
        <p:spPr>
          <a:xfrm>
            <a:off x="4902085" y="9580836"/>
            <a:ext cx="78828" cy="78828"/>
          </a:xfrm>
          <a:prstGeom prst="ellipse">
            <a:avLst/>
          </a:prstGeom>
          <a:solidFill>
            <a:srgbClr val="14161C">
              <a:alpha val="28000"/>
            </a:srgbClr>
          </a:solidFill>
          <a:ln/>
        </p:spPr>
      </p:sp>
      <p:sp>
        <p:nvSpPr>
          <p:cNvPr id="44" name="Shape 42"/>
          <p:cNvSpPr/>
          <p:nvPr/>
        </p:nvSpPr>
        <p:spPr>
          <a:xfrm>
            <a:off x="5059740" y="9580836"/>
            <a:ext cx="78828" cy="78828"/>
          </a:xfrm>
          <a:prstGeom prst="ellipse">
            <a:avLst/>
          </a:prstGeom>
          <a:solidFill>
            <a:srgbClr val="14161C">
              <a:alpha val="28000"/>
            </a:srgbClr>
          </a:solidFill>
          <a:ln/>
        </p:spPr>
      </p:sp>
      <p:sp>
        <p:nvSpPr>
          <p:cNvPr id="45" name="Shape 43"/>
          <p:cNvSpPr/>
          <p:nvPr/>
        </p:nvSpPr>
        <p:spPr>
          <a:xfrm>
            <a:off x="5217395" y="9580836"/>
            <a:ext cx="78828" cy="78828"/>
          </a:xfrm>
          <a:prstGeom prst="ellipse">
            <a:avLst/>
          </a:prstGeom>
          <a:solidFill>
            <a:srgbClr val="14161C">
              <a:alpha val="28000"/>
            </a:srgbClr>
          </a:solidFill>
          <a:ln/>
        </p:spPr>
      </p:sp>
      <p:sp>
        <p:nvSpPr>
          <p:cNvPr id="46" name="Shape 44"/>
          <p:cNvSpPr/>
          <p:nvPr/>
        </p:nvSpPr>
        <p:spPr>
          <a:xfrm>
            <a:off x="5375050" y="9580836"/>
            <a:ext cx="78828" cy="78828"/>
          </a:xfrm>
          <a:prstGeom prst="ellipse">
            <a:avLst/>
          </a:prstGeom>
          <a:solidFill>
            <a:srgbClr val="14161C">
              <a:alpha val="28000"/>
            </a:srgbClr>
          </a:solidFill>
          <a:ln/>
        </p:spPr>
      </p:sp>
      <p:sp>
        <p:nvSpPr>
          <p:cNvPr id="47" name="Shape 45"/>
          <p:cNvSpPr/>
          <p:nvPr/>
        </p:nvSpPr>
        <p:spPr>
          <a:xfrm>
            <a:off x="5532705" y="9580836"/>
            <a:ext cx="78828" cy="78828"/>
          </a:xfrm>
          <a:prstGeom prst="ellipse">
            <a:avLst/>
          </a:prstGeom>
          <a:solidFill>
            <a:srgbClr val="14161C">
              <a:alpha val="28000"/>
            </a:srgbClr>
          </a:solidFill>
          <a:ln/>
        </p:spPr>
      </p:sp>
      <p:sp>
        <p:nvSpPr>
          <p:cNvPr id="48" name="Shape 46"/>
          <p:cNvSpPr/>
          <p:nvPr/>
        </p:nvSpPr>
        <p:spPr>
          <a:xfrm>
            <a:off x="5690359" y="9580836"/>
            <a:ext cx="78828" cy="78828"/>
          </a:xfrm>
          <a:prstGeom prst="ellipse">
            <a:avLst/>
          </a:prstGeom>
          <a:solidFill>
            <a:srgbClr val="14161C">
              <a:alpha val="28000"/>
            </a:srgbClr>
          </a:solidFill>
          <a:ln/>
        </p:spPr>
      </p:sp>
      <p:sp>
        <p:nvSpPr>
          <p:cNvPr id="49" name="Shape 47"/>
          <p:cNvSpPr/>
          <p:nvPr/>
        </p:nvSpPr>
        <p:spPr>
          <a:xfrm>
            <a:off x="5848014" y="9580836"/>
            <a:ext cx="78828" cy="78828"/>
          </a:xfrm>
          <a:prstGeom prst="ellipse">
            <a:avLst/>
          </a:prstGeom>
          <a:solidFill>
            <a:srgbClr val="14161C">
              <a:alpha val="28000"/>
            </a:srgbClr>
          </a:solidFill>
          <a:ln/>
        </p:spPr>
      </p:sp>
      <p:sp>
        <p:nvSpPr>
          <p:cNvPr id="50" name="Shape 48"/>
          <p:cNvSpPr/>
          <p:nvPr/>
        </p:nvSpPr>
        <p:spPr>
          <a:xfrm>
            <a:off x="6005669" y="9580836"/>
            <a:ext cx="78828" cy="78828"/>
          </a:xfrm>
          <a:prstGeom prst="ellipse">
            <a:avLst/>
          </a:prstGeom>
          <a:solidFill>
            <a:srgbClr val="14161C">
              <a:alpha val="28000"/>
            </a:srgbClr>
          </a:solidFill>
          <a:ln/>
        </p:spPr>
      </p:sp>
      <p:sp>
        <p:nvSpPr>
          <p:cNvPr id="51" name="Shape 49"/>
          <p:cNvSpPr/>
          <p:nvPr/>
        </p:nvSpPr>
        <p:spPr>
          <a:xfrm>
            <a:off x="6163324" y="9580836"/>
            <a:ext cx="78828" cy="78828"/>
          </a:xfrm>
          <a:prstGeom prst="ellipse">
            <a:avLst/>
          </a:prstGeom>
          <a:solidFill>
            <a:srgbClr val="14161C">
              <a:alpha val="28000"/>
            </a:srgbClr>
          </a:solidFill>
          <a:ln/>
        </p:spPr>
      </p:sp>
      <p:sp>
        <p:nvSpPr>
          <p:cNvPr id="52" name="Shape 50"/>
          <p:cNvSpPr/>
          <p:nvPr/>
        </p:nvSpPr>
        <p:spPr>
          <a:xfrm>
            <a:off x="6320979" y="9580836"/>
            <a:ext cx="78828" cy="78828"/>
          </a:xfrm>
          <a:prstGeom prst="ellipse">
            <a:avLst/>
          </a:prstGeom>
          <a:solidFill>
            <a:srgbClr val="14161C">
              <a:alpha val="28000"/>
            </a:srgbClr>
          </a:solidFill>
          <a:ln/>
        </p:spPr>
      </p:sp>
      <p:sp>
        <p:nvSpPr>
          <p:cNvPr id="53" name="Shape 51"/>
          <p:cNvSpPr/>
          <p:nvPr/>
        </p:nvSpPr>
        <p:spPr>
          <a:xfrm>
            <a:off x="6465496" y="9567698"/>
            <a:ext cx="105103" cy="105103"/>
          </a:xfrm>
          <a:prstGeom prst="ellipse">
            <a:avLst/>
          </a:prstGeom>
          <a:solidFill>
            <a:srgbClr val="E8472B"/>
          </a:solidFill>
          <a:ln/>
        </p:spPr>
      </p:sp>
      <p:sp>
        <p:nvSpPr>
          <p:cNvPr id="54" name="Shape 52"/>
          <p:cNvSpPr/>
          <p:nvPr/>
        </p:nvSpPr>
        <p:spPr>
          <a:xfrm>
            <a:off x="6636289" y="9580836"/>
            <a:ext cx="78828" cy="78828"/>
          </a:xfrm>
          <a:prstGeom prst="ellipse">
            <a:avLst/>
          </a:prstGeom>
          <a:solidFill>
            <a:srgbClr val="14161C">
              <a:alpha val="28000"/>
            </a:srgbClr>
          </a:solidFill>
          <a:ln/>
        </p:spPr>
      </p:sp>
      <p:sp>
        <p:nvSpPr>
          <p:cNvPr id="55" name="Shape 53"/>
          <p:cNvSpPr/>
          <p:nvPr/>
        </p:nvSpPr>
        <p:spPr>
          <a:xfrm>
            <a:off x="6793944" y="9580836"/>
            <a:ext cx="78828" cy="78828"/>
          </a:xfrm>
          <a:prstGeom prst="ellipse">
            <a:avLst/>
          </a:prstGeom>
          <a:solidFill>
            <a:srgbClr val="14161C">
              <a:alpha val="28000"/>
            </a:srgbClr>
          </a:solidFill>
          <a:ln/>
        </p:spPr>
      </p:sp>
      <p:sp>
        <p:nvSpPr>
          <p:cNvPr id="56" name="Shape 54"/>
          <p:cNvSpPr/>
          <p:nvPr/>
        </p:nvSpPr>
        <p:spPr>
          <a:xfrm>
            <a:off x="6951599" y="9580836"/>
            <a:ext cx="78828" cy="78828"/>
          </a:xfrm>
          <a:prstGeom prst="ellipse">
            <a:avLst/>
          </a:prstGeom>
          <a:solidFill>
            <a:srgbClr val="14161C">
              <a:alpha val="28000"/>
            </a:srgbClr>
          </a:solidFill>
          <a:ln/>
        </p:spPr>
      </p:sp>
      <p:sp>
        <p:nvSpPr>
          <p:cNvPr id="57" name="Shape 55"/>
          <p:cNvSpPr/>
          <p:nvPr/>
        </p:nvSpPr>
        <p:spPr>
          <a:xfrm>
            <a:off x="7109254" y="9580836"/>
            <a:ext cx="78828" cy="78828"/>
          </a:xfrm>
          <a:prstGeom prst="ellipse">
            <a:avLst/>
          </a:prstGeom>
          <a:solidFill>
            <a:srgbClr val="14161C">
              <a:alpha val="28000"/>
            </a:srgbClr>
          </a:solidFill>
          <a:ln/>
        </p:spPr>
      </p:sp>
      <p:sp>
        <p:nvSpPr>
          <p:cNvPr id="58" name="Shape 56"/>
          <p:cNvSpPr/>
          <p:nvPr/>
        </p:nvSpPr>
        <p:spPr>
          <a:xfrm>
            <a:off x="7266909" y="9580836"/>
            <a:ext cx="78828" cy="78828"/>
          </a:xfrm>
          <a:prstGeom prst="ellipse">
            <a:avLst/>
          </a:prstGeom>
          <a:solidFill>
            <a:srgbClr val="14161C">
              <a:alpha val="28000"/>
            </a:srgbClr>
          </a:solidFill>
          <a:ln/>
        </p:spPr>
      </p:sp>
      <p:sp>
        <p:nvSpPr>
          <p:cNvPr id="59" name="Shape 57"/>
          <p:cNvSpPr/>
          <p:nvPr/>
        </p:nvSpPr>
        <p:spPr>
          <a:xfrm>
            <a:off x="7424564" y="9580836"/>
            <a:ext cx="78828" cy="78828"/>
          </a:xfrm>
          <a:prstGeom prst="ellipse">
            <a:avLst/>
          </a:prstGeom>
          <a:solidFill>
            <a:srgbClr val="14161C">
              <a:alpha val="28000"/>
            </a:srgbClr>
          </a:solidFill>
          <a:ln/>
        </p:spPr>
      </p:sp>
      <p:sp>
        <p:nvSpPr>
          <p:cNvPr id="60" name="Shape 58"/>
          <p:cNvSpPr/>
          <p:nvPr/>
        </p:nvSpPr>
        <p:spPr>
          <a:xfrm>
            <a:off x="7582219" y="9580836"/>
            <a:ext cx="78828" cy="78828"/>
          </a:xfrm>
          <a:prstGeom prst="ellipse">
            <a:avLst/>
          </a:prstGeom>
          <a:solidFill>
            <a:srgbClr val="14161C">
              <a:alpha val="28000"/>
            </a:srgbClr>
          </a:solidFill>
          <a:ln/>
        </p:spPr>
      </p:sp>
      <p:sp>
        <p:nvSpPr>
          <p:cNvPr id="61" name="Shape 59"/>
          <p:cNvSpPr/>
          <p:nvPr/>
        </p:nvSpPr>
        <p:spPr>
          <a:xfrm>
            <a:off x="7739874" y="9580836"/>
            <a:ext cx="78828" cy="78828"/>
          </a:xfrm>
          <a:prstGeom prst="ellipse">
            <a:avLst/>
          </a:prstGeom>
          <a:solidFill>
            <a:srgbClr val="14161C">
              <a:alpha val="28000"/>
            </a:srgbClr>
          </a:solidFill>
          <a:ln/>
        </p:spPr>
      </p:sp>
      <p:sp>
        <p:nvSpPr>
          <p:cNvPr id="62" name="Shape 60"/>
          <p:cNvSpPr/>
          <p:nvPr/>
        </p:nvSpPr>
        <p:spPr>
          <a:xfrm>
            <a:off x="7897529" y="9580836"/>
            <a:ext cx="78828" cy="78828"/>
          </a:xfrm>
          <a:prstGeom prst="ellipse">
            <a:avLst/>
          </a:prstGeom>
          <a:solidFill>
            <a:srgbClr val="14161C">
              <a:alpha val="28000"/>
            </a:srgbClr>
          </a:solidFill>
          <a:ln/>
        </p:spPr>
      </p:sp>
      <p:sp>
        <p:nvSpPr>
          <p:cNvPr id="63" name="Shape 61"/>
          <p:cNvSpPr/>
          <p:nvPr/>
        </p:nvSpPr>
        <p:spPr>
          <a:xfrm>
            <a:off x="8055184" y="9580836"/>
            <a:ext cx="78828" cy="78828"/>
          </a:xfrm>
          <a:prstGeom prst="ellipse">
            <a:avLst/>
          </a:prstGeom>
          <a:solidFill>
            <a:srgbClr val="14161C">
              <a:alpha val="28000"/>
            </a:srgbClr>
          </a:solidFill>
          <a:ln/>
        </p:spPr>
      </p:sp>
      <p:sp>
        <p:nvSpPr>
          <p:cNvPr id="64" name="Shape 62"/>
          <p:cNvSpPr/>
          <p:nvPr/>
        </p:nvSpPr>
        <p:spPr>
          <a:xfrm>
            <a:off x="8212839" y="9580836"/>
            <a:ext cx="78828" cy="78828"/>
          </a:xfrm>
          <a:prstGeom prst="ellipse">
            <a:avLst/>
          </a:prstGeom>
          <a:solidFill>
            <a:srgbClr val="14161C">
              <a:alpha val="28000"/>
            </a:srgbClr>
          </a:solidFill>
          <a:ln/>
        </p:spPr>
      </p:sp>
      <p:sp>
        <p:nvSpPr>
          <p:cNvPr id="65" name="Shape 63"/>
          <p:cNvSpPr/>
          <p:nvPr/>
        </p:nvSpPr>
        <p:spPr>
          <a:xfrm>
            <a:off x="8370494" y="9580836"/>
            <a:ext cx="78828" cy="78828"/>
          </a:xfrm>
          <a:prstGeom prst="ellipse">
            <a:avLst/>
          </a:prstGeom>
          <a:solidFill>
            <a:srgbClr val="14161C">
              <a:alpha val="28000"/>
            </a:srgbClr>
          </a:solidFill>
          <a:ln/>
        </p:spPr>
      </p:sp>
      <p:sp>
        <p:nvSpPr>
          <p:cNvPr id="66" name="Shape 64"/>
          <p:cNvSpPr/>
          <p:nvPr/>
        </p:nvSpPr>
        <p:spPr>
          <a:xfrm>
            <a:off x="8528148" y="9580836"/>
            <a:ext cx="78828" cy="78828"/>
          </a:xfrm>
          <a:prstGeom prst="ellipse">
            <a:avLst/>
          </a:prstGeom>
          <a:solidFill>
            <a:srgbClr val="14161C">
              <a:alpha val="28000"/>
            </a:srgbClr>
          </a:solidFill>
          <a:ln/>
        </p:spPr>
      </p:sp>
      <p:sp>
        <p:nvSpPr>
          <p:cNvPr id="67" name="Shape 65"/>
          <p:cNvSpPr/>
          <p:nvPr/>
        </p:nvSpPr>
        <p:spPr>
          <a:xfrm>
            <a:off x="8685803" y="9580836"/>
            <a:ext cx="78828" cy="78828"/>
          </a:xfrm>
          <a:prstGeom prst="ellipse">
            <a:avLst/>
          </a:prstGeom>
          <a:solidFill>
            <a:srgbClr val="14161C">
              <a:alpha val="28000"/>
            </a:srgbClr>
          </a:solidFill>
          <a:ln/>
        </p:spPr>
      </p:sp>
      <p:sp>
        <p:nvSpPr>
          <p:cNvPr id="68" name="Shape 66"/>
          <p:cNvSpPr/>
          <p:nvPr/>
        </p:nvSpPr>
        <p:spPr>
          <a:xfrm>
            <a:off x="8843458" y="9580836"/>
            <a:ext cx="78828" cy="78828"/>
          </a:xfrm>
          <a:prstGeom prst="ellipse">
            <a:avLst/>
          </a:prstGeom>
          <a:solidFill>
            <a:srgbClr val="14161C">
              <a:alpha val="28000"/>
            </a:srgbClr>
          </a:solidFill>
          <a:ln/>
        </p:spPr>
      </p:sp>
      <p:sp>
        <p:nvSpPr>
          <p:cNvPr id="69" name="Shape 67"/>
          <p:cNvSpPr/>
          <p:nvPr/>
        </p:nvSpPr>
        <p:spPr>
          <a:xfrm>
            <a:off x="9001113" y="9580836"/>
            <a:ext cx="78828" cy="78828"/>
          </a:xfrm>
          <a:prstGeom prst="ellipse">
            <a:avLst/>
          </a:prstGeom>
          <a:solidFill>
            <a:srgbClr val="14161C">
              <a:alpha val="28000"/>
            </a:srgbClr>
          </a:solidFill>
          <a:ln/>
        </p:spPr>
      </p:sp>
      <p:sp>
        <p:nvSpPr>
          <p:cNvPr id="70" name="Shape 68"/>
          <p:cNvSpPr/>
          <p:nvPr/>
        </p:nvSpPr>
        <p:spPr>
          <a:xfrm>
            <a:off x="9158768" y="9580836"/>
            <a:ext cx="78828" cy="78828"/>
          </a:xfrm>
          <a:prstGeom prst="ellipse">
            <a:avLst/>
          </a:prstGeom>
          <a:solidFill>
            <a:srgbClr val="14161C">
              <a:alpha val="28000"/>
            </a:srgbClr>
          </a:solidFill>
          <a:ln/>
        </p:spPr>
      </p:sp>
      <p:sp>
        <p:nvSpPr>
          <p:cNvPr id="71" name="Shape 69"/>
          <p:cNvSpPr/>
          <p:nvPr/>
        </p:nvSpPr>
        <p:spPr>
          <a:xfrm>
            <a:off x="9316423" y="9580836"/>
            <a:ext cx="78828" cy="78828"/>
          </a:xfrm>
          <a:prstGeom prst="ellipse">
            <a:avLst/>
          </a:prstGeom>
          <a:solidFill>
            <a:srgbClr val="14161C">
              <a:alpha val="28000"/>
            </a:srgbClr>
          </a:solidFill>
          <a:ln/>
        </p:spPr>
      </p:sp>
      <p:sp>
        <p:nvSpPr>
          <p:cNvPr id="72" name="Shape 70"/>
          <p:cNvSpPr/>
          <p:nvPr/>
        </p:nvSpPr>
        <p:spPr>
          <a:xfrm>
            <a:off x="9474078" y="9580836"/>
            <a:ext cx="78828" cy="78828"/>
          </a:xfrm>
          <a:prstGeom prst="ellipse">
            <a:avLst/>
          </a:prstGeom>
          <a:solidFill>
            <a:srgbClr val="14161C">
              <a:alpha val="28000"/>
            </a:srgbClr>
          </a:solidFill>
          <a:ln/>
        </p:spPr>
      </p:sp>
      <p:sp>
        <p:nvSpPr>
          <p:cNvPr id="73" name="Shape 71"/>
          <p:cNvSpPr/>
          <p:nvPr/>
        </p:nvSpPr>
        <p:spPr>
          <a:xfrm>
            <a:off x="9631733" y="9580836"/>
            <a:ext cx="78828" cy="78828"/>
          </a:xfrm>
          <a:prstGeom prst="ellipse">
            <a:avLst/>
          </a:prstGeom>
          <a:solidFill>
            <a:srgbClr val="14161C">
              <a:alpha val="28000"/>
            </a:srgbClr>
          </a:solidFill>
          <a:ln/>
        </p:spPr>
      </p:sp>
      <p:sp>
        <p:nvSpPr>
          <p:cNvPr id="74" name="Shape 72"/>
          <p:cNvSpPr/>
          <p:nvPr/>
        </p:nvSpPr>
        <p:spPr>
          <a:xfrm>
            <a:off x="9789388" y="9580836"/>
            <a:ext cx="78828" cy="78828"/>
          </a:xfrm>
          <a:prstGeom prst="ellipse">
            <a:avLst/>
          </a:prstGeom>
          <a:solidFill>
            <a:srgbClr val="14161C">
              <a:alpha val="28000"/>
            </a:srgbClr>
          </a:solidFill>
          <a:ln/>
        </p:spPr>
      </p:sp>
      <p:sp>
        <p:nvSpPr>
          <p:cNvPr id="75" name="Shape 73"/>
          <p:cNvSpPr/>
          <p:nvPr/>
        </p:nvSpPr>
        <p:spPr>
          <a:xfrm>
            <a:off x="9947043" y="9580836"/>
            <a:ext cx="78828" cy="78828"/>
          </a:xfrm>
          <a:prstGeom prst="ellipse">
            <a:avLst/>
          </a:prstGeom>
          <a:solidFill>
            <a:srgbClr val="14161C">
              <a:alpha val="28000"/>
            </a:srgbClr>
          </a:solidFill>
          <a:ln/>
        </p:spPr>
      </p:sp>
      <p:sp>
        <p:nvSpPr>
          <p:cNvPr id="76" name="Text 7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36/58</a:t>
            </a:r>
            <a:endParaRPr lang="en-US" sz="1800" dirty="0"/>
          </a:p>
        </p:txBody>
      </p:sp>
      <p:sp>
        <p:nvSpPr>
          <p:cNvPr id="77" name="Shape 75"/>
          <p:cNvSpPr/>
          <p:nvPr/>
        </p:nvSpPr>
        <p:spPr>
          <a:xfrm>
            <a:off x="15983712" y="9076331"/>
            <a:ext cx="1645920" cy="552301"/>
          </a:xfrm>
          <a:prstGeom prst="roundRect">
            <a:avLst>
              <a:gd name="adj" fmla="val 28000"/>
            </a:avLst>
          </a:prstGeom>
          <a:solidFill>
            <a:srgbClr val="FFFFFF">
              <a:alpha val="82000"/>
            </a:srgbClr>
          </a:solidFill>
          <a:ln/>
        </p:spPr>
      </p:sp>
      <p:pic>
        <p:nvPicPr>
          <p:cNvPr id="78" name="Moda image moda-export-watermark-f5b8fca6-095b-4ca0-bec5-165fd04b2d22"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F3EEE3"/>
                </a:solidFill>
                <a:latin typeface="Noto Sans JP ExtraBold" pitchFamily="34" charset="0"/>
                <a:ea typeface="Noto Sans JP ExtraBold" pitchFamily="34" charset="-122"/>
                <a:cs typeface="Noto Sans JP ExtraBold" pitchFamily="34" charset="-120"/>
              </a:rPr>
              <a:t>両端の 温度で 起こる、 堆積物以外の 3つのこと</a:t>
            </a:r>
            <a:endParaRPr lang="en-US" sz="5700" dirty="0"/>
          </a:p>
        </p:txBody>
      </p:sp>
      <p:sp>
        <p:nvSpPr>
          <p:cNvPr id="3" name="Shape 1"/>
          <p:cNvSpPr/>
          <p:nvPr/>
        </p:nvSpPr>
        <p:spPr>
          <a:xfrm>
            <a:off x="914400" y="3048000"/>
            <a:ext cx="5257800" cy="4953000"/>
          </a:xfrm>
          <a:prstGeom prst="roundRect">
            <a:avLst>
              <a:gd name="adj" fmla="val 5385"/>
            </a:avLst>
          </a:prstGeom>
          <a:solidFill>
            <a:srgbClr val="1E212B"/>
          </a:solidFill>
          <a:ln/>
        </p:spPr>
      </p:sp>
      <p:sp>
        <p:nvSpPr>
          <p:cNvPr id="4" name="Shape 2"/>
          <p:cNvSpPr/>
          <p:nvPr/>
        </p:nvSpPr>
        <p:spPr>
          <a:xfrm>
            <a:off x="914400" y="3048000"/>
            <a:ext cx="5257800" cy="152400"/>
          </a:xfrm>
          <a:prstGeom prst="roundRect">
            <a:avLst>
              <a:gd name="adj" fmla="val 50000"/>
            </a:avLst>
          </a:prstGeom>
          <a:solidFill>
            <a:srgbClr val="3DD6A0"/>
          </a:solidFill>
          <a:ln/>
        </p:spPr>
      </p:sp>
      <p:sp>
        <p:nvSpPr>
          <p:cNvPr id="5" name="Text 3"/>
          <p:cNvSpPr/>
          <p:nvPr/>
        </p:nvSpPr>
        <p:spPr>
          <a:xfrm>
            <a:off x="1295400" y="3543300"/>
            <a:ext cx="4495800" cy="1238250"/>
          </a:xfrm>
          <a:prstGeom prst="rect">
            <a:avLst/>
          </a:prstGeom>
          <a:noFill/>
          <a:ln/>
        </p:spPr>
        <p:txBody>
          <a:bodyPr wrap="square" lIns="0" tIns="0" rIns="0" bIns="0" rtlCol="0" anchor="ctr"/>
          <a:lstStyle/>
          <a:p>
            <a:pPr algn="l" indent="0" marL="0">
              <a:buNone/>
            </a:pPr>
            <a:r>
              <a:rPr lang="en-US" sz="7200" dirty="0" kern="0">
                <a:solidFill>
                  <a:srgbClr val="3DD6A0"/>
                </a:solidFill>
                <a:latin typeface="Noto Sans JP ExtraBold" pitchFamily="34" charset="0"/>
                <a:ea typeface="Noto Sans JP ExtraBold" pitchFamily="34" charset="-122"/>
                <a:cs typeface="Noto Sans JP ExtraBold" pitchFamily="34" charset="-120"/>
              </a:rPr>
              <a:t>01</a:t>
            </a:r>
            <a:endParaRPr lang="en-US" sz="7200" dirty="0"/>
          </a:p>
        </p:txBody>
      </p:sp>
      <p:sp>
        <p:nvSpPr>
          <p:cNvPr id="6" name="Text 4"/>
          <p:cNvSpPr/>
          <p:nvPr/>
        </p:nvSpPr>
        <p:spPr>
          <a:xfrm>
            <a:off x="1295400" y="4857750"/>
            <a:ext cx="4495800" cy="1047750"/>
          </a:xfrm>
          <a:prstGeom prst="rect">
            <a:avLst/>
          </a:prstGeom>
          <a:noFill/>
          <a:ln/>
        </p:spPr>
        <p:txBody>
          <a:bodyPr wrap="square" lIns="0" tIns="0" rIns="0" bIns="0" rtlCol="0" anchor="t"/>
          <a:lstStyle/>
          <a:p>
            <a:pPr algn="l" indent="0" marL="0">
              <a:buNone/>
            </a:pPr>
            <a:r>
              <a:rPr lang="en-US" sz="2700" b="1" dirty="0" spc="-1" kern="0">
                <a:solidFill>
                  <a:srgbClr val="F3EEE3"/>
                </a:solidFill>
                <a:latin typeface="Noto Sans JP" pitchFamily="34" charset="0"/>
                <a:ea typeface="Noto Sans JP" pitchFamily="34" charset="-122"/>
                <a:cs typeface="Noto Sans JP" pitchFamily="34" charset="-120"/>
              </a:rPr>
              <a:t>NH3の</a:t>
            </a:r>
            <a:r>
              <a:rPr lang="en-US" sz="2700" b="1" dirty="0" spc="0" kern="0">
                <a:solidFill>
                  <a:srgbClr val="F3EEE3"/>
                </a:solidFill>
                <a:latin typeface="Noto Sans JP" pitchFamily="34" charset="0"/>
                <a:ea typeface="Noto Sans JP" pitchFamily="34" charset="-122"/>
                <a:cs typeface="Noto Sans JP" pitchFamily="34" charset="-120"/>
              </a:rPr>
              <a:t> 酸化</a:t>
            </a:r>
            <a:endParaRPr lang="en-US" sz="2700" dirty="0"/>
          </a:p>
        </p:txBody>
      </p:sp>
      <p:sp>
        <p:nvSpPr>
          <p:cNvPr id="7" name="Text 5"/>
          <p:cNvSpPr/>
          <p:nvPr/>
        </p:nvSpPr>
        <p:spPr>
          <a:xfrm>
            <a:off x="1295400" y="6000750"/>
            <a:ext cx="4495800" cy="1905000"/>
          </a:xfrm>
          <a:prstGeom prst="rect">
            <a:avLst/>
          </a:prstGeom>
          <a:noFill/>
          <a:ln/>
        </p:spPr>
        <p:txBody>
          <a:bodyPr wrap="square" lIns="0" tIns="35947" rIns="0" bIns="-35947" rtlCol="0" anchor="t"/>
          <a:lstStyle/>
          <a:p>
            <a:pPr algn="l" indent="0" marL="0">
              <a:lnSpc>
                <a:spcPts val="3315"/>
              </a:lnSpc>
              <a:buNone/>
            </a:pPr>
            <a:r>
              <a:rPr lang="en-US" sz="2550" dirty="0" spc="3" kern="0">
                <a:solidFill>
                  <a:srgbClr val="9AA0B5"/>
                </a:solidFill>
                <a:latin typeface="Noto Sans JP" pitchFamily="34" charset="0"/>
                <a:ea typeface="Noto Sans JP" pitchFamily="34" charset="-122"/>
                <a:cs typeface="Noto Sans JP" pitchFamily="34" charset="-120"/>
              </a:rPr>
              <a:t>4</a:t>
            </a:r>
            <a:r>
              <a:rPr lang="en-US" sz="2550" dirty="0" spc="0" kern="0">
                <a:solidFill>
                  <a:srgbClr val="9AA0B5"/>
                </a:solidFill>
                <a:latin typeface="Noto Sans JP" pitchFamily="34" charset="0"/>
                <a:ea typeface="Noto Sans JP" pitchFamily="34" charset="-122"/>
                <a:cs typeface="Noto Sans JP" pitchFamily="34" charset="-120"/>
              </a:rPr>
              <a:t> NH3＋5</a:t>
            </a:r>
            <a:r>
              <a:rPr lang="en-US" sz="2550" dirty="0" spc="2" kern="0">
                <a:solidFill>
                  <a:srgbClr val="9AA0B5"/>
                </a:solidFill>
                <a:latin typeface="Noto Sans JP" pitchFamily="34" charset="0"/>
                <a:ea typeface="Noto Sans JP" pitchFamily="34" charset="-122"/>
                <a:cs typeface="Noto Sans JP" pitchFamily="34" charset="-120"/>
              </a:rPr>
              <a:t> O2</a:t>
            </a:r>
            <a:r>
              <a:rPr lang="en-US" sz="2550" dirty="0" spc="-2" kern="0">
                <a:solidFill>
                  <a:srgbClr val="9AA0B5"/>
                </a:solidFill>
                <a:latin typeface="Noto Sans JP" pitchFamily="34" charset="0"/>
                <a:ea typeface="Noto Sans JP" pitchFamily="34" charset="-122"/>
                <a:cs typeface="Noto Sans JP" pitchFamily="34" charset="-120"/>
              </a:rPr>
              <a:t> →</a:t>
            </a:r>
            <a:r>
              <a:rPr lang="en-US" sz="2550" dirty="0" spc="-1" kern="0">
                <a:solidFill>
                  <a:srgbClr val="9AA0B5"/>
                </a:solidFill>
                <a:latin typeface="Noto Sans JP" pitchFamily="34" charset="0"/>
                <a:ea typeface="Noto Sans JP" pitchFamily="34" charset="-122"/>
                <a:cs typeface="Noto Sans JP" pitchFamily="34" charset="-120"/>
              </a:rPr>
              <a:t> 4</a:t>
            </a:r>
            <a:r>
              <a:rPr lang="en-US" sz="2550" dirty="0" spc="2" kern="0">
                <a:solidFill>
                  <a:srgbClr val="9AA0B5"/>
                </a:solidFill>
                <a:latin typeface="Noto Sans JP" pitchFamily="34" charset="0"/>
                <a:ea typeface="Noto Sans JP" pitchFamily="34" charset="-122"/>
                <a:cs typeface="Noto Sans JP" pitchFamily="34" charset="-120"/>
              </a:rPr>
              <a:t> NO＋6</a:t>
            </a:r>
            <a:r>
              <a:rPr lang="en-US" sz="2550" dirty="0" spc="-1" kern="0">
                <a:solidFill>
                  <a:srgbClr val="9AA0B5"/>
                </a:solidFill>
                <a:latin typeface="Noto Sans JP" pitchFamily="34" charset="0"/>
                <a:ea typeface="Noto Sans JP" pitchFamily="34" charset="-122"/>
                <a:cs typeface="Noto Sans JP" pitchFamily="34" charset="-120"/>
              </a:rPr>
              <a:t> H2O。 温度: 未確認[S14]</a:t>
            </a:r>
            <a:endParaRPr lang="en-US" sz="2550" dirty="0"/>
          </a:p>
        </p:txBody>
      </p:sp>
      <p:sp>
        <p:nvSpPr>
          <p:cNvPr id="8" name="Shape 6"/>
          <p:cNvSpPr/>
          <p:nvPr/>
        </p:nvSpPr>
        <p:spPr>
          <a:xfrm>
            <a:off x="6515100" y="3048000"/>
            <a:ext cx="5257800" cy="4953000"/>
          </a:xfrm>
          <a:prstGeom prst="roundRect">
            <a:avLst>
              <a:gd name="adj" fmla="val 5385"/>
            </a:avLst>
          </a:prstGeom>
          <a:solidFill>
            <a:srgbClr val="1E212B"/>
          </a:solidFill>
          <a:ln/>
        </p:spPr>
      </p:sp>
      <p:sp>
        <p:nvSpPr>
          <p:cNvPr id="9" name="Shape 7"/>
          <p:cNvSpPr/>
          <p:nvPr/>
        </p:nvSpPr>
        <p:spPr>
          <a:xfrm>
            <a:off x="6515100" y="3048000"/>
            <a:ext cx="5257800" cy="152400"/>
          </a:xfrm>
          <a:prstGeom prst="roundRect">
            <a:avLst>
              <a:gd name="adj" fmla="val 50000"/>
            </a:avLst>
          </a:prstGeom>
          <a:solidFill>
            <a:srgbClr val="FF6A4D"/>
          </a:solidFill>
          <a:ln/>
        </p:spPr>
      </p:sp>
      <p:sp>
        <p:nvSpPr>
          <p:cNvPr id="10" name="Text 8"/>
          <p:cNvSpPr/>
          <p:nvPr/>
        </p:nvSpPr>
        <p:spPr>
          <a:xfrm>
            <a:off x="6896100" y="3543300"/>
            <a:ext cx="4495800" cy="1238250"/>
          </a:xfrm>
          <a:prstGeom prst="rect">
            <a:avLst/>
          </a:prstGeom>
          <a:noFill/>
          <a:ln/>
        </p:spPr>
        <p:txBody>
          <a:bodyPr wrap="square" lIns="0" tIns="0" rIns="0" bIns="0" rtlCol="0" anchor="ctr"/>
          <a:lstStyle/>
          <a:p>
            <a:pPr algn="l" indent="0" marL="0">
              <a:buNone/>
            </a:pPr>
            <a:r>
              <a:rPr lang="en-US" sz="7200" dirty="0" kern="0">
                <a:solidFill>
                  <a:srgbClr val="FF6A4D"/>
                </a:solidFill>
                <a:latin typeface="Noto Sans JP ExtraBold" pitchFamily="34" charset="0"/>
                <a:ea typeface="Noto Sans JP ExtraBold" pitchFamily="34" charset="-122"/>
                <a:cs typeface="Noto Sans JP ExtraBold" pitchFamily="34" charset="-120"/>
              </a:rPr>
              <a:t>02</a:t>
            </a:r>
            <a:endParaRPr lang="en-US" sz="7200" dirty="0"/>
          </a:p>
        </p:txBody>
      </p:sp>
      <p:sp>
        <p:nvSpPr>
          <p:cNvPr id="11" name="Text 9"/>
          <p:cNvSpPr/>
          <p:nvPr/>
        </p:nvSpPr>
        <p:spPr>
          <a:xfrm>
            <a:off x="6896100" y="4857750"/>
            <a:ext cx="4495800" cy="1047750"/>
          </a:xfrm>
          <a:prstGeom prst="rect">
            <a:avLst/>
          </a:prstGeom>
          <a:noFill/>
          <a:ln/>
        </p:spPr>
        <p:txBody>
          <a:bodyPr wrap="square" lIns="0" tIns="0" rIns="0" bIns="0" rtlCol="0" anchor="t"/>
          <a:lstStyle/>
          <a:p>
            <a:pPr algn="l" indent="0" marL="0">
              <a:buNone/>
            </a:pPr>
            <a:r>
              <a:rPr lang="en-US" sz="2700" b="1" dirty="0" kern="0">
                <a:solidFill>
                  <a:srgbClr val="F3EEE3"/>
                </a:solidFill>
                <a:latin typeface="Noto Sans JP" pitchFamily="34" charset="0"/>
                <a:ea typeface="Noto Sans JP" pitchFamily="34" charset="-122"/>
                <a:cs typeface="Noto Sans JP" pitchFamily="34" charset="-120"/>
              </a:rPr>
              <a:t>低温側</a:t>
            </a:r>
            <a:endParaRPr lang="en-US" sz="2700" dirty="0"/>
          </a:p>
        </p:txBody>
      </p:sp>
      <p:sp>
        <p:nvSpPr>
          <p:cNvPr id="12" name="Text 10"/>
          <p:cNvSpPr/>
          <p:nvPr/>
        </p:nvSpPr>
        <p:spPr>
          <a:xfrm>
            <a:off x="6896100" y="6000750"/>
            <a:ext cx="4495800" cy="1905000"/>
          </a:xfrm>
          <a:prstGeom prst="rect">
            <a:avLst/>
          </a:prstGeom>
          <a:noFill/>
          <a:ln/>
        </p:spPr>
        <p:txBody>
          <a:bodyPr wrap="square" lIns="0" tIns="35947" rIns="0" bIns="-35947" rtlCol="0" anchor="t"/>
          <a:lstStyle/>
          <a:p>
            <a:pPr algn="l" indent="0" marL="0">
              <a:lnSpc>
                <a:spcPts val="3315"/>
              </a:lnSpc>
              <a:buNone/>
            </a:pPr>
            <a:r>
              <a:rPr lang="en-US" sz="2550" dirty="0" spc="-11" kern="0">
                <a:solidFill>
                  <a:srgbClr val="9AA0B5"/>
                </a:solidFill>
                <a:latin typeface="Noto Sans JP" pitchFamily="34" charset="0"/>
                <a:ea typeface="Noto Sans JP" pitchFamily="34" charset="-122"/>
                <a:cs typeface="Noto Sans JP" pitchFamily="34" charset="-120"/>
              </a:rPr>
              <a:t>硝酸アンモニウムは</a:t>
            </a:r>
            <a:r>
              <a:rPr lang="en-US" sz="2550" dirty="0" spc="1" kern="0">
                <a:solidFill>
                  <a:srgbClr val="9AA0B5"/>
                </a:solidFill>
                <a:latin typeface="Noto Sans JP" pitchFamily="34" charset="0"/>
                <a:ea typeface="Noto Sans JP" pitchFamily="34" charset="-122"/>
                <a:cs typeface="Noto Sans JP" pitchFamily="34" charset="-120"/>
              </a:rPr>
              <a:t> 約100〜200°C未満、</a:t>
            </a:r>
            <a:r>
              <a:rPr lang="en-US" sz="2550" dirty="0" spc="-10" kern="0">
                <a:solidFill>
                  <a:srgbClr val="9AA0B5"/>
                </a:solidFill>
                <a:latin typeface="Noto Sans JP" pitchFamily="34" charset="0"/>
                <a:ea typeface="Noto Sans JP" pitchFamily="34" charset="-122"/>
                <a:cs typeface="Noto Sans JP" pitchFamily="34" charset="-120"/>
              </a:rPr>
              <a:t> 硫酸アンモニウムは</a:t>
            </a:r>
            <a:r>
              <a:rPr lang="en-US" sz="2550" dirty="0" spc="1" kern="0">
                <a:solidFill>
                  <a:srgbClr val="9AA0B5"/>
                </a:solidFill>
                <a:latin typeface="Noto Sans JP" pitchFamily="34" charset="0"/>
                <a:ea typeface="Noto Sans JP" pitchFamily="34" charset="-122"/>
                <a:cs typeface="Noto Sans JP" pitchFamily="34" charset="-120"/>
              </a:rPr>
              <a:t> 約250°C未満[S14]</a:t>
            </a:r>
            <a:endParaRPr lang="en-US" sz="2550" dirty="0"/>
          </a:p>
        </p:txBody>
      </p:sp>
      <p:sp>
        <p:nvSpPr>
          <p:cNvPr id="13" name="Shape 11"/>
          <p:cNvSpPr/>
          <p:nvPr/>
        </p:nvSpPr>
        <p:spPr>
          <a:xfrm>
            <a:off x="12115800" y="3048000"/>
            <a:ext cx="5257800" cy="4953000"/>
          </a:xfrm>
          <a:prstGeom prst="roundRect">
            <a:avLst>
              <a:gd name="adj" fmla="val 5385"/>
            </a:avLst>
          </a:prstGeom>
          <a:solidFill>
            <a:srgbClr val="1E212B"/>
          </a:solidFill>
          <a:ln/>
        </p:spPr>
      </p:sp>
      <p:sp>
        <p:nvSpPr>
          <p:cNvPr id="14" name="Shape 12"/>
          <p:cNvSpPr/>
          <p:nvPr/>
        </p:nvSpPr>
        <p:spPr>
          <a:xfrm>
            <a:off x="12115800" y="3048000"/>
            <a:ext cx="5257800" cy="152400"/>
          </a:xfrm>
          <a:prstGeom prst="roundRect">
            <a:avLst>
              <a:gd name="adj" fmla="val 50000"/>
            </a:avLst>
          </a:prstGeom>
          <a:solidFill>
            <a:srgbClr val="7C93FF"/>
          </a:solidFill>
          <a:ln/>
        </p:spPr>
      </p:sp>
      <p:sp>
        <p:nvSpPr>
          <p:cNvPr id="15" name="Text 13"/>
          <p:cNvSpPr/>
          <p:nvPr/>
        </p:nvSpPr>
        <p:spPr>
          <a:xfrm>
            <a:off x="12496800" y="3543300"/>
            <a:ext cx="4495800" cy="1238250"/>
          </a:xfrm>
          <a:prstGeom prst="rect">
            <a:avLst/>
          </a:prstGeom>
          <a:noFill/>
          <a:ln/>
        </p:spPr>
        <p:txBody>
          <a:bodyPr wrap="square" lIns="0" tIns="0" rIns="0" bIns="0" rtlCol="0" anchor="ctr"/>
          <a:lstStyle/>
          <a:p>
            <a:pPr algn="l" indent="0" marL="0">
              <a:buNone/>
            </a:pPr>
            <a:r>
              <a:rPr lang="en-US" sz="7200" dirty="0" kern="0">
                <a:solidFill>
                  <a:srgbClr val="7C93FF"/>
                </a:solidFill>
                <a:latin typeface="Noto Sans JP ExtraBold" pitchFamily="34" charset="0"/>
                <a:ea typeface="Noto Sans JP ExtraBold" pitchFamily="34" charset="-122"/>
                <a:cs typeface="Noto Sans JP ExtraBold" pitchFamily="34" charset="-120"/>
              </a:rPr>
              <a:t>03</a:t>
            </a:r>
            <a:endParaRPr lang="en-US" sz="7200" dirty="0"/>
          </a:p>
        </p:txBody>
      </p:sp>
      <p:sp>
        <p:nvSpPr>
          <p:cNvPr id="16" name="Text 14"/>
          <p:cNvSpPr/>
          <p:nvPr/>
        </p:nvSpPr>
        <p:spPr>
          <a:xfrm>
            <a:off x="12496800" y="4857750"/>
            <a:ext cx="4495800" cy="1047750"/>
          </a:xfrm>
          <a:prstGeom prst="rect">
            <a:avLst/>
          </a:prstGeom>
          <a:noFill/>
          <a:ln/>
        </p:spPr>
        <p:txBody>
          <a:bodyPr wrap="square" lIns="0" tIns="0" rIns="0" bIns="0" rtlCol="0" anchor="t"/>
          <a:lstStyle/>
          <a:p>
            <a:pPr algn="l" indent="0" marL="0">
              <a:buNone/>
            </a:pPr>
            <a:r>
              <a:rPr lang="en-US" sz="2700" b="1" dirty="0" kern="0">
                <a:solidFill>
                  <a:srgbClr val="F3EEE3"/>
                </a:solidFill>
                <a:latin typeface="Noto Sans JP" pitchFamily="34" charset="0"/>
                <a:ea typeface="Noto Sans JP" pitchFamily="34" charset="-122"/>
                <a:cs typeface="Noto Sans JP" pitchFamily="34" charset="-120"/>
              </a:rPr>
              <a:t>ASC</a:t>
            </a:r>
            <a:endParaRPr lang="en-US" sz="2700" dirty="0"/>
          </a:p>
        </p:txBody>
      </p:sp>
      <p:sp>
        <p:nvSpPr>
          <p:cNvPr id="17" name="Text 15"/>
          <p:cNvSpPr/>
          <p:nvPr/>
        </p:nvSpPr>
        <p:spPr>
          <a:xfrm>
            <a:off x="12496800" y="6000750"/>
            <a:ext cx="4495800" cy="1905000"/>
          </a:xfrm>
          <a:prstGeom prst="rect">
            <a:avLst/>
          </a:prstGeom>
          <a:noFill/>
          <a:ln/>
        </p:spPr>
        <p:txBody>
          <a:bodyPr wrap="square" lIns="0" tIns="35947" rIns="0" bIns="-35947" rtlCol="0" anchor="t"/>
          <a:lstStyle/>
          <a:p>
            <a:pPr algn="l" indent="0" marL="0">
              <a:lnSpc>
                <a:spcPts val="3315"/>
              </a:lnSpc>
              <a:buNone/>
            </a:pPr>
            <a:r>
              <a:rPr lang="en-US" sz="2550" dirty="0" spc="-2" kern="0">
                <a:solidFill>
                  <a:srgbClr val="9AA0B5"/>
                </a:solidFill>
                <a:latin typeface="Noto Sans JP" pitchFamily="34" charset="0"/>
                <a:ea typeface="Noto Sans JP" pitchFamily="34" charset="-122"/>
                <a:cs typeface="Noto Sans JP" pitchFamily="34" charset="-120"/>
              </a:rPr>
              <a:t>SCR後に</a:t>
            </a:r>
            <a:r>
              <a:rPr lang="en-US" sz="2550" dirty="0" spc="-1" kern="0">
                <a:solidFill>
                  <a:srgbClr val="9AA0B5"/>
                </a:solidFill>
                <a:latin typeface="Noto Sans JP" pitchFamily="34" charset="0"/>
                <a:ea typeface="Noto Sans JP" pitchFamily="34" charset="-122"/>
                <a:cs typeface="Noto Sans JP" pitchFamily="34" charset="-120"/>
              </a:rPr>
              <a:t> 余った</a:t>
            </a:r>
            <a:r>
              <a:rPr lang="en-US" sz="2550" dirty="0" spc="0" kern="0">
                <a:solidFill>
                  <a:srgbClr val="9AA0B5"/>
                </a:solidFill>
                <a:latin typeface="Noto Sans JP" pitchFamily="34" charset="0"/>
                <a:ea typeface="Noto Sans JP" pitchFamily="34" charset="-122"/>
                <a:cs typeface="Noto Sans JP" pitchFamily="34" charset="-120"/>
              </a:rPr>
              <a:t> NH3を</a:t>
            </a:r>
            <a:r>
              <a:rPr lang="en-US" sz="2550" dirty="0" spc="-1" kern="0">
                <a:solidFill>
                  <a:srgbClr val="9AA0B5"/>
                </a:solidFill>
                <a:latin typeface="Noto Sans JP" pitchFamily="34" charset="0"/>
                <a:ea typeface="Noto Sans JP" pitchFamily="34" charset="-122"/>
                <a:cs typeface="Noto Sans JP" pitchFamily="34" charset="-120"/>
              </a:rPr>
              <a:t> 酸化。 一部の 用途では</a:t>
            </a:r>
            <a:r>
              <a:rPr lang="en-US" sz="2550" dirty="0" spc="1" kern="0">
                <a:solidFill>
                  <a:srgbClr val="9AA0B5"/>
                </a:solidFill>
                <a:latin typeface="Noto Sans JP" pitchFamily="34" charset="0"/>
                <a:ea typeface="Noto Sans JP" pitchFamily="34" charset="-122"/>
                <a:cs typeface="Noto Sans JP" pitchFamily="34" charset="-120"/>
              </a:rPr>
              <a:t> NH3スリップ10</a:t>
            </a:r>
            <a:r>
              <a:rPr lang="en-US" sz="2550" dirty="0" spc="0" kern="0">
                <a:solidFill>
                  <a:srgbClr val="9AA0B5"/>
                </a:solidFill>
                <a:latin typeface="Noto Sans JP" pitchFamily="34" charset="0"/>
                <a:ea typeface="Noto Sans JP" pitchFamily="34" charset="-122"/>
                <a:cs typeface="Noto Sans JP" pitchFamily="34" charset="-120"/>
              </a:rPr>
              <a:t> ppm[S14]</a:t>
            </a:r>
            <a:endParaRPr lang="en-US" sz="2550" dirty="0"/>
          </a:p>
        </p:txBody>
      </p:sp>
      <p:sp>
        <p:nvSpPr>
          <p:cNvPr id="18" name="Text 16"/>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1" kern="0">
                <a:solidFill>
                  <a:srgbClr val="9AA0B5"/>
                </a:solidFill>
                <a:latin typeface="Noto Sans JP" pitchFamily="34" charset="0"/>
                <a:ea typeface="Noto Sans JP" pitchFamily="34" charset="-122"/>
                <a:cs typeface="Noto Sans JP" pitchFamily="34" charset="-120"/>
              </a:rPr>
              <a:t> [S14]</a:t>
            </a:r>
            <a:endParaRPr lang="en-US" sz="1800" dirty="0"/>
          </a:p>
        </p:txBody>
      </p:sp>
      <p:sp>
        <p:nvSpPr>
          <p:cNvPr id="19" name="Shape 17"/>
          <p:cNvSpPr/>
          <p:nvPr/>
        </p:nvSpPr>
        <p:spPr>
          <a:xfrm>
            <a:off x="960711" y="9580836"/>
            <a:ext cx="78828" cy="78828"/>
          </a:xfrm>
          <a:prstGeom prst="ellipse">
            <a:avLst/>
          </a:prstGeom>
          <a:solidFill>
            <a:srgbClr val="F3EEE3">
              <a:alpha val="28000"/>
            </a:srgbClr>
          </a:solidFill>
          <a:ln/>
        </p:spPr>
      </p:sp>
      <p:sp>
        <p:nvSpPr>
          <p:cNvPr id="20" name="Shape 18"/>
          <p:cNvSpPr/>
          <p:nvPr/>
        </p:nvSpPr>
        <p:spPr>
          <a:xfrm>
            <a:off x="1118366" y="9580836"/>
            <a:ext cx="78828" cy="78828"/>
          </a:xfrm>
          <a:prstGeom prst="ellipse">
            <a:avLst/>
          </a:prstGeom>
          <a:solidFill>
            <a:srgbClr val="F3EEE3">
              <a:alpha val="28000"/>
            </a:srgbClr>
          </a:solidFill>
          <a:ln/>
        </p:spPr>
      </p:sp>
      <p:sp>
        <p:nvSpPr>
          <p:cNvPr id="21" name="Shape 19"/>
          <p:cNvSpPr/>
          <p:nvPr/>
        </p:nvSpPr>
        <p:spPr>
          <a:xfrm>
            <a:off x="1276021" y="9580836"/>
            <a:ext cx="78828" cy="78828"/>
          </a:xfrm>
          <a:prstGeom prst="ellipse">
            <a:avLst/>
          </a:prstGeom>
          <a:solidFill>
            <a:srgbClr val="F3EEE3">
              <a:alpha val="28000"/>
            </a:srgbClr>
          </a:solidFill>
          <a:ln/>
        </p:spPr>
      </p:sp>
      <p:sp>
        <p:nvSpPr>
          <p:cNvPr id="22" name="Shape 20"/>
          <p:cNvSpPr/>
          <p:nvPr/>
        </p:nvSpPr>
        <p:spPr>
          <a:xfrm>
            <a:off x="1433676" y="9580836"/>
            <a:ext cx="78828" cy="78828"/>
          </a:xfrm>
          <a:prstGeom prst="ellipse">
            <a:avLst/>
          </a:prstGeom>
          <a:solidFill>
            <a:srgbClr val="F3EEE3">
              <a:alpha val="28000"/>
            </a:srgbClr>
          </a:solidFill>
          <a:ln/>
        </p:spPr>
      </p:sp>
      <p:sp>
        <p:nvSpPr>
          <p:cNvPr id="23" name="Shape 21"/>
          <p:cNvSpPr/>
          <p:nvPr/>
        </p:nvSpPr>
        <p:spPr>
          <a:xfrm>
            <a:off x="1591331" y="9580836"/>
            <a:ext cx="78828" cy="78828"/>
          </a:xfrm>
          <a:prstGeom prst="ellipse">
            <a:avLst/>
          </a:prstGeom>
          <a:solidFill>
            <a:srgbClr val="F3EEE3">
              <a:alpha val="28000"/>
            </a:srgbClr>
          </a:solidFill>
          <a:ln/>
        </p:spPr>
      </p:sp>
      <p:sp>
        <p:nvSpPr>
          <p:cNvPr id="24" name="Shape 22"/>
          <p:cNvSpPr/>
          <p:nvPr/>
        </p:nvSpPr>
        <p:spPr>
          <a:xfrm>
            <a:off x="1748986" y="9580836"/>
            <a:ext cx="78828" cy="78828"/>
          </a:xfrm>
          <a:prstGeom prst="ellipse">
            <a:avLst/>
          </a:prstGeom>
          <a:solidFill>
            <a:srgbClr val="F3EEE3">
              <a:alpha val="28000"/>
            </a:srgbClr>
          </a:solidFill>
          <a:ln/>
        </p:spPr>
      </p:sp>
      <p:sp>
        <p:nvSpPr>
          <p:cNvPr id="25" name="Shape 23"/>
          <p:cNvSpPr/>
          <p:nvPr/>
        </p:nvSpPr>
        <p:spPr>
          <a:xfrm>
            <a:off x="1906641" y="9580836"/>
            <a:ext cx="78828" cy="78828"/>
          </a:xfrm>
          <a:prstGeom prst="ellipse">
            <a:avLst/>
          </a:prstGeom>
          <a:solidFill>
            <a:srgbClr val="F3EEE3">
              <a:alpha val="28000"/>
            </a:srgbClr>
          </a:solidFill>
          <a:ln/>
        </p:spPr>
      </p:sp>
      <p:sp>
        <p:nvSpPr>
          <p:cNvPr id="26" name="Shape 24"/>
          <p:cNvSpPr/>
          <p:nvPr/>
        </p:nvSpPr>
        <p:spPr>
          <a:xfrm>
            <a:off x="2064296" y="9580836"/>
            <a:ext cx="78828" cy="78828"/>
          </a:xfrm>
          <a:prstGeom prst="ellipse">
            <a:avLst/>
          </a:prstGeom>
          <a:solidFill>
            <a:srgbClr val="F3EEE3">
              <a:alpha val="28000"/>
            </a:srgbClr>
          </a:solidFill>
          <a:ln/>
        </p:spPr>
      </p:sp>
      <p:sp>
        <p:nvSpPr>
          <p:cNvPr id="27" name="Shape 25"/>
          <p:cNvSpPr/>
          <p:nvPr/>
        </p:nvSpPr>
        <p:spPr>
          <a:xfrm>
            <a:off x="2221951" y="9580836"/>
            <a:ext cx="78828" cy="78828"/>
          </a:xfrm>
          <a:prstGeom prst="ellipse">
            <a:avLst/>
          </a:prstGeom>
          <a:solidFill>
            <a:srgbClr val="F3EEE3">
              <a:alpha val="28000"/>
            </a:srgbClr>
          </a:solidFill>
          <a:ln/>
        </p:spPr>
      </p:sp>
      <p:sp>
        <p:nvSpPr>
          <p:cNvPr id="28" name="Shape 26"/>
          <p:cNvSpPr/>
          <p:nvPr/>
        </p:nvSpPr>
        <p:spPr>
          <a:xfrm>
            <a:off x="2379606" y="9580836"/>
            <a:ext cx="78828" cy="78828"/>
          </a:xfrm>
          <a:prstGeom prst="ellipse">
            <a:avLst/>
          </a:prstGeom>
          <a:solidFill>
            <a:srgbClr val="F3EEE3">
              <a:alpha val="28000"/>
            </a:srgbClr>
          </a:solidFill>
          <a:ln/>
        </p:spPr>
      </p:sp>
      <p:sp>
        <p:nvSpPr>
          <p:cNvPr id="29" name="Shape 27"/>
          <p:cNvSpPr/>
          <p:nvPr/>
        </p:nvSpPr>
        <p:spPr>
          <a:xfrm>
            <a:off x="2537261" y="9580836"/>
            <a:ext cx="78828" cy="78828"/>
          </a:xfrm>
          <a:prstGeom prst="ellipse">
            <a:avLst/>
          </a:prstGeom>
          <a:solidFill>
            <a:srgbClr val="F3EEE3">
              <a:alpha val="28000"/>
            </a:srgbClr>
          </a:solidFill>
          <a:ln/>
        </p:spPr>
      </p:sp>
      <p:sp>
        <p:nvSpPr>
          <p:cNvPr id="30" name="Shape 28"/>
          <p:cNvSpPr/>
          <p:nvPr/>
        </p:nvSpPr>
        <p:spPr>
          <a:xfrm>
            <a:off x="2694916" y="9580836"/>
            <a:ext cx="78828" cy="78828"/>
          </a:xfrm>
          <a:prstGeom prst="ellipse">
            <a:avLst/>
          </a:prstGeom>
          <a:solidFill>
            <a:srgbClr val="F3EEE3">
              <a:alpha val="28000"/>
            </a:srgbClr>
          </a:solidFill>
          <a:ln/>
        </p:spPr>
      </p:sp>
      <p:sp>
        <p:nvSpPr>
          <p:cNvPr id="31" name="Shape 29"/>
          <p:cNvSpPr/>
          <p:nvPr/>
        </p:nvSpPr>
        <p:spPr>
          <a:xfrm>
            <a:off x="2852571" y="9580836"/>
            <a:ext cx="78828" cy="78828"/>
          </a:xfrm>
          <a:prstGeom prst="ellipse">
            <a:avLst/>
          </a:prstGeom>
          <a:solidFill>
            <a:srgbClr val="F3EEE3">
              <a:alpha val="28000"/>
            </a:srgbClr>
          </a:solidFill>
          <a:ln/>
        </p:spPr>
      </p:sp>
      <p:sp>
        <p:nvSpPr>
          <p:cNvPr id="32" name="Shape 30"/>
          <p:cNvSpPr/>
          <p:nvPr/>
        </p:nvSpPr>
        <p:spPr>
          <a:xfrm>
            <a:off x="3010225" y="9580836"/>
            <a:ext cx="78828" cy="78828"/>
          </a:xfrm>
          <a:prstGeom prst="ellipse">
            <a:avLst/>
          </a:prstGeom>
          <a:solidFill>
            <a:srgbClr val="F3EEE3">
              <a:alpha val="28000"/>
            </a:srgbClr>
          </a:solidFill>
          <a:ln/>
        </p:spPr>
      </p:sp>
      <p:sp>
        <p:nvSpPr>
          <p:cNvPr id="33" name="Shape 31"/>
          <p:cNvSpPr/>
          <p:nvPr/>
        </p:nvSpPr>
        <p:spPr>
          <a:xfrm>
            <a:off x="3167880" y="9580836"/>
            <a:ext cx="78828" cy="78828"/>
          </a:xfrm>
          <a:prstGeom prst="ellipse">
            <a:avLst/>
          </a:prstGeom>
          <a:solidFill>
            <a:srgbClr val="F3EEE3">
              <a:alpha val="28000"/>
            </a:srgbClr>
          </a:solidFill>
          <a:ln/>
        </p:spPr>
      </p:sp>
      <p:sp>
        <p:nvSpPr>
          <p:cNvPr id="34" name="Shape 32"/>
          <p:cNvSpPr/>
          <p:nvPr/>
        </p:nvSpPr>
        <p:spPr>
          <a:xfrm>
            <a:off x="3325535" y="9580836"/>
            <a:ext cx="78828" cy="78828"/>
          </a:xfrm>
          <a:prstGeom prst="ellipse">
            <a:avLst/>
          </a:prstGeom>
          <a:solidFill>
            <a:srgbClr val="F3EEE3">
              <a:alpha val="28000"/>
            </a:srgbClr>
          </a:solidFill>
          <a:ln/>
        </p:spPr>
      </p:sp>
      <p:sp>
        <p:nvSpPr>
          <p:cNvPr id="35" name="Shape 33"/>
          <p:cNvSpPr/>
          <p:nvPr/>
        </p:nvSpPr>
        <p:spPr>
          <a:xfrm>
            <a:off x="3483190" y="9580836"/>
            <a:ext cx="78828" cy="78828"/>
          </a:xfrm>
          <a:prstGeom prst="ellipse">
            <a:avLst/>
          </a:prstGeom>
          <a:solidFill>
            <a:srgbClr val="F3EEE3">
              <a:alpha val="28000"/>
            </a:srgbClr>
          </a:solidFill>
          <a:ln/>
        </p:spPr>
      </p:sp>
      <p:sp>
        <p:nvSpPr>
          <p:cNvPr id="36" name="Shape 34"/>
          <p:cNvSpPr/>
          <p:nvPr/>
        </p:nvSpPr>
        <p:spPr>
          <a:xfrm>
            <a:off x="3640845" y="9580836"/>
            <a:ext cx="78828" cy="78828"/>
          </a:xfrm>
          <a:prstGeom prst="ellipse">
            <a:avLst/>
          </a:prstGeom>
          <a:solidFill>
            <a:srgbClr val="F3EEE3">
              <a:alpha val="28000"/>
            </a:srgbClr>
          </a:solidFill>
          <a:ln/>
        </p:spPr>
      </p:sp>
      <p:sp>
        <p:nvSpPr>
          <p:cNvPr id="37" name="Shape 35"/>
          <p:cNvSpPr/>
          <p:nvPr/>
        </p:nvSpPr>
        <p:spPr>
          <a:xfrm>
            <a:off x="3798500" y="9580836"/>
            <a:ext cx="78828" cy="78828"/>
          </a:xfrm>
          <a:prstGeom prst="ellipse">
            <a:avLst/>
          </a:prstGeom>
          <a:solidFill>
            <a:srgbClr val="F3EEE3">
              <a:alpha val="28000"/>
            </a:srgbClr>
          </a:solidFill>
          <a:ln/>
        </p:spPr>
      </p:sp>
      <p:sp>
        <p:nvSpPr>
          <p:cNvPr id="38" name="Shape 36"/>
          <p:cNvSpPr/>
          <p:nvPr/>
        </p:nvSpPr>
        <p:spPr>
          <a:xfrm>
            <a:off x="3956155" y="9580836"/>
            <a:ext cx="78828" cy="78828"/>
          </a:xfrm>
          <a:prstGeom prst="ellipse">
            <a:avLst/>
          </a:prstGeom>
          <a:solidFill>
            <a:srgbClr val="F3EEE3">
              <a:alpha val="28000"/>
            </a:srgbClr>
          </a:solidFill>
          <a:ln/>
        </p:spPr>
      </p:sp>
      <p:sp>
        <p:nvSpPr>
          <p:cNvPr id="39" name="Shape 37"/>
          <p:cNvSpPr/>
          <p:nvPr/>
        </p:nvSpPr>
        <p:spPr>
          <a:xfrm>
            <a:off x="4113810" y="9580836"/>
            <a:ext cx="78828" cy="78828"/>
          </a:xfrm>
          <a:prstGeom prst="ellipse">
            <a:avLst/>
          </a:prstGeom>
          <a:solidFill>
            <a:srgbClr val="F3EEE3">
              <a:alpha val="28000"/>
            </a:srgbClr>
          </a:solidFill>
          <a:ln/>
        </p:spPr>
      </p:sp>
      <p:sp>
        <p:nvSpPr>
          <p:cNvPr id="40" name="Shape 38"/>
          <p:cNvSpPr/>
          <p:nvPr/>
        </p:nvSpPr>
        <p:spPr>
          <a:xfrm>
            <a:off x="4271465" y="9580836"/>
            <a:ext cx="78828" cy="78828"/>
          </a:xfrm>
          <a:prstGeom prst="ellipse">
            <a:avLst/>
          </a:prstGeom>
          <a:solidFill>
            <a:srgbClr val="F3EEE3">
              <a:alpha val="28000"/>
            </a:srgbClr>
          </a:solidFill>
          <a:ln/>
        </p:spPr>
      </p:sp>
      <p:sp>
        <p:nvSpPr>
          <p:cNvPr id="41" name="Shape 39"/>
          <p:cNvSpPr/>
          <p:nvPr/>
        </p:nvSpPr>
        <p:spPr>
          <a:xfrm>
            <a:off x="4429120" y="9580836"/>
            <a:ext cx="78828" cy="78828"/>
          </a:xfrm>
          <a:prstGeom prst="ellipse">
            <a:avLst/>
          </a:prstGeom>
          <a:solidFill>
            <a:srgbClr val="F3EEE3">
              <a:alpha val="28000"/>
            </a:srgbClr>
          </a:solidFill>
          <a:ln/>
        </p:spPr>
      </p:sp>
      <p:sp>
        <p:nvSpPr>
          <p:cNvPr id="42" name="Shape 40"/>
          <p:cNvSpPr/>
          <p:nvPr/>
        </p:nvSpPr>
        <p:spPr>
          <a:xfrm>
            <a:off x="4586775" y="9580836"/>
            <a:ext cx="78828" cy="78828"/>
          </a:xfrm>
          <a:prstGeom prst="ellipse">
            <a:avLst/>
          </a:prstGeom>
          <a:solidFill>
            <a:srgbClr val="F3EEE3">
              <a:alpha val="28000"/>
            </a:srgbClr>
          </a:solidFill>
          <a:ln/>
        </p:spPr>
      </p:sp>
      <p:sp>
        <p:nvSpPr>
          <p:cNvPr id="43" name="Shape 41"/>
          <p:cNvSpPr/>
          <p:nvPr/>
        </p:nvSpPr>
        <p:spPr>
          <a:xfrm>
            <a:off x="4744430" y="9580836"/>
            <a:ext cx="78828" cy="78828"/>
          </a:xfrm>
          <a:prstGeom prst="ellipse">
            <a:avLst/>
          </a:prstGeom>
          <a:solidFill>
            <a:srgbClr val="F3EEE3">
              <a:alpha val="28000"/>
            </a:srgbClr>
          </a:solidFill>
          <a:ln/>
        </p:spPr>
      </p:sp>
      <p:sp>
        <p:nvSpPr>
          <p:cNvPr id="44" name="Shape 42"/>
          <p:cNvSpPr/>
          <p:nvPr/>
        </p:nvSpPr>
        <p:spPr>
          <a:xfrm>
            <a:off x="4902085" y="9580836"/>
            <a:ext cx="78828" cy="78828"/>
          </a:xfrm>
          <a:prstGeom prst="ellipse">
            <a:avLst/>
          </a:prstGeom>
          <a:solidFill>
            <a:srgbClr val="F3EEE3">
              <a:alpha val="28000"/>
            </a:srgbClr>
          </a:solidFill>
          <a:ln/>
        </p:spPr>
      </p:sp>
      <p:sp>
        <p:nvSpPr>
          <p:cNvPr id="45" name="Shape 43"/>
          <p:cNvSpPr/>
          <p:nvPr/>
        </p:nvSpPr>
        <p:spPr>
          <a:xfrm>
            <a:off x="5059740" y="9580836"/>
            <a:ext cx="78828" cy="78828"/>
          </a:xfrm>
          <a:prstGeom prst="ellipse">
            <a:avLst/>
          </a:prstGeom>
          <a:solidFill>
            <a:srgbClr val="F3EEE3">
              <a:alpha val="28000"/>
            </a:srgbClr>
          </a:solidFill>
          <a:ln/>
        </p:spPr>
      </p:sp>
      <p:sp>
        <p:nvSpPr>
          <p:cNvPr id="46" name="Shape 44"/>
          <p:cNvSpPr/>
          <p:nvPr/>
        </p:nvSpPr>
        <p:spPr>
          <a:xfrm>
            <a:off x="5217395" y="9580836"/>
            <a:ext cx="78828" cy="78828"/>
          </a:xfrm>
          <a:prstGeom prst="ellipse">
            <a:avLst/>
          </a:prstGeom>
          <a:solidFill>
            <a:srgbClr val="F3EEE3">
              <a:alpha val="28000"/>
            </a:srgbClr>
          </a:solidFill>
          <a:ln/>
        </p:spPr>
      </p:sp>
      <p:sp>
        <p:nvSpPr>
          <p:cNvPr id="47" name="Shape 45"/>
          <p:cNvSpPr/>
          <p:nvPr/>
        </p:nvSpPr>
        <p:spPr>
          <a:xfrm>
            <a:off x="5375050" y="9580836"/>
            <a:ext cx="78828" cy="78828"/>
          </a:xfrm>
          <a:prstGeom prst="ellipse">
            <a:avLst/>
          </a:prstGeom>
          <a:solidFill>
            <a:srgbClr val="F3EEE3">
              <a:alpha val="28000"/>
            </a:srgbClr>
          </a:solidFill>
          <a:ln/>
        </p:spPr>
      </p:sp>
      <p:sp>
        <p:nvSpPr>
          <p:cNvPr id="48" name="Shape 46"/>
          <p:cNvSpPr/>
          <p:nvPr/>
        </p:nvSpPr>
        <p:spPr>
          <a:xfrm>
            <a:off x="5532705" y="9580836"/>
            <a:ext cx="78828" cy="78828"/>
          </a:xfrm>
          <a:prstGeom prst="ellipse">
            <a:avLst/>
          </a:prstGeom>
          <a:solidFill>
            <a:srgbClr val="F3EEE3">
              <a:alpha val="28000"/>
            </a:srgbClr>
          </a:solidFill>
          <a:ln/>
        </p:spPr>
      </p:sp>
      <p:sp>
        <p:nvSpPr>
          <p:cNvPr id="49" name="Shape 47"/>
          <p:cNvSpPr/>
          <p:nvPr/>
        </p:nvSpPr>
        <p:spPr>
          <a:xfrm>
            <a:off x="5690359" y="9580836"/>
            <a:ext cx="78828" cy="78828"/>
          </a:xfrm>
          <a:prstGeom prst="ellipse">
            <a:avLst/>
          </a:prstGeom>
          <a:solidFill>
            <a:srgbClr val="F3EEE3">
              <a:alpha val="28000"/>
            </a:srgbClr>
          </a:solidFill>
          <a:ln/>
        </p:spPr>
      </p:sp>
      <p:sp>
        <p:nvSpPr>
          <p:cNvPr id="50" name="Shape 48"/>
          <p:cNvSpPr/>
          <p:nvPr/>
        </p:nvSpPr>
        <p:spPr>
          <a:xfrm>
            <a:off x="5848014" y="9580836"/>
            <a:ext cx="78828" cy="78828"/>
          </a:xfrm>
          <a:prstGeom prst="ellipse">
            <a:avLst/>
          </a:prstGeom>
          <a:solidFill>
            <a:srgbClr val="F3EEE3">
              <a:alpha val="28000"/>
            </a:srgbClr>
          </a:solidFill>
          <a:ln/>
        </p:spPr>
      </p:sp>
      <p:sp>
        <p:nvSpPr>
          <p:cNvPr id="51" name="Shape 49"/>
          <p:cNvSpPr/>
          <p:nvPr/>
        </p:nvSpPr>
        <p:spPr>
          <a:xfrm>
            <a:off x="6005669" y="9580836"/>
            <a:ext cx="78828" cy="78828"/>
          </a:xfrm>
          <a:prstGeom prst="ellipse">
            <a:avLst/>
          </a:prstGeom>
          <a:solidFill>
            <a:srgbClr val="F3EEE3">
              <a:alpha val="28000"/>
            </a:srgbClr>
          </a:solidFill>
          <a:ln/>
        </p:spPr>
      </p:sp>
      <p:sp>
        <p:nvSpPr>
          <p:cNvPr id="52" name="Shape 50"/>
          <p:cNvSpPr/>
          <p:nvPr/>
        </p:nvSpPr>
        <p:spPr>
          <a:xfrm>
            <a:off x="6163324" y="9580836"/>
            <a:ext cx="78828" cy="78828"/>
          </a:xfrm>
          <a:prstGeom prst="ellipse">
            <a:avLst/>
          </a:prstGeom>
          <a:solidFill>
            <a:srgbClr val="F3EEE3">
              <a:alpha val="28000"/>
            </a:srgbClr>
          </a:solidFill>
          <a:ln/>
        </p:spPr>
      </p:sp>
      <p:sp>
        <p:nvSpPr>
          <p:cNvPr id="53" name="Shape 51"/>
          <p:cNvSpPr/>
          <p:nvPr/>
        </p:nvSpPr>
        <p:spPr>
          <a:xfrm>
            <a:off x="6320979" y="9580836"/>
            <a:ext cx="78828" cy="78828"/>
          </a:xfrm>
          <a:prstGeom prst="ellipse">
            <a:avLst/>
          </a:prstGeom>
          <a:solidFill>
            <a:srgbClr val="F3EEE3">
              <a:alpha val="28000"/>
            </a:srgbClr>
          </a:solidFill>
          <a:ln/>
        </p:spPr>
      </p:sp>
      <p:sp>
        <p:nvSpPr>
          <p:cNvPr id="54" name="Shape 52"/>
          <p:cNvSpPr/>
          <p:nvPr/>
        </p:nvSpPr>
        <p:spPr>
          <a:xfrm>
            <a:off x="6478634" y="9580836"/>
            <a:ext cx="78828" cy="78828"/>
          </a:xfrm>
          <a:prstGeom prst="ellipse">
            <a:avLst/>
          </a:prstGeom>
          <a:solidFill>
            <a:srgbClr val="F3EEE3">
              <a:alpha val="28000"/>
            </a:srgbClr>
          </a:solidFill>
          <a:ln/>
        </p:spPr>
      </p:sp>
      <p:sp>
        <p:nvSpPr>
          <p:cNvPr id="55" name="Shape 53"/>
          <p:cNvSpPr/>
          <p:nvPr/>
        </p:nvSpPr>
        <p:spPr>
          <a:xfrm>
            <a:off x="6623151" y="9567698"/>
            <a:ext cx="105103" cy="105103"/>
          </a:xfrm>
          <a:prstGeom prst="ellipse">
            <a:avLst/>
          </a:prstGeom>
          <a:solidFill>
            <a:srgbClr val="FF6A4D"/>
          </a:solidFill>
          <a:ln/>
        </p:spPr>
      </p:sp>
      <p:sp>
        <p:nvSpPr>
          <p:cNvPr id="56" name="Shape 54"/>
          <p:cNvSpPr/>
          <p:nvPr/>
        </p:nvSpPr>
        <p:spPr>
          <a:xfrm>
            <a:off x="6793944" y="9580836"/>
            <a:ext cx="78828" cy="78828"/>
          </a:xfrm>
          <a:prstGeom prst="ellipse">
            <a:avLst/>
          </a:prstGeom>
          <a:solidFill>
            <a:srgbClr val="F3EEE3">
              <a:alpha val="28000"/>
            </a:srgbClr>
          </a:solidFill>
          <a:ln/>
        </p:spPr>
      </p:sp>
      <p:sp>
        <p:nvSpPr>
          <p:cNvPr id="57" name="Shape 55"/>
          <p:cNvSpPr/>
          <p:nvPr/>
        </p:nvSpPr>
        <p:spPr>
          <a:xfrm>
            <a:off x="6951599" y="9580836"/>
            <a:ext cx="78828" cy="78828"/>
          </a:xfrm>
          <a:prstGeom prst="ellipse">
            <a:avLst/>
          </a:prstGeom>
          <a:solidFill>
            <a:srgbClr val="F3EEE3">
              <a:alpha val="28000"/>
            </a:srgbClr>
          </a:solidFill>
          <a:ln/>
        </p:spPr>
      </p:sp>
      <p:sp>
        <p:nvSpPr>
          <p:cNvPr id="58" name="Shape 56"/>
          <p:cNvSpPr/>
          <p:nvPr/>
        </p:nvSpPr>
        <p:spPr>
          <a:xfrm>
            <a:off x="7109254" y="9580836"/>
            <a:ext cx="78828" cy="78828"/>
          </a:xfrm>
          <a:prstGeom prst="ellipse">
            <a:avLst/>
          </a:prstGeom>
          <a:solidFill>
            <a:srgbClr val="F3EEE3">
              <a:alpha val="28000"/>
            </a:srgbClr>
          </a:solidFill>
          <a:ln/>
        </p:spPr>
      </p:sp>
      <p:sp>
        <p:nvSpPr>
          <p:cNvPr id="59" name="Shape 57"/>
          <p:cNvSpPr/>
          <p:nvPr/>
        </p:nvSpPr>
        <p:spPr>
          <a:xfrm>
            <a:off x="7266909" y="9580836"/>
            <a:ext cx="78828" cy="78828"/>
          </a:xfrm>
          <a:prstGeom prst="ellipse">
            <a:avLst/>
          </a:prstGeom>
          <a:solidFill>
            <a:srgbClr val="F3EEE3">
              <a:alpha val="28000"/>
            </a:srgbClr>
          </a:solidFill>
          <a:ln/>
        </p:spPr>
      </p:sp>
      <p:sp>
        <p:nvSpPr>
          <p:cNvPr id="60" name="Shape 58"/>
          <p:cNvSpPr/>
          <p:nvPr/>
        </p:nvSpPr>
        <p:spPr>
          <a:xfrm>
            <a:off x="7424564" y="9580836"/>
            <a:ext cx="78828" cy="78828"/>
          </a:xfrm>
          <a:prstGeom prst="ellipse">
            <a:avLst/>
          </a:prstGeom>
          <a:solidFill>
            <a:srgbClr val="F3EEE3">
              <a:alpha val="28000"/>
            </a:srgbClr>
          </a:solidFill>
          <a:ln/>
        </p:spPr>
      </p:sp>
      <p:sp>
        <p:nvSpPr>
          <p:cNvPr id="61" name="Shape 59"/>
          <p:cNvSpPr/>
          <p:nvPr/>
        </p:nvSpPr>
        <p:spPr>
          <a:xfrm>
            <a:off x="7582219" y="9580836"/>
            <a:ext cx="78828" cy="78828"/>
          </a:xfrm>
          <a:prstGeom prst="ellipse">
            <a:avLst/>
          </a:prstGeom>
          <a:solidFill>
            <a:srgbClr val="F3EEE3">
              <a:alpha val="28000"/>
            </a:srgbClr>
          </a:solidFill>
          <a:ln/>
        </p:spPr>
      </p:sp>
      <p:sp>
        <p:nvSpPr>
          <p:cNvPr id="62" name="Shape 60"/>
          <p:cNvSpPr/>
          <p:nvPr/>
        </p:nvSpPr>
        <p:spPr>
          <a:xfrm>
            <a:off x="7739874" y="9580836"/>
            <a:ext cx="78828" cy="78828"/>
          </a:xfrm>
          <a:prstGeom prst="ellipse">
            <a:avLst/>
          </a:prstGeom>
          <a:solidFill>
            <a:srgbClr val="F3EEE3">
              <a:alpha val="28000"/>
            </a:srgbClr>
          </a:solidFill>
          <a:ln/>
        </p:spPr>
      </p:sp>
      <p:sp>
        <p:nvSpPr>
          <p:cNvPr id="63" name="Shape 61"/>
          <p:cNvSpPr/>
          <p:nvPr/>
        </p:nvSpPr>
        <p:spPr>
          <a:xfrm>
            <a:off x="7897529" y="9580836"/>
            <a:ext cx="78828" cy="78828"/>
          </a:xfrm>
          <a:prstGeom prst="ellipse">
            <a:avLst/>
          </a:prstGeom>
          <a:solidFill>
            <a:srgbClr val="F3EEE3">
              <a:alpha val="28000"/>
            </a:srgbClr>
          </a:solidFill>
          <a:ln/>
        </p:spPr>
      </p:sp>
      <p:sp>
        <p:nvSpPr>
          <p:cNvPr id="64" name="Shape 62"/>
          <p:cNvSpPr/>
          <p:nvPr/>
        </p:nvSpPr>
        <p:spPr>
          <a:xfrm>
            <a:off x="8055184" y="9580836"/>
            <a:ext cx="78828" cy="78828"/>
          </a:xfrm>
          <a:prstGeom prst="ellipse">
            <a:avLst/>
          </a:prstGeom>
          <a:solidFill>
            <a:srgbClr val="F3EEE3">
              <a:alpha val="28000"/>
            </a:srgbClr>
          </a:solidFill>
          <a:ln/>
        </p:spPr>
      </p:sp>
      <p:sp>
        <p:nvSpPr>
          <p:cNvPr id="65" name="Shape 63"/>
          <p:cNvSpPr/>
          <p:nvPr/>
        </p:nvSpPr>
        <p:spPr>
          <a:xfrm>
            <a:off x="8212839" y="9580836"/>
            <a:ext cx="78828" cy="78828"/>
          </a:xfrm>
          <a:prstGeom prst="ellipse">
            <a:avLst/>
          </a:prstGeom>
          <a:solidFill>
            <a:srgbClr val="F3EEE3">
              <a:alpha val="28000"/>
            </a:srgbClr>
          </a:solidFill>
          <a:ln/>
        </p:spPr>
      </p:sp>
      <p:sp>
        <p:nvSpPr>
          <p:cNvPr id="66" name="Shape 64"/>
          <p:cNvSpPr/>
          <p:nvPr/>
        </p:nvSpPr>
        <p:spPr>
          <a:xfrm>
            <a:off x="8370494" y="9580836"/>
            <a:ext cx="78828" cy="78828"/>
          </a:xfrm>
          <a:prstGeom prst="ellipse">
            <a:avLst/>
          </a:prstGeom>
          <a:solidFill>
            <a:srgbClr val="F3EEE3">
              <a:alpha val="28000"/>
            </a:srgbClr>
          </a:solidFill>
          <a:ln/>
        </p:spPr>
      </p:sp>
      <p:sp>
        <p:nvSpPr>
          <p:cNvPr id="67" name="Shape 65"/>
          <p:cNvSpPr/>
          <p:nvPr/>
        </p:nvSpPr>
        <p:spPr>
          <a:xfrm>
            <a:off x="8528148" y="9580836"/>
            <a:ext cx="78828" cy="78828"/>
          </a:xfrm>
          <a:prstGeom prst="ellipse">
            <a:avLst/>
          </a:prstGeom>
          <a:solidFill>
            <a:srgbClr val="F3EEE3">
              <a:alpha val="28000"/>
            </a:srgbClr>
          </a:solidFill>
          <a:ln/>
        </p:spPr>
      </p:sp>
      <p:sp>
        <p:nvSpPr>
          <p:cNvPr id="68" name="Shape 66"/>
          <p:cNvSpPr/>
          <p:nvPr/>
        </p:nvSpPr>
        <p:spPr>
          <a:xfrm>
            <a:off x="8685803" y="9580836"/>
            <a:ext cx="78828" cy="78828"/>
          </a:xfrm>
          <a:prstGeom prst="ellipse">
            <a:avLst/>
          </a:prstGeom>
          <a:solidFill>
            <a:srgbClr val="F3EEE3">
              <a:alpha val="28000"/>
            </a:srgbClr>
          </a:solidFill>
          <a:ln/>
        </p:spPr>
      </p:sp>
      <p:sp>
        <p:nvSpPr>
          <p:cNvPr id="69" name="Shape 67"/>
          <p:cNvSpPr/>
          <p:nvPr/>
        </p:nvSpPr>
        <p:spPr>
          <a:xfrm>
            <a:off x="8843458" y="9580836"/>
            <a:ext cx="78828" cy="78828"/>
          </a:xfrm>
          <a:prstGeom prst="ellipse">
            <a:avLst/>
          </a:prstGeom>
          <a:solidFill>
            <a:srgbClr val="F3EEE3">
              <a:alpha val="28000"/>
            </a:srgbClr>
          </a:solidFill>
          <a:ln/>
        </p:spPr>
      </p:sp>
      <p:sp>
        <p:nvSpPr>
          <p:cNvPr id="70" name="Shape 68"/>
          <p:cNvSpPr/>
          <p:nvPr/>
        </p:nvSpPr>
        <p:spPr>
          <a:xfrm>
            <a:off x="9001113" y="9580836"/>
            <a:ext cx="78828" cy="78828"/>
          </a:xfrm>
          <a:prstGeom prst="ellipse">
            <a:avLst/>
          </a:prstGeom>
          <a:solidFill>
            <a:srgbClr val="F3EEE3">
              <a:alpha val="28000"/>
            </a:srgbClr>
          </a:solidFill>
          <a:ln/>
        </p:spPr>
      </p:sp>
      <p:sp>
        <p:nvSpPr>
          <p:cNvPr id="71" name="Shape 69"/>
          <p:cNvSpPr/>
          <p:nvPr/>
        </p:nvSpPr>
        <p:spPr>
          <a:xfrm>
            <a:off x="9158768" y="9580836"/>
            <a:ext cx="78828" cy="78828"/>
          </a:xfrm>
          <a:prstGeom prst="ellipse">
            <a:avLst/>
          </a:prstGeom>
          <a:solidFill>
            <a:srgbClr val="F3EEE3">
              <a:alpha val="28000"/>
            </a:srgbClr>
          </a:solidFill>
          <a:ln/>
        </p:spPr>
      </p:sp>
      <p:sp>
        <p:nvSpPr>
          <p:cNvPr id="72" name="Shape 70"/>
          <p:cNvSpPr/>
          <p:nvPr/>
        </p:nvSpPr>
        <p:spPr>
          <a:xfrm>
            <a:off x="9316423" y="9580836"/>
            <a:ext cx="78828" cy="78828"/>
          </a:xfrm>
          <a:prstGeom prst="ellipse">
            <a:avLst/>
          </a:prstGeom>
          <a:solidFill>
            <a:srgbClr val="F3EEE3">
              <a:alpha val="28000"/>
            </a:srgbClr>
          </a:solidFill>
          <a:ln/>
        </p:spPr>
      </p:sp>
      <p:sp>
        <p:nvSpPr>
          <p:cNvPr id="73" name="Shape 71"/>
          <p:cNvSpPr/>
          <p:nvPr/>
        </p:nvSpPr>
        <p:spPr>
          <a:xfrm>
            <a:off x="9474078" y="9580836"/>
            <a:ext cx="78828" cy="78828"/>
          </a:xfrm>
          <a:prstGeom prst="ellipse">
            <a:avLst/>
          </a:prstGeom>
          <a:solidFill>
            <a:srgbClr val="F3EEE3">
              <a:alpha val="28000"/>
            </a:srgbClr>
          </a:solidFill>
          <a:ln/>
        </p:spPr>
      </p:sp>
      <p:sp>
        <p:nvSpPr>
          <p:cNvPr id="74" name="Shape 72"/>
          <p:cNvSpPr/>
          <p:nvPr/>
        </p:nvSpPr>
        <p:spPr>
          <a:xfrm>
            <a:off x="9631733" y="9580836"/>
            <a:ext cx="78828" cy="78828"/>
          </a:xfrm>
          <a:prstGeom prst="ellipse">
            <a:avLst/>
          </a:prstGeom>
          <a:solidFill>
            <a:srgbClr val="F3EEE3">
              <a:alpha val="28000"/>
            </a:srgbClr>
          </a:solidFill>
          <a:ln/>
        </p:spPr>
      </p:sp>
      <p:sp>
        <p:nvSpPr>
          <p:cNvPr id="75" name="Shape 73"/>
          <p:cNvSpPr/>
          <p:nvPr/>
        </p:nvSpPr>
        <p:spPr>
          <a:xfrm>
            <a:off x="9789388" y="9580836"/>
            <a:ext cx="78828" cy="78828"/>
          </a:xfrm>
          <a:prstGeom prst="ellipse">
            <a:avLst/>
          </a:prstGeom>
          <a:solidFill>
            <a:srgbClr val="F3EEE3">
              <a:alpha val="28000"/>
            </a:srgbClr>
          </a:solidFill>
          <a:ln/>
        </p:spPr>
      </p:sp>
      <p:sp>
        <p:nvSpPr>
          <p:cNvPr id="76" name="Shape 74"/>
          <p:cNvSpPr/>
          <p:nvPr/>
        </p:nvSpPr>
        <p:spPr>
          <a:xfrm>
            <a:off x="9947043" y="9580836"/>
            <a:ext cx="78828" cy="78828"/>
          </a:xfrm>
          <a:prstGeom prst="ellipse">
            <a:avLst/>
          </a:prstGeom>
          <a:solidFill>
            <a:srgbClr val="F3EEE3">
              <a:alpha val="28000"/>
            </a:srgbClr>
          </a:solidFill>
          <a:ln/>
        </p:spPr>
      </p:sp>
      <p:sp>
        <p:nvSpPr>
          <p:cNvPr id="77" name="Text 75"/>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37/58</a:t>
            </a:r>
            <a:endParaRPr lang="en-US" sz="1800" dirty="0"/>
          </a:p>
        </p:txBody>
      </p:sp>
      <p:sp>
        <p:nvSpPr>
          <p:cNvPr id="78" name="Shape 76"/>
          <p:cNvSpPr/>
          <p:nvPr/>
        </p:nvSpPr>
        <p:spPr>
          <a:xfrm>
            <a:off x="15983712" y="9076331"/>
            <a:ext cx="1645920" cy="552301"/>
          </a:xfrm>
          <a:prstGeom prst="roundRect">
            <a:avLst>
              <a:gd name="adj" fmla="val 28000"/>
            </a:avLst>
          </a:prstGeom>
          <a:solidFill>
            <a:srgbClr val="FFFFFF">
              <a:alpha val="82000"/>
            </a:srgbClr>
          </a:solidFill>
          <a:ln/>
        </p:spPr>
      </p:sp>
      <p:pic>
        <p:nvPicPr>
          <p:cNvPr id="79" name="Moda image moda-export-watermark-74c3833f-3a0f-403a-b25f-be42d586c20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14161C"/>
                </a:solidFill>
                <a:latin typeface="Noto Sans JP ExtraBold" pitchFamily="34" charset="0"/>
                <a:ea typeface="Noto Sans JP ExtraBold" pitchFamily="34" charset="-122"/>
                <a:cs typeface="Noto Sans JP ExtraBold" pitchFamily="34" charset="-120"/>
              </a:rPr>
              <a:t>450°C超：</a:t>
            </a:r>
            <a:r>
              <a:rPr lang="en-US" sz="5700" dirty="0" spc="-51" kern="0">
                <a:solidFill>
                  <a:srgbClr val="14161C"/>
                </a:solidFill>
                <a:latin typeface="Noto Sans JP ExtraBold" pitchFamily="34" charset="0"/>
                <a:ea typeface="Noto Sans JP ExtraBold" pitchFamily="34" charset="-122"/>
                <a:cs typeface="Noto Sans JP ExtraBold" pitchFamily="34" charset="-120"/>
              </a:rPr>
              <a:t> 分かっていること、</a:t>
            </a:r>
            <a:r>
              <a:rPr lang="en-US" sz="5700" dirty="0" spc="0" kern="0">
                <a:solidFill>
                  <a:srgbClr val="14161C"/>
                </a:solidFill>
                <a:latin typeface="Noto Sans JP ExtraBold" pitchFamily="34" charset="0"/>
                <a:ea typeface="Noto Sans JP ExtraBold" pitchFamily="34" charset="-122"/>
                <a:cs typeface="Noto Sans JP ExtraBold" pitchFamily="34" charset="-120"/>
              </a:rPr>
              <a:t> 分からないこと</a:t>
            </a:r>
            <a:endParaRPr lang="en-US" sz="5700" dirty="0"/>
          </a:p>
        </p:txBody>
      </p:sp>
      <p:sp>
        <p:nvSpPr>
          <p:cNvPr id="3" name="Shape 1"/>
          <p:cNvSpPr/>
          <p:nvPr/>
        </p:nvSpPr>
        <p:spPr>
          <a:xfrm>
            <a:off x="914400" y="2857500"/>
            <a:ext cx="8058150" cy="4191000"/>
          </a:xfrm>
          <a:prstGeom prst="roundRect">
            <a:avLst>
              <a:gd name="adj" fmla="val 6364"/>
            </a:avLst>
          </a:prstGeom>
          <a:solidFill>
            <a:srgbClr val="CFE8E2"/>
          </a:solidFill>
          <a:ln/>
        </p:spPr>
      </p:sp>
      <p:sp>
        <p:nvSpPr>
          <p:cNvPr id="4" name="Shape 2"/>
          <p:cNvSpPr/>
          <p:nvPr/>
        </p:nvSpPr>
        <p:spPr>
          <a:xfrm>
            <a:off x="914400" y="2857500"/>
            <a:ext cx="133350" cy="4191000"/>
          </a:xfrm>
          <a:prstGeom prst="roundRect">
            <a:avLst>
              <a:gd name="adj" fmla="val 50000"/>
            </a:avLst>
          </a:prstGeom>
          <a:solidFill>
            <a:srgbClr val="0F766E"/>
          </a:solidFill>
          <a:ln/>
        </p:spPr>
      </p:sp>
      <p:sp>
        <p:nvSpPr>
          <p:cNvPr id="5" name="Text 3"/>
          <p:cNvSpPr/>
          <p:nvPr/>
        </p:nvSpPr>
        <p:spPr>
          <a:xfrm>
            <a:off x="1371600" y="3200400"/>
            <a:ext cx="7143750" cy="952500"/>
          </a:xfrm>
          <a:prstGeom prst="rect">
            <a:avLst/>
          </a:prstGeom>
          <a:noFill/>
          <a:ln/>
        </p:spPr>
        <p:txBody>
          <a:bodyPr wrap="square" lIns="0" tIns="0" rIns="0" bIns="0" rtlCol="0" anchor="t"/>
          <a:lstStyle/>
          <a:p>
            <a:pPr algn="l" indent="0" marL="0">
              <a:buNone/>
            </a:pPr>
            <a:r>
              <a:rPr lang="en-US" sz="4200" dirty="0" spc="-26" kern="0">
                <a:solidFill>
                  <a:srgbClr val="0F766E"/>
                </a:solidFill>
                <a:latin typeface="Noto Sans JP ExtraBold" pitchFamily="34" charset="0"/>
                <a:ea typeface="Noto Sans JP ExtraBold" pitchFamily="34" charset="-122"/>
                <a:cs typeface="Noto Sans JP ExtraBold" pitchFamily="34" charset="-120"/>
              </a:rPr>
              <a:t>分かっていること</a:t>
            </a:r>
            <a:endParaRPr lang="en-US" sz="4200" dirty="0"/>
          </a:p>
        </p:txBody>
      </p:sp>
      <p:sp>
        <p:nvSpPr>
          <p:cNvPr id="6" name="Text 4"/>
          <p:cNvSpPr/>
          <p:nvPr/>
        </p:nvSpPr>
        <p:spPr>
          <a:xfrm>
            <a:off x="1371600" y="4286250"/>
            <a:ext cx="7143750" cy="2286000"/>
          </a:xfrm>
          <a:prstGeom prst="rect">
            <a:avLst/>
          </a:prstGeom>
          <a:noFill/>
          <a:ln/>
        </p:spPr>
        <p:txBody>
          <a:bodyPr wrap="square" lIns="0" tIns="44406" rIns="0" bIns="-44406" rtlCol="0" anchor="t"/>
          <a:lstStyle/>
          <a:p>
            <a:pPr algn="l" indent="0" marL="0">
              <a:lnSpc>
                <a:spcPts val="4095"/>
              </a:lnSpc>
              <a:buNone/>
            </a:pPr>
            <a:r>
              <a:rPr lang="en-US" sz="3150" dirty="0" spc="0" kern="0">
                <a:solidFill>
                  <a:srgbClr val="14161C"/>
                </a:solidFill>
                <a:latin typeface="Noto Sans JP" pitchFamily="34" charset="0"/>
                <a:ea typeface="Noto Sans JP" pitchFamily="34" charset="-122"/>
                <a:cs typeface="Noto Sans JP" pitchFamily="34" charset="-120"/>
              </a:rPr>
              <a:t>主な</a:t>
            </a:r>
            <a:r>
              <a:rPr lang="en-US" sz="3150" dirty="0" spc="1" kern="0">
                <a:solidFill>
                  <a:srgbClr val="14161C"/>
                </a:solidFill>
                <a:latin typeface="Noto Sans JP" pitchFamily="34" charset="0"/>
                <a:ea typeface="Noto Sans JP" pitchFamily="34" charset="-122"/>
                <a:cs typeface="Noto Sans JP" pitchFamily="34" charset="-120"/>
              </a:rPr>
              <a:t> 堆積物はほぼなくなる</a:t>
            </a:r>
            <a:r>
              <a:rPr lang="en-US" sz="3150" dirty="0" spc="-1" kern="0">
                <a:solidFill>
                  <a:srgbClr val="14161C"/>
                </a:solidFill>
                <a:latin typeface="Noto Sans JP" pitchFamily="34" charset="0"/>
                <a:ea typeface="Noto Sans JP" pitchFamily="34" charset="-122"/>
                <a:cs typeface="Noto Sans JP" pitchFamily="34" charset="-120"/>
              </a:rPr>
              <a:t> （450°Cで</a:t>
            </a:r>
            <a:r>
              <a:rPr lang="en-US" sz="3150" dirty="0" spc="1" kern="0">
                <a:solidFill>
                  <a:srgbClr val="14161C"/>
                </a:solidFill>
                <a:latin typeface="Noto Sans JP" pitchFamily="34" charset="0"/>
                <a:ea typeface="Noto Sans JP" pitchFamily="34" charset="-122"/>
                <a:cs typeface="Noto Sans JP" pitchFamily="34" charset="-120"/>
              </a:rPr>
              <a:t> 約1%）[S1]。</a:t>
            </a:r>
            <a:r>
              <a:rPr lang="en-US" sz="3150" dirty="0" spc="-30" kern="0">
                <a:solidFill>
                  <a:srgbClr val="14161C"/>
                </a:solidFill>
                <a:latin typeface="Noto Sans JP" pitchFamily="34" charset="0"/>
                <a:ea typeface="Noto Sans JP" pitchFamily="34" charset="-122"/>
                <a:cs typeface="Noto Sans JP" pitchFamily="34" charset="-120"/>
              </a:rPr>
              <a:t> アンメリドは</a:t>
            </a:r>
            <a:r>
              <a:rPr lang="en-US" sz="3150" dirty="0" spc="0" kern="0">
                <a:solidFill>
                  <a:srgbClr val="14161C"/>
                </a:solidFill>
                <a:latin typeface="Noto Sans JP" pitchFamily="34" charset="0"/>
                <a:ea typeface="Noto Sans JP" pitchFamily="34" charset="-122"/>
                <a:cs typeface="Noto Sans JP" pitchFamily="34" charset="-120"/>
              </a:rPr>
              <a:t> 600°C、</a:t>
            </a:r>
            <a:r>
              <a:rPr lang="en-US" sz="3150" dirty="0" spc="-31" kern="0">
                <a:solidFill>
                  <a:srgbClr val="14161C"/>
                </a:solidFill>
                <a:latin typeface="Noto Sans JP" pitchFamily="34" charset="0"/>
                <a:ea typeface="Noto Sans JP" pitchFamily="34" charset="-122"/>
                <a:cs typeface="Noto Sans JP" pitchFamily="34" charset="-120"/>
              </a:rPr>
              <a:t> アンメリンは</a:t>
            </a:r>
            <a:r>
              <a:rPr lang="en-US" sz="3150" dirty="0" spc="0" kern="0">
                <a:solidFill>
                  <a:srgbClr val="14161C"/>
                </a:solidFill>
                <a:latin typeface="Noto Sans JP" pitchFamily="34" charset="0"/>
                <a:ea typeface="Noto Sans JP" pitchFamily="34" charset="-122"/>
                <a:cs typeface="Noto Sans JP" pitchFamily="34" charset="-120"/>
              </a:rPr>
              <a:t> 700°Cでなくなる[S3]。</a:t>
            </a:r>
            <a:r>
              <a:rPr lang="en-US" sz="3150" dirty="0" spc="2" kern="0">
                <a:solidFill>
                  <a:srgbClr val="14161C"/>
                </a:solidFill>
                <a:latin typeface="Noto Sans JP" pitchFamily="34" charset="0"/>
                <a:ea typeface="Noto Sans JP" pitchFamily="34" charset="-122"/>
                <a:cs typeface="Noto Sans JP" pitchFamily="34" charset="-120"/>
              </a:rPr>
              <a:t> 耐熱性の 残渣は</a:t>
            </a:r>
            <a:r>
              <a:rPr lang="en-US" sz="3150" dirty="0" spc="0" kern="0">
                <a:solidFill>
                  <a:srgbClr val="14161C"/>
                </a:solidFill>
                <a:latin typeface="Noto Sans JP" pitchFamily="34" charset="0"/>
                <a:ea typeface="Noto Sans JP" pitchFamily="34" charset="-122"/>
                <a:cs typeface="Noto Sans JP" pitchFamily="34" charset="-120"/>
              </a:rPr>
              <a:t> 700°Cまで[S4]</a:t>
            </a:r>
            <a:endParaRPr lang="en-US" sz="3150" dirty="0"/>
          </a:p>
        </p:txBody>
      </p:sp>
      <p:sp>
        <p:nvSpPr>
          <p:cNvPr id="7" name="Shape 5"/>
          <p:cNvSpPr/>
          <p:nvPr/>
        </p:nvSpPr>
        <p:spPr>
          <a:xfrm>
            <a:off x="9315450" y="2857500"/>
            <a:ext cx="8058150" cy="4191000"/>
          </a:xfrm>
          <a:prstGeom prst="roundRect">
            <a:avLst>
              <a:gd name="adj" fmla="val 6364"/>
            </a:avLst>
          </a:prstGeom>
          <a:solidFill>
            <a:srgbClr val="F8D9D0"/>
          </a:solidFill>
          <a:ln/>
        </p:spPr>
      </p:sp>
      <p:sp>
        <p:nvSpPr>
          <p:cNvPr id="8" name="Shape 6"/>
          <p:cNvSpPr/>
          <p:nvPr/>
        </p:nvSpPr>
        <p:spPr>
          <a:xfrm>
            <a:off x="9315450" y="2857500"/>
            <a:ext cx="133350" cy="4191000"/>
          </a:xfrm>
          <a:prstGeom prst="roundRect">
            <a:avLst>
              <a:gd name="adj" fmla="val 50000"/>
            </a:avLst>
          </a:prstGeom>
          <a:solidFill>
            <a:srgbClr val="E8472B"/>
          </a:solidFill>
          <a:ln/>
        </p:spPr>
      </p:sp>
      <p:sp>
        <p:nvSpPr>
          <p:cNvPr id="9" name="Text 7"/>
          <p:cNvSpPr/>
          <p:nvPr/>
        </p:nvSpPr>
        <p:spPr>
          <a:xfrm>
            <a:off x="9772650" y="3200400"/>
            <a:ext cx="7143750" cy="952500"/>
          </a:xfrm>
          <a:prstGeom prst="rect">
            <a:avLst/>
          </a:prstGeom>
          <a:noFill/>
          <a:ln/>
        </p:spPr>
        <p:txBody>
          <a:bodyPr wrap="square" lIns="0" tIns="0" rIns="0" bIns="0" rtlCol="0" anchor="t"/>
          <a:lstStyle/>
          <a:p>
            <a:pPr algn="l" indent="0" marL="0">
              <a:buNone/>
            </a:pPr>
            <a:r>
              <a:rPr lang="en-US" sz="4200" dirty="0" kern="0">
                <a:solidFill>
                  <a:srgbClr val="E8472B"/>
                </a:solidFill>
                <a:latin typeface="Noto Sans JP ExtraBold" pitchFamily="34" charset="0"/>
                <a:ea typeface="Noto Sans JP ExtraBold" pitchFamily="34" charset="-122"/>
                <a:cs typeface="Noto Sans JP ExtraBold" pitchFamily="34" charset="-120"/>
              </a:rPr>
              <a:t>分からないこと</a:t>
            </a:r>
            <a:endParaRPr lang="en-US" sz="4200" dirty="0"/>
          </a:p>
        </p:txBody>
      </p:sp>
      <p:sp>
        <p:nvSpPr>
          <p:cNvPr id="10" name="Text 8"/>
          <p:cNvSpPr/>
          <p:nvPr/>
        </p:nvSpPr>
        <p:spPr>
          <a:xfrm>
            <a:off x="9772650" y="4286250"/>
            <a:ext cx="7143750" cy="2286000"/>
          </a:xfrm>
          <a:prstGeom prst="rect">
            <a:avLst/>
          </a:prstGeom>
          <a:noFill/>
          <a:ln/>
        </p:spPr>
        <p:txBody>
          <a:bodyPr wrap="square" lIns="0" tIns="44406" rIns="0" bIns="-44406" rtlCol="0" anchor="t"/>
          <a:lstStyle/>
          <a:p>
            <a:pPr algn="l" indent="0" marL="0">
              <a:lnSpc>
                <a:spcPts val="4095"/>
              </a:lnSpc>
              <a:buNone/>
            </a:pPr>
            <a:r>
              <a:rPr lang="en-US" sz="3150" dirty="0" spc="2" kern="0">
                <a:solidFill>
                  <a:srgbClr val="14161C"/>
                </a:solidFill>
                <a:latin typeface="Noto Sans JP" pitchFamily="34" charset="0"/>
                <a:ea typeface="Noto Sans JP" pitchFamily="34" charset="-122"/>
                <a:cs typeface="Noto Sans JP" pitchFamily="34" charset="-120"/>
              </a:rPr>
              <a:t>NH3が</a:t>
            </a:r>
            <a:r>
              <a:rPr lang="en-US" sz="3150" dirty="0" spc="1" kern="0">
                <a:solidFill>
                  <a:srgbClr val="14161C"/>
                </a:solidFill>
                <a:latin typeface="Noto Sans JP" pitchFamily="34" charset="0"/>
                <a:ea typeface="Noto Sans JP" pitchFamily="34" charset="-122"/>
                <a:cs typeface="Noto Sans JP" pitchFamily="34" charset="-120"/>
              </a:rPr>
              <a:t> 強く 酸化される</a:t>
            </a:r>
            <a:r>
              <a:rPr lang="en-US" sz="3150" dirty="0" spc="2" kern="0">
                <a:solidFill>
                  <a:srgbClr val="14161C"/>
                </a:solidFill>
                <a:latin typeface="Noto Sans JP" pitchFamily="34" charset="0"/>
                <a:ea typeface="Noto Sans JP" pitchFamily="34" charset="-122"/>
                <a:cs typeface="Noto Sans JP" pitchFamily="34" charset="-120"/>
              </a:rPr>
              <a:t> 温度、</a:t>
            </a:r>
            <a:r>
              <a:rPr lang="en-US" sz="3150" dirty="0" spc="1" kern="0">
                <a:solidFill>
                  <a:srgbClr val="14161C"/>
                </a:solidFill>
                <a:latin typeface="Noto Sans JP" pitchFamily="34" charset="0"/>
                <a:ea typeface="Noto Sans JP" pitchFamily="34" charset="-122"/>
                <a:cs typeface="Noto Sans JP" pitchFamily="34" charset="-120"/>
              </a:rPr>
              <a:t> 触媒の 作動領域、 性能への 実際の</a:t>
            </a:r>
            <a:r>
              <a:rPr lang="en-US" sz="3150" dirty="0" spc="2" kern="0">
                <a:solidFill>
                  <a:srgbClr val="14161C"/>
                </a:solidFill>
                <a:latin typeface="Noto Sans JP" pitchFamily="34" charset="0"/>
                <a:ea typeface="Noto Sans JP" pitchFamily="34" charset="-122"/>
                <a:cs typeface="Noto Sans JP" pitchFamily="34" charset="-120"/>
              </a:rPr>
              <a:t> 影響：</a:t>
            </a:r>
            <a:r>
              <a:rPr lang="en-US" sz="3150" dirty="0" spc="1" kern="0">
                <a:solidFill>
                  <a:srgbClr val="14161C"/>
                </a:solidFill>
                <a:latin typeface="Noto Sans JP" pitchFamily="34" charset="0"/>
                <a:ea typeface="Noto Sans JP" pitchFamily="34" charset="-122"/>
                <a:cs typeface="Noto Sans JP" pitchFamily="34" charset="-120"/>
              </a:rPr>
              <a:t> 未確認</a:t>
            </a:r>
            <a:endParaRPr lang="en-US" sz="3150" dirty="0"/>
          </a:p>
        </p:txBody>
      </p:sp>
      <p:sp>
        <p:nvSpPr>
          <p:cNvPr id="11" name="Shape 9"/>
          <p:cNvSpPr/>
          <p:nvPr/>
        </p:nvSpPr>
        <p:spPr>
          <a:xfrm>
            <a:off x="914400" y="7429500"/>
            <a:ext cx="16459200" cy="1238250"/>
          </a:xfrm>
          <a:prstGeom prst="roundRect">
            <a:avLst>
              <a:gd name="adj" fmla="val 18462"/>
            </a:avLst>
          </a:prstGeom>
          <a:solidFill>
            <a:srgbClr val="E8E0CF"/>
          </a:solidFill>
          <a:ln/>
        </p:spPr>
      </p:sp>
      <p:sp>
        <p:nvSpPr>
          <p:cNvPr id="12" name="Text 10"/>
          <p:cNvSpPr/>
          <p:nvPr/>
        </p:nvSpPr>
        <p:spPr>
          <a:xfrm>
            <a:off x="1295400" y="7429500"/>
            <a:ext cx="15697200" cy="1238250"/>
          </a:xfrm>
          <a:prstGeom prst="rect">
            <a:avLst/>
          </a:prstGeom>
          <a:noFill/>
          <a:ln/>
        </p:spPr>
        <p:txBody>
          <a:bodyPr wrap="square" lIns="0" tIns="0" rIns="0" bIns="0" rtlCol="0" anchor="ctr"/>
          <a:lstStyle/>
          <a:p>
            <a:pPr algn="l" indent="0" marL="0">
              <a:buNone/>
            </a:pPr>
            <a:r>
              <a:rPr lang="en-US" sz="2850" dirty="0" spc="0" kern="0">
                <a:solidFill>
                  <a:srgbClr val="14161C"/>
                </a:solidFill>
                <a:latin typeface="Noto Sans JP SemiBold" pitchFamily="34" charset="0"/>
                <a:ea typeface="Noto Sans JP SemiBold" pitchFamily="34" charset="-122"/>
                <a:cs typeface="Noto Sans JP SemiBold" pitchFamily="34" charset="-120"/>
              </a:rPr>
              <a:t>対処:</a:t>
            </a:r>
            <a:r>
              <a:rPr lang="en-US" sz="2850" dirty="0" spc="-1" kern="0">
                <a:solidFill>
                  <a:srgbClr val="14161C"/>
                </a:solidFill>
                <a:latin typeface="Noto Sans JP SemiBold" pitchFamily="34" charset="0"/>
                <a:ea typeface="Noto Sans JP SemiBold" pitchFamily="34" charset="-122"/>
                <a:cs typeface="Noto Sans JP SemiBold" pitchFamily="34" charset="-120"/>
              </a:rPr>
              <a:t> 使用中の</a:t>
            </a:r>
            <a:r>
              <a:rPr lang="en-US" sz="2850" dirty="0" spc="-2" kern="0">
                <a:solidFill>
                  <a:srgbClr val="14161C"/>
                </a:solidFill>
                <a:latin typeface="Noto Sans JP SemiBold" pitchFamily="34" charset="0"/>
                <a:ea typeface="Noto Sans JP SemiBold" pitchFamily="34" charset="-122"/>
                <a:cs typeface="Noto Sans JP SemiBold" pitchFamily="34" charset="-120"/>
              </a:rPr>
              <a:t> 触媒と</a:t>
            </a:r>
            <a:r>
              <a:rPr lang="en-US" sz="2850" dirty="0" spc="1" kern="0">
                <a:solidFill>
                  <a:srgbClr val="14161C"/>
                </a:solidFill>
                <a:latin typeface="Noto Sans JP SemiBold" pitchFamily="34" charset="0"/>
                <a:ea typeface="Noto Sans JP SemiBold" pitchFamily="34" charset="-122"/>
                <a:cs typeface="Noto Sans JP SemiBold" pitchFamily="34" charset="-120"/>
              </a:rPr>
              <a:t> ASC自身の</a:t>
            </a:r>
            <a:r>
              <a:rPr lang="en-US" sz="2850" dirty="0" spc="-2" kern="0">
                <a:solidFill>
                  <a:srgbClr val="14161C"/>
                </a:solidFill>
                <a:latin typeface="Noto Sans JP SemiBold" pitchFamily="34" charset="0"/>
                <a:ea typeface="Noto Sans JP SemiBold" pitchFamily="34" charset="-122"/>
                <a:cs typeface="Noto Sans JP SemiBold" pitchFamily="34" charset="-120"/>
              </a:rPr>
              <a:t> 数値を</a:t>
            </a:r>
            <a:r>
              <a:rPr lang="en-US" sz="2850" dirty="0" spc="-1" kern="0">
                <a:solidFill>
                  <a:srgbClr val="14161C"/>
                </a:solidFill>
                <a:latin typeface="Noto Sans JP SemiBold" pitchFamily="34" charset="0"/>
                <a:ea typeface="Noto Sans JP SemiBold" pitchFamily="34" charset="-122"/>
                <a:cs typeface="Noto Sans JP SemiBold" pitchFamily="34" charset="-120"/>
              </a:rPr>
              <a:t> 調べる。 一般的な</a:t>
            </a:r>
            <a:r>
              <a:rPr lang="en-US" sz="2850" dirty="0" spc="-2" kern="0">
                <a:solidFill>
                  <a:srgbClr val="14161C"/>
                </a:solidFill>
                <a:latin typeface="Noto Sans JP SemiBold" pitchFamily="34" charset="0"/>
                <a:ea typeface="Noto Sans JP SemiBold" pitchFamily="34" charset="-122"/>
                <a:cs typeface="Noto Sans JP SemiBold" pitchFamily="34" charset="-120"/>
              </a:rPr>
              <a:t> 数字は</a:t>
            </a:r>
            <a:r>
              <a:rPr lang="en-US" sz="2850" dirty="0" spc="-1" kern="0">
                <a:solidFill>
                  <a:srgbClr val="14161C"/>
                </a:solidFill>
                <a:latin typeface="Noto Sans JP SemiBold" pitchFamily="34" charset="0"/>
                <a:ea typeface="Noto Sans JP SemiBold" pitchFamily="34" charset="-122"/>
                <a:cs typeface="Noto Sans JP SemiBold" pitchFamily="34" charset="-120"/>
              </a:rPr>
              <a:t> 使わない</a:t>
            </a:r>
            <a:endParaRPr lang="en-US" sz="2850" dirty="0"/>
          </a:p>
        </p:txBody>
      </p:sp>
      <p:sp>
        <p:nvSpPr>
          <p:cNvPr id="13" name="Text 1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r>
              <a:rPr lang="en-US" sz="1800" dirty="0" spc="-1" kern="0">
                <a:solidFill>
                  <a:srgbClr val="6B6A66"/>
                </a:solidFill>
                <a:latin typeface="Noto Sans JP" pitchFamily="34" charset="0"/>
                <a:ea typeface="Noto Sans JP" pitchFamily="34" charset="-122"/>
                <a:cs typeface="Noto Sans JP" pitchFamily="34" charset="-120"/>
              </a:rPr>
              <a:t> [S3]</a:t>
            </a:r>
            <a:r>
              <a:rPr lang="en-US" sz="1800" dirty="0" spc="-2" kern="0">
                <a:solidFill>
                  <a:srgbClr val="6B6A66"/>
                </a:solidFill>
                <a:latin typeface="Noto Sans JP" pitchFamily="34" charset="0"/>
                <a:ea typeface="Noto Sans JP" pitchFamily="34" charset="-122"/>
                <a:cs typeface="Noto Sans JP" pitchFamily="34" charset="-120"/>
              </a:rPr>
              <a:t> [S4]</a:t>
            </a:r>
            <a:r>
              <a:rPr lang="en-US" sz="1800" dirty="0" spc="-1" kern="0">
                <a:solidFill>
                  <a:srgbClr val="6B6A66"/>
                </a:solidFill>
                <a:latin typeface="Noto Sans JP" pitchFamily="34" charset="0"/>
                <a:ea typeface="Noto Sans JP" pitchFamily="34" charset="-122"/>
                <a:cs typeface="Noto Sans JP" pitchFamily="34" charset="-120"/>
              </a:rPr>
              <a:t> [S14]</a:t>
            </a:r>
            <a:endParaRPr lang="en-US" sz="1800" dirty="0"/>
          </a:p>
        </p:txBody>
      </p:sp>
      <p:sp>
        <p:nvSpPr>
          <p:cNvPr id="14" name="Shape 12"/>
          <p:cNvSpPr/>
          <p:nvPr/>
        </p:nvSpPr>
        <p:spPr>
          <a:xfrm>
            <a:off x="960711" y="9580836"/>
            <a:ext cx="78828" cy="78828"/>
          </a:xfrm>
          <a:prstGeom prst="ellipse">
            <a:avLst/>
          </a:prstGeom>
          <a:solidFill>
            <a:srgbClr val="14161C">
              <a:alpha val="28000"/>
            </a:srgbClr>
          </a:solidFill>
          <a:ln/>
        </p:spPr>
      </p:sp>
      <p:sp>
        <p:nvSpPr>
          <p:cNvPr id="15" name="Shape 13"/>
          <p:cNvSpPr/>
          <p:nvPr/>
        </p:nvSpPr>
        <p:spPr>
          <a:xfrm>
            <a:off x="1118366" y="9580836"/>
            <a:ext cx="78828" cy="78828"/>
          </a:xfrm>
          <a:prstGeom prst="ellipse">
            <a:avLst/>
          </a:prstGeom>
          <a:solidFill>
            <a:srgbClr val="14161C">
              <a:alpha val="28000"/>
            </a:srgbClr>
          </a:solidFill>
          <a:ln/>
        </p:spPr>
      </p:sp>
      <p:sp>
        <p:nvSpPr>
          <p:cNvPr id="16" name="Shape 14"/>
          <p:cNvSpPr/>
          <p:nvPr/>
        </p:nvSpPr>
        <p:spPr>
          <a:xfrm>
            <a:off x="1276021" y="9580836"/>
            <a:ext cx="78828" cy="78828"/>
          </a:xfrm>
          <a:prstGeom prst="ellipse">
            <a:avLst/>
          </a:prstGeom>
          <a:solidFill>
            <a:srgbClr val="14161C">
              <a:alpha val="28000"/>
            </a:srgbClr>
          </a:solidFill>
          <a:ln/>
        </p:spPr>
      </p:sp>
      <p:sp>
        <p:nvSpPr>
          <p:cNvPr id="17" name="Shape 15"/>
          <p:cNvSpPr/>
          <p:nvPr/>
        </p:nvSpPr>
        <p:spPr>
          <a:xfrm>
            <a:off x="1433676" y="9580836"/>
            <a:ext cx="78828" cy="78828"/>
          </a:xfrm>
          <a:prstGeom prst="ellipse">
            <a:avLst/>
          </a:prstGeom>
          <a:solidFill>
            <a:srgbClr val="14161C">
              <a:alpha val="28000"/>
            </a:srgbClr>
          </a:solidFill>
          <a:ln/>
        </p:spPr>
      </p:sp>
      <p:sp>
        <p:nvSpPr>
          <p:cNvPr id="18" name="Shape 16"/>
          <p:cNvSpPr/>
          <p:nvPr/>
        </p:nvSpPr>
        <p:spPr>
          <a:xfrm>
            <a:off x="1591331" y="9580836"/>
            <a:ext cx="78828" cy="78828"/>
          </a:xfrm>
          <a:prstGeom prst="ellipse">
            <a:avLst/>
          </a:prstGeom>
          <a:solidFill>
            <a:srgbClr val="14161C">
              <a:alpha val="28000"/>
            </a:srgbClr>
          </a:solidFill>
          <a:ln/>
        </p:spPr>
      </p:sp>
      <p:sp>
        <p:nvSpPr>
          <p:cNvPr id="19" name="Shape 17"/>
          <p:cNvSpPr/>
          <p:nvPr/>
        </p:nvSpPr>
        <p:spPr>
          <a:xfrm>
            <a:off x="1748986" y="9580836"/>
            <a:ext cx="78828" cy="78828"/>
          </a:xfrm>
          <a:prstGeom prst="ellipse">
            <a:avLst/>
          </a:prstGeom>
          <a:solidFill>
            <a:srgbClr val="14161C">
              <a:alpha val="28000"/>
            </a:srgbClr>
          </a:solidFill>
          <a:ln/>
        </p:spPr>
      </p:sp>
      <p:sp>
        <p:nvSpPr>
          <p:cNvPr id="20" name="Shape 18"/>
          <p:cNvSpPr/>
          <p:nvPr/>
        </p:nvSpPr>
        <p:spPr>
          <a:xfrm>
            <a:off x="1906641" y="9580836"/>
            <a:ext cx="78828" cy="78828"/>
          </a:xfrm>
          <a:prstGeom prst="ellipse">
            <a:avLst/>
          </a:prstGeom>
          <a:solidFill>
            <a:srgbClr val="14161C">
              <a:alpha val="28000"/>
            </a:srgbClr>
          </a:solidFill>
          <a:ln/>
        </p:spPr>
      </p:sp>
      <p:sp>
        <p:nvSpPr>
          <p:cNvPr id="21" name="Shape 19"/>
          <p:cNvSpPr/>
          <p:nvPr/>
        </p:nvSpPr>
        <p:spPr>
          <a:xfrm>
            <a:off x="2064296" y="9580836"/>
            <a:ext cx="78828" cy="78828"/>
          </a:xfrm>
          <a:prstGeom prst="ellipse">
            <a:avLst/>
          </a:prstGeom>
          <a:solidFill>
            <a:srgbClr val="14161C">
              <a:alpha val="28000"/>
            </a:srgbClr>
          </a:solidFill>
          <a:ln/>
        </p:spPr>
      </p:sp>
      <p:sp>
        <p:nvSpPr>
          <p:cNvPr id="22" name="Shape 20"/>
          <p:cNvSpPr/>
          <p:nvPr/>
        </p:nvSpPr>
        <p:spPr>
          <a:xfrm>
            <a:off x="2221951" y="9580836"/>
            <a:ext cx="78828" cy="78828"/>
          </a:xfrm>
          <a:prstGeom prst="ellipse">
            <a:avLst/>
          </a:prstGeom>
          <a:solidFill>
            <a:srgbClr val="14161C">
              <a:alpha val="28000"/>
            </a:srgbClr>
          </a:solidFill>
          <a:ln/>
        </p:spPr>
      </p:sp>
      <p:sp>
        <p:nvSpPr>
          <p:cNvPr id="23" name="Shape 21"/>
          <p:cNvSpPr/>
          <p:nvPr/>
        </p:nvSpPr>
        <p:spPr>
          <a:xfrm>
            <a:off x="2379606" y="9580836"/>
            <a:ext cx="78828" cy="78828"/>
          </a:xfrm>
          <a:prstGeom prst="ellipse">
            <a:avLst/>
          </a:prstGeom>
          <a:solidFill>
            <a:srgbClr val="14161C">
              <a:alpha val="28000"/>
            </a:srgbClr>
          </a:solidFill>
          <a:ln/>
        </p:spPr>
      </p:sp>
      <p:sp>
        <p:nvSpPr>
          <p:cNvPr id="24" name="Shape 22"/>
          <p:cNvSpPr/>
          <p:nvPr/>
        </p:nvSpPr>
        <p:spPr>
          <a:xfrm>
            <a:off x="2537261" y="9580836"/>
            <a:ext cx="78828" cy="78828"/>
          </a:xfrm>
          <a:prstGeom prst="ellipse">
            <a:avLst/>
          </a:prstGeom>
          <a:solidFill>
            <a:srgbClr val="14161C">
              <a:alpha val="28000"/>
            </a:srgbClr>
          </a:solidFill>
          <a:ln/>
        </p:spPr>
      </p:sp>
      <p:sp>
        <p:nvSpPr>
          <p:cNvPr id="25" name="Shape 23"/>
          <p:cNvSpPr/>
          <p:nvPr/>
        </p:nvSpPr>
        <p:spPr>
          <a:xfrm>
            <a:off x="2694916" y="9580836"/>
            <a:ext cx="78828" cy="78828"/>
          </a:xfrm>
          <a:prstGeom prst="ellipse">
            <a:avLst/>
          </a:prstGeom>
          <a:solidFill>
            <a:srgbClr val="14161C">
              <a:alpha val="28000"/>
            </a:srgbClr>
          </a:solidFill>
          <a:ln/>
        </p:spPr>
      </p:sp>
      <p:sp>
        <p:nvSpPr>
          <p:cNvPr id="26" name="Shape 24"/>
          <p:cNvSpPr/>
          <p:nvPr/>
        </p:nvSpPr>
        <p:spPr>
          <a:xfrm>
            <a:off x="2852571" y="9580836"/>
            <a:ext cx="78828" cy="78828"/>
          </a:xfrm>
          <a:prstGeom prst="ellipse">
            <a:avLst/>
          </a:prstGeom>
          <a:solidFill>
            <a:srgbClr val="14161C">
              <a:alpha val="28000"/>
            </a:srgbClr>
          </a:solidFill>
          <a:ln/>
        </p:spPr>
      </p:sp>
      <p:sp>
        <p:nvSpPr>
          <p:cNvPr id="27" name="Shape 25"/>
          <p:cNvSpPr/>
          <p:nvPr/>
        </p:nvSpPr>
        <p:spPr>
          <a:xfrm>
            <a:off x="3010225" y="9580836"/>
            <a:ext cx="78828" cy="78828"/>
          </a:xfrm>
          <a:prstGeom prst="ellipse">
            <a:avLst/>
          </a:prstGeom>
          <a:solidFill>
            <a:srgbClr val="14161C">
              <a:alpha val="28000"/>
            </a:srgbClr>
          </a:solidFill>
          <a:ln/>
        </p:spPr>
      </p:sp>
      <p:sp>
        <p:nvSpPr>
          <p:cNvPr id="28" name="Shape 26"/>
          <p:cNvSpPr/>
          <p:nvPr/>
        </p:nvSpPr>
        <p:spPr>
          <a:xfrm>
            <a:off x="3167880" y="9580836"/>
            <a:ext cx="78828" cy="78828"/>
          </a:xfrm>
          <a:prstGeom prst="ellipse">
            <a:avLst/>
          </a:prstGeom>
          <a:solidFill>
            <a:srgbClr val="14161C">
              <a:alpha val="28000"/>
            </a:srgbClr>
          </a:solidFill>
          <a:ln/>
        </p:spPr>
      </p:sp>
      <p:sp>
        <p:nvSpPr>
          <p:cNvPr id="29" name="Shape 27"/>
          <p:cNvSpPr/>
          <p:nvPr/>
        </p:nvSpPr>
        <p:spPr>
          <a:xfrm>
            <a:off x="3325535" y="9580836"/>
            <a:ext cx="78828" cy="78828"/>
          </a:xfrm>
          <a:prstGeom prst="ellipse">
            <a:avLst/>
          </a:prstGeom>
          <a:solidFill>
            <a:srgbClr val="14161C">
              <a:alpha val="28000"/>
            </a:srgbClr>
          </a:solidFill>
          <a:ln/>
        </p:spPr>
      </p:sp>
      <p:sp>
        <p:nvSpPr>
          <p:cNvPr id="30" name="Shape 28"/>
          <p:cNvSpPr/>
          <p:nvPr/>
        </p:nvSpPr>
        <p:spPr>
          <a:xfrm>
            <a:off x="3483190" y="9580836"/>
            <a:ext cx="78828" cy="78828"/>
          </a:xfrm>
          <a:prstGeom prst="ellipse">
            <a:avLst/>
          </a:prstGeom>
          <a:solidFill>
            <a:srgbClr val="14161C">
              <a:alpha val="28000"/>
            </a:srgbClr>
          </a:solidFill>
          <a:ln/>
        </p:spPr>
      </p:sp>
      <p:sp>
        <p:nvSpPr>
          <p:cNvPr id="31" name="Shape 29"/>
          <p:cNvSpPr/>
          <p:nvPr/>
        </p:nvSpPr>
        <p:spPr>
          <a:xfrm>
            <a:off x="3640845" y="9580836"/>
            <a:ext cx="78828" cy="78828"/>
          </a:xfrm>
          <a:prstGeom prst="ellipse">
            <a:avLst/>
          </a:prstGeom>
          <a:solidFill>
            <a:srgbClr val="14161C">
              <a:alpha val="28000"/>
            </a:srgbClr>
          </a:solidFill>
          <a:ln/>
        </p:spPr>
      </p:sp>
      <p:sp>
        <p:nvSpPr>
          <p:cNvPr id="32" name="Shape 30"/>
          <p:cNvSpPr/>
          <p:nvPr/>
        </p:nvSpPr>
        <p:spPr>
          <a:xfrm>
            <a:off x="3798500" y="9580836"/>
            <a:ext cx="78828" cy="78828"/>
          </a:xfrm>
          <a:prstGeom prst="ellipse">
            <a:avLst/>
          </a:prstGeom>
          <a:solidFill>
            <a:srgbClr val="14161C">
              <a:alpha val="28000"/>
            </a:srgbClr>
          </a:solidFill>
          <a:ln/>
        </p:spPr>
      </p:sp>
      <p:sp>
        <p:nvSpPr>
          <p:cNvPr id="33" name="Shape 31"/>
          <p:cNvSpPr/>
          <p:nvPr/>
        </p:nvSpPr>
        <p:spPr>
          <a:xfrm>
            <a:off x="3956155" y="9580836"/>
            <a:ext cx="78828" cy="78828"/>
          </a:xfrm>
          <a:prstGeom prst="ellipse">
            <a:avLst/>
          </a:prstGeom>
          <a:solidFill>
            <a:srgbClr val="14161C">
              <a:alpha val="28000"/>
            </a:srgbClr>
          </a:solidFill>
          <a:ln/>
        </p:spPr>
      </p:sp>
      <p:sp>
        <p:nvSpPr>
          <p:cNvPr id="34" name="Shape 32"/>
          <p:cNvSpPr/>
          <p:nvPr/>
        </p:nvSpPr>
        <p:spPr>
          <a:xfrm>
            <a:off x="4113810" y="9580836"/>
            <a:ext cx="78828" cy="78828"/>
          </a:xfrm>
          <a:prstGeom prst="ellipse">
            <a:avLst/>
          </a:prstGeom>
          <a:solidFill>
            <a:srgbClr val="14161C">
              <a:alpha val="28000"/>
            </a:srgbClr>
          </a:solidFill>
          <a:ln/>
        </p:spPr>
      </p:sp>
      <p:sp>
        <p:nvSpPr>
          <p:cNvPr id="35" name="Shape 33"/>
          <p:cNvSpPr/>
          <p:nvPr/>
        </p:nvSpPr>
        <p:spPr>
          <a:xfrm>
            <a:off x="4271465" y="9580836"/>
            <a:ext cx="78828" cy="78828"/>
          </a:xfrm>
          <a:prstGeom prst="ellipse">
            <a:avLst/>
          </a:prstGeom>
          <a:solidFill>
            <a:srgbClr val="14161C">
              <a:alpha val="28000"/>
            </a:srgbClr>
          </a:solidFill>
          <a:ln/>
        </p:spPr>
      </p:sp>
      <p:sp>
        <p:nvSpPr>
          <p:cNvPr id="36" name="Shape 34"/>
          <p:cNvSpPr/>
          <p:nvPr/>
        </p:nvSpPr>
        <p:spPr>
          <a:xfrm>
            <a:off x="4429120" y="9580836"/>
            <a:ext cx="78828" cy="78828"/>
          </a:xfrm>
          <a:prstGeom prst="ellipse">
            <a:avLst/>
          </a:prstGeom>
          <a:solidFill>
            <a:srgbClr val="14161C">
              <a:alpha val="28000"/>
            </a:srgbClr>
          </a:solidFill>
          <a:ln/>
        </p:spPr>
      </p:sp>
      <p:sp>
        <p:nvSpPr>
          <p:cNvPr id="37" name="Shape 35"/>
          <p:cNvSpPr/>
          <p:nvPr/>
        </p:nvSpPr>
        <p:spPr>
          <a:xfrm>
            <a:off x="4586775" y="9580836"/>
            <a:ext cx="78828" cy="78828"/>
          </a:xfrm>
          <a:prstGeom prst="ellipse">
            <a:avLst/>
          </a:prstGeom>
          <a:solidFill>
            <a:srgbClr val="14161C">
              <a:alpha val="28000"/>
            </a:srgbClr>
          </a:solidFill>
          <a:ln/>
        </p:spPr>
      </p:sp>
      <p:sp>
        <p:nvSpPr>
          <p:cNvPr id="38" name="Shape 36"/>
          <p:cNvSpPr/>
          <p:nvPr/>
        </p:nvSpPr>
        <p:spPr>
          <a:xfrm>
            <a:off x="4744430" y="9580836"/>
            <a:ext cx="78828" cy="78828"/>
          </a:xfrm>
          <a:prstGeom prst="ellipse">
            <a:avLst/>
          </a:prstGeom>
          <a:solidFill>
            <a:srgbClr val="14161C">
              <a:alpha val="28000"/>
            </a:srgbClr>
          </a:solidFill>
          <a:ln/>
        </p:spPr>
      </p:sp>
      <p:sp>
        <p:nvSpPr>
          <p:cNvPr id="39" name="Shape 37"/>
          <p:cNvSpPr/>
          <p:nvPr/>
        </p:nvSpPr>
        <p:spPr>
          <a:xfrm>
            <a:off x="4902085" y="9580836"/>
            <a:ext cx="78828" cy="78828"/>
          </a:xfrm>
          <a:prstGeom prst="ellipse">
            <a:avLst/>
          </a:prstGeom>
          <a:solidFill>
            <a:srgbClr val="14161C">
              <a:alpha val="28000"/>
            </a:srgbClr>
          </a:solidFill>
          <a:ln/>
        </p:spPr>
      </p:sp>
      <p:sp>
        <p:nvSpPr>
          <p:cNvPr id="40" name="Shape 38"/>
          <p:cNvSpPr/>
          <p:nvPr/>
        </p:nvSpPr>
        <p:spPr>
          <a:xfrm>
            <a:off x="5059740" y="9580836"/>
            <a:ext cx="78828" cy="78828"/>
          </a:xfrm>
          <a:prstGeom prst="ellipse">
            <a:avLst/>
          </a:prstGeom>
          <a:solidFill>
            <a:srgbClr val="14161C">
              <a:alpha val="28000"/>
            </a:srgbClr>
          </a:solidFill>
          <a:ln/>
        </p:spPr>
      </p:sp>
      <p:sp>
        <p:nvSpPr>
          <p:cNvPr id="41" name="Shape 39"/>
          <p:cNvSpPr/>
          <p:nvPr/>
        </p:nvSpPr>
        <p:spPr>
          <a:xfrm>
            <a:off x="5217395" y="9580836"/>
            <a:ext cx="78828" cy="78828"/>
          </a:xfrm>
          <a:prstGeom prst="ellipse">
            <a:avLst/>
          </a:prstGeom>
          <a:solidFill>
            <a:srgbClr val="14161C">
              <a:alpha val="28000"/>
            </a:srgbClr>
          </a:solidFill>
          <a:ln/>
        </p:spPr>
      </p:sp>
      <p:sp>
        <p:nvSpPr>
          <p:cNvPr id="42" name="Shape 40"/>
          <p:cNvSpPr/>
          <p:nvPr/>
        </p:nvSpPr>
        <p:spPr>
          <a:xfrm>
            <a:off x="5375050" y="9580836"/>
            <a:ext cx="78828" cy="78828"/>
          </a:xfrm>
          <a:prstGeom prst="ellipse">
            <a:avLst/>
          </a:prstGeom>
          <a:solidFill>
            <a:srgbClr val="14161C">
              <a:alpha val="28000"/>
            </a:srgbClr>
          </a:solidFill>
          <a:ln/>
        </p:spPr>
      </p:sp>
      <p:sp>
        <p:nvSpPr>
          <p:cNvPr id="43" name="Shape 41"/>
          <p:cNvSpPr/>
          <p:nvPr/>
        </p:nvSpPr>
        <p:spPr>
          <a:xfrm>
            <a:off x="5532705" y="9580836"/>
            <a:ext cx="78828" cy="78828"/>
          </a:xfrm>
          <a:prstGeom prst="ellipse">
            <a:avLst/>
          </a:prstGeom>
          <a:solidFill>
            <a:srgbClr val="14161C">
              <a:alpha val="28000"/>
            </a:srgbClr>
          </a:solidFill>
          <a:ln/>
        </p:spPr>
      </p:sp>
      <p:sp>
        <p:nvSpPr>
          <p:cNvPr id="44" name="Shape 42"/>
          <p:cNvSpPr/>
          <p:nvPr/>
        </p:nvSpPr>
        <p:spPr>
          <a:xfrm>
            <a:off x="5690359" y="9580836"/>
            <a:ext cx="78828" cy="78828"/>
          </a:xfrm>
          <a:prstGeom prst="ellipse">
            <a:avLst/>
          </a:prstGeom>
          <a:solidFill>
            <a:srgbClr val="14161C">
              <a:alpha val="28000"/>
            </a:srgbClr>
          </a:solidFill>
          <a:ln/>
        </p:spPr>
      </p:sp>
      <p:sp>
        <p:nvSpPr>
          <p:cNvPr id="45" name="Shape 43"/>
          <p:cNvSpPr/>
          <p:nvPr/>
        </p:nvSpPr>
        <p:spPr>
          <a:xfrm>
            <a:off x="5848014" y="9580836"/>
            <a:ext cx="78828" cy="78828"/>
          </a:xfrm>
          <a:prstGeom prst="ellipse">
            <a:avLst/>
          </a:prstGeom>
          <a:solidFill>
            <a:srgbClr val="14161C">
              <a:alpha val="28000"/>
            </a:srgbClr>
          </a:solidFill>
          <a:ln/>
        </p:spPr>
      </p:sp>
      <p:sp>
        <p:nvSpPr>
          <p:cNvPr id="46" name="Shape 44"/>
          <p:cNvSpPr/>
          <p:nvPr/>
        </p:nvSpPr>
        <p:spPr>
          <a:xfrm>
            <a:off x="6005669" y="9580836"/>
            <a:ext cx="78828" cy="78828"/>
          </a:xfrm>
          <a:prstGeom prst="ellipse">
            <a:avLst/>
          </a:prstGeom>
          <a:solidFill>
            <a:srgbClr val="14161C">
              <a:alpha val="28000"/>
            </a:srgbClr>
          </a:solidFill>
          <a:ln/>
        </p:spPr>
      </p:sp>
      <p:sp>
        <p:nvSpPr>
          <p:cNvPr id="47" name="Shape 45"/>
          <p:cNvSpPr/>
          <p:nvPr/>
        </p:nvSpPr>
        <p:spPr>
          <a:xfrm>
            <a:off x="6163324" y="9580836"/>
            <a:ext cx="78828" cy="78828"/>
          </a:xfrm>
          <a:prstGeom prst="ellipse">
            <a:avLst/>
          </a:prstGeom>
          <a:solidFill>
            <a:srgbClr val="14161C">
              <a:alpha val="28000"/>
            </a:srgbClr>
          </a:solidFill>
          <a:ln/>
        </p:spPr>
      </p:sp>
      <p:sp>
        <p:nvSpPr>
          <p:cNvPr id="48" name="Shape 46"/>
          <p:cNvSpPr/>
          <p:nvPr/>
        </p:nvSpPr>
        <p:spPr>
          <a:xfrm>
            <a:off x="6320979" y="9580836"/>
            <a:ext cx="78828" cy="78828"/>
          </a:xfrm>
          <a:prstGeom prst="ellipse">
            <a:avLst/>
          </a:prstGeom>
          <a:solidFill>
            <a:srgbClr val="14161C">
              <a:alpha val="28000"/>
            </a:srgbClr>
          </a:solidFill>
          <a:ln/>
        </p:spPr>
      </p:sp>
      <p:sp>
        <p:nvSpPr>
          <p:cNvPr id="49" name="Shape 47"/>
          <p:cNvSpPr/>
          <p:nvPr/>
        </p:nvSpPr>
        <p:spPr>
          <a:xfrm>
            <a:off x="6478634" y="9580836"/>
            <a:ext cx="78828" cy="78828"/>
          </a:xfrm>
          <a:prstGeom prst="ellipse">
            <a:avLst/>
          </a:prstGeom>
          <a:solidFill>
            <a:srgbClr val="14161C">
              <a:alpha val="28000"/>
            </a:srgbClr>
          </a:solidFill>
          <a:ln/>
        </p:spPr>
      </p:sp>
      <p:sp>
        <p:nvSpPr>
          <p:cNvPr id="50" name="Shape 48"/>
          <p:cNvSpPr/>
          <p:nvPr/>
        </p:nvSpPr>
        <p:spPr>
          <a:xfrm>
            <a:off x="6636289" y="9580836"/>
            <a:ext cx="78828" cy="78828"/>
          </a:xfrm>
          <a:prstGeom prst="ellipse">
            <a:avLst/>
          </a:prstGeom>
          <a:solidFill>
            <a:srgbClr val="14161C">
              <a:alpha val="28000"/>
            </a:srgbClr>
          </a:solidFill>
          <a:ln/>
        </p:spPr>
      </p:sp>
      <p:sp>
        <p:nvSpPr>
          <p:cNvPr id="51" name="Shape 49"/>
          <p:cNvSpPr/>
          <p:nvPr/>
        </p:nvSpPr>
        <p:spPr>
          <a:xfrm>
            <a:off x="6780806" y="9567698"/>
            <a:ext cx="105103" cy="105103"/>
          </a:xfrm>
          <a:prstGeom prst="ellipse">
            <a:avLst/>
          </a:prstGeom>
          <a:solidFill>
            <a:srgbClr val="E8472B"/>
          </a:solidFill>
          <a:ln/>
        </p:spPr>
      </p:sp>
      <p:sp>
        <p:nvSpPr>
          <p:cNvPr id="52" name="Shape 50"/>
          <p:cNvSpPr/>
          <p:nvPr/>
        </p:nvSpPr>
        <p:spPr>
          <a:xfrm>
            <a:off x="6951599" y="9580836"/>
            <a:ext cx="78828" cy="78828"/>
          </a:xfrm>
          <a:prstGeom prst="ellipse">
            <a:avLst/>
          </a:prstGeom>
          <a:solidFill>
            <a:srgbClr val="14161C">
              <a:alpha val="28000"/>
            </a:srgbClr>
          </a:solidFill>
          <a:ln/>
        </p:spPr>
      </p:sp>
      <p:sp>
        <p:nvSpPr>
          <p:cNvPr id="53" name="Shape 51"/>
          <p:cNvSpPr/>
          <p:nvPr/>
        </p:nvSpPr>
        <p:spPr>
          <a:xfrm>
            <a:off x="7109254" y="9580836"/>
            <a:ext cx="78828" cy="78828"/>
          </a:xfrm>
          <a:prstGeom prst="ellipse">
            <a:avLst/>
          </a:prstGeom>
          <a:solidFill>
            <a:srgbClr val="14161C">
              <a:alpha val="28000"/>
            </a:srgbClr>
          </a:solidFill>
          <a:ln/>
        </p:spPr>
      </p:sp>
      <p:sp>
        <p:nvSpPr>
          <p:cNvPr id="54" name="Shape 52"/>
          <p:cNvSpPr/>
          <p:nvPr/>
        </p:nvSpPr>
        <p:spPr>
          <a:xfrm>
            <a:off x="7266909" y="9580836"/>
            <a:ext cx="78828" cy="78828"/>
          </a:xfrm>
          <a:prstGeom prst="ellipse">
            <a:avLst/>
          </a:prstGeom>
          <a:solidFill>
            <a:srgbClr val="14161C">
              <a:alpha val="28000"/>
            </a:srgbClr>
          </a:solidFill>
          <a:ln/>
        </p:spPr>
      </p:sp>
      <p:sp>
        <p:nvSpPr>
          <p:cNvPr id="55" name="Shape 53"/>
          <p:cNvSpPr/>
          <p:nvPr/>
        </p:nvSpPr>
        <p:spPr>
          <a:xfrm>
            <a:off x="7424564" y="9580836"/>
            <a:ext cx="78828" cy="78828"/>
          </a:xfrm>
          <a:prstGeom prst="ellipse">
            <a:avLst/>
          </a:prstGeom>
          <a:solidFill>
            <a:srgbClr val="14161C">
              <a:alpha val="28000"/>
            </a:srgbClr>
          </a:solidFill>
          <a:ln/>
        </p:spPr>
      </p:sp>
      <p:sp>
        <p:nvSpPr>
          <p:cNvPr id="56" name="Shape 54"/>
          <p:cNvSpPr/>
          <p:nvPr/>
        </p:nvSpPr>
        <p:spPr>
          <a:xfrm>
            <a:off x="7582219" y="9580836"/>
            <a:ext cx="78828" cy="78828"/>
          </a:xfrm>
          <a:prstGeom prst="ellipse">
            <a:avLst/>
          </a:prstGeom>
          <a:solidFill>
            <a:srgbClr val="14161C">
              <a:alpha val="28000"/>
            </a:srgbClr>
          </a:solidFill>
          <a:ln/>
        </p:spPr>
      </p:sp>
      <p:sp>
        <p:nvSpPr>
          <p:cNvPr id="57" name="Shape 55"/>
          <p:cNvSpPr/>
          <p:nvPr/>
        </p:nvSpPr>
        <p:spPr>
          <a:xfrm>
            <a:off x="7739874" y="9580836"/>
            <a:ext cx="78828" cy="78828"/>
          </a:xfrm>
          <a:prstGeom prst="ellipse">
            <a:avLst/>
          </a:prstGeom>
          <a:solidFill>
            <a:srgbClr val="14161C">
              <a:alpha val="28000"/>
            </a:srgbClr>
          </a:solidFill>
          <a:ln/>
        </p:spPr>
      </p:sp>
      <p:sp>
        <p:nvSpPr>
          <p:cNvPr id="58" name="Shape 56"/>
          <p:cNvSpPr/>
          <p:nvPr/>
        </p:nvSpPr>
        <p:spPr>
          <a:xfrm>
            <a:off x="7897529" y="9580836"/>
            <a:ext cx="78828" cy="78828"/>
          </a:xfrm>
          <a:prstGeom prst="ellipse">
            <a:avLst/>
          </a:prstGeom>
          <a:solidFill>
            <a:srgbClr val="14161C">
              <a:alpha val="28000"/>
            </a:srgbClr>
          </a:solidFill>
          <a:ln/>
        </p:spPr>
      </p:sp>
      <p:sp>
        <p:nvSpPr>
          <p:cNvPr id="59" name="Shape 57"/>
          <p:cNvSpPr/>
          <p:nvPr/>
        </p:nvSpPr>
        <p:spPr>
          <a:xfrm>
            <a:off x="8055184" y="9580836"/>
            <a:ext cx="78828" cy="78828"/>
          </a:xfrm>
          <a:prstGeom prst="ellipse">
            <a:avLst/>
          </a:prstGeom>
          <a:solidFill>
            <a:srgbClr val="14161C">
              <a:alpha val="28000"/>
            </a:srgbClr>
          </a:solidFill>
          <a:ln/>
        </p:spPr>
      </p:sp>
      <p:sp>
        <p:nvSpPr>
          <p:cNvPr id="60" name="Shape 58"/>
          <p:cNvSpPr/>
          <p:nvPr/>
        </p:nvSpPr>
        <p:spPr>
          <a:xfrm>
            <a:off x="8212839" y="9580836"/>
            <a:ext cx="78828" cy="78828"/>
          </a:xfrm>
          <a:prstGeom prst="ellipse">
            <a:avLst/>
          </a:prstGeom>
          <a:solidFill>
            <a:srgbClr val="14161C">
              <a:alpha val="28000"/>
            </a:srgbClr>
          </a:solidFill>
          <a:ln/>
        </p:spPr>
      </p:sp>
      <p:sp>
        <p:nvSpPr>
          <p:cNvPr id="61" name="Shape 59"/>
          <p:cNvSpPr/>
          <p:nvPr/>
        </p:nvSpPr>
        <p:spPr>
          <a:xfrm>
            <a:off x="8370494" y="9580836"/>
            <a:ext cx="78828" cy="78828"/>
          </a:xfrm>
          <a:prstGeom prst="ellipse">
            <a:avLst/>
          </a:prstGeom>
          <a:solidFill>
            <a:srgbClr val="14161C">
              <a:alpha val="28000"/>
            </a:srgbClr>
          </a:solidFill>
          <a:ln/>
        </p:spPr>
      </p:sp>
      <p:sp>
        <p:nvSpPr>
          <p:cNvPr id="62" name="Shape 60"/>
          <p:cNvSpPr/>
          <p:nvPr/>
        </p:nvSpPr>
        <p:spPr>
          <a:xfrm>
            <a:off x="8528148" y="9580836"/>
            <a:ext cx="78828" cy="78828"/>
          </a:xfrm>
          <a:prstGeom prst="ellipse">
            <a:avLst/>
          </a:prstGeom>
          <a:solidFill>
            <a:srgbClr val="14161C">
              <a:alpha val="28000"/>
            </a:srgbClr>
          </a:solidFill>
          <a:ln/>
        </p:spPr>
      </p:sp>
      <p:sp>
        <p:nvSpPr>
          <p:cNvPr id="63" name="Shape 61"/>
          <p:cNvSpPr/>
          <p:nvPr/>
        </p:nvSpPr>
        <p:spPr>
          <a:xfrm>
            <a:off x="8685803" y="9580836"/>
            <a:ext cx="78828" cy="78828"/>
          </a:xfrm>
          <a:prstGeom prst="ellipse">
            <a:avLst/>
          </a:prstGeom>
          <a:solidFill>
            <a:srgbClr val="14161C">
              <a:alpha val="28000"/>
            </a:srgbClr>
          </a:solidFill>
          <a:ln/>
        </p:spPr>
      </p:sp>
      <p:sp>
        <p:nvSpPr>
          <p:cNvPr id="64" name="Shape 62"/>
          <p:cNvSpPr/>
          <p:nvPr/>
        </p:nvSpPr>
        <p:spPr>
          <a:xfrm>
            <a:off x="8843458" y="9580836"/>
            <a:ext cx="78828" cy="78828"/>
          </a:xfrm>
          <a:prstGeom prst="ellipse">
            <a:avLst/>
          </a:prstGeom>
          <a:solidFill>
            <a:srgbClr val="14161C">
              <a:alpha val="28000"/>
            </a:srgbClr>
          </a:solidFill>
          <a:ln/>
        </p:spPr>
      </p:sp>
      <p:sp>
        <p:nvSpPr>
          <p:cNvPr id="65" name="Shape 63"/>
          <p:cNvSpPr/>
          <p:nvPr/>
        </p:nvSpPr>
        <p:spPr>
          <a:xfrm>
            <a:off x="9001113" y="9580836"/>
            <a:ext cx="78828" cy="78828"/>
          </a:xfrm>
          <a:prstGeom prst="ellipse">
            <a:avLst/>
          </a:prstGeom>
          <a:solidFill>
            <a:srgbClr val="14161C">
              <a:alpha val="28000"/>
            </a:srgbClr>
          </a:solidFill>
          <a:ln/>
        </p:spPr>
      </p:sp>
      <p:sp>
        <p:nvSpPr>
          <p:cNvPr id="66" name="Shape 64"/>
          <p:cNvSpPr/>
          <p:nvPr/>
        </p:nvSpPr>
        <p:spPr>
          <a:xfrm>
            <a:off x="9158768" y="9580836"/>
            <a:ext cx="78828" cy="78828"/>
          </a:xfrm>
          <a:prstGeom prst="ellipse">
            <a:avLst/>
          </a:prstGeom>
          <a:solidFill>
            <a:srgbClr val="14161C">
              <a:alpha val="28000"/>
            </a:srgbClr>
          </a:solidFill>
          <a:ln/>
        </p:spPr>
      </p:sp>
      <p:sp>
        <p:nvSpPr>
          <p:cNvPr id="67" name="Shape 65"/>
          <p:cNvSpPr/>
          <p:nvPr/>
        </p:nvSpPr>
        <p:spPr>
          <a:xfrm>
            <a:off x="9316423" y="9580836"/>
            <a:ext cx="78828" cy="78828"/>
          </a:xfrm>
          <a:prstGeom prst="ellipse">
            <a:avLst/>
          </a:prstGeom>
          <a:solidFill>
            <a:srgbClr val="14161C">
              <a:alpha val="28000"/>
            </a:srgbClr>
          </a:solidFill>
          <a:ln/>
        </p:spPr>
      </p:sp>
      <p:sp>
        <p:nvSpPr>
          <p:cNvPr id="68" name="Shape 66"/>
          <p:cNvSpPr/>
          <p:nvPr/>
        </p:nvSpPr>
        <p:spPr>
          <a:xfrm>
            <a:off x="9474078" y="9580836"/>
            <a:ext cx="78828" cy="78828"/>
          </a:xfrm>
          <a:prstGeom prst="ellipse">
            <a:avLst/>
          </a:prstGeom>
          <a:solidFill>
            <a:srgbClr val="14161C">
              <a:alpha val="28000"/>
            </a:srgbClr>
          </a:solidFill>
          <a:ln/>
        </p:spPr>
      </p:sp>
      <p:sp>
        <p:nvSpPr>
          <p:cNvPr id="69" name="Shape 67"/>
          <p:cNvSpPr/>
          <p:nvPr/>
        </p:nvSpPr>
        <p:spPr>
          <a:xfrm>
            <a:off x="9631733" y="9580836"/>
            <a:ext cx="78828" cy="78828"/>
          </a:xfrm>
          <a:prstGeom prst="ellipse">
            <a:avLst/>
          </a:prstGeom>
          <a:solidFill>
            <a:srgbClr val="14161C">
              <a:alpha val="28000"/>
            </a:srgbClr>
          </a:solidFill>
          <a:ln/>
        </p:spPr>
      </p:sp>
      <p:sp>
        <p:nvSpPr>
          <p:cNvPr id="70" name="Shape 68"/>
          <p:cNvSpPr/>
          <p:nvPr/>
        </p:nvSpPr>
        <p:spPr>
          <a:xfrm>
            <a:off x="9789388" y="9580836"/>
            <a:ext cx="78828" cy="78828"/>
          </a:xfrm>
          <a:prstGeom prst="ellipse">
            <a:avLst/>
          </a:prstGeom>
          <a:solidFill>
            <a:srgbClr val="14161C">
              <a:alpha val="28000"/>
            </a:srgbClr>
          </a:solidFill>
          <a:ln/>
        </p:spPr>
      </p:sp>
      <p:sp>
        <p:nvSpPr>
          <p:cNvPr id="71" name="Shape 69"/>
          <p:cNvSpPr/>
          <p:nvPr/>
        </p:nvSpPr>
        <p:spPr>
          <a:xfrm>
            <a:off x="9947043" y="9580836"/>
            <a:ext cx="78828" cy="78828"/>
          </a:xfrm>
          <a:prstGeom prst="ellipse">
            <a:avLst/>
          </a:prstGeom>
          <a:solidFill>
            <a:srgbClr val="14161C">
              <a:alpha val="28000"/>
            </a:srgbClr>
          </a:solidFill>
          <a:ln/>
        </p:spPr>
      </p:sp>
      <p:sp>
        <p:nvSpPr>
          <p:cNvPr id="72" name="Text 70"/>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38/58</a:t>
            </a:r>
            <a:endParaRPr lang="en-US" sz="1800" dirty="0"/>
          </a:p>
        </p:txBody>
      </p:sp>
      <p:sp>
        <p:nvSpPr>
          <p:cNvPr id="73" name="Shape 71"/>
          <p:cNvSpPr/>
          <p:nvPr/>
        </p:nvSpPr>
        <p:spPr>
          <a:xfrm>
            <a:off x="15983712" y="9076331"/>
            <a:ext cx="1645920" cy="552301"/>
          </a:xfrm>
          <a:prstGeom prst="roundRect">
            <a:avLst>
              <a:gd name="adj" fmla="val 28000"/>
            </a:avLst>
          </a:prstGeom>
          <a:solidFill>
            <a:srgbClr val="FFFFFF">
              <a:alpha val="82000"/>
            </a:srgbClr>
          </a:solidFill>
          <a:ln/>
        </p:spPr>
      </p:sp>
      <p:pic>
        <p:nvPicPr>
          <p:cNvPr id="74" name="Moda image moda-export-watermark-98188425-0383-41d8-86e8-125a8ca17e3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AdBlueの</a:t>
            </a:r>
            <a:r>
              <a:rPr lang="en-US" sz="5700" dirty="0" spc="0" kern="0">
                <a:solidFill>
                  <a:srgbClr val="F3EEE3"/>
                </a:solidFill>
                <a:latin typeface="Noto Sans JP ExtraBold" pitchFamily="34" charset="0"/>
                <a:ea typeface="Noto Sans JP ExtraBold" pitchFamily="34" charset="-122"/>
                <a:cs typeface="Noto Sans JP ExtraBold" pitchFamily="34" charset="-120"/>
              </a:rPr>
              <a:t> 液滴が 配管の 壁に 当たる</a:t>
            </a:r>
            <a:endParaRPr lang="en-US" sz="5700" dirty="0"/>
          </a:p>
        </p:txBody>
      </p:sp>
      <p:sp>
        <p:nvSpPr>
          <p:cNvPr id="3" name="Shape 1"/>
          <p:cNvSpPr/>
          <p:nvPr/>
        </p:nvSpPr>
        <p:spPr>
          <a:xfrm>
            <a:off x="914400" y="2819400"/>
            <a:ext cx="95250" cy="5505450"/>
          </a:xfrm>
          <a:prstGeom prst="roundRect">
            <a:avLst>
              <a:gd name="adj" fmla="val 50000"/>
            </a:avLst>
          </a:prstGeom>
          <a:solidFill>
            <a:srgbClr val="3DD6A0"/>
          </a:solidFill>
          <a:ln/>
        </p:spPr>
      </p:sp>
      <p:sp>
        <p:nvSpPr>
          <p:cNvPr id="4" name="Text 2"/>
          <p:cNvSpPr/>
          <p:nvPr/>
        </p:nvSpPr>
        <p:spPr>
          <a:xfrm>
            <a:off x="1295400" y="2762250"/>
            <a:ext cx="10572750" cy="5619750"/>
          </a:xfrm>
          <a:prstGeom prst="rect">
            <a:avLst/>
          </a:prstGeom>
          <a:noFill/>
          <a:ln/>
        </p:spPr>
        <p:txBody>
          <a:bodyPr wrap="square" lIns="0" tIns="35636" rIns="0" bIns="-35636" rtlCol="0" anchor="t"/>
          <a:lstStyle/>
          <a:p>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先に 水が 蒸発し、400°C未満では</a:t>
            </a:r>
            <a:r>
              <a:rPr lang="en-US" sz="2850" dirty="0" spc="-1" kern="0">
                <a:solidFill>
                  <a:srgbClr val="F3EEE3"/>
                </a:solidFill>
                <a:latin typeface="Noto Sans JP" pitchFamily="34" charset="0"/>
                <a:ea typeface="Noto Sans JP" pitchFamily="34" charset="-122"/>
                <a:cs typeface="Noto Sans JP" pitchFamily="34" charset="-120"/>
              </a:rPr>
              <a:t> 尿素が</a:t>
            </a:r>
            <a:r>
              <a:rPr lang="en-US" sz="2850" dirty="0" spc="0" kern="0">
                <a:solidFill>
                  <a:srgbClr val="F3EEE3"/>
                </a:solidFill>
                <a:latin typeface="Noto Sans JP" pitchFamily="34" charset="0"/>
                <a:ea typeface="Noto Sans JP" pitchFamily="34" charset="-122"/>
                <a:cs typeface="Noto Sans JP" pitchFamily="34" charset="-120"/>
              </a:rPr>
              <a:t> 液滴の</a:t>
            </a:r>
            <a:r>
              <a:rPr lang="en-US" sz="2850" dirty="0" spc="1" kern="0">
                <a:solidFill>
                  <a:srgbClr val="F3EEE3"/>
                </a:solidFill>
                <a:latin typeface="Noto Sans JP" pitchFamily="34" charset="0"/>
                <a:ea typeface="Noto Sans JP" pitchFamily="34" charset="-122"/>
                <a:cs typeface="Noto Sans JP" pitchFamily="34" charset="-120"/>
              </a:rPr>
              <a:t> 核に</a:t>
            </a:r>
            <a:r>
              <a:rPr lang="en-US" sz="2850" dirty="0" spc="-51" kern="0">
                <a:solidFill>
                  <a:srgbClr val="F3EEE3"/>
                </a:solidFill>
                <a:latin typeface="Noto Sans JP" pitchFamily="34" charset="0"/>
                <a:ea typeface="Noto Sans JP" pitchFamily="34" charset="-122"/>
                <a:cs typeface="Noto Sans JP" pitchFamily="34" charset="-120"/>
              </a:rPr>
              <a:t> 集まって</a:t>
            </a:r>
            <a:pPr algn="l" indent="0" marL="0">
              <a:lnSpc>
                <a:spcPts val="3848"/>
              </a:lnSpc>
              <a:buNone/>
            </a:pPr>
            <a:r>
              <a:rPr lang="en-US" sz="2850" b="1" dirty="0" kern="0">
                <a:solidFill>
                  <a:srgbClr val="3DD6A0"/>
                </a:solidFill>
                <a:latin typeface="Noto Sans JP" pitchFamily="34" charset="0"/>
                <a:ea typeface="Noto Sans JP" pitchFamily="34" charset="-122"/>
                <a:cs typeface="Noto Sans JP" pitchFamily="34" charset="-120"/>
              </a:rPr>
              <a:t>結晶</a:t>
            </a:r>
            <a:pPr algn="l" indent="0" marL="0">
              <a:lnSpc>
                <a:spcPts val="3848"/>
              </a:lnSpc>
              <a:buNone/>
            </a:pPr>
            <a:r>
              <a:rPr lang="en-US" sz="2850" dirty="0" kern="0">
                <a:solidFill>
                  <a:srgbClr val="F3EEE3"/>
                </a:solidFill>
                <a:latin typeface="Noto Sans JP" pitchFamily="34" charset="0"/>
                <a:ea typeface="Noto Sans JP" pitchFamily="34" charset="-122"/>
                <a:cs typeface="Noto Sans JP" pitchFamily="34" charset="-120"/>
              </a:rPr>
              <a:t>になる</a:t>
            </a:r>
            <a:pPr algn="l" indent="0" marL="0">
              <a:lnSpc>
                <a:spcPts val="3848"/>
              </a:lnSpc>
              <a:buNone/>
            </a:pPr>
            <a:r>
              <a:rPr lang="en-US" sz="2850" dirty="0" spc="-2" kern="0">
                <a:solidFill>
                  <a:srgbClr val="9AA0B5"/>
                </a:solidFill>
                <a:latin typeface="Noto Sans JP" pitchFamily="34" charset="0"/>
                <a:ea typeface="Noto Sans JP" pitchFamily="34" charset="-122"/>
                <a:cs typeface="Noto Sans JP" pitchFamily="34" charset="-120"/>
              </a:rPr>
              <a:t>[S11]</a:t>
            </a:r>
            <a:pPr algn="l" indent="0" marL="0">
              <a:lnSpc>
                <a:spcPts val="3848"/>
              </a:lnSpc>
              <a:buNone/>
            </a:pPr>
            <a:r>
              <a:rPr lang="en-US" sz="2850" dirty="0" kern="0">
                <a:solidFill>
                  <a:srgbClr val="F3EEE3"/>
                </a:solidFill>
                <a:latin typeface="Noto Sans JP" pitchFamily="34" charset="0"/>
                <a:ea typeface="Noto Sans JP" pitchFamily="34" charset="-122"/>
                <a:cs typeface="Noto Sans JP" pitchFamily="34" charset="-120"/>
              </a:rPr>
              <a:t>。 堆積物は</a:t>
            </a:r>
            <a:pPr algn="l" indent="0" marL="0">
              <a:lnSpc>
                <a:spcPts val="3848"/>
              </a:lnSpc>
              <a:buNone/>
            </a:pPr>
            <a:r>
              <a:rPr lang="en-US" sz="2850" b="1" dirty="0" spc="-11" kern="0">
                <a:solidFill>
                  <a:srgbClr val="3DD6A0"/>
                </a:solidFill>
                <a:latin typeface="Noto Sans JP" pitchFamily="34" charset="0"/>
                <a:ea typeface="Noto Sans JP" pitchFamily="34" charset="-122"/>
                <a:cs typeface="Noto Sans JP" pitchFamily="34" charset="-120"/>
              </a:rPr>
              <a:t>ライデンフロスト</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温度まで</a:t>
            </a:r>
            <a:r>
              <a:rPr lang="en-US" sz="2850" dirty="0" spc="5" kern="0">
                <a:solidFill>
                  <a:srgbClr val="F3EEE3"/>
                </a:solidFill>
                <a:latin typeface="Noto Sans JP" pitchFamily="34" charset="0"/>
                <a:ea typeface="Noto Sans JP" pitchFamily="34" charset="-122"/>
                <a:cs typeface="Noto Sans JP" pitchFamily="34" charset="-120"/>
              </a:rPr>
              <a:t> 形成され、</a:t>
            </a:r>
            <a:r>
              <a:rPr lang="en-US" sz="2850" dirty="0" spc="0" kern="0">
                <a:solidFill>
                  <a:srgbClr val="F3EEE3"/>
                </a:solidFill>
                <a:latin typeface="Noto Sans JP" pitchFamily="34" charset="0"/>
                <a:ea typeface="Noto Sans JP" pitchFamily="34" charset="-122"/>
                <a:cs typeface="Noto Sans JP" pitchFamily="34" charset="-120"/>
              </a:rPr>
              <a:t> 噴射量を</a:t>
            </a:r>
            <a:r>
              <a:rPr lang="en-US" sz="2850" dirty="0" spc="-38" kern="0">
                <a:solidFill>
                  <a:srgbClr val="F3EEE3"/>
                </a:solidFill>
                <a:latin typeface="Noto Sans JP" pitchFamily="34" charset="0"/>
                <a:ea typeface="Noto Sans JP" pitchFamily="34" charset="-122"/>
                <a:cs typeface="Noto Sans JP" pitchFamily="34" charset="-120"/>
              </a:rPr>
              <a:t> 増やしても</a:t>
            </a:r>
            <a:r>
              <a:rPr lang="en-US" sz="2850" dirty="0" spc="-2" kern="0">
                <a:solidFill>
                  <a:srgbClr val="F3EEE3"/>
                </a:solidFill>
                <a:latin typeface="Noto Sans JP" pitchFamily="34" charset="0"/>
                <a:ea typeface="Noto Sans JP" pitchFamily="34" charset="-122"/>
                <a:cs typeface="Noto Sans JP" pitchFamily="34" charset="-120"/>
              </a:rPr>
              <a:t> 堆積場所がずれるだけである</a:t>
            </a:r>
            <a:pPr algn="l" indent="0" marL="0">
              <a:lnSpc>
                <a:spcPts val="3848"/>
              </a:lnSpc>
              <a:buNone/>
            </a:pPr>
            <a:r>
              <a:rPr lang="en-US" sz="2850" dirty="0" spc="-2" kern="0">
                <a:solidFill>
                  <a:srgbClr val="9AA0B5"/>
                </a:solidFill>
                <a:latin typeface="Noto Sans JP" pitchFamily="34" charset="0"/>
                <a:ea typeface="Noto Sans JP" pitchFamily="34" charset="-122"/>
                <a:cs typeface="Noto Sans JP" pitchFamily="34" charset="-120"/>
              </a:rPr>
              <a:t>[S12]</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a:t>
            </a:r>
            <a:r>
              <a:rPr lang="en-US" sz="2850" dirty="0" spc="-4" kern="0">
                <a:solidFill>
                  <a:srgbClr val="F3EEE3"/>
                </a:solidFill>
                <a:latin typeface="Noto Sans JP" pitchFamily="34" charset="0"/>
                <a:ea typeface="Noto Sans JP" pitchFamily="34" charset="-122"/>
                <a:cs typeface="Noto Sans JP" pitchFamily="34" charset="-120"/>
              </a:rPr>
              <a:t> DieselNet：</a:t>
            </a:r>
            <a:r>
              <a:rPr lang="en-US" sz="2850" dirty="0" spc="1" kern="0">
                <a:solidFill>
                  <a:srgbClr val="F3EEE3"/>
                </a:solidFill>
                <a:latin typeface="Noto Sans JP" pitchFamily="34" charset="0"/>
                <a:ea typeface="Noto Sans JP" pitchFamily="34" charset="-122"/>
                <a:cs typeface="Noto Sans JP" pitchFamily="34" charset="-120"/>
              </a:rPr>
              <a:t> 堆積物を</a:t>
            </a:r>
            <a:r>
              <a:rPr lang="en-US" sz="2850" dirty="0" spc="-10" kern="0">
                <a:solidFill>
                  <a:srgbClr val="F3EEE3"/>
                </a:solidFill>
                <a:latin typeface="Noto Sans JP" pitchFamily="34" charset="0"/>
                <a:ea typeface="Noto Sans JP" pitchFamily="34" charset="-122"/>
                <a:cs typeface="Noto Sans JP" pitchFamily="34" charset="-120"/>
              </a:rPr>
              <a:t> 減らすには</a:t>
            </a:r>
            <a:r>
              <a:rPr lang="en-US" sz="2850" dirty="0" spc="-3" kern="0">
                <a:solidFill>
                  <a:srgbClr val="F3EEE3"/>
                </a:solidFill>
                <a:latin typeface="Noto Sans JP" pitchFamily="34" charset="0"/>
                <a:ea typeface="Noto Sans JP" pitchFamily="34" charset="-122"/>
                <a:cs typeface="Noto Sans JP" pitchFamily="34" charset="-120"/>
              </a:rPr>
              <a:t> 10</a:t>
            </a:r>
            <a:r>
              <a:rPr lang="en-US" sz="2850" dirty="0" spc="1" kern="0">
                <a:solidFill>
                  <a:srgbClr val="F3EEE3"/>
                </a:solidFill>
                <a:latin typeface="Noto Sans JP" pitchFamily="34" charset="0"/>
                <a:ea typeface="Noto Sans JP" pitchFamily="34" charset="-122"/>
                <a:cs typeface="Noto Sans JP" pitchFamily="34" charset="-120"/>
              </a:rPr>
              <a:t> µm未満の</a:t>
            </a:r>
            <a:r>
              <a:rPr lang="en-US" sz="2850" dirty="0" spc="0" kern="0">
                <a:solidFill>
                  <a:srgbClr val="F3EEE3"/>
                </a:solidFill>
                <a:latin typeface="Noto Sans JP" pitchFamily="34" charset="0"/>
                <a:ea typeface="Noto Sans JP" pitchFamily="34" charset="-122"/>
                <a:cs typeface="Noto Sans JP" pitchFamily="34" charset="-120"/>
              </a:rPr>
              <a:t> 液滴が</a:t>
            </a:r>
            <a:r>
              <a:rPr lang="en-US" sz="2850" dirty="0" spc="-5" kern="0">
                <a:solidFill>
                  <a:srgbClr val="F3EEE3"/>
                </a:solidFill>
                <a:latin typeface="Noto Sans JP" pitchFamily="34" charset="0"/>
                <a:ea typeface="Noto Sans JP" pitchFamily="34" charset="-122"/>
                <a:cs typeface="Noto Sans JP" pitchFamily="34" charset="-120"/>
              </a:rPr>
              <a:t> 必要かもしれないが、</a:t>
            </a:r>
            <a:r>
              <a:rPr lang="en-US" sz="2850" dirty="0" spc="0" kern="0">
                <a:solidFill>
                  <a:srgbClr val="F3EEE3"/>
                </a:solidFill>
                <a:latin typeface="Noto Sans JP" pitchFamily="34" charset="0"/>
                <a:ea typeface="Noto Sans JP" pitchFamily="34" charset="-122"/>
                <a:cs typeface="Noto Sans JP" pitchFamily="34" charset="-120"/>
              </a:rPr>
              <a:t> 現在の ノズルの 液滴は</a:t>
            </a:r>
            <a:r>
              <a:rPr lang="en-US" sz="2850" dirty="0" spc="-3" kern="0">
                <a:solidFill>
                  <a:srgbClr val="F3EEE3"/>
                </a:solidFill>
                <a:latin typeface="Noto Sans JP" pitchFamily="34" charset="0"/>
                <a:ea typeface="Noto Sans JP" pitchFamily="34" charset="-122"/>
                <a:cs typeface="Noto Sans JP" pitchFamily="34" charset="-120"/>
              </a:rPr>
              <a:t> 約100〜30</a:t>
            </a:r>
            <a:r>
              <a:rPr lang="en-US" sz="2850" dirty="0" spc="-4" kern="0">
                <a:solidFill>
                  <a:srgbClr val="F3EEE3"/>
                </a:solidFill>
                <a:latin typeface="Noto Sans JP" pitchFamily="34" charset="0"/>
                <a:ea typeface="Noto Sans JP" pitchFamily="34" charset="-122"/>
                <a:cs typeface="Noto Sans JP" pitchFamily="34" charset="-120"/>
              </a:rPr>
              <a:t> µmである</a:t>
            </a:r>
            <a:pPr algn="l" indent="0" marL="0">
              <a:lnSpc>
                <a:spcPts val="3848"/>
              </a:lnSpc>
              <a:buNone/>
            </a:pPr>
            <a:r>
              <a:rPr lang="en-US" sz="2850" dirty="0" spc="-2" kern="0">
                <a:solidFill>
                  <a:srgbClr val="9AA0B5"/>
                </a:solidFill>
                <a:latin typeface="Noto Sans JP" pitchFamily="34" charset="0"/>
                <a:ea typeface="Noto Sans JP" pitchFamily="34" charset="-122"/>
                <a:cs typeface="Noto Sans JP" pitchFamily="34" charset="-120"/>
              </a:rPr>
              <a:t>[S13]</a:t>
            </a:r>
            <a:pPr algn="l" indent="0" marL="0">
              <a:lnSpc>
                <a:spcPts val="3848"/>
              </a:lnSpc>
              <a:buNone/>
            </a:pPr>
            <a:r>
              <a:rPr lang="en-US" sz="2850" dirty="0" spc="0" kern="0">
                <a:solidFill>
                  <a:srgbClr val="F3EEE3"/>
                </a:solidFill>
                <a:latin typeface="Noto Sans JP" pitchFamily="34" charset="0"/>
                <a:ea typeface="Noto Sans JP" pitchFamily="34" charset="-122"/>
                <a:cs typeface="Noto Sans JP" pitchFamily="34" charset="-120"/>
              </a:rPr>
              <a:t>。 堆積物は、 蒸発が</a:t>
            </a:r>
            <a:r>
              <a:rPr lang="en-US" sz="2850" dirty="0" spc="1" kern="0">
                <a:solidFill>
                  <a:srgbClr val="F3EEE3"/>
                </a:solidFill>
                <a:latin typeface="Noto Sans JP" pitchFamily="34" charset="0"/>
                <a:ea typeface="Noto Sans JP" pitchFamily="34" charset="-122"/>
                <a:cs typeface="Noto Sans JP" pitchFamily="34" charset="-120"/>
              </a:rPr>
              <a:t> 最も</a:t>
            </a:r>
            <a:r>
              <a:rPr lang="en-US" sz="2850" dirty="0" spc="0" kern="0">
                <a:solidFill>
                  <a:srgbClr val="F3EEE3"/>
                </a:solidFill>
                <a:latin typeface="Noto Sans JP" pitchFamily="34" charset="0"/>
                <a:ea typeface="Noto Sans JP" pitchFamily="34" charset="-122"/>
                <a:cs typeface="Noto Sans JP" pitchFamily="34" charset="-120"/>
              </a:rPr>
              <a:t> 強い 液膜の</a:t>
            </a:r>
            <a:r>
              <a:rPr lang="en-US" sz="2850" dirty="0" spc="1" kern="0">
                <a:solidFill>
                  <a:srgbClr val="F3EEE3"/>
                </a:solidFill>
                <a:latin typeface="Noto Sans JP" pitchFamily="34" charset="0"/>
                <a:ea typeface="Noto Sans JP" pitchFamily="34" charset="-122"/>
                <a:cs typeface="Noto Sans JP" pitchFamily="34" charset="-120"/>
              </a:rPr>
              <a:t> 縁で</a:t>
            </a:r>
            <a:r>
              <a:rPr lang="en-US" sz="2850" dirty="0" spc="0" kern="0">
                <a:solidFill>
                  <a:srgbClr val="F3EEE3"/>
                </a:solidFill>
                <a:latin typeface="Noto Sans JP" pitchFamily="34" charset="0"/>
                <a:ea typeface="Noto Sans JP" pitchFamily="34" charset="-122"/>
                <a:cs typeface="Noto Sans JP" pitchFamily="34" charset="-120"/>
              </a:rPr>
              <a:t> 結晶化する</a:t>
            </a:r>
            <a:pPr algn="l" indent="0" marL="0">
              <a:lnSpc>
                <a:spcPts val="3848"/>
              </a:lnSpc>
              <a:buNone/>
            </a:pPr>
            <a:r>
              <a:rPr lang="en-US" sz="2850" dirty="0" spc="-1" kern="0">
                <a:solidFill>
                  <a:srgbClr val="9AA0B5"/>
                </a:solidFill>
                <a:latin typeface="Noto Sans JP" pitchFamily="34" charset="0"/>
                <a:ea typeface="Noto Sans JP" pitchFamily="34" charset="-122"/>
                <a:cs typeface="Noto Sans JP" pitchFamily="34" charset="-120"/>
              </a:rPr>
              <a:t>[S4]</a:t>
            </a:r>
            <a:pPr algn="l" indent="0" marL="0">
              <a:lnSpc>
                <a:spcPts val="3848"/>
              </a:lnSpc>
              <a:buNone/>
            </a:pPr>
            <a:r>
              <a:rPr lang="en-US" sz="2850" dirty="0" kern="0">
                <a:solidFill>
                  <a:srgbClr val="F3EEE3"/>
                </a:solidFill>
                <a:latin typeface="Noto Sans JP" pitchFamily="34" charset="0"/>
                <a:ea typeface="Noto Sans JP" pitchFamily="34" charset="-122"/>
                <a:cs typeface="Noto Sans JP" pitchFamily="34" charset="-120"/>
              </a:rPr>
              <a:t>。</a:t>
            </a:r>
            <a:endParaRPr lang="en-US" sz="2850" dirty="0"/>
          </a:p>
        </p:txBody>
      </p:sp>
      <p:sp>
        <p:nvSpPr>
          <p:cNvPr id="5" name="Shape 3"/>
          <p:cNvSpPr/>
          <p:nvPr/>
        </p:nvSpPr>
        <p:spPr>
          <a:xfrm>
            <a:off x="12325350" y="2762250"/>
            <a:ext cx="5048250" cy="1724025"/>
          </a:xfrm>
          <a:prstGeom prst="roundRect">
            <a:avLst>
              <a:gd name="adj" fmla="val 12155"/>
            </a:avLst>
          </a:prstGeom>
          <a:solidFill>
            <a:srgbClr val="1E212B"/>
          </a:solidFill>
          <a:ln/>
        </p:spPr>
      </p:sp>
      <p:sp>
        <p:nvSpPr>
          <p:cNvPr id="6" name="Shape 4"/>
          <p:cNvSpPr/>
          <p:nvPr/>
        </p:nvSpPr>
        <p:spPr>
          <a:xfrm>
            <a:off x="12325350" y="2762250"/>
            <a:ext cx="5048250" cy="95250"/>
          </a:xfrm>
          <a:prstGeom prst="roundRect">
            <a:avLst>
              <a:gd name="adj" fmla="val 50000"/>
            </a:avLst>
          </a:prstGeom>
          <a:solidFill>
            <a:srgbClr val="3DD6A0"/>
          </a:solidFill>
          <a:ln/>
        </p:spPr>
      </p:sp>
      <p:sp>
        <p:nvSpPr>
          <p:cNvPr id="7" name="Text 5"/>
          <p:cNvSpPr/>
          <p:nvPr/>
        </p:nvSpPr>
        <p:spPr>
          <a:xfrm>
            <a:off x="12630150" y="3028950"/>
            <a:ext cx="4438650" cy="381000"/>
          </a:xfrm>
          <a:prstGeom prst="rect">
            <a:avLst/>
          </a:prstGeom>
          <a:noFill/>
          <a:ln/>
        </p:spPr>
        <p:txBody>
          <a:bodyPr wrap="square" lIns="0" tIns="0" rIns="0" bIns="0" rtlCol="0" anchor="ctr"/>
          <a:lstStyle/>
          <a:p>
            <a:pPr algn="l" indent="0" marL="0">
              <a:buNone/>
            </a:pPr>
            <a:r>
              <a:rPr lang="en-US" sz="1950" dirty="0" kern="0">
                <a:solidFill>
                  <a:srgbClr val="3DD6A0"/>
                </a:solidFill>
                <a:latin typeface="Noto Sans JP ExtraBold" pitchFamily="34" charset="0"/>
                <a:ea typeface="Noto Sans JP ExtraBold" pitchFamily="34" charset="-122"/>
                <a:cs typeface="Noto Sans JP ExtraBold" pitchFamily="34" charset="-120"/>
              </a:rPr>
              <a:t>場所</a:t>
            </a:r>
            <a:endParaRPr lang="en-US" sz="1950" dirty="0"/>
          </a:p>
        </p:txBody>
      </p:sp>
      <p:sp>
        <p:nvSpPr>
          <p:cNvPr id="8" name="Text 6"/>
          <p:cNvSpPr/>
          <p:nvPr/>
        </p:nvSpPr>
        <p:spPr>
          <a:xfrm>
            <a:off x="12630150" y="3486150"/>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F3EEE3"/>
                </a:solidFill>
                <a:latin typeface="Noto Sans JP SemiBold" pitchFamily="34" charset="0"/>
                <a:ea typeface="Noto Sans JP SemiBold" pitchFamily="34" charset="-122"/>
                <a:cs typeface="Noto Sans JP SemiBold" pitchFamily="34" charset="-120"/>
              </a:rPr>
              <a:t>噴射ノズルから</a:t>
            </a:r>
            <a:r>
              <a:rPr lang="en-US" sz="2400" dirty="0" spc="1" kern="0">
                <a:solidFill>
                  <a:srgbClr val="F3EEE3"/>
                </a:solidFill>
                <a:latin typeface="Noto Sans JP SemiBold" pitchFamily="34" charset="0"/>
                <a:ea typeface="Noto Sans JP SemiBold" pitchFamily="34" charset="-122"/>
                <a:cs typeface="Noto Sans JP SemiBold" pitchFamily="34" charset="-120"/>
              </a:rPr>
              <a:t> ミキサーと 配管の 壁まで</a:t>
            </a:r>
            <a:endParaRPr lang="en-US" sz="2400" dirty="0"/>
          </a:p>
        </p:txBody>
      </p:sp>
      <p:sp>
        <p:nvSpPr>
          <p:cNvPr id="9" name="Shape 7"/>
          <p:cNvSpPr/>
          <p:nvPr/>
        </p:nvSpPr>
        <p:spPr>
          <a:xfrm>
            <a:off x="12325350" y="4714875"/>
            <a:ext cx="5048250" cy="1724025"/>
          </a:xfrm>
          <a:prstGeom prst="roundRect">
            <a:avLst>
              <a:gd name="adj" fmla="val 12155"/>
            </a:avLst>
          </a:prstGeom>
          <a:solidFill>
            <a:srgbClr val="1E212B"/>
          </a:solidFill>
          <a:ln/>
        </p:spPr>
      </p:sp>
      <p:sp>
        <p:nvSpPr>
          <p:cNvPr id="10" name="Shape 8"/>
          <p:cNvSpPr/>
          <p:nvPr/>
        </p:nvSpPr>
        <p:spPr>
          <a:xfrm>
            <a:off x="12325350" y="4714875"/>
            <a:ext cx="5048250" cy="95250"/>
          </a:xfrm>
          <a:prstGeom prst="roundRect">
            <a:avLst>
              <a:gd name="adj" fmla="val 50000"/>
            </a:avLst>
          </a:prstGeom>
          <a:solidFill>
            <a:srgbClr val="FF6A4D"/>
          </a:solidFill>
          <a:ln/>
        </p:spPr>
      </p:sp>
      <p:sp>
        <p:nvSpPr>
          <p:cNvPr id="11" name="Text 9"/>
          <p:cNvSpPr/>
          <p:nvPr/>
        </p:nvSpPr>
        <p:spPr>
          <a:xfrm>
            <a:off x="12630150" y="4981575"/>
            <a:ext cx="4438650" cy="381000"/>
          </a:xfrm>
          <a:prstGeom prst="rect">
            <a:avLst/>
          </a:prstGeom>
          <a:noFill/>
          <a:ln/>
        </p:spPr>
        <p:txBody>
          <a:bodyPr wrap="square" lIns="0" tIns="0" rIns="0" bIns="0" rtlCol="0" anchor="ctr"/>
          <a:lstStyle/>
          <a:p>
            <a:pPr algn="l" indent="0" marL="0">
              <a:buNone/>
            </a:pPr>
            <a:r>
              <a:rPr lang="en-US" sz="1950" dirty="0" kern="0">
                <a:solidFill>
                  <a:srgbClr val="FF6A4D"/>
                </a:solidFill>
                <a:latin typeface="Noto Sans JP ExtraBold" pitchFamily="34" charset="0"/>
                <a:ea typeface="Noto Sans JP ExtraBold" pitchFamily="34" charset="-122"/>
                <a:cs typeface="Noto Sans JP ExtraBold" pitchFamily="34" charset="-120"/>
              </a:rPr>
              <a:t>役割</a:t>
            </a:r>
            <a:endParaRPr lang="en-US" sz="1950" dirty="0"/>
          </a:p>
        </p:txBody>
      </p:sp>
      <p:sp>
        <p:nvSpPr>
          <p:cNvPr id="12" name="Text 10"/>
          <p:cNvSpPr/>
          <p:nvPr/>
        </p:nvSpPr>
        <p:spPr>
          <a:xfrm>
            <a:off x="12630150" y="5438775"/>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F3EEE3"/>
                </a:solidFill>
                <a:latin typeface="Noto Sans JP SemiBold" pitchFamily="34" charset="0"/>
                <a:ea typeface="Noto Sans JP SemiBold" pitchFamily="34" charset="-122"/>
                <a:cs typeface="Noto Sans JP SemiBold" pitchFamily="34" charset="-120"/>
              </a:rPr>
              <a:t>水が</a:t>
            </a:r>
            <a:r>
              <a:rPr lang="en-US" sz="2400" dirty="0" spc="1" kern="0">
                <a:solidFill>
                  <a:srgbClr val="F3EEE3"/>
                </a:solidFill>
                <a:latin typeface="Noto Sans JP SemiBold" pitchFamily="34" charset="0"/>
                <a:ea typeface="Noto Sans JP SemiBold" pitchFamily="34" charset="-122"/>
                <a:cs typeface="Noto Sans JP SemiBold" pitchFamily="34" charset="-120"/>
              </a:rPr>
              <a:t> 蒸発し、 尿素が 濃縮し、 液滴が</a:t>
            </a:r>
            <a:r>
              <a:rPr lang="en-US" sz="2400" dirty="0" spc="2" kern="0">
                <a:solidFill>
                  <a:srgbClr val="F3EEE3"/>
                </a:solidFill>
                <a:latin typeface="Noto Sans JP SemiBold" pitchFamily="34" charset="0"/>
                <a:ea typeface="Noto Sans JP SemiBold" pitchFamily="34" charset="-122"/>
                <a:cs typeface="Noto Sans JP SemiBold" pitchFamily="34" charset="-120"/>
              </a:rPr>
              <a:t> 付くか</a:t>
            </a:r>
            <a:r>
              <a:rPr lang="en-US" sz="2400" dirty="0" spc="1" kern="0">
                <a:solidFill>
                  <a:srgbClr val="F3EEE3"/>
                </a:solidFill>
                <a:latin typeface="Noto Sans JP SemiBold" pitchFamily="34" charset="0"/>
                <a:ea typeface="Noto Sans JP SemiBold" pitchFamily="34" charset="-122"/>
                <a:cs typeface="Noto Sans JP SemiBold" pitchFamily="34" charset="-120"/>
              </a:rPr>
              <a:t> 跳ねる</a:t>
            </a:r>
            <a:endParaRPr lang="en-US" sz="2400" dirty="0"/>
          </a:p>
        </p:txBody>
      </p:sp>
      <p:sp>
        <p:nvSpPr>
          <p:cNvPr id="13" name="Shape 11"/>
          <p:cNvSpPr/>
          <p:nvPr/>
        </p:nvSpPr>
        <p:spPr>
          <a:xfrm>
            <a:off x="12325350" y="6657975"/>
            <a:ext cx="5048250" cy="1724025"/>
          </a:xfrm>
          <a:prstGeom prst="roundRect">
            <a:avLst>
              <a:gd name="adj" fmla="val 12155"/>
            </a:avLst>
          </a:prstGeom>
          <a:solidFill>
            <a:srgbClr val="1E212B"/>
          </a:solidFill>
          <a:ln/>
        </p:spPr>
      </p:sp>
      <p:sp>
        <p:nvSpPr>
          <p:cNvPr id="14" name="Shape 12"/>
          <p:cNvSpPr/>
          <p:nvPr/>
        </p:nvSpPr>
        <p:spPr>
          <a:xfrm>
            <a:off x="12325350" y="6657975"/>
            <a:ext cx="5048250" cy="95250"/>
          </a:xfrm>
          <a:prstGeom prst="roundRect">
            <a:avLst>
              <a:gd name="adj" fmla="val 50000"/>
            </a:avLst>
          </a:prstGeom>
          <a:solidFill>
            <a:srgbClr val="7C93FF"/>
          </a:solidFill>
          <a:ln/>
        </p:spPr>
      </p:sp>
      <p:sp>
        <p:nvSpPr>
          <p:cNvPr id="15" name="Text 13"/>
          <p:cNvSpPr/>
          <p:nvPr/>
        </p:nvSpPr>
        <p:spPr>
          <a:xfrm>
            <a:off x="12630150" y="6924675"/>
            <a:ext cx="4438650" cy="381000"/>
          </a:xfrm>
          <a:prstGeom prst="rect">
            <a:avLst/>
          </a:prstGeom>
          <a:noFill/>
          <a:ln/>
        </p:spPr>
        <p:txBody>
          <a:bodyPr wrap="square" lIns="0" tIns="0" rIns="0" bIns="0" rtlCol="0" anchor="ctr"/>
          <a:lstStyle/>
          <a:p>
            <a:pPr algn="l" indent="0" marL="0">
              <a:buNone/>
            </a:pPr>
            <a:r>
              <a:rPr lang="en-US" sz="1950" dirty="0" kern="0">
                <a:solidFill>
                  <a:srgbClr val="7C93FF"/>
                </a:solidFill>
                <a:latin typeface="Noto Sans JP ExtraBold" pitchFamily="34" charset="0"/>
                <a:ea typeface="Noto Sans JP ExtraBold" pitchFamily="34" charset="-122"/>
                <a:cs typeface="Noto Sans JP ExtraBold" pitchFamily="34" charset="-120"/>
              </a:rPr>
              <a:t>誤解</a:t>
            </a:r>
            <a:endParaRPr lang="en-US" sz="1950" dirty="0"/>
          </a:p>
        </p:txBody>
      </p:sp>
      <p:sp>
        <p:nvSpPr>
          <p:cNvPr id="16" name="Text 14"/>
          <p:cNvSpPr/>
          <p:nvPr/>
        </p:nvSpPr>
        <p:spPr>
          <a:xfrm>
            <a:off x="12630150" y="7381875"/>
            <a:ext cx="4438650" cy="809625"/>
          </a:xfrm>
          <a:prstGeom prst="rect">
            <a:avLst/>
          </a:prstGeom>
          <a:noFill/>
          <a:ln/>
        </p:spPr>
        <p:txBody>
          <a:bodyPr wrap="square" lIns="0" tIns="39929" rIns="0" bIns="-39929" rtlCol="0" anchor="t"/>
          <a:lstStyle/>
          <a:p>
            <a:pPr algn="l" indent="0" marL="0">
              <a:lnSpc>
                <a:spcPts val="2928"/>
              </a:lnSpc>
              <a:buNone/>
            </a:pPr>
            <a:r>
              <a:rPr lang="en-US" sz="2400" dirty="0" spc="0" kern="0">
                <a:solidFill>
                  <a:srgbClr val="F3EEE3"/>
                </a:solidFill>
                <a:latin typeface="Noto Sans JP SemiBold" pitchFamily="34" charset="0"/>
                <a:ea typeface="Noto Sans JP SemiBold" pitchFamily="34" charset="-122"/>
                <a:cs typeface="Noto Sans JP SemiBold" pitchFamily="34" charset="-120"/>
              </a:rPr>
              <a:t>堆積物は</a:t>
            </a:r>
            <a:r>
              <a:rPr lang="en-US" sz="2400" dirty="0" spc="1" kern="0">
                <a:solidFill>
                  <a:srgbClr val="F3EEE3"/>
                </a:solidFill>
                <a:latin typeface="Noto Sans JP SemiBold" pitchFamily="34" charset="0"/>
                <a:ea typeface="Noto Sans JP SemiBold" pitchFamily="34" charset="-122"/>
                <a:cs typeface="Noto Sans JP SemiBold" pitchFamily="34" charset="-120"/>
              </a:rPr>
              <a:t> ガス流の 中ではできない</a:t>
            </a:r>
            <a:endParaRPr lang="en-US" sz="2400" dirty="0"/>
          </a:p>
        </p:txBody>
      </p:sp>
      <p:sp>
        <p:nvSpPr>
          <p:cNvPr id="17"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[S4]</a:t>
            </a:r>
            <a:r>
              <a:rPr lang="en-US" sz="1800" dirty="0" spc="-1" kern="0">
                <a:solidFill>
                  <a:srgbClr val="9AA0B5"/>
                </a:solidFill>
                <a:latin typeface="Noto Sans JP" pitchFamily="34" charset="0"/>
                <a:ea typeface="Noto Sans JP" pitchFamily="34" charset="-122"/>
                <a:cs typeface="Noto Sans JP" pitchFamily="34" charset="-120"/>
              </a:rPr>
              <a:t> [S5]</a:t>
            </a:r>
            <a:r>
              <a:rPr lang="en-US" sz="1800" dirty="0" spc="-2" kern="0">
                <a:solidFill>
                  <a:srgbClr val="9AA0B5"/>
                </a:solidFill>
                <a:latin typeface="Noto Sans JP" pitchFamily="34" charset="0"/>
                <a:ea typeface="Noto Sans JP" pitchFamily="34" charset="-122"/>
                <a:cs typeface="Noto Sans JP" pitchFamily="34" charset="-120"/>
              </a:rPr>
              <a:t> [S11]</a:t>
            </a:r>
            <a:r>
              <a:rPr lang="en-US" sz="1800" dirty="0" spc="-1" kern="0">
                <a:solidFill>
                  <a:srgbClr val="9AA0B5"/>
                </a:solidFill>
                <a:latin typeface="Noto Sans JP" pitchFamily="34" charset="0"/>
                <a:ea typeface="Noto Sans JP" pitchFamily="34" charset="-122"/>
                <a:cs typeface="Noto Sans JP" pitchFamily="34" charset="-120"/>
              </a:rPr>
              <a:t> [S12]</a:t>
            </a:r>
            <a:r>
              <a:rPr lang="en-US" sz="1800" dirty="0" spc="-2" kern="0">
                <a:solidFill>
                  <a:srgbClr val="9AA0B5"/>
                </a:solidFill>
                <a:latin typeface="Noto Sans JP" pitchFamily="34" charset="0"/>
                <a:ea typeface="Noto Sans JP" pitchFamily="34" charset="-122"/>
                <a:cs typeface="Noto Sans JP" pitchFamily="34" charset="-120"/>
              </a:rPr>
              <a:t> [S13]</a:t>
            </a:r>
            <a:endParaRPr lang="en-US" sz="1800" dirty="0"/>
          </a:p>
        </p:txBody>
      </p:sp>
      <p:sp>
        <p:nvSpPr>
          <p:cNvPr id="18" name="Shape 16"/>
          <p:cNvSpPr/>
          <p:nvPr/>
        </p:nvSpPr>
        <p:spPr>
          <a:xfrm>
            <a:off x="960711" y="9580836"/>
            <a:ext cx="78828" cy="78828"/>
          </a:xfrm>
          <a:prstGeom prst="ellipse">
            <a:avLst/>
          </a:prstGeom>
          <a:solidFill>
            <a:srgbClr val="F3EEE3">
              <a:alpha val="28000"/>
            </a:srgbClr>
          </a:solidFill>
          <a:ln/>
        </p:spPr>
      </p:sp>
      <p:sp>
        <p:nvSpPr>
          <p:cNvPr id="19" name="Shape 17"/>
          <p:cNvSpPr/>
          <p:nvPr/>
        </p:nvSpPr>
        <p:spPr>
          <a:xfrm>
            <a:off x="1118366" y="9580836"/>
            <a:ext cx="78828" cy="78828"/>
          </a:xfrm>
          <a:prstGeom prst="ellipse">
            <a:avLst/>
          </a:prstGeom>
          <a:solidFill>
            <a:srgbClr val="F3EEE3">
              <a:alpha val="28000"/>
            </a:srgbClr>
          </a:solidFill>
          <a:ln/>
        </p:spPr>
      </p:sp>
      <p:sp>
        <p:nvSpPr>
          <p:cNvPr id="20" name="Shape 18"/>
          <p:cNvSpPr/>
          <p:nvPr/>
        </p:nvSpPr>
        <p:spPr>
          <a:xfrm>
            <a:off x="1276021" y="9580836"/>
            <a:ext cx="78828" cy="78828"/>
          </a:xfrm>
          <a:prstGeom prst="ellipse">
            <a:avLst/>
          </a:prstGeom>
          <a:solidFill>
            <a:srgbClr val="F3EEE3">
              <a:alpha val="28000"/>
            </a:srgbClr>
          </a:solidFill>
          <a:ln/>
        </p:spPr>
      </p:sp>
      <p:sp>
        <p:nvSpPr>
          <p:cNvPr id="21" name="Shape 19"/>
          <p:cNvSpPr/>
          <p:nvPr/>
        </p:nvSpPr>
        <p:spPr>
          <a:xfrm>
            <a:off x="1433676" y="9580836"/>
            <a:ext cx="78828" cy="78828"/>
          </a:xfrm>
          <a:prstGeom prst="ellipse">
            <a:avLst/>
          </a:prstGeom>
          <a:solidFill>
            <a:srgbClr val="F3EEE3">
              <a:alpha val="28000"/>
            </a:srgbClr>
          </a:solidFill>
          <a:ln/>
        </p:spPr>
      </p:sp>
      <p:sp>
        <p:nvSpPr>
          <p:cNvPr id="22" name="Shape 20"/>
          <p:cNvSpPr/>
          <p:nvPr/>
        </p:nvSpPr>
        <p:spPr>
          <a:xfrm>
            <a:off x="1591331" y="9580836"/>
            <a:ext cx="78828" cy="78828"/>
          </a:xfrm>
          <a:prstGeom prst="ellipse">
            <a:avLst/>
          </a:prstGeom>
          <a:solidFill>
            <a:srgbClr val="F3EEE3">
              <a:alpha val="28000"/>
            </a:srgbClr>
          </a:solidFill>
          <a:ln/>
        </p:spPr>
      </p:sp>
      <p:sp>
        <p:nvSpPr>
          <p:cNvPr id="23" name="Shape 21"/>
          <p:cNvSpPr/>
          <p:nvPr/>
        </p:nvSpPr>
        <p:spPr>
          <a:xfrm>
            <a:off x="1748986" y="9580836"/>
            <a:ext cx="78828" cy="78828"/>
          </a:xfrm>
          <a:prstGeom prst="ellipse">
            <a:avLst/>
          </a:prstGeom>
          <a:solidFill>
            <a:srgbClr val="F3EEE3">
              <a:alpha val="28000"/>
            </a:srgbClr>
          </a:solidFill>
          <a:ln/>
        </p:spPr>
      </p:sp>
      <p:sp>
        <p:nvSpPr>
          <p:cNvPr id="24" name="Shape 22"/>
          <p:cNvSpPr/>
          <p:nvPr/>
        </p:nvSpPr>
        <p:spPr>
          <a:xfrm>
            <a:off x="1906641" y="9580836"/>
            <a:ext cx="78828" cy="78828"/>
          </a:xfrm>
          <a:prstGeom prst="ellipse">
            <a:avLst/>
          </a:prstGeom>
          <a:solidFill>
            <a:srgbClr val="F3EEE3">
              <a:alpha val="28000"/>
            </a:srgbClr>
          </a:solidFill>
          <a:ln/>
        </p:spPr>
      </p:sp>
      <p:sp>
        <p:nvSpPr>
          <p:cNvPr id="25" name="Shape 23"/>
          <p:cNvSpPr/>
          <p:nvPr/>
        </p:nvSpPr>
        <p:spPr>
          <a:xfrm>
            <a:off x="2064296" y="9580836"/>
            <a:ext cx="78828" cy="78828"/>
          </a:xfrm>
          <a:prstGeom prst="ellipse">
            <a:avLst/>
          </a:prstGeom>
          <a:solidFill>
            <a:srgbClr val="F3EEE3">
              <a:alpha val="28000"/>
            </a:srgbClr>
          </a:solidFill>
          <a:ln/>
        </p:spPr>
      </p:sp>
      <p:sp>
        <p:nvSpPr>
          <p:cNvPr id="26" name="Shape 24"/>
          <p:cNvSpPr/>
          <p:nvPr/>
        </p:nvSpPr>
        <p:spPr>
          <a:xfrm>
            <a:off x="2221951" y="9580836"/>
            <a:ext cx="78828" cy="78828"/>
          </a:xfrm>
          <a:prstGeom prst="ellipse">
            <a:avLst/>
          </a:prstGeom>
          <a:solidFill>
            <a:srgbClr val="F3EEE3">
              <a:alpha val="28000"/>
            </a:srgbClr>
          </a:solidFill>
          <a:ln/>
        </p:spPr>
      </p:sp>
      <p:sp>
        <p:nvSpPr>
          <p:cNvPr id="27" name="Shape 25"/>
          <p:cNvSpPr/>
          <p:nvPr/>
        </p:nvSpPr>
        <p:spPr>
          <a:xfrm>
            <a:off x="2379606" y="9580836"/>
            <a:ext cx="78828" cy="78828"/>
          </a:xfrm>
          <a:prstGeom prst="ellipse">
            <a:avLst/>
          </a:prstGeom>
          <a:solidFill>
            <a:srgbClr val="F3EEE3">
              <a:alpha val="28000"/>
            </a:srgbClr>
          </a:solidFill>
          <a:ln/>
        </p:spPr>
      </p:sp>
      <p:sp>
        <p:nvSpPr>
          <p:cNvPr id="28" name="Shape 26"/>
          <p:cNvSpPr/>
          <p:nvPr/>
        </p:nvSpPr>
        <p:spPr>
          <a:xfrm>
            <a:off x="2537261" y="9580836"/>
            <a:ext cx="78828" cy="78828"/>
          </a:xfrm>
          <a:prstGeom prst="ellipse">
            <a:avLst/>
          </a:prstGeom>
          <a:solidFill>
            <a:srgbClr val="F3EEE3">
              <a:alpha val="28000"/>
            </a:srgbClr>
          </a:solidFill>
          <a:ln/>
        </p:spPr>
      </p:sp>
      <p:sp>
        <p:nvSpPr>
          <p:cNvPr id="29" name="Shape 27"/>
          <p:cNvSpPr/>
          <p:nvPr/>
        </p:nvSpPr>
        <p:spPr>
          <a:xfrm>
            <a:off x="2694916" y="9580836"/>
            <a:ext cx="78828" cy="78828"/>
          </a:xfrm>
          <a:prstGeom prst="ellipse">
            <a:avLst/>
          </a:prstGeom>
          <a:solidFill>
            <a:srgbClr val="F3EEE3">
              <a:alpha val="28000"/>
            </a:srgbClr>
          </a:solidFill>
          <a:ln/>
        </p:spPr>
      </p:sp>
      <p:sp>
        <p:nvSpPr>
          <p:cNvPr id="30" name="Shape 28"/>
          <p:cNvSpPr/>
          <p:nvPr/>
        </p:nvSpPr>
        <p:spPr>
          <a:xfrm>
            <a:off x="2852571" y="9580836"/>
            <a:ext cx="78828" cy="78828"/>
          </a:xfrm>
          <a:prstGeom prst="ellipse">
            <a:avLst/>
          </a:prstGeom>
          <a:solidFill>
            <a:srgbClr val="F3EEE3">
              <a:alpha val="28000"/>
            </a:srgbClr>
          </a:solidFill>
          <a:ln/>
        </p:spPr>
      </p:sp>
      <p:sp>
        <p:nvSpPr>
          <p:cNvPr id="31" name="Shape 29"/>
          <p:cNvSpPr/>
          <p:nvPr/>
        </p:nvSpPr>
        <p:spPr>
          <a:xfrm>
            <a:off x="3010225" y="9580836"/>
            <a:ext cx="78828" cy="78828"/>
          </a:xfrm>
          <a:prstGeom prst="ellipse">
            <a:avLst/>
          </a:prstGeom>
          <a:solidFill>
            <a:srgbClr val="F3EEE3">
              <a:alpha val="28000"/>
            </a:srgbClr>
          </a:solidFill>
          <a:ln/>
        </p:spPr>
      </p:sp>
      <p:sp>
        <p:nvSpPr>
          <p:cNvPr id="32" name="Shape 30"/>
          <p:cNvSpPr/>
          <p:nvPr/>
        </p:nvSpPr>
        <p:spPr>
          <a:xfrm>
            <a:off x="3167880" y="9580836"/>
            <a:ext cx="78828" cy="78828"/>
          </a:xfrm>
          <a:prstGeom prst="ellipse">
            <a:avLst/>
          </a:prstGeom>
          <a:solidFill>
            <a:srgbClr val="F3EEE3">
              <a:alpha val="28000"/>
            </a:srgbClr>
          </a:solidFill>
          <a:ln/>
        </p:spPr>
      </p:sp>
      <p:sp>
        <p:nvSpPr>
          <p:cNvPr id="33" name="Shape 31"/>
          <p:cNvSpPr/>
          <p:nvPr/>
        </p:nvSpPr>
        <p:spPr>
          <a:xfrm>
            <a:off x="3325535" y="9580836"/>
            <a:ext cx="78828" cy="78828"/>
          </a:xfrm>
          <a:prstGeom prst="ellipse">
            <a:avLst/>
          </a:prstGeom>
          <a:solidFill>
            <a:srgbClr val="F3EEE3">
              <a:alpha val="28000"/>
            </a:srgbClr>
          </a:solidFill>
          <a:ln/>
        </p:spPr>
      </p:sp>
      <p:sp>
        <p:nvSpPr>
          <p:cNvPr id="34" name="Shape 32"/>
          <p:cNvSpPr/>
          <p:nvPr/>
        </p:nvSpPr>
        <p:spPr>
          <a:xfrm>
            <a:off x="3483190" y="9580836"/>
            <a:ext cx="78828" cy="78828"/>
          </a:xfrm>
          <a:prstGeom prst="ellipse">
            <a:avLst/>
          </a:prstGeom>
          <a:solidFill>
            <a:srgbClr val="F3EEE3">
              <a:alpha val="28000"/>
            </a:srgbClr>
          </a:solidFill>
          <a:ln/>
        </p:spPr>
      </p:sp>
      <p:sp>
        <p:nvSpPr>
          <p:cNvPr id="35" name="Shape 33"/>
          <p:cNvSpPr/>
          <p:nvPr/>
        </p:nvSpPr>
        <p:spPr>
          <a:xfrm>
            <a:off x="3640845" y="9580836"/>
            <a:ext cx="78828" cy="78828"/>
          </a:xfrm>
          <a:prstGeom prst="ellipse">
            <a:avLst/>
          </a:prstGeom>
          <a:solidFill>
            <a:srgbClr val="F3EEE3">
              <a:alpha val="28000"/>
            </a:srgbClr>
          </a:solidFill>
          <a:ln/>
        </p:spPr>
      </p:sp>
      <p:sp>
        <p:nvSpPr>
          <p:cNvPr id="36" name="Shape 34"/>
          <p:cNvSpPr/>
          <p:nvPr/>
        </p:nvSpPr>
        <p:spPr>
          <a:xfrm>
            <a:off x="3798500" y="9580836"/>
            <a:ext cx="78828" cy="78828"/>
          </a:xfrm>
          <a:prstGeom prst="ellipse">
            <a:avLst/>
          </a:prstGeom>
          <a:solidFill>
            <a:srgbClr val="F3EEE3">
              <a:alpha val="28000"/>
            </a:srgbClr>
          </a:solidFill>
          <a:ln/>
        </p:spPr>
      </p:sp>
      <p:sp>
        <p:nvSpPr>
          <p:cNvPr id="37" name="Shape 35"/>
          <p:cNvSpPr/>
          <p:nvPr/>
        </p:nvSpPr>
        <p:spPr>
          <a:xfrm>
            <a:off x="3956155" y="9580836"/>
            <a:ext cx="78828" cy="78828"/>
          </a:xfrm>
          <a:prstGeom prst="ellipse">
            <a:avLst/>
          </a:prstGeom>
          <a:solidFill>
            <a:srgbClr val="F3EEE3">
              <a:alpha val="28000"/>
            </a:srgbClr>
          </a:solidFill>
          <a:ln/>
        </p:spPr>
      </p:sp>
      <p:sp>
        <p:nvSpPr>
          <p:cNvPr id="38" name="Shape 36"/>
          <p:cNvSpPr/>
          <p:nvPr/>
        </p:nvSpPr>
        <p:spPr>
          <a:xfrm>
            <a:off x="4113810" y="9580836"/>
            <a:ext cx="78828" cy="78828"/>
          </a:xfrm>
          <a:prstGeom prst="ellipse">
            <a:avLst/>
          </a:prstGeom>
          <a:solidFill>
            <a:srgbClr val="F3EEE3">
              <a:alpha val="28000"/>
            </a:srgbClr>
          </a:solidFill>
          <a:ln/>
        </p:spPr>
      </p:sp>
      <p:sp>
        <p:nvSpPr>
          <p:cNvPr id="39" name="Shape 37"/>
          <p:cNvSpPr/>
          <p:nvPr/>
        </p:nvSpPr>
        <p:spPr>
          <a:xfrm>
            <a:off x="4271465" y="9580836"/>
            <a:ext cx="78828" cy="78828"/>
          </a:xfrm>
          <a:prstGeom prst="ellipse">
            <a:avLst/>
          </a:prstGeom>
          <a:solidFill>
            <a:srgbClr val="F3EEE3">
              <a:alpha val="28000"/>
            </a:srgbClr>
          </a:solidFill>
          <a:ln/>
        </p:spPr>
      </p:sp>
      <p:sp>
        <p:nvSpPr>
          <p:cNvPr id="40" name="Shape 38"/>
          <p:cNvSpPr/>
          <p:nvPr/>
        </p:nvSpPr>
        <p:spPr>
          <a:xfrm>
            <a:off x="4429120" y="9580836"/>
            <a:ext cx="78828" cy="78828"/>
          </a:xfrm>
          <a:prstGeom prst="ellipse">
            <a:avLst/>
          </a:prstGeom>
          <a:solidFill>
            <a:srgbClr val="F3EEE3">
              <a:alpha val="28000"/>
            </a:srgbClr>
          </a:solidFill>
          <a:ln/>
        </p:spPr>
      </p:sp>
      <p:sp>
        <p:nvSpPr>
          <p:cNvPr id="41" name="Shape 39"/>
          <p:cNvSpPr/>
          <p:nvPr/>
        </p:nvSpPr>
        <p:spPr>
          <a:xfrm>
            <a:off x="4586775" y="9580836"/>
            <a:ext cx="78828" cy="78828"/>
          </a:xfrm>
          <a:prstGeom prst="ellipse">
            <a:avLst/>
          </a:prstGeom>
          <a:solidFill>
            <a:srgbClr val="F3EEE3">
              <a:alpha val="28000"/>
            </a:srgbClr>
          </a:solidFill>
          <a:ln/>
        </p:spPr>
      </p:sp>
      <p:sp>
        <p:nvSpPr>
          <p:cNvPr id="42" name="Shape 40"/>
          <p:cNvSpPr/>
          <p:nvPr/>
        </p:nvSpPr>
        <p:spPr>
          <a:xfrm>
            <a:off x="4744430" y="9580836"/>
            <a:ext cx="78828" cy="78828"/>
          </a:xfrm>
          <a:prstGeom prst="ellipse">
            <a:avLst/>
          </a:prstGeom>
          <a:solidFill>
            <a:srgbClr val="F3EEE3">
              <a:alpha val="28000"/>
            </a:srgbClr>
          </a:solidFill>
          <a:ln/>
        </p:spPr>
      </p:sp>
      <p:sp>
        <p:nvSpPr>
          <p:cNvPr id="43" name="Shape 41"/>
          <p:cNvSpPr/>
          <p:nvPr/>
        </p:nvSpPr>
        <p:spPr>
          <a:xfrm>
            <a:off x="4902085" y="9580836"/>
            <a:ext cx="78828" cy="78828"/>
          </a:xfrm>
          <a:prstGeom prst="ellipse">
            <a:avLst/>
          </a:prstGeom>
          <a:solidFill>
            <a:srgbClr val="F3EEE3">
              <a:alpha val="28000"/>
            </a:srgbClr>
          </a:solidFill>
          <a:ln/>
        </p:spPr>
      </p:sp>
      <p:sp>
        <p:nvSpPr>
          <p:cNvPr id="44" name="Shape 42"/>
          <p:cNvSpPr/>
          <p:nvPr/>
        </p:nvSpPr>
        <p:spPr>
          <a:xfrm>
            <a:off x="5059740" y="9580836"/>
            <a:ext cx="78828" cy="78828"/>
          </a:xfrm>
          <a:prstGeom prst="ellipse">
            <a:avLst/>
          </a:prstGeom>
          <a:solidFill>
            <a:srgbClr val="F3EEE3">
              <a:alpha val="28000"/>
            </a:srgbClr>
          </a:solidFill>
          <a:ln/>
        </p:spPr>
      </p:sp>
      <p:sp>
        <p:nvSpPr>
          <p:cNvPr id="45" name="Shape 43"/>
          <p:cNvSpPr/>
          <p:nvPr/>
        </p:nvSpPr>
        <p:spPr>
          <a:xfrm>
            <a:off x="5217395" y="9580836"/>
            <a:ext cx="78828" cy="78828"/>
          </a:xfrm>
          <a:prstGeom prst="ellipse">
            <a:avLst/>
          </a:prstGeom>
          <a:solidFill>
            <a:srgbClr val="F3EEE3">
              <a:alpha val="28000"/>
            </a:srgbClr>
          </a:solidFill>
          <a:ln/>
        </p:spPr>
      </p:sp>
      <p:sp>
        <p:nvSpPr>
          <p:cNvPr id="46" name="Shape 44"/>
          <p:cNvSpPr/>
          <p:nvPr/>
        </p:nvSpPr>
        <p:spPr>
          <a:xfrm>
            <a:off x="5375050" y="9580836"/>
            <a:ext cx="78828" cy="78828"/>
          </a:xfrm>
          <a:prstGeom prst="ellipse">
            <a:avLst/>
          </a:prstGeom>
          <a:solidFill>
            <a:srgbClr val="F3EEE3">
              <a:alpha val="28000"/>
            </a:srgbClr>
          </a:solidFill>
          <a:ln/>
        </p:spPr>
      </p:sp>
      <p:sp>
        <p:nvSpPr>
          <p:cNvPr id="47" name="Shape 45"/>
          <p:cNvSpPr/>
          <p:nvPr/>
        </p:nvSpPr>
        <p:spPr>
          <a:xfrm>
            <a:off x="5532705" y="9580836"/>
            <a:ext cx="78828" cy="78828"/>
          </a:xfrm>
          <a:prstGeom prst="ellipse">
            <a:avLst/>
          </a:prstGeom>
          <a:solidFill>
            <a:srgbClr val="F3EEE3">
              <a:alpha val="28000"/>
            </a:srgbClr>
          </a:solidFill>
          <a:ln/>
        </p:spPr>
      </p:sp>
      <p:sp>
        <p:nvSpPr>
          <p:cNvPr id="48" name="Shape 46"/>
          <p:cNvSpPr/>
          <p:nvPr/>
        </p:nvSpPr>
        <p:spPr>
          <a:xfrm>
            <a:off x="5690359" y="9580836"/>
            <a:ext cx="78828" cy="78828"/>
          </a:xfrm>
          <a:prstGeom prst="ellipse">
            <a:avLst/>
          </a:prstGeom>
          <a:solidFill>
            <a:srgbClr val="F3EEE3">
              <a:alpha val="28000"/>
            </a:srgbClr>
          </a:solidFill>
          <a:ln/>
        </p:spPr>
      </p:sp>
      <p:sp>
        <p:nvSpPr>
          <p:cNvPr id="49" name="Shape 47"/>
          <p:cNvSpPr/>
          <p:nvPr/>
        </p:nvSpPr>
        <p:spPr>
          <a:xfrm>
            <a:off x="5848014" y="9580836"/>
            <a:ext cx="78828" cy="78828"/>
          </a:xfrm>
          <a:prstGeom prst="ellipse">
            <a:avLst/>
          </a:prstGeom>
          <a:solidFill>
            <a:srgbClr val="F3EEE3">
              <a:alpha val="28000"/>
            </a:srgbClr>
          </a:solidFill>
          <a:ln/>
        </p:spPr>
      </p:sp>
      <p:sp>
        <p:nvSpPr>
          <p:cNvPr id="50" name="Shape 48"/>
          <p:cNvSpPr/>
          <p:nvPr/>
        </p:nvSpPr>
        <p:spPr>
          <a:xfrm>
            <a:off x="6005669" y="9580836"/>
            <a:ext cx="78828" cy="78828"/>
          </a:xfrm>
          <a:prstGeom prst="ellipse">
            <a:avLst/>
          </a:prstGeom>
          <a:solidFill>
            <a:srgbClr val="F3EEE3">
              <a:alpha val="28000"/>
            </a:srgbClr>
          </a:solidFill>
          <a:ln/>
        </p:spPr>
      </p:sp>
      <p:sp>
        <p:nvSpPr>
          <p:cNvPr id="51" name="Shape 49"/>
          <p:cNvSpPr/>
          <p:nvPr/>
        </p:nvSpPr>
        <p:spPr>
          <a:xfrm>
            <a:off x="6163324" y="9580836"/>
            <a:ext cx="78828" cy="78828"/>
          </a:xfrm>
          <a:prstGeom prst="ellipse">
            <a:avLst/>
          </a:prstGeom>
          <a:solidFill>
            <a:srgbClr val="F3EEE3">
              <a:alpha val="28000"/>
            </a:srgbClr>
          </a:solidFill>
          <a:ln/>
        </p:spPr>
      </p:sp>
      <p:sp>
        <p:nvSpPr>
          <p:cNvPr id="52" name="Shape 50"/>
          <p:cNvSpPr/>
          <p:nvPr/>
        </p:nvSpPr>
        <p:spPr>
          <a:xfrm>
            <a:off x="6320979" y="9580836"/>
            <a:ext cx="78828" cy="78828"/>
          </a:xfrm>
          <a:prstGeom prst="ellipse">
            <a:avLst/>
          </a:prstGeom>
          <a:solidFill>
            <a:srgbClr val="F3EEE3">
              <a:alpha val="28000"/>
            </a:srgbClr>
          </a:solidFill>
          <a:ln/>
        </p:spPr>
      </p:sp>
      <p:sp>
        <p:nvSpPr>
          <p:cNvPr id="53" name="Shape 51"/>
          <p:cNvSpPr/>
          <p:nvPr/>
        </p:nvSpPr>
        <p:spPr>
          <a:xfrm>
            <a:off x="6478634" y="9580836"/>
            <a:ext cx="78828" cy="78828"/>
          </a:xfrm>
          <a:prstGeom prst="ellipse">
            <a:avLst/>
          </a:prstGeom>
          <a:solidFill>
            <a:srgbClr val="F3EEE3">
              <a:alpha val="28000"/>
            </a:srgbClr>
          </a:solidFill>
          <a:ln/>
        </p:spPr>
      </p:sp>
      <p:sp>
        <p:nvSpPr>
          <p:cNvPr id="54" name="Shape 52"/>
          <p:cNvSpPr/>
          <p:nvPr/>
        </p:nvSpPr>
        <p:spPr>
          <a:xfrm>
            <a:off x="6636289" y="9580836"/>
            <a:ext cx="78828" cy="78828"/>
          </a:xfrm>
          <a:prstGeom prst="ellipse">
            <a:avLst/>
          </a:prstGeom>
          <a:solidFill>
            <a:srgbClr val="F3EEE3">
              <a:alpha val="28000"/>
            </a:srgbClr>
          </a:solidFill>
          <a:ln/>
        </p:spPr>
      </p:sp>
      <p:sp>
        <p:nvSpPr>
          <p:cNvPr id="55" name="Shape 53"/>
          <p:cNvSpPr/>
          <p:nvPr/>
        </p:nvSpPr>
        <p:spPr>
          <a:xfrm>
            <a:off x="6793944" y="9580836"/>
            <a:ext cx="78828" cy="78828"/>
          </a:xfrm>
          <a:prstGeom prst="ellipse">
            <a:avLst/>
          </a:prstGeom>
          <a:solidFill>
            <a:srgbClr val="F3EEE3">
              <a:alpha val="28000"/>
            </a:srgbClr>
          </a:solidFill>
          <a:ln/>
        </p:spPr>
      </p:sp>
      <p:sp>
        <p:nvSpPr>
          <p:cNvPr id="56" name="Shape 54"/>
          <p:cNvSpPr/>
          <p:nvPr/>
        </p:nvSpPr>
        <p:spPr>
          <a:xfrm>
            <a:off x="6938461" y="9567698"/>
            <a:ext cx="105103" cy="105103"/>
          </a:xfrm>
          <a:prstGeom prst="ellipse">
            <a:avLst/>
          </a:prstGeom>
          <a:solidFill>
            <a:srgbClr val="FF6A4D"/>
          </a:solidFill>
          <a:ln/>
        </p:spPr>
      </p:sp>
      <p:sp>
        <p:nvSpPr>
          <p:cNvPr id="57" name="Shape 55"/>
          <p:cNvSpPr/>
          <p:nvPr/>
        </p:nvSpPr>
        <p:spPr>
          <a:xfrm>
            <a:off x="7109254" y="9580836"/>
            <a:ext cx="78828" cy="78828"/>
          </a:xfrm>
          <a:prstGeom prst="ellipse">
            <a:avLst/>
          </a:prstGeom>
          <a:solidFill>
            <a:srgbClr val="F3EEE3">
              <a:alpha val="28000"/>
            </a:srgbClr>
          </a:solidFill>
          <a:ln/>
        </p:spPr>
      </p:sp>
      <p:sp>
        <p:nvSpPr>
          <p:cNvPr id="58" name="Shape 56"/>
          <p:cNvSpPr/>
          <p:nvPr/>
        </p:nvSpPr>
        <p:spPr>
          <a:xfrm>
            <a:off x="7266909" y="9580836"/>
            <a:ext cx="78828" cy="78828"/>
          </a:xfrm>
          <a:prstGeom prst="ellipse">
            <a:avLst/>
          </a:prstGeom>
          <a:solidFill>
            <a:srgbClr val="F3EEE3">
              <a:alpha val="28000"/>
            </a:srgbClr>
          </a:solidFill>
          <a:ln/>
        </p:spPr>
      </p:sp>
      <p:sp>
        <p:nvSpPr>
          <p:cNvPr id="59" name="Shape 57"/>
          <p:cNvSpPr/>
          <p:nvPr/>
        </p:nvSpPr>
        <p:spPr>
          <a:xfrm>
            <a:off x="7424564" y="9580836"/>
            <a:ext cx="78828" cy="78828"/>
          </a:xfrm>
          <a:prstGeom prst="ellipse">
            <a:avLst/>
          </a:prstGeom>
          <a:solidFill>
            <a:srgbClr val="F3EEE3">
              <a:alpha val="28000"/>
            </a:srgbClr>
          </a:solidFill>
          <a:ln/>
        </p:spPr>
      </p:sp>
      <p:sp>
        <p:nvSpPr>
          <p:cNvPr id="60" name="Shape 58"/>
          <p:cNvSpPr/>
          <p:nvPr/>
        </p:nvSpPr>
        <p:spPr>
          <a:xfrm>
            <a:off x="7582219" y="9580836"/>
            <a:ext cx="78828" cy="78828"/>
          </a:xfrm>
          <a:prstGeom prst="ellipse">
            <a:avLst/>
          </a:prstGeom>
          <a:solidFill>
            <a:srgbClr val="F3EEE3">
              <a:alpha val="28000"/>
            </a:srgbClr>
          </a:solidFill>
          <a:ln/>
        </p:spPr>
      </p:sp>
      <p:sp>
        <p:nvSpPr>
          <p:cNvPr id="61" name="Shape 59"/>
          <p:cNvSpPr/>
          <p:nvPr/>
        </p:nvSpPr>
        <p:spPr>
          <a:xfrm>
            <a:off x="7739874" y="9580836"/>
            <a:ext cx="78828" cy="78828"/>
          </a:xfrm>
          <a:prstGeom prst="ellipse">
            <a:avLst/>
          </a:prstGeom>
          <a:solidFill>
            <a:srgbClr val="F3EEE3">
              <a:alpha val="28000"/>
            </a:srgbClr>
          </a:solidFill>
          <a:ln/>
        </p:spPr>
      </p:sp>
      <p:sp>
        <p:nvSpPr>
          <p:cNvPr id="62" name="Shape 60"/>
          <p:cNvSpPr/>
          <p:nvPr/>
        </p:nvSpPr>
        <p:spPr>
          <a:xfrm>
            <a:off x="7897529" y="9580836"/>
            <a:ext cx="78828" cy="78828"/>
          </a:xfrm>
          <a:prstGeom prst="ellipse">
            <a:avLst/>
          </a:prstGeom>
          <a:solidFill>
            <a:srgbClr val="F3EEE3">
              <a:alpha val="28000"/>
            </a:srgbClr>
          </a:solidFill>
          <a:ln/>
        </p:spPr>
      </p:sp>
      <p:sp>
        <p:nvSpPr>
          <p:cNvPr id="63" name="Shape 61"/>
          <p:cNvSpPr/>
          <p:nvPr/>
        </p:nvSpPr>
        <p:spPr>
          <a:xfrm>
            <a:off x="8055184" y="9580836"/>
            <a:ext cx="78828" cy="78828"/>
          </a:xfrm>
          <a:prstGeom prst="ellipse">
            <a:avLst/>
          </a:prstGeom>
          <a:solidFill>
            <a:srgbClr val="F3EEE3">
              <a:alpha val="28000"/>
            </a:srgbClr>
          </a:solidFill>
          <a:ln/>
        </p:spPr>
      </p:sp>
      <p:sp>
        <p:nvSpPr>
          <p:cNvPr id="64" name="Shape 62"/>
          <p:cNvSpPr/>
          <p:nvPr/>
        </p:nvSpPr>
        <p:spPr>
          <a:xfrm>
            <a:off x="8212839" y="9580836"/>
            <a:ext cx="78828" cy="78828"/>
          </a:xfrm>
          <a:prstGeom prst="ellipse">
            <a:avLst/>
          </a:prstGeom>
          <a:solidFill>
            <a:srgbClr val="F3EEE3">
              <a:alpha val="28000"/>
            </a:srgbClr>
          </a:solidFill>
          <a:ln/>
        </p:spPr>
      </p:sp>
      <p:sp>
        <p:nvSpPr>
          <p:cNvPr id="65" name="Shape 63"/>
          <p:cNvSpPr/>
          <p:nvPr/>
        </p:nvSpPr>
        <p:spPr>
          <a:xfrm>
            <a:off x="8370494" y="9580836"/>
            <a:ext cx="78828" cy="78828"/>
          </a:xfrm>
          <a:prstGeom prst="ellipse">
            <a:avLst/>
          </a:prstGeom>
          <a:solidFill>
            <a:srgbClr val="F3EEE3">
              <a:alpha val="28000"/>
            </a:srgbClr>
          </a:solidFill>
          <a:ln/>
        </p:spPr>
      </p:sp>
      <p:sp>
        <p:nvSpPr>
          <p:cNvPr id="66" name="Shape 64"/>
          <p:cNvSpPr/>
          <p:nvPr/>
        </p:nvSpPr>
        <p:spPr>
          <a:xfrm>
            <a:off x="8528148" y="9580836"/>
            <a:ext cx="78828" cy="78828"/>
          </a:xfrm>
          <a:prstGeom prst="ellipse">
            <a:avLst/>
          </a:prstGeom>
          <a:solidFill>
            <a:srgbClr val="F3EEE3">
              <a:alpha val="28000"/>
            </a:srgbClr>
          </a:solidFill>
          <a:ln/>
        </p:spPr>
      </p:sp>
      <p:sp>
        <p:nvSpPr>
          <p:cNvPr id="67" name="Shape 65"/>
          <p:cNvSpPr/>
          <p:nvPr/>
        </p:nvSpPr>
        <p:spPr>
          <a:xfrm>
            <a:off x="8685803" y="9580836"/>
            <a:ext cx="78828" cy="78828"/>
          </a:xfrm>
          <a:prstGeom prst="ellipse">
            <a:avLst/>
          </a:prstGeom>
          <a:solidFill>
            <a:srgbClr val="F3EEE3">
              <a:alpha val="28000"/>
            </a:srgbClr>
          </a:solidFill>
          <a:ln/>
        </p:spPr>
      </p:sp>
      <p:sp>
        <p:nvSpPr>
          <p:cNvPr id="68" name="Shape 66"/>
          <p:cNvSpPr/>
          <p:nvPr/>
        </p:nvSpPr>
        <p:spPr>
          <a:xfrm>
            <a:off x="8843458" y="9580836"/>
            <a:ext cx="78828" cy="78828"/>
          </a:xfrm>
          <a:prstGeom prst="ellipse">
            <a:avLst/>
          </a:prstGeom>
          <a:solidFill>
            <a:srgbClr val="F3EEE3">
              <a:alpha val="28000"/>
            </a:srgbClr>
          </a:solidFill>
          <a:ln/>
        </p:spPr>
      </p:sp>
      <p:sp>
        <p:nvSpPr>
          <p:cNvPr id="69" name="Shape 67"/>
          <p:cNvSpPr/>
          <p:nvPr/>
        </p:nvSpPr>
        <p:spPr>
          <a:xfrm>
            <a:off x="9001113" y="9580836"/>
            <a:ext cx="78828" cy="78828"/>
          </a:xfrm>
          <a:prstGeom prst="ellipse">
            <a:avLst/>
          </a:prstGeom>
          <a:solidFill>
            <a:srgbClr val="F3EEE3">
              <a:alpha val="28000"/>
            </a:srgbClr>
          </a:solidFill>
          <a:ln/>
        </p:spPr>
      </p:sp>
      <p:sp>
        <p:nvSpPr>
          <p:cNvPr id="70" name="Shape 68"/>
          <p:cNvSpPr/>
          <p:nvPr/>
        </p:nvSpPr>
        <p:spPr>
          <a:xfrm>
            <a:off x="9158768" y="9580836"/>
            <a:ext cx="78828" cy="78828"/>
          </a:xfrm>
          <a:prstGeom prst="ellipse">
            <a:avLst/>
          </a:prstGeom>
          <a:solidFill>
            <a:srgbClr val="F3EEE3">
              <a:alpha val="28000"/>
            </a:srgbClr>
          </a:solidFill>
          <a:ln/>
        </p:spPr>
      </p:sp>
      <p:sp>
        <p:nvSpPr>
          <p:cNvPr id="71" name="Shape 69"/>
          <p:cNvSpPr/>
          <p:nvPr/>
        </p:nvSpPr>
        <p:spPr>
          <a:xfrm>
            <a:off x="9316423" y="9580836"/>
            <a:ext cx="78828" cy="78828"/>
          </a:xfrm>
          <a:prstGeom prst="ellipse">
            <a:avLst/>
          </a:prstGeom>
          <a:solidFill>
            <a:srgbClr val="F3EEE3">
              <a:alpha val="28000"/>
            </a:srgbClr>
          </a:solidFill>
          <a:ln/>
        </p:spPr>
      </p:sp>
      <p:sp>
        <p:nvSpPr>
          <p:cNvPr id="72" name="Shape 70"/>
          <p:cNvSpPr/>
          <p:nvPr/>
        </p:nvSpPr>
        <p:spPr>
          <a:xfrm>
            <a:off x="9474078" y="9580836"/>
            <a:ext cx="78828" cy="78828"/>
          </a:xfrm>
          <a:prstGeom prst="ellipse">
            <a:avLst/>
          </a:prstGeom>
          <a:solidFill>
            <a:srgbClr val="F3EEE3">
              <a:alpha val="28000"/>
            </a:srgbClr>
          </a:solidFill>
          <a:ln/>
        </p:spPr>
      </p:sp>
      <p:sp>
        <p:nvSpPr>
          <p:cNvPr id="73" name="Shape 71"/>
          <p:cNvSpPr/>
          <p:nvPr/>
        </p:nvSpPr>
        <p:spPr>
          <a:xfrm>
            <a:off x="9631733" y="9580836"/>
            <a:ext cx="78828" cy="78828"/>
          </a:xfrm>
          <a:prstGeom prst="ellipse">
            <a:avLst/>
          </a:prstGeom>
          <a:solidFill>
            <a:srgbClr val="F3EEE3">
              <a:alpha val="28000"/>
            </a:srgbClr>
          </a:solidFill>
          <a:ln/>
        </p:spPr>
      </p:sp>
      <p:sp>
        <p:nvSpPr>
          <p:cNvPr id="74" name="Shape 72"/>
          <p:cNvSpPr/>
          <p:nvPr/>
        </p:nvSpPr>
        <p:spPr>
          <a:xfrm>
            <a:off x="9789388" y="9580836"/>
            <a:ext cx="78828" cy="78828"/>
          </a:xfrm>
          <a:prstGeom prst="ellipse">
            <a:avLst/>
          </a:prstGeom>
          <a:solidFill>
            <a:srgbClr val="F3EEE3">
              <a:alpha val="28000"/>
            </a:srgbClr>
          </a:solidFill>
          <a:ln/>
        </p:spPr>
      </p:sp>
      <p:sp>
        <p:nvSpPr>
          <p:cNvPr id="75" name="Shape 73"/>
          <p:cNvSpPr/>
          <p:nvPr/>
        </p:nvSpPr>
        <p:spPr>
          <a:xfrm>
            <a:off x="9947043" y="9580836"/>
            <a:ext cx="78828" cy="78828"/>
          </a:xfrm>
          <a:prstGeom prst="ellipse">
            <a:avLst/>
          </a:prstGeom>
          <a:solidFill>
            <a:srgbClr val="F3EEE3">
              <a:alpha val="28000"/>
            </a:srgbClr>
          </a:solidFill>
          <a:ln/>
        </p:spPr>
      </p:sp>
      <p:sp>
        <p:nvSpPr>
          <p:cNvPr id="76" name="Text 7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39/58</a:t>
            </a:r>
            <a:endParaRPr lang="en-US" sz="1800" dirty="0"/>
          </a:p>
        </p:txBody>
      </p:sp>
      <p:sp>
        <p:nvSpPr>
          <p:cNvPr id="77" name="Shape 75"/>
          <p:cNvSpPr/>
          <p:nvPr/>
        </p:nvSpPr>
        <p:spPr>
          <a:xfrm>
            <a:off x="15983712" y="9076331"/>
            <a:ext cx="1645920" cy="552301"/>
          </a:xfrm>
          <a:prstGeom prst="roundRect">
            <a:avLst>
              <a:gd name="adj" fmla="val 28000"/>
            </a:avLst>
          </a:prstGeom>
          <a:solidFill>
            <a:srgbClr val="FFFFFF">
              <a:alpha val="82000"/>
            </a:srgbClr>
          </a:solidFill>
          <a:ln/>
        </p:spPr>
      </p:sp>
      <p:pic>
        <p:nvPicPr>
          <p:cNvPr id="78" name="Moda image moda-export-watermark-2f9050c0-9892-41af-af2c-3e4ea9350938"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14161C"/>
                </a:solidFill>
                <a:latin typeface="Noto Sans JP ExtraBold" pitchFamily="34" charset="0"/>
                <a:ea typeface="Noto Sans JP ExtraBold" pitchFamily="34" charset="-122"/>
                <a:cs typeface="Noto Sans JP ExtraBold" pitchFamily="34" charset="-120"/>
              </a:rPr>
              <a:t>2つの</a:t>
            </a:r>
            <a:r>
              <a:rPr lang="en-US" sz="5700" dirty="0" spc="0" kern="0">
                <a:solidFill>
                  <a:srgbClr val="14161C"/>
                </a:solidFill>
                <a:latin typeface="Noto Sans JP ExtraBold" pitchFamily="34" charset="0"/>
                <a:ea typeface="Noto Sans JP ExtraBold" pitchFamily="34" charset="-122"/>
                <a:cs typeface="Noto Sans JP ExtraBold" pitchFamily="34" charset="-120"/>
              </a:rPr>
              <a:t> 状態：</a:t>
            </a:r>
            <a:r>
              <a:rPr lang="en-US" sz="5700" dirty="0" spc="-14" kern="0">
                <a:solidFill>
                  <a:srgbClr val="14161C"/>
                </a:solidFill>
                <a:latin typeface="Noto Sans JP ExtraBold" pitchFamily="34" charset="0"/>
                <a:ea typeface="Noto Sans JP ExtraBold" pitchFamily="34" charset="-122"/>
                <a:cs typeface="Noto Sans JP ExtraBold" pitchFamily="34" charset="-120"/>
              </a:rPr>
              <a:t> ライデンフロスト温度の</a:t>
            </a:r>
            <a:r>
              <a:rPr lang="en-US" sz="5700" dirty="0" spc="-2" kern="0">
                <a:solidFill>
                  <a:srgbClr val="14161C"/>
                </a:solidFill>
                <a:latin typeface="Noto Sans JP ExtraBold" pitchFamily="34" charset="0"/>
                <a:ea typeface="Noto Sans JP ExtraBold" pitchFamily="34" charset="-122"/>
                <a:cs typeface="Noto Sans JP ExtraBold" pitchFamily="34" charset="-120"/>
              </a:rPr>
              <a:t> 下と</a:t>
            </a:r>
            <a:r>
              <a:rPr lang="en-US" sz="5700" dirty="0" spc="0" kern="0">
                <a:solidFill>
                  <a:srgbClr val="14161C"/>
                </a:solidFill>
                <a:latin typeface="Noto Sans JP ExtraBold" pitchFamily="34" charset="0"/>
                <a:ea typeface="Noto Sans JP ExtraBold" pitchFamily="34" charset="-122"/>
                <a:cs typeface="Noto Sans JP ExtraBold" pitchFamily="34" charset="-120"/>
              </a:rPr>
              <a:t> 上</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DDD5C1"/>
            </a:solidFill>
            <a:prstDash val="solid"/>
          </a:ln>
        </p:spPr>
      </p:sp>
      <p:pic>
        <p:nvPicPr>
          <p:cNvPr id="4" name="Moda image rect-1793261241147-983067908" descr="">    </p:cNvPr>
          <p:cNvPicPr>
            <a:picLocks noChangeAspect="1"/>
          </p:cNvPicPr>
          <p:nvPr/>
        </p:nvPicPr>
        <p:blipFill>
          <a:blip r:embed="rId1"/>
          <a:srcRect l="0" r="0" t="0" b="0"/>
          <a:stretch/>
        </p:blipFill>
        <p:spPr>
          <a:xfrm>
            <a:off x="1104900" y="2440781"/>
            <a:ext cx="9715500" cy="5710238"/>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6B6A66"/>
                </a:solidFill>
                <a:latin typeface="Noto Sans JP" pitchFamily="34" charset="0"/>
                <a:ea typeface="Noto Sans JP" pitchFamily="34" charset="-122"/>
                <a:cs typeface="Noto Sans JP" pitchFamily="34" charset="-120"/>
              </a:rPr>
              <a:t>図:</a:t>
            </a:r>
            <a:r>
              <a:rPr lang="en-US" sz="1650" dirty="0" spc="-1" kern="0">
                <a:solidFill>
                  <a:srgbClr val="6B6A66"/>
                </a:solidFill>
                <a:latin typeface="Noto Sans JP" pitchFamily="34" charset="0"/>
                <a:ea typeface="Noto Sans JP" pitchFamily="34" charset="-122"/>
                <a:cs typeface="Noto Sans JP" pitchFamily="34" charset="-120"/>
              </a:rPr>
              <a:t> 自作、 S12と S4の</a:t>
            </a:r>
            <a:r>
              <a:rPr lang="en-US" sz="1650" dirty="0" spc="-2" kern="0">
                <a:solidFill>
                  <a:srgbClr val="6B6A66"/>
                </a:solidFill>
                <a:latin typeface="Noto Sans JP" pitchFamily="34" charset="0"/>
                <a:ea typeface="Noto Sans JP" pitchFamily="34" charset="-122"/>
                <a:cs typeface="Noto Sans JP" pitchFamily="34" charset="-120"/>
              </a:rPr>
              <a:t> 考えに 基づく[S12][S4]</a:t>
            </a:r>
            <a:endParaRPr lang="en-US" sz="1650" dirty="0"/>
          </a:p>
        </p:txBody>
      </p:sp>
      <p:sp>
        <p:nvSpPr>
          <p:cNvPr id="6" name="Shape 3"/>
          <p:cNvSpPr/>
          <p:nvPr/>
        </p:nvSpPr>
        <p:spPr>
          <a:xfrm>
            <a:off x="11391900" y="2247900"/>
            <a:ext cx="5981700" cy="1428750"/>
          </a:xfrm>
          <a:prstGeom prst="roundRect">
            <a:avLst>
              <a:gd name="adj" fmla="val 13333"/>
            </a:avLst>
          </a:prstGeom>
          <a:solidFill>
            <a:srgbClr val="E8E0CF"/>
          </a:solidFill>
          <a:ln/>
        </p:spPr>
      </p:sp>
      <p:sp>
        <p:nvSpPr>
          <p:cNvPr id="7" name="Shape 4"/>
          <p:cNvSpPr/>
          <p:nvPr/>
        </p:nvSpPr>
        <p:spPr>
          <a:xfrm>
            <a:off x="11391900" y="2247900"/>
            <a:ext cx="114300" cy="1428750"/>
          </a:xfrm>
          <a:prstGeom prst="roundRect">
            <a:avLst>
              <a:gd name="adj" fmla="val 50000"/>
            </a:avLst>
          </a:prstGeom>
          <a:solidFill>
            <a:srgbClr val="B45309"/>
          </a:solidFill>
          <a:ln/>
        </p:spPr>
      </p:sp>
      <p:sp>
        <p:nvSpPr>
          <p:cNvPr id="8" name="Text 5"/>
          <p:cNvSpPr/>
          <p:nvPr/>
        </p:nvSpPr>
        <p:spPr>
          <a:xfrm>
            <a:off x="11734800" y="2343150"/>
            <a:ext cx="5448300" cy="571500"/>
          </a:xfrm>
          <a:prstGeom prst="rect">
            <a:avLst/>
          </a:prstGeom>
          <a:noFill/>
          <a:ln/>
        </p:spPr>
        <p:txBody>
          <a:bodyPr wrap="square" lIns="0" tIns="0" rIns="0" bIns="0" rtlCol="0" anchor="ctr"/>
          <a:lstStyle/>
          <a:p>
            <a:pPr algn="l" indent="0" marL="0">
              <a:buNone/>
            </a:pPr>
            <a:r>
              <a:rPr lang="en-US" sz="2250" dirty="0" spc="-7" kern="0">
                <a:solidFill>
                  <a:srgbClr val="B45309"/>
                </a:solidFill>
                <a:latin typeface="Noto Sans JP ExtraBold" pitchFamily="34" charset="0"/>
                <a:ea typeface="Noto Sans JP ExtraBold" pitchFamily="34" charset="-122"/>
                <a:cs typeface="Noto Sans JP ExtraBold" pitchFamily="34" charset="-120"/>
              </a:rPr>
              <a:t>ライデンフロスト未満</a:t>
            </a:r>
            <a:endParaRPr lang="en-US" sz="2250" dirty="0"/>
          </a:p>
        </p:txBody>
      </p:sp>
      <p:sp>
        <p:nvSpPr>
          <p:cNvPr id="9" name="Text 6"/>
          <p:cNvSpPr/>
          <p:nvPr/>
        </p:nvSpPr>
        <p:spPr>
          <a:xfrm>
            <a:off x="11734800" y="2819400"/>
            <a:ext cx="5448300" cy="8001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液滴が</a:t>
            </a:r>
            <a:r>
              <a:rPr lang="en-US" sz="2550" dirty="0" spc="-44" kern="0">
                <a:solidFill>
                  <a:srgbClr val="14161C"/>
                </a:solidFill>
                <a:latin typeface="Noto Sans JP SemiBold" pitchFamily="34" charset="0"/>
                <a:ea typeface="Noto Sans JP SemiBold" pitchFamily="34" charset="-122"/>
                <a:cs typeface="Noto Sans JP SemiBold" pitchFamily="34" charset="-120"/>
              </a:rPr>
              <a:t> 付き、</a:t>
            </a:r>
            <a:r>
              <a:rPr lang="en-US" sz="2550" dirty="0" spc="0" kern="0">
                <a:solidFill>
                  <a:srgbClr val="14161C"/>
                </a:solidFill>
                <a:latin typeface="Noto Sans JP SemiBold" pitchFamily="34" charset="0"/>
                <a:ea typeface="Noto Sans JP SemiBold" pitchFamily="34" charset="-122"/>
                <a:cs typeface="Noto Sans JP SemiBold" pitchFamily="34" charset="-120"/>
              </a:rPr>
              <a:t> 液膜になる</a:t>
            </a:r>
            <a:endParaRPr lang="en-US" sz="2550" dirty="0"/>
          </a:p>
        </p:txBody>
      </p:sp>
      <p:sp>
        <p:nvSpPr>
          <p:cNvPr id="10" name="Shape 7"/>
          <p:cNvSpPr/>
          <p:nvPr/>
        </p:nvSpPr>
        <p:spPr>
          <a:xfrm>
            <a:off x="11391900" y="3905250"/>
            <a:ext cx="5981700" cy="1428750"/>
          </a:xfrm>
          <a:prstGeom prst="roundRect">
            <a:avLst>
              <a:gd name="adj" fmla="val 13333"/>
            </a:avLst>
          </a:prstGeom>
          <a:solidFill>
            <a:srgbClr val="E8E0CF"/>
          </a:solidFill>
          <a:ln/>
        </p:spPr>
      </p:sp>
      <p:sp>
        <p:nvSpPr>
          <p:cNvPr id="11" name="Shape 8"/>
          <p:cNvSpPr/>
          <p:nvPr/>
        </p:nvSpPr>
        <p:spPr>
          <a:xfrm>
            <a:off x="11391900" y="3905250"/>
            <a:ext cx="114300" cy="1428750"/>
          </a:xfrm>
          <a:prstGeom prst="roundRect">
            <a:avLst>
              <a:gd name="adj" fmla="val 50000"/>
            </a:avLst>
          </a:prstGeom>
          <a:solidFill>
            <a:srgbClr val="0F766E"/>
          </a:solidFill>
          <a:ln/>
        </p:spPr>
      </p:sp>
      <p:sp>
        <p:nvSpPr>
          <p:cNvPr id="12" name="Text 9"/>
          <p:cNvSpPr/>
          <p:nvPr/>
        </p:nvSpPr>
        <p:spPr>
          <a:xfrm>
            <a:off x="11734800" y="4000500"/>
            <a:ext cx="5448300" cy="571500"/>
          </a:xfrm>
          <a:prstGeom prst="rect">
            <a:avLst/>
          </a:prstGeom>
          <a:noFill/>
          <a:ln/>
        </p:spPr>
        <p:txBody>
          <a:bodyPr wrap="square" lIns="0" tIns="0" rIns="0" bIns="0" rtlCol="0" anchor="ctr"/>
          <a:lstStyle/>
          <a:p>
            <a:pPr algn="l" indent="0" marL="0">
              <a:buNone/>
            </a:pPr>
            <a:r>
              <a:rPr lang="en-US" sz="2250" dirty="0" kern="0">
                <a:solidFill>
                  <a:srgbClr val="0F766E"/>
                </a:solidFill>
                <a:latin typeface="Noto Sans JP ExtraBold" pitchFamily="34" charset="0"/>
                <a:ea typeface="Noto Sans JP ExtraBold" pitchFamily="34" charset="-122"/>
                <a:cs typeface="Noto Sans JP ExtraBold" pitchFamily="34" charset="-120"/>
              </a:rPr>
              <a:t>液膜の 縁</a:t>
            </a:r>
            <a:endParaRPr lang="en-US" sz="2250" dirty="0"/>
          </a:p>
        </p:txBody>
      </p:sp>
      <p:sp>
        <p:nvSpPr>
          <p:cNvPr id="13" name="Text 10"/>
          <p:cNvSpPr/>
          <p:nvPr/>
        </p:nvSpPr>
        <p:spPr>
          <a:xfrm>
            <a:off x="11734800" y="4476750"/>
            <a:ext cx="5448300" cy="800100"/>
          </a:xfrm>
          <a:prstGeom prst="rect">
            <a:avLst/>
          </a:prstGeom>
          <a:noFill/>
          <a:ln/>
        </p:spPr>
        <p:txBody>
          <a:bodyPr wrap="square" lIns="0" tIns="32248" rIns="0" bIns="-32248" rtlCol="0" anchor="ctr"/>
          <a:lstStyle/>
          <a:p>
            <a:pPr algn="l" indent="0" marL="0">
              <a:lnSpc>
                <a:spcPts val="2933"/>
              </a:lnSpc>
              <a:buNone/>
            </a:pPr>
            <a:r>
              <a:rPr lang="en-US" sz="2550" dirty="0" kern="0">
                <a:solidFill>
                  <a:srgbClr val="14161C"/>
                </a:solidFill>
                <a:latin typeface="Noto Sans JP SemiBold" pitchFamily="34" charset="0"/>
                <a:ea typeface="Noto Sans JP SemiBold" pitchFamily="34" charset="-122"/>
                <a:cs typeface="Noto Sans JP SemiBold" pitchFamily="34" charset="-120"/>
              </a:rPr>
              <a:t>堆積物が 結晶化[S4]</a:t>
            </a:r>
            <a:endParaRPr lang="en-US" sz="2550" dirty="0"/>
          </a:p>
        </p:txBody>
      </p:sp>
      <p:sp>
        <p:nvSpPr>
          <p:cNvPr id="14" name="Shape 11"/>
          <p:cNvSpPr/>
          <p:nvPr/>
        </p:nvSpPr>
        <p:spPr>
          <a:xfrm>
            <a:off x="11391900" y="5562600"/>
            <a:ext cx="5981700" cy="1428750"/>
          </a:xfrm>
          <a:prstGeom prst="roundRect">
            <a:avLst>
              <a:gd name="adj" fmla="val 13333"/>
            </a:avLst>
          </a:prstGeom>
          <a:solidFill>
            <a:srgbClr val="E8E0CF"/>
          </a:solidFill>
          <a:ln/>
        </p:spPr>
      </p:sp>
      <p:sp>
        <p:nvSpPr>
          <p:cNvPr id="15" name="Shape 12"/>
          <p:cNvSpPr/>
          <p:nvPr/>
        </p:nvSpPr>
        <p:spPr>
          <a:xfrm>
            <a:off x="11391900" y="5562600"/>
            <a:ext cx="114300" cy="1428750"/>
          </a:xfrm>
          <a:prstGeom prst="roundRect">
            <a:avLst>
              <a:gd name="adj" fmla="val 50000"/>
            </a:avLst>
          </a:prstGeom>
          <a:solidFill>
            <a:srgbClr val="E8472B"/>
          </a:solidFill>
          <a:ln/>
        </p:spPr>
      </p:sp>
      <p:sp>
        <p:nvSpPr>
          <p:cNvPr id="16" name="Text 13"/>
          <p:cNvSpPr/>
          <p:nvPr/>
        </p:nvSpPr>
        <p:spPr>
          <a:xfrm>
            <a:off x="11734800" y="5657850"/>
            <a:ext cx="5448300" cy="571500"/>
          </a:xfrm>
          <a:prstGeom prst="rect">
            <a:avLst/>
          </a:prstGeom>
          <a:noFill/>
          <a:ln/>
        </p:spPr>
        <p:txBody>
          <a:bodyPr wrap="square" lIns="0" tIns="0" rIns="0" bIns="0" rtlCol="0" anchor="ctr"/>
          <a:lstStyle/>
          <a:p>
            <a:pPr algn="l" indent="0" marL="0">
              <a:buNone/>
            </a:pPr>
            <a:r>
              <a:rPr lang="en-US" sz="2250" dirty="0" spc="-8" kern="0">
                <a:solidFill>
                  <a:srgbClr val="E8472B"/>
                </a:solidFill>
                <a:latin typeface="Noto Sans JP ExtraBold" pitchFamily="34" charset="0"/>
                <a:ea typeface="Noto Sans JP ExtraBold" pitchFamily="34" charset="-122"/>
                <a:cs typeface="Noto Sans JP ExtraBold" pitchFamily="34" charset="-120"/>
              </a:rPr>
              <a:t>ライデンフロスト超</a:t>
            </a:r>
            <a:endParaRPr lang="en-US" sz="2250" dirty="0"/>
          </a:p>
        </p:txBody>
      </p:sp>
      <p:sp>
        <p:nvSpPr>
          <p:cNvPr id="17" name="Text 14"/>
          <p:cNvSpPr/>
          <p:nvPr/>
        </p:nvSpPr>
        <p:spPr>
          <a:xfrm>
            <a:off x="11734800" y="6134100"/>
            <a:ext cx="5448300" cy="8001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液滴が 蒸気の</a:t>
            </a:r>
            <a:r>
              <a:rPr lang="en-US" sz="2550" dirty="0" spc="1" kern="0">
                <a:solidFill>
                  <a:srgbClr val="14161C"/>
                </a:solidFill>
                <a:latin typeface="Noto Sans JP SemiBold" pitchFamily="34" charset="0"/>
                <a:ea typeface="Noto Sans JP SemiBold" pitchFamily="34" charset="-122"/>
                <a:cs typeface="Noto Sans JP SemiBold" pitchFamily="34" charset="-120"/>
              </a:rPr>
              <a:t> 層の</a:t>
            </a:r>
            <a:r>
              <a:rPr lang="en-US" sz="2550" dirty="0" spc="0" kern="0">
                <a:solidFill>
                  <a:srgbClr val="14161C"/>
                </a:solidFill>
                <a:latin typeface="Noto Sans JP SemiBold" pitchFamily="34" charset="0"/>
                <a:ea typeface="Noto Sans JP SemiBold" pitchFamily="34" charset="-122"/>
                <a:cs typeface="Noto Sans JP SemiBold" pitchFamily="34" charset="-120"/>
              </a:rPr>
              <a:t> 上で</a:t>
            </a:r>
            <a:r>
              <a:rPr lang="en-US" sz="2550" dirty="0" spc="1" kern="0">
                <a:solidFill>
                  <a:srgbClr val="14161C"/>
                </a:solidFill>
                <a:latin typeface="Noto Sans JP SemiBold" pitchFamily="34" charset="0"/>
                <a:ea typeface="Noto Sans JP SemiBold" pitchFamily="34" charset="-122"/>
                <a:cs typeface="Noto Sans JP SemiBold" pitchFamily="34" charset="-120"/>
              </a:rPr>
              <a:t> 跳ねる</a:t>
            </a:r>
            <a:endParaRPr lang="en-US" sz="2550" dirty="0"/>
          </a:p>
        </p:txBody>
      </p:sp>
      <p:sp>
        <p:nvSpPr>
          <p:cNvPr id="18"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[S4]</a:t>
            </a:r>
            <a:r>
              <a:rPr lang="en-US" sz="1800" dirty="0" spc="-1" kern="0">
                <a:solidFill>
                  <a:srgbClr val="6B6A66"/>
                </a:solidFill>
                <a:latin typeface="Noto Sans JP" pitchFamily="34" charset="0"/>
                <a:ea typeface="Noto Sans JP" pitchFamily="34" charset="-122"/>
                <a:cs typeface="Noto Sans JP" pitchFamily="34" charset="-120"/>
              </a:rPr>
              <a:t> [S12]</a:t>
            </a:r>
            <a:endParaRPr lang="en-US" sz="1800" dirty="0"/>
          </a:p>
        </p:txBody>
      </p:sp>
      <p:sp>
        <p:nvSpPr>
          <p:cNvPr id="19" name="Shape 16"/>
          <p:cNvSpPr/>
          <p:nvPr/>
        </p:nvSpPr>
        <p:spPr>
          <a:xfrm>
            <a:off x="960711" y="9580836"/>
            <a:ext cx="78828" cy="78828"/>
          </a:xfrm>
          <a:prstGeom prst="ellipse">
            <a:avLst/>
          </a:prstGeom>
          <a:solidFill>
            <a:srgbClr val="14161C">
              <a:alpha val="28000"/>
            </a:srgbClr>
          </a:solidFill>
          <a:ln/>
        </p:spPr>
      </p:sp>
      <p:sp>
        <p:nvSpPr>
          <p:cNvPr id="20" name="Shape 17"/>
          <p:cNvSpPr/>
          <p:nvPr/>
        </p:nvSpPr>
        <p:spPr>
          <a:xfrm>
            <a:off x="1118366" y="9580836"/>
            <a:ext cx="78828" cy="78828"/>
          </a:xfrm>
          <a:prstGeom prst="ellipse">
            <a:avLst/>
          </a:prstGeom>
          <a:solidFill>
            <a:srgbClr val="14161C">
              <a:alpha val="28000"/>
            </a:srgbClr>
          </a:solidFill>
          <a:ln/>
        </p:spPr>
      </p:sp>
      <p:sp>
        <p:nvSpPr>
          <p:cNvPr id="21" name="Shape 18"/>
          <p:cNvSpPr/>
          <p:nvPr/>
        </p:nvSpPr>
        <p:spPr>
          <a:xfrm>
            <a:off x="1276021" y="9580836"/>
            <a:ext cx="78828" cy="78828"/>
          </a:xfrm>
          <a:prstGeom prst="ellipse">
            <a:avLst/>
          </a:prstGeom>
          <a:solidFill>
            <a:srgbClr val="14161C">
              <a:alpha val="28000"/>
            </a:srgbClr>
          </a:solidFill>
          <a:ln/>
        </p:spPr>
      </p:sp>
      <p:sp>
        <p:nvSpPr>
          <p:cNvPr id="22" name="Shape 19"/>
          <p:cNvSpPr/>
          <p:nvPr/>
        </p:nvSpPr>
        <p:spPr>
          <a:xfrm>
            <a:off x="1433676" y="9580836"/>
            <a:ext cx="78828" cy="78828"/>
          </a:xfrm>
          <a:prstGeom prst="ellipse">
            <a:avLst/>
          </a:prstGeom>
          <a:solidFill>
            <a:srgbClr val="14161C">
              <a:alpha val="28000"/>
            </a:srgbClr>
          </a:solidFill>
          <a:ln/>
        </p:spPr>
      </p:sp>
      <p:sp>
        <p:nvSpPr>
          <p:cNvPr id="23" name="Shape 20"/>
          <p:cNvSpPr/>
          <p:nvPr/>
        </p:nvSpPr>
        <p:spPr>
          <a:xfrm>
            <a:off x="1591331" y="9580836"/>
            <a:ext cx="78828" cy="78828"/>
          </a:xfrm>
          <a:prstGeom prst="ellipse">
            <a:avLst/>
          </a:prstGeom>
          <a:solidFill>
            <a:srgbClr val="14161C">
              <a:alpha val="28000"/>
            </a:srgbClr>
          </a:solidFill>
          <a:ln/>
        </p:spPr>
      </p:sp>
      <p:sp>
        <p:nvSpPr>
          <p:cNvPr id="24" name="Shape 21"/>
          <p:cNvSpPr/>
          <p:nvPr/>
        </p:nvSpPr>
        <p:spPr>
          <a:xfrm>
            <a:off x="1748986" y="9580836"/>
            <a:ext cx="78828" cy="78828"/>
          </a:xfrm>
          <a:prstGeom prst="ellipse">
            <a:avLst/>
          </a:prstGeom>
          <a:solidFill>
            <a:srgbClr val="14161C">
              <a:alpha val="28000"/>
            </a:srgbClr>
          </a:solidFill>
          <a:ln/>
        </p:spPr>
      </p:sp>
      <p:sp>
        <p:nvSpPr>
          <p:cNvPr id="25" name="Shape 22"/>
          <p:cNvSpPr/>
          <p:nvPr/>
        </p:nvSpPr>
        <p:spPr>
          <a:xfrm>
            <a:off x="1906641" y="9580836"/>
            <a:ext cx="78828" cy="78828"/>
          </a:xfrm>
          <a:prstGeom prst="ellipse">
            <a:avLst/>
          </a:prstGeom>
          <a:solidFill>
            <a:srgbClr val="14161C">
              <a:alpha val="28000"/>
            </a:srgbClr>
          </a:solidFill>
          <a:ln/>
        </p:spPr>
      </p:sp>
      <p:sp>
        <p:nvSpPr>
          <p:cNvPr id="26" name="Shape 23"/>
          <p:cNvSpPr/>
          <p:nvPr/>
        </p:nvSpPr>
        <p:spPr>
          <a:xfrm>
            <a:off x="2064296" y="9580836"/>
            <a:ext cx="78828" cy="78828"/>
          </a:xfrm>
          <a:prstGeom prst="ellipse">
            <a:avLst/>
          </a:prstGeom>
          <a:solidFill>
            <a:srgbClr val="14161C">
              <a:alpha val="28000"/>
            </a:srgbClr>
          </a:solidFill>
          <a:ln/>
        </p:spPr>
      </p:sp>
      <p:sp>
        <p:nvSpPr>
          <p:cNvPr id="27" name="Shape 24"/>
          <p:cNvSpPr/>
          <p:nvPr/>
        </p:nvSpPr>
        <p:spPr>
          <a:xfrm>
            <a:off x="2221951" y="9580836"/>
            <a:ext cx="78828" cy="78828"/>
          </a:xfrm>
          <a:prstGeom prst="ellipse">
            <a:avLst/>
          </a:prstGeom>
          <a:solidFill>
            <a:srgbClr val="14161C">
              <a:alpha val="28000"/>
            </a:srgbClr>
          </a:solidFill>
          <a:ln/>
        </p:spPr>
      </p:sp>
      <p:sp>
        <p:nvSpPr>
          <p:cNvPr id="28" name="Shape 25"/>
          <p:cNvSpPr/>
          <p:nvPr/>
        </p:nvSpPr>
        <p:spPr>
          <a:xfrm>
            <a:off x="2379606" y="9580836"/>
            <a:ext cx="78828" cy="78828"/>
          </a:xfrm>
          <a:prstGeom prst="ellipse">
            <a:avLst/>
          </a:prstGeom>
          <a:solidFill>
            <a:srgbClr val="14161C">
              <a:alpha val="28000"/>
            </a:srgbClr>
          </a:solidFill>
          <a:ln/>
        </p:spPr>
      </p:sp>
      <p:sp>
        <p:nvSpPr>
          <p:cNvPr id="29" name="Shape 26"/>
          <p:cNvSpPr/>
          <p:nvPr/>
        </p:nvSpPr>
        <p:spPr>
          <a:xfrm>
            <a:off x="2537261" y="9580836"/>
            <a:ext cx="78828" cy="78828"/>
          </a:xfrm>
          <a:prstGeom prst="ellipse">
            <a:avLst/>
          </a:prstGeom>
          <a:solidFill>
            <a:srgbClr val="14161C">
              <a:alpha val="28000"/>
            </a:srgbClr>
          </a:solidFill>
          <a:ln/>
        </p:spPr>
      </p:sp>
      <p:sp>
        <p:nvSpPr>
          <p:cNvPr id="30" name="Shape 27"/>
          <p:cNvSpPr/>
          <p:nvPr/>
        </p:nvSpPr>
        <p:spPr>
          <a:xfrm>
            <a:off x="2694916" y="9580836"/>
            <a:ext cx="78828" cy="78828"/>
          </a:xfrm>
          <a:prstGeom prst="ellipse">
            <a:avLst/>
          </a:prstGeom>
          <a:solidFill>
            <a:srgbClr val="14161C">
              <a:alpha val="28000"/>
            </a:srgbClr>
          </a:solidFill>
          <a:ln/>
        </p:spPr>
      </p:sp>
      <p:sp>
        <p:nvSpPr>
          <p:cNvPr id="31" name="Shape 28"/>
          <p:cNvSpPr/>
          <p:nvPr/>
        </p:nvSpPr>
        <p:spPr>
          <a:xfrm>
            <a:off x="2852571" y="9580836"/>
            <a:ext cx="78828" cy="78828"/>
          </a:xfrm>
          <a:prstGeom prst="ellipse">
            <a:avLst/>
          </a:prstGeom>
          <a:solidFill>
            <a:srgbClr val="14161C">
              <a:alpha val="28000"/>
            </a:srgbClr>
          </a:solidFill>
          <a:ln/>
        </p:spPr>
      </p:sp>
      <p:sp>
        <p:nvSpPr>
          <p:cNvPr id="32" name="Shape 29"/>
          <p:cNvSpPr/>
          <p:nvPr/>
        </p:nvSpPr>
        <p:spPr>
          <a:xfrm>
            <a:off x="3010225" y="9580836"/>
            <a:ext cx="78828" cy="78828"/>
          </a:xfrm>
          <a:prstGeom prst="ellipse">
            <a:avLst/>
          </a:prstGeom>
          <a:solidFill>
            <a:srgbClr val="14161C">
              <a:alpha val="28000"/>
            </a:srgbClr>
          </a:solidFill>
          <a:ln/>
        </p:spPr>
      </p:sp>
      <p:sp>
        <p:nvSpPr>
          <p:cNvPr id="33" name="Shape 30"/>
          <p:cNvSpPr/>
          <p:nvPr/>
        </p:nvSpPr>
        <p:spPr>
          <a:xfrm>
            <a:off x="3167880" y="9580836"/>
            <a:ext cx="78828" cy="78828"/>
          </a:xfrm>
          <a:prstGeom prst="ellipse">
            <a:avLst/>
          </a:prstGeom>
          <a:solidFill>
            <a:srgbClr val="14161C">
              <a:alpha val="28000"/>
            </a:srgbClr>
          </a:solidFill>
          <a:ln/>
        </p:spPr>
      </p:sp>
      <p:sp>
        <p:nvSpPr>
          <p:cNvPr id="34" name="Shape 31"/>
          <p:cNvSpPr/>
          <p:nvPr/>
        </p:nvSpPr>
        <p:spPr>
          <a:xfrm>
            <a:off x="3325535" y="9580836"/>
            <a:ext cx="78828" cy="78828"/>
          </a:xfrm>
          <a:prstGeom prst="ellipse">
            <a:avLst/>
          </a:prstGeom>
          <a:solidFill>
            <a:srgbClr val="14161C">
              <a:alpha val="28000"/>
            </a:srgbClr>
          </a:solidFill>
          <a:ln/>
        </p:spPr>
      </p:sp>
      <p:sp>
        <p:nvSpPr>
          <p:cNvPr id="35" name="Shape 32"/>
          <p:cNvSpPr/>
          <p:nvPr/>
        </p:nvSpPr>
        <p:spPr>
          <a:xfrm>
            <a:off x="3483190" y="9580836"/>
            <a:ext cx="78828" cy="78828"/>
          </a:xfrm>
          <a:prstGeom prst="ellipse">
            <a:avLst/>
          </a:prstGeom>
          <a:solidFill>
            <a:srgbClr val="14161C">
              <a:alpha val="28000"/>
            </a:srgbClr>
          </a:solidFill>
          <a:ln/>
        </p:spPr>
      </p:sp>
      <p:sp>
        <p:nvSpPr>
          <p:cNvPr id="36" name="Shape 33"/>
          <p:cNvSpPr/>
          <p:nvPr/>
        </p:nvSpPr>
        <p:spPr>
          <a:xfrm>
            <a:off x="3640845" y="9580836"/>
            <a:ext cx="78828" cy="78828"/>
          </a:xfrm>
          <a:prstGeom prst="ellipse">
            <a:avLst/>
          </a:prstGeom>
          <a:solidFill>
            <a:srgbClr val="14161C">
              <a:alpha val="28000"/>
            </a:srgbClr>
          </a:solidFill>
          <a:ln/>
        </p:spPr>
      </p:sp>
      <p:sp>
        <p:nvSpPr>
          <p:cNvPr id="37" name="Shape 34"/>
          <p:cNvSpPr/>
          <p:nvPr/>
        </p:nvSpPr>
        <p:spPr>
          <a:xfrm>
            <a:off x="3798500" y="9580836"/>
            <a:ext cx="78828" cy="78828"/>
          </a:xfrm>
          <a:prstGeom prst="ellipse">
            <a:avLst/>
          </a:prstGeom>
          <a:solidFill>
            <a:srgbClr val="14161C">
              <a:alpha val="28000"/>
            </a:srgbClr>
          </a:solidFill>
          <a:ln/>
        </p:spPr>
      </p:sp>
      <p:sp>
        <p:nvSpPr>
          <p:cNvPr id="38" name="Shape 35"/>
          <p:cNvSpPr/>
          <p:nvPr/>
        </p:nvSpPr>
        <p:spPr>
          <a:xfrm>
            <a:off x="3956155" y="9580836"/>
            <a:ext cx="78828" cy="78828"/>
          </a:xfrm>
          <a:prstGeom prst="ellipse">
            <a:avLst/>
          </a:prstGeom>
          <a:solidFill>
            <a:srgbClr val="14161C">
              <a:alpha val="28000"/>
            </a:srgbClr>
          </a:solidFill>
          <a:ln/>
        </p:spPr>
      </p:sp>
      <p:sp>
        <p:nvSpPr>
          <p:cNvPr id="39" name="Shape 36"/>
          <p:cNvSpPr/>
          <p:nvPr/>
        </p:nvSpPr>
        <p:spPr>
          <a:xfrm>
            <a:off x="4113810" y="9580836"/>
            <a:ext cx="78828" cy="78828"/>
          </a:xfrm>
          <a:prstGeom prst="ellipse">
            <a:avLst/>
          </a:prstGeom>
          <a:solidFill>
            <a:srgbClr val="14161C">
              <a:alpha val="28000"/>
            </a:srgbClr>
          </a:solidFill>
          <a:ln/>
        </p:spPr>
      </p:sp>
      <p:sp>
        <p:nvSpPr>
          <p:cNvPr id="40" name="Shape 37"/>
          <p:cNvSpPr/>
          <p:nvPr/>
        </p:nvSpPr>
        <p:spPr>
          <a:xfrm>
            <a:off x="4271465" y="9580836"/>
            <a:ext cx="78828" cy="78828"/>
          </a:xfrm>
          <a:prstGeom prst="ellipse">
            <a:avLst/>
          </a:prstGeom>
          <a:solidFill>
            <a:srgbClr val="14161C">
              <a:alpha val="28000"/>
            </a:srgbClr>
          </a:solidFill>
          <a:ln/>
        </p:spPr>
      </p:sp>
      <p:sp>
        <p:nvSpPr>
          <p:cNvPr id="41" name="Shape 38"/>
          <p:cNvSpPr/>
          <p:nvPr/>
        </p:nvSpPr>
        <p:spPr>
          <a:xfrm>
            <a:off x="4429120" y="9580836"/>
            <a:ext cx="78828" cy="78828"/>
          </a:xfrm>
          <a:prstGeom prst="ellipse">
            <a:avLst/>
          </a:prstGeom>
          <a:solidFill>
            <a:srgbClr val="14161C">
              <a:alpha val="28000"/>
            </a:srgbClr>
          </a:solidFill>
          <a:ln/>
        </p:spPr>
      </p:sp>
      <p:sp>
        <p:nvSpPr>
          <p:cNvPr id="42" name="Shape 39"/>
          <p:cNvSpPr/>
          <p:nvPr/>
        </p:nvSpPr>
        <p:spPr>
          <a:xfrm>
            <a:off x="4586775" y="9580836"/>
            <a:ext cx="78828" cy="78828"/>
          </a:xfrm>
          <a:prstGeom prst="ellipse">
            <a:avLst/>
          </a:prstGeom>
          <a:solidFill>
            <a:srgbClr val="14161C">
              <a:alpha val="28000"/>
            </a:srgbClr>
          </a:solidFill>
          <a:ln/>
        </p:spPr>
      </p:sp>
      <p:sp>
        <p:nvSpPr>
          <p:cNvPr id="43" name="Shape 40"/>
          <p:cNvSpPr/>
          <p:nvPr/>
        </p:nvSpPr>
        <p:spPr>
          <a:xfrm>
            <a:off x="4744430" y="9580836"/>
            <a:ext cx="78828" cy="78828"/>
          </a:xfrm>
          <a:prstGeom prst="ellipse">
            <a:avLst/>
          </a:prstGeom>
          <a:solidFill>
            <a:srgbClr val="14161C">
              <a:alpha val="28000"/>
            </a:srgbClr>
          </a:solidFill>
          <a:ln/>
        </p:spPr>
      </p:sp>
      <p:sp>
        <p:nvSpPr>
          <p:cNvPr id="44" name="Shape 41"/>
          <p:cNvSpPr/>
          <p:nvPr/>
        </p:nvSpPr>
        <p:spPr>
          <a:xfrm>
            <a:off x="4902085" y="9580836"/>
            <a:ext cx="78828" cy="78828"/>
          </a:xfrm>
          <a:prstGeom prst="ellipse">
            <a:avLst/>
          </a:prstGeom>
          <a:solidFill>
            <a:srgbClr val="14161C">
              <a:alpha val="28000"/>
            </a:srgbClr>
          </a:solidFill>
          <a:ln/>
        </p:spPr>
      </p:sp>
      <p:sp>
        <p:nvSpPr>
          <p:cNvPr id="45" name="Shape 42"/>
          <p:cNvSpPr/>
          <p:nvPr/>
        </p:nvSpPr>
        <p:spPr>
          <a:xfrm>
            <a:off x="5059740" y="9580836"/>
            <a:ext cx="78828" cy="78828"/>
          </a:xfrm>
          <a:prstGeom prst="ellipse">
            <a:avLst/>
          </a:prstGeom>
          <a:solidFill>
            <a:srgbClr val="14161C">
              <a:alpha val="28000"/>
            </a:srgbClr>
          </a:solidFill>
          <a:ln/>
        </p:spPr>
      </p:sp>
      <p:sp>
        <p:nvSpPr>
          <p:cNvPr id="46" name="Shape 43"/>
          <p:cNvSpPr/>
          <p:nvPr/>
        </p:nvSpPr>
        <p:spPr>
          <a:xfrm>
            <a:off x="5217395" y="9580836"/>
            <a:ext cx="78828" cy="78828"/>
          </a:xfrm>
          <a:prstGeom prst="ellipse">
            <a:avLst/>
          </a:prstGeom>
          <a:solidFill>
            <a:srgbClr val="14161C">
              <a:alpha val="28000"/>
            </a:srgbClr>
          </a:solidFill>
          <a:ln/>
        </p:spPr>
      </p:sp>
      <p:sp>
        <p:nvSpPr>
          <p:cNvPr id="47" name="Shape 44"/>
          <p:cNvSpPr/>
          <p:nvPr/>
        </p:nvSpPr>
        <p:spPr>
          <a:xfrm>
            <a:off x="5375050" y="9580836"/>
            <a:ext cx="78828" cy="78828"/>
          </a:xfrm>
          <a:prstGeom prst="ellipse">
            <a:avLst/>
          </a:prstGeom>
          <a:solidFill>
            <a:srgbClr val="14161C">
              <a:alpha val="28000"/>
            </a:srgbClr>
          </a:solidFill>
          <a:ln/>
        </p:spPr>
      </p:sp>
      <p:sp>
        <p:nvSpPr>
          <p:cNvPr id="48" name="Shape 45"/>
          <p:cNvSpPr/>
          <p:nvPr/>
        </p:nvSpPr>
        <p:spPr>
          <a:xfrm>
            <a:off x="5532705" y="9580836"/>
            <a:ext cx="78828" cy="78828"/>
          </a:xfrm>
          <a:prstGeom prst="ellipse">
            <a:avLst/>
          </a:prstGeom>
          <a:solidFill>
            <a:srgbClr val="14161C">
              <a:alpha val="28000"/>
            </a:srgbClr>
          </a:solidFill>
          <a:ln/>
        </p:spPr>
      </p:sp>
      <p:sp>
        <p:nvSpPr>
          <p:cNvPr id="49" name="Shape 46"/>
          <p:cNvSpPr/>
          <p:nvPr/>
        </p:nvSpPr>
        <p:spPr>
          <a:xfrm>
            <a:off x="5690359" y="9580836"/>
            <a:ext cx="78828" cy="78828"/>
          </a:xfrm>
          <a:prstGeom prst="ellipse">
            <a:avLst/>
          </a:prstGeom>
          <a:solidFill>
            <a:srgbClr val="14161C">
              <a:alpha val="28000"/>
            </a:srgbClr>
          </a:solidFill>
          <a:ln/>
        </p:spPr>
      </p:sp>
      <p:sp>
        <p:nvSpPr>
          <p:cNvPr id="50" name="Shape 47"/>
          <p:cNvSpPr/>
          <p:nvPr/>
        </p:nvSpPr>
        <p:spPr>
          <a:xfrm>
            <a:off x="5848014" y="9580836"/>
            <a:ext cx="78828" cy="78828"/>
          </a:xfrm>
          <a:prstGeom prst="ellipse">
            <a:avLst/>
          </a:prstGeom>
          <a:solidFill>
            <a:srgbClr val="14161C">
              <a:alpha val="28000"/>
            </a:srgbClr>
          </a:solidFill>
          <a:ln/>
        </p:spPr>
      </p:sp>
      <p:sp>
        <p:nvSpPr>
          <p:cNvPr id="51" name="Shape 48"/>
          <p:cNvSpPr/>
          <p:nvPr/>
        </p:nvSpPr>
        <p:spPr>
          <a:xfrm>
            <a:off x="6005669" y="9580836"/>
            <a:ext cx="78828" cy="78828"/>
          </a:xfrm>
          <a:prstGeom prst="ellipse">
            <a:avLst/>
          </a:prstGeom>
          <a:solidFill>
            <a:srgbClr val="14161C">
              <a:alpha val="28000"/>
            </a:srgbClr>
          </a:solidFill>
          <a:ln/>
        </p:spPr>
      </p:sp>
      <p:sp>
        <p:nvSpPr>
          <p:cNvPr id="52" name="Shape 49"/>
          <p:cNvSpPr/>
          <p:nvPr/>
        </p:nvSpPr>
        <p:spPr>
          <a:xfrm>
            <a:off x="6163324" y="9580836"/>
            <a:ext cx="78828" cy="78828"/>
          </a:xfrm>
          <a:prstGeom prst="ellipse">
            <a:avLst/>
          </a:prstGeom>
          <a:solidFill>
            <a:srgbClr val="14161C">
              <a:alpha val="28000"/>
            </a:srgbClr>
          </a:solidFill>
          <a:ln/>
        </p:spPr>
      </p:sp>
      <p:sp>
        <p:nvSpPr>
          <p:cNvPr id="53" name="Shape 50"/>
          <p:cNvSpPr/>
          <p:nvPr/>
        </p:nvSpPr>
        <p:spPr>
          <a:xfrm>
            <a:off x="6320979" y="9580836"/>
            <a:ext cx="78828" cy="78828"/>
          </a:xfrm>
          <a:prstGeom prst="ellipse">
            <a:avLst/>
          </a:prstGeom>
          <a:solidFill>
            <a:srgbClr val="14161C">
              <a:alpha val="28000"/>
            </a:srgbClr>
          </a:solidFill>
          <a:ln/>
        </p:spPr>
      </p:sp>
      <p:sp>
        <p:nvSpPr>
          <p:cNvPr id="54" name="Shape 51"/>
          <p:cNvSpPr/>
          <p:nvPr/>
        </p:nvSpPr>
        <p:spPr>
          <a:xfrm>
            <a:off x="6478634" y="9580836"/>
            <a:ext cx="78828" cy="78828"/>
          </a:xfrm>
          <a:prstGeom prst="ellipse">
            <a:avLst/>
          </a:prstGeom>
          <a:solidFill>
            <a:srgbClr val="14161C">
              <a:alpha val="28000"/>
            </a:srgbClr>
          </a:solidFill>
          <a:ln/>
        </p:spPr>
      </p:sp>
      <p:sp>
        <p:nvSpPr>
          <p:cNvPr id="55" name="Shape 52"/>
          <p:cNvSpPr/>
          <p:nvPr/>
        </p:nvSpPr>
        <p:spPr>
          <a:xfrm>
            <a:off x="6636289" y="9580836"/>
            <a:ext cx="78828" cy="78828"/>
          </a:xfrm>
          <a:prstGeom prst="ellipse">
            <a:avLst/>
          </a:prstGeom>
          <a:solidFill>
            <a:srgbClr val="14161C">
              <a:alpha val="28000"/>
            </a:srgbClr>
          </a:solidFill>
          <a:ln/>
        </p:spPr>
      </p:sp>
      <p:sp>
        <p:nvSpPr>
          <p:cNvPr id="56" name="Shape 53"/>
          <p:cNvSpPr/>
          <p:nvPr/>
        </p:nvSpPr>
        <p:spPr>
          <a:xfrm>
            <a:off x="6793944" y="9580836"/>
            <a:ext cx="78828" cy="78828"/>
          </a:xfrm>
          <a:prstGeom prst="ellipse">
            <a:avLst/>
          </a:prstGeom>
          <a:solidFill>
            <a:srgbClr val="14161C">
              <a:alpha val="28000"/>
            </a:srgbClr>
          </a:solidFill>
          <a:ln/>
        </p:spPr>
      </p:sp>
      <p:sp>
        <p:nvSpPr>
          <p:cNvPr id="57" name="Shape 54"/>
          <p:cNvSpPr/>
          <p:nvPr/>
        </p:nvSpPr>
        <p:spPr>
          <a:xfrm>
            <a:off x="6951599" y="9580836"/>
            <a:ext cx="78828" cy="78828"/>
          </a:xfrm>
          <a:prstGeom prst="ellipse">
            <a:avLst/>
          </a:prstGeom>
          <a:solidFill>
            <a:srgbClr val="14161C">
              <a:alpha val="28000"/>
            </a:srgbClr>
          </a:solidFill>
          <a:ln/>
        </p:spPr>
      </p:sp>
      <p:sp>
        <p:nvSpPr>
          <p:cNvPr id="58" name="Shape 55"/>
          <p:cNvSpPr/>
          <p:nvPr/>
        </p:nvSpPr>
        <p:spPr>
          <a:xfrm>
            <a:off x="7096116" y="9567698"/>
            <a:ext cx="105103" cy="105103"/>
          </a:xfrm>
          <a:prstGeom prst="ellipse">
            <a:avLst/>
          </a:prstGeom>
          <a:solidFill>
            <a:srgbClr val="E8472B"/>
          </a:solidFill>
          <a:ln/>
        </p:spPr>
      </p:sp>
      <p:sp>
        <p:nvSpPr>
          <p:cNvPr id="59" name="Shape 56"/>
          <p:cNvSpPr/>
          <p:nvPr/>
        </p:nvSpPr>
        <p:spPr>
          <a:xfrm>
            <a:off x="7266909" y="9580836"/>
            <a:ext cx="78828" cy="78828"/>
          </a:xfrm>
          <a:prstGeom prst="ellipse">
            <a:avLst/>
          </a:prstGeom>
          <a:solidFill>
            <a:srgbClr val="14161C">
              <a:alpha val="28000"/>
            </a:srgbClr>
          </a:solidFill>
          <a:ln/>
        </p:spPr>
      </p:sp>
      <p:sp>
        <p:nvSpPr>
          <p:cNvPr id="60" name="Shape 57"/>
          <p:cNvSpPr/>
          <p:nvPr/>
        </p:nvSpPr>
        <p:spPr>
          <a:xfrm>
            <a:off x="7424564" y="9580836"/>
            <a:ext cx="78828" cy="78828"/>
          </a:xfrm>
          <a:prstGeom prst="ellipse">
            <a:avLst/>
          </a:prstGeom>
          <a:solidFill>
            <a:srgbClr val="14161C">
              <a:alpha val="28000"/>
            </a:srgbClr>
          </a:solidFill>
          <a:ln/>
        </p:spPr>
      </p:sp>
      <p:sp>
        <p:nvSpPr>
          <p:cNvPr id="61" name="Shape 58"/>
          <p:cNvSpPr/>
          <p:nvPr/>
        </p:nvSpPr>
        <p:spPr>
          <a:xfrm>
            <a:off x="7582219" y="9580836"/>
            <a:ext cx="78828" cy="78828"/>
          </a:xfrm>
          <a:prstGeom prst="ellipse">
            <a:avLst/>
          </a:prstGeom>
          <a:solidFill>
            <a:srgbClr val="14161C">
              <a:alpha val="28000"/>
            </a:srgbClr>
          </a:solidFill>
          <a:ln/>
        </p:spPr>
      </p:sp>
      <p:sp>
        <p:nvSpPr>
          <p:cNvPr id="62" name="Shape 59"/>
          <p:cNvSpPr/>
          <p:nvPr/>
        </p:nvSpPr>
        <p:spPr>
          <a:xfrm>
            <a:off x="7739874" y="9580836"/>
            <a:ext cx="78828" cy="78828"/>
          </a:xfrm>
          <a:prstGeom prst="ellipse">
            <a:avLst/>
          </a:prstGeom>
          <a:solidFill>
            <a:srgbClr val="14161C">
              <a:alpha val="28000"/>
            </a:srgbClr>
          </a:solidFill>
          <a:ln/>
        </p:spPr>
      </p:sp>
      <p:sp>
        <p:nvSpPr>
          <p:cNvPr id="63" name="Shape 60"/>
          <p:cNvSpPr/>
          <p:nvPr/>
        </p:nvSpPr>
        <p:spPr>
          <a:xfrm>
            <a:off x="7897529" y="9580836"/>
            <a:ext cx="78828" cy="78828"/>
          </a:xfrm>
          <a:prstGeom prst="ellipse">
            <a:avLst/>
          </a:prstGeom>
          <a:solidFill>
            <a:srgbClr val="14161C">
              <a:alpha val="28000"/>
            </a:srgbClr>
          </a:solidFill>
          <a:ln/>
        </p:spPr>
      </p:sp>
      <p:sp>
        <p:nvSpPr>
          <p:cNvPr id="64" name="Shape 61"/>
          <p:cNvSpPr/>
          <p:nvPr/>
        </p:nvSpPr>
        <p:spPr>
          <a:xfrm>
            <a:off x="8055184" y="9580836"/>
            <a:ext cx="78828" cy="78828"/>
          </a:xfrm>
          <a:prstGeom prst="ellipse">
            <a:avLst/>
          </a:prstGeom>
          <a:solidFill>
            <a:srgbClr val="14161C">
              <a:alpha val="28000"/>
            </a:srgbClr>
          </a:solidFill>
          <a:ln/>
        </p:spPr>
      </p:sp>
      <p:sp>
        <p:nvSpPr>
          <p:cNvPr id="65" name="Shape 62"/>
          <p:cNvSpPr/>
          <p:nvPr/>
        </p:nvSpPr>
        <p:spPr>
          <a:xfrm>
            <a:off x="8212839" y="9580836"/>
            <a:ext cx="78828" cy="78828"/>
          </a:xfrm>
          <a:prstGeom prst="ellipse">
            <a:avLst/>
          </a:prstGeom>
          <a:solidFill>
            <a:srgbClr val="14161C">
              <a:alpha val="28000"/>
            </a:srgbClr>
          </a:solidFill>
          <a:ln/>
        </p:spPr>
      </p:sp>
      <p:sp>
        <p:nvSpPr>
          <p:cNvPr id="66" name="Shape 63"/>
          <p:cNvSpPr/>
          <p:nvPr/>
        </p:nvSpPr>
        <p:spPr>
          <a:xfrm>
            <a:off x="8370494" y="9580836"/>
            <a:ext cx="78828" cy="78828"/>
          </a:xfrm>
          <a:prstGeom prst="ellipse">
            <a:avLst/>
          </a:prstGeom>
          <a:solidFill>
            <a:srgbClr val="14161C">
              <a:alpha val="28000"/>
            </a:srgbClr>
          </a:solidFill>
          <a:ln/>
        </p:spPr>
      </p:sp>
      <p:sp>
        <p:nvSpPr>
          <p:cNvPr id="67" name="Shape 64"/>
          <p:cNvSpPr/>
          <p:nvPr/>
        </p:nvSpPr>
        <p:spPr>
          <a:xfrm>
            <a:off x="8528148" y="9580836"/>
            <a:ext cx="78828" cy="78828"/>
          </a:xfrm>
          <a:prstGeom prst="ellipse">
            <a:avLst/>
          </a:prstGeom>
          <a:solidFill>
            <a:srgbClr val="14161C">
              <a:alpha val="28000"/>
            </a:srgbClr>
          </a:solidFill>
          <a:ln/>
        </p:spPr>
      </p:sp>
      <p:sp>
        <p:nvSpPr>
          <p:cNvPr id="68" name="Shape 65"/>
          <p:cNvSpPr/>
          <p:nvPr/>
        </p:nvSpPr>
        <p:spPr>
          <a:xfrm>
            <a:off x="8685803" y="9580836"/>
            <a:ext cx="78828" cy="78828"/>
          </a:xfrm>
          <a:prstGeom prst="ellipse">
            <a:avLst/>
          </a:prstGeom>
          <a:solidFill>
            <a:srgbClr val="14161C">
              <a:alpha val="28000"/>
            </a:srgbClr>
          </a:solidFill>
          <a:ln/>
        </p:spPr>
      </p:sp>
      <p:sp>
        <p:nvSpPr>
          <p:cNvPr id="69" name="Shape 66"/>
          <p:cNvSpPr/>
          <p:nvPr/>
        </p:nvSpPr>
        <p:spPr>
          <a:xfrm>
            <a:off x="8843458" y="9580836"/>
            <a:ext cx="78828" cy="78828"/>
          </a:xfrm>
          <a:prstGeom prst="ellipse">
            <a:avLst/>
          </a:prstGeom>
          <a:solidFill>
            <a:srgbClr val="14161C">
              <a:alpha val="28000"/>
            </a:srgbClr>
          </a:solidFill>
          <a:ln/>
        </p:spPr>
      </p:sp>
      <p:sp>
        <p:nvSpPr>
          <p:cNvPr id="70" name="Shape 67"/>
          <p:cNvSpPr/>
          <p:nvPr/>
        </p:nvSpPr>
        <p:spPr>
          <a:xfrm>
            <a:off x="9001113" y="9580836"/>
            <a:ext cx="78828" cy="78828"/>
          </a:xfrm>
          <a:prstGeom prst="ellipse">
            <a:avLst/>
          </a:prstGeom>
          <a:solidFill>
            <a:srgbClr val="14161C">
              <a:alpha val="28000"/>
            </a:srgbClr>
          </a:solidFill>
          <a:ln/>
        </p:spPr>
      </p:sp>
      <p:sp>
        <p:nvSpPr>
          <p:cNvPr id="71" name="Shape 68"/>
          <p:cNvSpPr/>
          <p:nvPr/>
        </p:nvSpPr>
        <p:spPr>
          <a:xfrm>
            <a:off x="9158768" y="9580836"/>
            <a:ext cx="78828" cy="78828"/>
          </a:xfrm>
          <a:prstGeom prst="ellipse">
            <a:avLst/>
          </a:prstGeom>
          <a:solidFill>
            <a:srgbClr val="14161C">
              <a:alpha val="28000"/>
            </a:srgbClr>
          </a:solidFill>
          <a:ln/>
        </p:spPr>
      </p:sp>
      <p:sp>
        <p:nvSpPr>
          <p:cNvPr id="72" name="Shape 69"/>
          <p:cNvSpPr/>
          <p:nvPr/>
        </p:nvSpPr>
        <p:spPr>
          <a:xfrm>
            <a:off x="9316423" y="9580836"/>
            <a:ext cx="78828" cy="78828"/>
          </a:xfrm>
          <a:prstGeom prst="ellipse">
            <a:avLst/>
          </a:prstGeom>
          <a:solidFill>
            <a:srgbClr val="14161C">
              <a:alpha val="28000"/>
            </a:srgbClr>
          </a:solidFill>
          <a:ln/>
        </p:spPr>
      </p:sp>
      <p:sp>
        <p:nvSpPr>
          <p:cNvPr id="73" name="Shape 70"/>
          <p:cNvSpPr/>
          <p:nvPr/>
        </p:nvSpPr>
        <p:spPr>
          <a:xfrm>
            <a:off x="9474078" y="9580836"/>
            <a:ext cx="78828" cy="78828"/>
          </a:xfrm>
          <a:prstGeom prst="ellipse">
            <a:avLst/>
          </a:prstGeom>
          <a:solidFill>
            <a:srgbClr val="14161C">
              <a:alpha val="28000"/>
            </a:srgbClr>
          </a:solidFill>
          <a:ln/>
        </p:spPr>
      </p:sp>
      <p:sp>
        <p:nvSpPr>
          <p:cNvPr id="74" name="Shape 71"/>
          <p:cNvSpPr/>
          <p:nvPr/>
        </p:nvSpPr>
        <p:spPr>
          <a:xfrm>
            <a:off x="9631733" y="9580836"/>
            <a:ext cx="78828" cy="78828"/>
          </a:xfrm>
          <a:prstGeom prst="ellipse">
            <a:avLst/>
          </a:prstGeom>
          <a:solidFill>
            <a:srgbClr val="14161C">
              <a:alpha val="28000"/>
            </a:srgbClr>
          </a:solidFill>
          <a:ln/>
        </p:spPr>
      </p:sp>
      <p:sp>
        <p:nvSpPr>
          <p:cNvPr id="75" name="Shape 72"/>
          <p:cNvSpPr/>
          <p:nvPr/>
        </p:nvSpPr>
        <p:spPr>
          <a:xfrm>
            <a:off x="9789388" y="9580836"/>
            <a:ext cx="78828" cy="78828"/>
          </a:xfrm>
          <a:prstGeom prst="ellipse">
            <a:avLst/>
          </a:prstGeom>
          <a:solidFill>
            <a:srgbClr val="14161C">
              <a:alpha val="28000"/>
            </a:srgbClr>
          </a:solidFill>
          <a:ln/>
        </p:spPr>
      </p:sp>
      <p:sp>
        <p:nvSpPr>
          <p:cNvPr id="76" name="Shape 73"/>
          <p:cNvSpPr/>
          <p:nvPr/>
        </p:nvSpPr>
        <p:spPr>
          <a:xfrm>
            <a:off x="9947043" y="9580836"/>
            <a:ext cx="78828" cy="78828"/>
          </a:xfrm>
          <a:prstGeom prst="ellipse">
            <a:avLst/>
          </a:prstGeom>
          <a:solidFill>
            <a:srgbClr val="14161C">
              <a:alpha val="28000"/>
            </a:srgbClr>
          </a:solidFill>
          <a:ln/>
        </p:spPr>
      </p:sp>
      <p:sp>
        <p:nvSpPr>
          <p:cNvPr id="77" name="Text 7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40/58</a:t>
            </a:r>
            <a:endParaRPr lang="en-US" sz="1800" dirty="0"/>
          </a:p>
        </p:txBody>
      </p:sp>
      <p:sp>
        <p:nvSpPr>
          <p:cNvPr id="78" name="Shape 75"/>
          <p:cNvSpPr/>
          <p:nvPr/>
        </p:nvSpPr>
        <p:spPr>
          <a:xfrm>
            <a:off x="15983712" y="9076331"/>
            <a:ext cx="1645920" cy="552301"/>
          </a:xfrm>
          <a:prstGeom prst="roundRect">
            <a:avLst>
              <a:gd name="adj" fmla="val 28000"/>
            </a:avLst>
          </a:prstGeom>
          <a:solidFill>
            <a:srgbClr val="FFFFFF">
              <a:alpha val="82000"/>
            </a:srgbClr>
          </a:solidFill>
          <a:ln/>
        </p:spPr>
      </p:sp>
      <p:pic>
        <p:nvPicPr>
          <p:cNvPr id="79" name="Moda image moda-export-watermark-396c66a7-7cd3-4d2f-b56d-6cd93be6c1b2"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8" kern="0">
                <a:solidFill>
                  <a:srgbClr val="F3EEE3"/>
                </a:solidFill>
                <a:latin typeface="Noto Sans JP ExtraBold" pitchFamily="34" charset="0"/>
                <a:ea typeface="Noto Sans JP ExtraBold" pitchFamily="34" charset="-122"/>
                <a:cs typeface="Noto Sans JP ExtraBold" pitchFamily="34" charset="-120"/>
              </a:rPr>
              <a:t>FVV試験の</a:t>
            </a:r>
            <a:r>
              <a:rPr lang="en-US" sz="5700" dirty="0" spc="0" kern="0">
                <a:solidFill>
                  <a:srgbClr val="F3EEE3"/>
                </a:solidFill>
                <a:latin typeface="Noto Sans JP ExtraBold" pitchFamily="34" charset="0"/>
                <a:ea typeface="Noto Sans JP ExtraBold" pitchFamily="34" charset="-122"/>
                <a:cs typeface="Noto Sans JP ExtraBold" pitchFamily="34" charset="-120"/>
              </a:rPr>
              <a:t> 数値</a:t>
            </a:r>
            <a:endParaRPr lang="en-US" sz="5700" dirty="0"/>
          </a:p>
        </p:txBody>
      </p:sp>
      <p:sp>
        <p:nvSpPr>
          <p:cNvPr id="3" name="Text 1"/>
          <p:cNvSpPr/>
          <p:nvPr/>
        </p:nvSpPr>
        <p:spPr>
          <a:xfrm>
            <a:off x="914400" y="2667000"/>
            <a:ext cx="1619250" cy="1428750"/>
          </a:xfrm>
          <a:prstGeom prst="rect">
            <a:avLst/>
          </a:prstGeom>
          <a:noFill/>
          <a:ln/>
        </p:spPr>
        <p:txBody>
          <a:bodyPr wrap="square" lIns="0" tIns="0" rIns="0" bIns="0" rtlCol="0" anchor="ctr"/>
          <a:lstStyle/>
          <a:p>
            <a:pPr algn="l" indent="0" marL="0">
              <a:buNone/>
            </a:pPr>
            <a:r>
              <a:rPr lang="en-US" sz="8700" dirty="0" spc="-1" kern="0">
                <a:solidFill>
                  <a:srgbClr val="3DD6A0"/>
                </a:solidFill>
                <a:latin typeface="Noto Sans JP ExtraBold" pitchFamily="34" charset="0"/>
                <a:ea typeface="Noto Sans JP ExtraBold" pitchFamily="34" charset="-122"/>
                <a:cs typeface="Noto Sans JP ExtraBold" pitchFamily="34" charset="-120"/>
              </a:rPr>
              <a:t>1</a:t>
            </a:r>
            <a:endParaRPr lang="en-US" sz="8700" dirty="0"/>
          </a:p>
        </p:txBody>
      </p:sp>
      <p:sp>
        <p:nvSpPr>
          <p:cNvPr id="4" name="Shape 2"/>
          <p:cNvSpPr/>
          <p:nvPr/>
        </p:nvSpPr>
        <p:spPr>
          <a:xfrm>
            <a:off x="2724150" y="2762250"/>
            <a:ext cx="14649450" cy="1238250"/>
          </a:xfrm>
          <a:prstGeom prst="roundRect">
            <a:avLst>
              <a:gd name="adj" fmla="val 15385"/>
            </a:avLst>
          </a:prstGeom>
          <a:solidFill>
            <a:srgbClr val="1E212B"/>
          </a:solidFill>
          <a:ln/>
        </p:spPr>
      </p:sp>
      <p:sp>
        <p:nvSpPr>
          <p:cNvPr id="5" name="Text 3"/>
          <p:cNvSpPr/>
          <p:nvPr/>
        </p:nvSpPr>
        <p:spPr>
          <a:xfrm>
            <a:off x="3105150" y="2762250"/>
            <a:ext cx="14001750" cy="1238250"/>
          </a:xfrm>
          <a:prstGeom prst="rect">
            <a:avLst/>
          </a:prstGeom>
          <a:noFill/>
          <a:ln/>
        </p:spPr>
        <p:txBody>
          <a:bodyPr wrap="square" lIns="0" tIns="0" rIns="0" bIns="0" rtlCol="0" anchor="ctr"/>
          <a:lstStyle/>
          <a:p>
            <a:pPr algn="l" indent="0" marL="0">
              <a:buNone/>
            </a:pPr>
            <a:r>
              <a:rPr lang="en-US" sz="3000" dirty="0" spc="0" kern="0">
                <a:solidFill>
                  <a:srgbClr val="F3EEE3"/>
                </a:solidFill>
                <a:latin typeface="Noto Sans JP SemiBold" pitchFamily="34" charset="0"/>
                <a:ea typeface="Noto Sans JP SemiBold" pitchFamily="34" charset="-122"/>
                <a:cs typeface="Noto Sans JP SemiBold" pitchFamily="34" charset="-120"/>
              </a:rPr>
              <a:t>結晶化する</a:t>
            </a:r>
            <a:r>
              <a:rPr lang="en-US" sz="3000" dirty="0" spc="1" kern="0">
                <a:solidFill>
                  <a:srgbClr val="F3EEE3"/>
                </a:solidFill>
                <a:latin typeface="Noto Sans JP SemiBold" pitchFamily="34" charset="0"/>
                <a:ea typeface="Noto Sans JP SemiBold" pitchFamily="34" charset="-122"/>
                <a:cs typeface="Noto Sans JP SemiBold" pitchFamily="34" charset="-120"/>
              </a:rPr>
              <a:t> 液膜は、</a:t>
            </a:r>
            <a:r>
              <a:rPr lang="en-US" sz="3000" dirty="0" spc="0" kern="0">
                <a:solidFill>
                  <a:srgbClr val="F3EEE3"/>
                </a:solidFill>
                <a:latin typeface="Noto Sans JP SemiBold" pitchFamily="34" charset="0"/>
                <a:ea typeface="Noto Sans JP SemiBold" pitchFamily="34" charset="-122"/>
                <a:cs typeface="Noto Sans JP SemiBold" pitchFamily="34" charset="-120"/>
              </a:rPr>
              <a:t> 蒸発が</a:t>
            </a:r>
            <a:r>
              <a:rPr lang="en-US" sz="3000" dirty="0" spc="1" kern="0">
                <a:solidFill>
                  <a:srgbClr val="F3EEE3"/>
                </a:solidFill>
                <a:latin typeface="Noto Sans JP SemiBold" pitchFamily="34" charset="0"/>
                <a:ea typeface="Noto Sans JP SemiBold" pitchFamily="34" charset="-122"/>
                <a:cs typeface="Noto Sans JP SemiBold" pitchFamily="34" charset="-120"/>
              </a:rPr>
              <a:t> 最も 強い 下流側の 縁で</a:t>
            </a:r>
            <a:r>
              <a:rPr lang="en-US" sz="3000" dirty="0" spc="0" kern="0">
                <a:solidFill>
                  <a:srgbClr val="F3EEE3"/>
                </a:solidFill>
                <a:latin typeface="Noto Sans JP SemiBold" pitchFamily="34" charset="0"/>
                <a:ea typeface="Noto Sans JP SemiBold" pitchFamily="34" charset="-122"/>
                <a:cs typeface="Noto Sans JP SemiBold" pitchFamily="34" charset="-120"/>
              </a:rPr>
              <a:t> 始まる。</a:t>
            </a:r>
            <a:r>
              <a:rPr lang="en-US" sz="3000" dirty="0" spc="1" kern="0">
                <a:solidFill>
                  <a:srgbClr val="F3EEE3"/>
                </a:solidFill>
                <a:latin typeface="Noto Sans JP SemiBold" pitchFamily="34" charset="0"/>
                <a:ea typeface="Noto Sans JP SemiBold" pitchFamily="34" charset="-122"/>
                <a:cs typeface="Noto Sans JP SemiBold" pitchFamily="34" charset="-120"/>
              </a:rPr>
              <a:t> 噴霧域には 固い</a:t>
            </a:r>
            <a:r>
              <a:rPr lang="en-US" sz="3000" dirty="0" spc="0" kern="0">
                <a:solidFill>
                  <a:srgbClr val="F3EEE3"/>
                </a:solidFill>
                <a:latin typeface="Noto Sans JP SemiBold" pitchFamily="34" charset="0"/>
                <a:ea typeface="Noto Sans JP SemiBold" pitchFamily="34" charset="-122"/>
                <a:cs typeface="Noto Sans JP SemiBold" pitchFamily="34" charset="-120"/>
              </a:rPr>
              <a:t> 堆積物はない[S4]</a:t>
            </a:r>
            <a:endParaRPr lang="en-US" sz="3000" dirty="0"/>
          </a:p>
        </p:txBody>
      </p:sp>
      <p:sp>
        <p:nvSpPr>
          <p:cNvPr id="6" name="Text 4"/>
          <p:cNvSpPr/>
          <p:nvPr/>
        </p:nvSpPr>
        <p:spPr>
          <a:xfrm>
            <a:off x="914400" y="4210050"/>
            <a:ext cx="1619250" cy="1428750"/>
          </a:xfrm>
          <a:prstGeom prst="rect">
            <a:avLst/>
          </a:prstGeom>
          <a:noFill/>
          <a:ln/>
        </p:spPr>
        <p:txBody>
          <a:bodyPr wrap="square" lIns="0" tIns="0" rIns="0" bIns="0" rtlCol="0" anchor="ctr"/>
          <a:lstStyle/>
          <a:p>
            <a:pPr algn="l" indent="0" marL="0">
              <a:buNone/>
            </a:pPr>
            <a:r>
              <a:rPr lang="en-US" sz="8700" dirty="0" spc="-1" kern="0">
                <a:solidFill>
                  <a:srgbClr val="FF6A4D"/>
                </a:solidFill>
                <a:latin typeface="Noto Sans JP ExtraBold" pitchFamily="34" charset="0"/>
                <a:ea typeface="Noto Sans JP ExtraBold" pitchFamily="34" charset="-122"/>
                <a:cs typeface="Noto Sans JP ExtraBold" pitchFamily="34" charset="-120"/>
              </a:rPr>
              <a:t>2</a:t>
            </a:r>
            <a:endParaRPr lang="en-US" sz="8700" dirty="0"/>
          </a:p>
        </p:txBody>
      </p:sp>
      <p:sp>
        <p:nvSpPr>
          <p:cNvPr id="7" name="Shape 5"/>
          <p:cNvSpPr/>
          <p:nvPr/>
        </p:nvSpPr>
        <p:spPr>
          <a:xfrm>
            <a:off x="2724150" y="4305300"/>
            <a:ext cx="14649450" cy="1238250"/>
          </a:xfrm>
          <a:prstGeom prst="roundRect">
            <a:avLst>
              <a:gd name="adj" fmla="val 15385"/>
            </a:avLst>
          </a:prstGeom>
          <a:solidFill>
            <a:srgbClr val="1E212B"/>
          </a:solidFill>
          <a:ln/>
        </p:spPr>
      </p:sp>
      <p:sp>
        <p:nvSpPr>
          <p:cNvPr id="8" name="Text 6"/>
          <p:cNvSpPr/>
          <p:nvPr/>
        </p:nvSpPr>
        <p:spPr>
          <a:xfrm>
            <a:off x="3105150" y="4305300"/>
            <a:ext cx="14001750" cy="1238250"/>
          </a:xfrm>
          <a:prstGeom prst="rect">
            <a:avLst/>
          </a:prstGeom>
          <a:noFill/>
          <a:ln/>
        </p:spPr>
        <p:txBody>
          <a:bodyPr wrap="square" lIns="0" tIns="0" rIns="0" bIns="0" rtlCol="0" anchor="ctr"/>
          <a:lstStyle/>
          <a:p>
            <a:pPr algn="l" indent="0" marL="0">
              <a:buNone/>
            </a:pPr>
            <a:r>
              <a:rPr lang="en-US" sz="3000" dirty="0" spc="1" kern="0">
                <a:solidFill>
                  <a:srgbClr val="F3EEE3"/>
                </a:solidFill>
                <a:latin typeface="Noto Sans JP SemiBold" pitchFamily="34" charset="0"/>
                <a:ea typeface="Noto Sans JP SemiBold" pitchFamily="34" charset="-122"/>
                <a:cs typeface="Noto Sans JP SemiBold" pitchFamily="34" charset="-120"/>
              </a:rPr>
              <a:t>板約360°C： 噴射120秒後に</a:t>
            </a:r>
            <a:r>
              <a:rPr lang="en-US" sz="3000" dirty="0" spc="0" kern="0">
                <a:solidFill>
                  <a:srgbClr val="F3EEE3"/>
                </a:solidFill>
                <a:latin typeface="Noto Sans JP SemiBold" pitchFamily="34" charset="0"/>
                <a:ea typeface="Noto Sans JP SemiBold" pitchFamily="34" charset="-122"/>
                <a:cs typeface="Noto Sans JP SemiBold" pitchFamily="34" charset="-120"/>
              </a:rPr>
              <a:t> 最初の</a:t>
            </a:r>
            <a:r>
              <a:rPr lang="en-US" sz="3000" dirty="0" spc="1" kern="0">
                <a:solidFill>
                  <a:srgbClr val="F3EEE3"/>
                </a:solidFill>
                <a:latin typeface="Noto Sans JP SemiBold" pitchFamily="34" charset="0"/>
                <a:ea typeface="Noto Sans JP SemiBold" pitchFamily="34" charset="-122"/>
                <a:cs typeface="Noto Sans JP SemiBold" pitchFamily="34" charset="-120"/>
              </a:rPr>
              <a:t> 液膜、190秒後に 最初の 堆積物[S4]</a:t>
            </a:r>
            <a:endParaRPr lang="en-US" sz="3000" dirty="0"/>
          </a:p>
        </p:txBody>
      </p:sp>
      <p:sp>
        <p:nvSpPr>
          <p:cNvPr id="9" name="Text 7"/>
          <p:cNvSpPr/>
          <p:nvPr/>
        </p:nvSpPr>
        <p:spPr>
          <a:xfrm>
            <a:off x="914400" y="5753100"/>
            <a:ext cx="1619250" cy="1428750"/>
          </a:xfrm>
          <a:prstGeom prst="rect">
            <a:avLst/>
          </a:prstGeom>
          <a:noFill/>
          <a:ln/>
        </p:spPr>
        <p:txBody>
          <a:bodyPr wrap="square" lIns="0" tIns="0" rIns="0" bIns="0" rtlCol="0" anchor="ctr"/>
          <a:lstStyle/>
          <a:p>
            <a:pPr algn="l" indent="0" marL="0">
              <a:buNone/>
            </a:pPr>
            <a:r>
              <a:rPr lang="en-US" sz="8700" dirty="0" spc="-1" kern="0">
                <a:solidFill>
                  <a:srgbClr val="7C93FF"/>
                </a:solidFill>
                <a:latin typeface="Noto Sans JP ExtraBold" pitchFamily="34" charset="0"/>
                <a:ea typeface="Noto Sans JP ExtraBold" pitchFamily="34" charset="-122"/>
                <a:cs typeface="Noto Sans JP ExtraBold" pitchFamily="34" charset="-120"/>
              </a:rPr>
              <a:t>3</a:t>
            </a:r>
            <a:endParaRPr lang="en-US" sz="8700" dirty="0"/>
          </a:p>
        </p:txBody>
      </p:sp>
      <p:sp>
        <p:nvSpPr>
          <p:cNvPr id="10" name="Shape 8"/>
          <p:cNvSpPr/>
          <p:nvPr/>
        </p:nvSpPr>
        <p:spPr>
          <a:xfrm>
            <a:off x="2724150" y="5848350"/>
            <a:ext cx="14649450" cy="1238250"/>
          </a:xfrm>
          <a:prstGeom prst="roundRect">
            <a:avLst>
              <a:gd name="adj" fmla="val 15385"/>
            </a:avLst>
          </a:prstGeom>
          <a:solidFill>
            <a:srgbClr val="1E212B"/>
          </a:solidFill>
          <a:ln/>
        </p:spPr>
      </p:sp>
      <p:sp>
        <p:nvSpPr>
          <p:cNvPr id="11" name="Text 9"/>
          <p:cNvSpPr/>
          <p:nvPr/>
        </p:nvSpPr>
        <p:spPr>
          <a:xfrm>
            <a:off x="3105150" y="5848350"/>
            <a:ext cx="14001750" cy="1238250"/>
          </a:xfrm>
          <a:prstGeom prst="rect">
            <a:avLst/>
          </a:prstGeom>
          <a:noFill/>
          <a:ln/>
        </p:spPr>
        <p:txBody>
          <a:bodyPr wrap="square" lIns="0" tIns="0" rIns="0" bIns="0" rtlCol="0" anchor="ctr"/>
          <a:lstStyle/>
          <a:p>
            <a:pPr algn="l" indent="0" marL="0">
              <a:buNone/>
            </a:pPr>
            <a:r>
              <a:rPr lang="en-US" sz="3000" dirty="0" spc="1" kern="0">
                <a:solidFill>
                  <a:srgbClr val="F3EEE3"/>
                </a:solidFill>
                <a:latin typeface="Noto Sans JP SemiBold" pitchFamily="34" charset="0"/>
                <a:ea typeface="Noto Sans JP SemiBold" pitchFamily="34" charset="-122"/>
                <a:cs typeface="Noto Sans JP SemiBold" pitchFamily="34" charset="-120"/>
              </a:rPr>
              <a:t>運転点200〜350°C： 噴射の</a:t>
            </a:r>
            <a:r>
              <a:rPr lang="en-US" sz="3000" dirty="0" spc="0" kern="0">
                <a:solidFill>
                  <a:srgbClr val="F3EEE3"/>
                </a:solidFill>
                <a:latin typeface="Noto Sans JP SemiBold" pitchFamily="34" charset="0"/>
                <a:ea typeface="Noto Sans JP SemiBold" pitchFamily="34" charset="-122"/>
                <a:cs typeface="Noto Sans JP SemiBold" pitchFamily="34" charset="-120"/>
              </a:rPr>
              <a:t> 閾値から</a:t>
            </a:r>
            <a:r>
              <a:rPr lang="en-US" sz="3000" dirty="0" spc="-5" kern="0">
                <a:solidFill>
                  <a:srgbClr val="F3EEE3"/>
                </a:solidFill>
                <a:latin typeface="Noto Sans JP SemiBold" pitchFamily="34" charset="0"/>
                <a:ea typeface="Noto Sans JP SemiBold" pitchFamily="34" charset="-122"/>
                <a:cs typeface="Noto Sans JP SemiBold" pitchFamily="34" charset="-120"/>
              </a:rPr>
              <a:t> ライデンフロスト状態まで[S4]</a:t>
            </a:r>
            <a:endParaRPr lang="en-US" sz="3000" dirty="0"/>
          </a:p>
        </p:txBody>
      </p:sp>
      <p:sp>
        <p:nvSpPr>
          <p:cNvPr id="12" name="Text 10"/>
          <p:cNvSpPr/>
          <p:nvPr/>
        </p:nvSpPr>
        <p:spPr>
          <a:xfrm>
            <a:off x="914400" y="7296150"/>
            <a:ext cx="1619250" cy="1428750"/>
          </a:xfrm>
          <a:prstGeom prst="rect">
            <a:avLst/>
          </a:prstGeom>
          <a:noFill/>
          <a:ln/>
        </p:spPr>
        <p:txBody>
          <a:bodyPr wrap="square" lIns="0" tIns="0" rIns="0" bIns="0" rtlCol="0" anchor="ctr"/>
          <a:lstStyle/>
          <a:p>
            <a:pPr algn="l" indent="0" marL="0">
              <a:buNone/>
            </a:pPr>
            <a:r>
              <a:rPr lang="en-US" sz="8700" dirty="0" spc="-1" kern="0">
                <a:solidFill>
                  <a:srgbClr val="FFB454"/>
                </a:solidFill>
                <a:latin typeface="Noto Sans JP ExtraBold" pitchFamily="34" charset="0"/>
                <a:ea typeface="Noto Sans JP ExtraBold" pitchFamily="34" charset="-122"/>
                <a:cs typeface="Noto Sans JP ExtraBold" pitchFamily="34" charset="-120"/>
              </a:rPr>
              <a:t>4</a:t>
            </a:r>
            <a:endParaRPr lang="en-US" sz="8700" dirty="0"/>
          </a:p>
        </p:txBody>
      </p:sp>
      <p:sp>
        <p:nvSpPr>
          <p:cNvPr id="13" name="Shape 11"/>
          <p:cNvSpPr/>
          <p:nvPr/>
        </p:nvSpPr>
        <p:spPr>
          <a:xfrm>
            <a:off x="2724150" y="7391400"/>
            <a:ext cx="14649450" cy="1238250"/>
          </a:xfrm>
          <a:prstGeom prst="roundRect">
            <a:avLst>
              <a:gd name="adj" fmla="val 15385"/>
            </a:avLst>
          </a:prstGeom>
          <a:solidFill>
            <a:srgbClr val="1E212B"/>
          </a:solidFill>
          <a:ln/>
        </p:spPr>
      </p:sp>
      <p:sp>
        <p:nvSpPr>
          <p:cNvPr id="14" name="Text 12"/>
          <p:cNvSpPr/>
          <p:nvPr/>
        </p:nvSpPr>
        <p:spPr>
          <a:xfrm>
            <a:off x="3105150" y="7391400"/>
            <a:ext cx="14001750" cy="1238250"/>
          </a:xfrm>
          <a:prstGeom prst="rect">
            <a:avLst/>
          </a:prstGeom>
          <a:noFill/>
          <a:ln/>
        </p:spPr>
        <p:txBody>
          <a:bodyPr wrap="square" lIns="0" tIns="0" rIns="0" bIns="0" rtlCol="0" anchor="ctr"/>
          <a:lstStyle/>
          <a:p>
            <a:pPr algn="l" indent="0" marL="0">
              <a:buNone/>
            </a:pPr>
            <a:r>
              <a:rPr lang="en-US" sz="3000" dirty="0" spc="-13" kern="0">
                <a:solidFill>
                  <a:srgbClr val="F3EEE3"/>
                </a:solidFill>
                <a:latin typeface="Noto Sans JP SemiBold" pitchFamily="34" charset="0"/>
                <a:ea typeface="Noto Sans JP SemiBold" pitchFamily="34" charset="-122"/>
                <a:cs typeface="Noto Sans JP SemiBold" pitchFamily="34" charset="-120"/>
              </a:rPr>
              <a:t>シミュレーションは</a:t>
            </a:r>
            <a:r>
              <a:rPr lang="en-US" sz="3000" dirty="0" spc="0" kern="0">
                <a:solidFill>
                  <a:srgbClr val="F3EEE3"/>
                </a:solidFill>
                <a:latin typeface="Noto Sans JP SemiBold" pitchFamily="34" charset="0"/>
                <a:ea typeface="Noto Sans JP SemiBold" pitchFamily="34" charset="-122"/>
                <a:cs typeface="Noto Sans JP SemiBold" pitchFamily="34" charset="-120"/>
              </a:rPr>
              <a:t> 主に</a:t>
            </a:r>
            <a:r>
              <a:rPr lang="en-US" sz="3000" dirty="0" spc="-8" kern="0">
                <a:solidFill>
                  <a:srgbClr val="F3EEE3"/>
                </a:solidFill>
                <a:latin typeface="Noto Sans JP SemiBold" pitchFamily="34" charset="0"/>
                <a:ea typeface="Noto Sans JP SemiBold" pitchFamily="34" charset="-122"/>
                <a:cs typeface="Noto Sans JP SemiBold" pitchFamily="34" charset="-120"/>
              </a:rPr>
              <a:t> ビウレット、</a:t>
            </a:r>
            <a:r>
              <a:rPr lang="en-US" sz="3000" dirty="0" spc="1" kern="0">
                <a:solidFill>
                  <a:srgbClr val="F3EEE3"/>
                </a:solidFill>
                <a:latin typeface="Noto Sans JP SemiBold" pitchFamily="34" charset="0"/>
                <a:ea typeface="Noto Sans JP SemiBold" pitchFamily="34" charset="-122"/>
                <a:cs typeface="Noto Sans JP SemiBold" pitchFamily="34" charset="-120"/>
              </a:rPr>
              <a:t> 実際の</a:t>
            </a:r>
            <a:r>
              <a:rPr lang="en-US" sz="3000" dirty="0" spc="0" kern="0">
                <a:solidFill>
                  <a:srgbClr val="F3EEE3"/>
                </a:solidFill>
                <a:latin typeface="Noto Sans JP SemiBold" pitchFamily="34" charset="0"/>
                <a:ea typeface="Noto Sans JP SemiBold" pitchFamily="34" charset="-122"/>
                <a:cs typeface="Noto Sans JP SemiBold" pitchFamily="34" charset="-120"/>
              </a:rPr>
              <a:t> 堆積物は</a:t>
            </a:r>
            <a:r>
              <a:rPr lang="en-US" sz="3000" dirty="0" spc="1" kern="0">
                <a:solidFill>
                  <a:srgbClr val="F3EEE3"/>
                </a:solidFill>
                <a:latin typeface="Noto Sans JP SemiBold" pitchFamily="34" charset="0"/>
                <a:ea typeface="Noto Sans JP SemiBold" pitchFamily="34" charset="-122"/>
                <a:cs typeface="Noto Sans JP SemiBold" pitchFamily="34" charset="-120"/>
              </a:rPr>
              <a:t> 主に シアヌル酸[S4]</a:t>
            </a:r>
            <a:endParaRPr lang="en-US" sz="3000" dirty="0"/>
          </a:p>
        </p:txBody>
      </p:sp>
      <p:sp>
        <p:nvSpPr>
          <p:cNvPr id="15" name="Text 13"/>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[S4]</a:t>
            </a:r>
            <a:endParaRPr lang="en-US" sz="1800" dirty="0"/>
          </a:p>
        </p:txBody>
      </p:sp>
      <p:sp>
        <p:nvSpPr>
          <p:cNvPr id="16" name="Shape 14"/>
          <p:cNvSpPr/>
          <p:nvPr/>
        </p:nvSpPr>
        <p:spPr>
          <a:xfrm>
            <a:off x="960711" y="9580836"/>
            <a:ext cx="78828" cy="78828"/>
          </a:xfrm>
          <a:prstGeom prst="ellipse">
            <a:avLst/>
          </a:prstGeom>
          <a:solidFill>
            <a:srgbClr val="F3EEE3">
              <a:alpha val="28000"/>
            </a:srgbClr>
          </a:solidFill>
          <a:ln/>
        </p:spPr>
      </p:sp>
      <p:sp>
        <p:nvSpPr>
          <p:cNvPr id="17" name="Shape 15"/>
          <p:cNvSpPr/>
          <p:nvPr/>
        </p:nvSpPr>
        <p:spPr>
          <a:xfrm>
            <a:off x="1118366" y="9580836"/>
            <a:ext cx="78828" cy="78828"/>
          </a:xfrm>
          <a:prstGeom prst="ellipse">
            <a:avLst/>
          </a:prstGeom>
          <a:solidFill>
            <a:srgbClr val="F3EEE3">
              <a:alpha val="28000"/>
            </a:srgbClr>
          </a:solidFill>
          <a:ln/>
        </p:spPr>
      </p:sp>
      <p:sp>
        <p:nvSpPr>
          <p:cNvPr id="18" name="Shape 16"/>
          <p:cNvSpPr/>
          <p:nvPr/>
        </p:nvSpPr>
        <p:spPr>
          <a:xfrm>
            <a:off x="1276021" y="9580836"/>
            <a:ext cx="78828" cy="78828"/>
          </a:xfrm>
          <a:prstGeom prst="ellipse">
            <a:avLst/>
          </a:prstGeom>
          <a:solidFill>
            <a:srgbClr val="F3EEE3">
              <a:alpha val="28000"/>
            </a:srgbClr>
          </a:solidFill>
          <a:ln/>
        </p:spPr>
      </p:sp>
      <p:sp>
        <p:nvSpPr>
          <p:cNvPr id="19" name="Shape 17"/>
          <p:cNvSpPr/>
          <p:nvPr/>
        </p:nvSpPr>
        <p:spPr>
          <a:xfrm>
            <a:off x="1433676" y="9580836"/>
            <a:ext cx="78828" cy="78828"/>
          </a:xfrm>
          <a:prstGeom prst="ellipse">
            <a:avLst/>
          </a:prstGeom>
          <a:solidFill>
            <a:srgbClr val="F3EEE3">
              <a:alpha val="28000"/>
            </a:srgbClr>
          </a:solidFill>
          <a:ln/>
        </p:spPr>
      </p:sp>
      <p:sp>
        <p:nvSpPr>
          <p:cNvPr id="20" name="Shape 18"/>
          <p:cNvSpPr/>
          <p:nvPr/>
        </p:nvSpPr>
        <p:spPr>
          <a:xfrm>
            <a:off x="1591331" y="9580836"/>
            <a:ext cx="78828" cy="78828"/>
          </a:xfrm>
          <a:prstGeom prst="ellipse">
            <a:avLst/>
          </a:prstGeom>
          <a:solidFill>
            <a:srgbClr val="F3EEE3">
              <a:alpha val="28000"/>
            </a:srgbClr>
          </a:solidFill>
          <a:ln/>
        </p:spPr>
      </p:sp>
      <p:sp>
        <p:nvSpPr>
          <p:cNvPr id="21" name="Shape 19"/>
          <p:cNvSpPr/>
          <p:nvPr/>
        </p:nvSpPr>
        <p:spPr>
          <a:xfrm>
            <a:off x="1748986" y="9580836"/>
            <a:ext cx="78828" cy="78828"/>
          </a:xfrm>
          <a:prstGeom prst="ellipse">
            <a:avLst/>
          </a:prstGeom>
          <a:solidFill>
            <a:srgbClr val="F3EEE3">
              <a:alpha val="28000"/>
            </a:srgbClr>
          </a:solidFill>
          <a:ln/>
        </p:spPr>
      </p:sp>
      <p:sp>
        <p:nvSpPr>
          <p:cNvPr id="22" name="Shape 20"/>
          <p:cNvSpPr/>
          <p:nvPr/>
        </p:nvSpPr>
        <p:spPr>
          <a:xfrm>
            <a:off x="1906641" y="9580836"/>
            <a:ext cx="78828" cy="78828"/>
          </a:xfrm>
          <a:prstGeom prst="ellipse">
            <a:avLst/>
          </a:prstGeom>
          <a:solidFill>
            <a:srgbClr val="F3EEE3">
              <a:alpha val="28000"/>
            </a:srgbClr>
          </a:solidFill>
          <a:ln/>
        </p:spPr>
      </p:sp>
      <p:sp>
        <p:nvSpPr>
          <p:cNvPr id="23" name="Shape 21"/>
          <p:cNvSpPr/>
          <p:nvPr/>
        </p:nvSpPr>
        <p:spPr>
          <a:xfrm>
            <a:off x="2064296" y="9580836"/>
            <a:ext cx="78828" cy="78828"/>
          </a:xfrm>
          <a:prstGeom prst="ellipse">
            <a:avLst/>
          </a:prstGeom>
          <a:solidFill>
            <a:srgbClr val="F3EEE3">
              <a:alpha val="28000"/>
            </a:srgbClr>
          </a:solidFill>
          <a:ln/>
        </p:spPr>
      </p:sp>
      <p:sp>
        <p:nvSpPr>
          <p:cNvPr id="24" name="Shape 22"/>
          <p:cNvSpPr/>
          <p:nvPr/>
        </p:nvSpPr>
        <p:spPr>
          <a:xfrm>
            <a:off x="2221951" y="9580836"/>
            <a:ext cx="78828" cy="78828"/>
          </a:xfrm>
          <a:prstGeom prst="ellipse">
            <a:avLst/>
          </a:prstGeom>
          <a:solidFill>
            <a:srgbClr val="F3EEE3">
              <a:alpha val="28000"/>
            </a:srgbClr>
          </a:solidFill>
          <a:ln/>
        </p:spPr>
      </p:sp>
      <p:sp>
        <p:nvSpPr>
          <p:cNvPr id="25" name="Shape 23"/>
          <p:cNvSpPr/>
          <p:nvPr/>
        </p:nvSpPr>
        <p:spPr>
          <a:xfrm>
            <a:off x="2379606" y="9580836"/>
            <a:ext cx="78828" cy="78828"/>
          </a:xfrm>
          <a:prstGeom prst="ellipse">
            <a:avLst/>
          </a:prstGeom>
          <a:solidFill>
            <a:srgbClr val="F3EEE3">
              <a:alpha val="28000"/>
            </a:srgbClr>
          </a:solidFill>
          <a:ln/>
        </p:spPr>
      </p:sp>
      <p:sp>
        <p:nvSpPr>
          <p:cNvPr id="26" name="Shape 24"/>
          <p:cNvSpPr/>
          <p:nvPr/>
        </p:nvSpPr>
        <p:spPr>
          <a:xfrm>
            <a:off x="2537261" y="9580836"/>
            <a:ext cx="78828" cy="78828"/>
          </a:xfrm>
          <a:prstGeom prst="ellipse">
            <a:avLst/>
          </a:prstGeom>
          <a:solidFill>
            <a:srgbClr val="F3EEE3">
              <a:alpha val="28000"/>
            </a:srgbClr>
          </a:solidFill>
          <a:ln/>
        </p:spPr>
      </p:sp>
      <p:sp>
        <p:nvSpPr>
          <p:cNvPr id="27" name="Shape 25"/>
          <p:cNvSpPr/>
          <p:nvPr/>
        </p:nvSpPr>
        <p:spPr>
          <a:xfrm>
            <a:off x="2694916" y="9580836"/>
            <a:ext cx="78828" cy="78828"/>
          </a:xfrm>
          <a:prstGeom prst="ellipse">
            <a:avLst/>
          </a:prstGeom>
          <a:solidFill>
            <a:srgbClr val="F3EEE3">
              <a:alpha val="28000"/>
            </a:srgbClr>
          </a:solidFill>
          <a:ln/>
        </p:spPr>
      </p:sp>
      <p:sp>
        <p:nvSpPr>
          <p:cNvPr id="28" name="Shape 26"/>
          <p:cNvSpPr/>
          <p:nvPr/>
        </p:nvSpPr>
        <p:spPr>
          <a:xfrm>
            <a:off x="2852571" y="9580836"/>
            <a:ext cx="78828" cy="78828"/>
          </a:xfrm>
          <a:prstGeom prst="ellipse">
            <a:avLst/>
          </a:prstGeom>
          <a:solidFill>
            <a:srgbClr val="F3EEE3">
              <a:alpha val="28000"/>
            </a:srgbClr>
          </a:solidFill>
          <a:ln/>
        </p:spPr>
      </p:sp>
      <p:sp>
        <p:nvSpPr>
          <p:cNvPr id="29" name="Shape 27"/>
          <p:cNvSpPr/>
          <p:nvPr/>
        </p:nvSpPr>
        <p:spPr>
          <a:xfrm>
            <a:off x="3010225" y="9580836"/>
            <a:ext cx="78828" cy="78828"/>
          </a:xfrm>
          <a:prstGeom prst="ellipse">
            <a:avLst/>
          </a:prstGeom>
          <a:solidFill>
            <a:srgbClr val="F3EEE3">
              <a:alpha val="28000"/>
            </a:srgbClr>
          </a:solidFill>
          <a:ln/>
        </p:spPr>
      </p:sp>
      <p:sp>
        <p:nvSpPr>
          <p:cNvPr id="30" name="Shape 28"/>
          <p:cNvSpPr/>
          <p:nvPr/>
        </p:nvSpPr>
        <p:spPr>
          <a:xfrm>
            <a:off x="3167880" y="9580836"/>
            <a:ext cx="78828" cy="78828"/>
          </a:xfrm>
          <a:prstGeom prst="ellipse">
            <a:avLst/>
          </a:prstGeom>
          <a:solidFill>
            <a:srgbClr val="F3EEE3">
              <a:alpha val="28000"/>
            </a:srgbClr>
          </a:solidFill>
          <a:ln/>
        </p:spPr>
      </p:sp>
      <p:sp>
        <p:nvSpPr>
          <p:cNvPr id="31" name="Shape 29"/>
          <p:cNvSpPr/>
          <p:nvPr/>
        </p:nvSpPr>
        <p:spPr>
          <a:xfrm>
            <a:off x="3325535" y="9580836"/>
            <a:ext cx="78828" cy="78828"/>
          </a:xfrm>
          <a:prstGeom prst="ellipse">
            <a:avLst/>
          </a:prstGeom>
          <a:solidFill>
            <a:srgbClr val="F3EEE3">
              <a:alpha val="28000"/>
            </a:srgbClr>
          </a:solidFill>
          <a:ln/>
        </p:spPr>
      </p:sp>
      <p:sp>
        <p:nvSpPr>
          <p:cNvPr id="32" name="Shape 30"/>
          <p:cNvSpPr/>
          <p:nvPr/>
        </p:nvSpPr>
        <p:spPr>
          <a:xfrm>
            <a:off x="3483190" y="9580836"/>
            <a:ext cx="78828" cy="78828"/>
          </a:xfrm>
          <a:prstGeom prst="ellipse">
            <a:avLst/>
          </a:prstGeom>
          <a:solidFill>
            <a:srgbClr val="F3EEE3">
              <a:alpha val="28000"/>
            </a:srgbClr>
          </a:solidFill>
          <a:ln/>
        </p:spPr>
      </p:sp>
      <p:sp>
        <p:nvSpPr>
          <p:cNvPr id="33" name="Shape 31"/>
          <p:cNvSpPr/>
          <p:nvPr/>
        </p:nvSpPr>
        <p:spPr>
          <a:xfrm>
            <a:off x="3640845" y="9580836"/>
            <a:ext cx="78828" cy="78828"/>
          </a:xfrm>
          <a:prstGeom prst="ellipse">
            <a:avLst/>
          </a:prstGeom>
          <a:solidFill>
            <a:srgbClr val="F3EEE3">
              <a:alpha val="28000"/>
            </a:srgbClr>
          </a:solidFill>
          <a:ln/>
        </p:spPr>
      </p:sp>
      <p:sp>
        <p:nvSpPr>
          <p:cNvPr id="34" name="Shape 32"/>
          <p:cNvSpPr/>
          <p:nvPr/>
        </p:nvSpPr>
        <p:spPr>
          <a:xfrm>
            <a:off x="3798500" y="9580836"/>
            <a:ext cx="78828" cy="78828"/>
          </a:xfrm>
          <a:prstGeom prst="ellipse">
            <a:avLst/>
          </a:prstGeom>
          <a:solidFill>
            <a:srgbClr val="F3EEE3">
              <a:alpha val="28000"/>
            </a:srgbClr>
          </a:solidFill>
          <a:ln/>
        </p:spPr>
      </p:sp>
      <p:sp>
        <p:nvSpPr>
          <p:cNvPr id="35" name="Shape 33"/>
          <p:cNvSpPr/>
          <p:nvPr/>
        </p:nvSpPr>
        <p:spPr>
          <a:xfrm>
            <a:off x="3956155" y="9580836"/>
            <a:ext cx="78828" cy="78828"/>
          </a:xfrm>
          <a:prstGeom prst="ellipse">
            <a:avLst/>
          </a:prstGeom>
          <a:solidFill>
            <a:srgbClr val="F3EEE3">
              <a:alpha val="28000"/>
            </a:srgbClr>
          </a:solidFill>
          <a:ln/>
        </p:spPr>
      </p:sp>
      <p:sp>
        <p:nvSpPr>
          <p:cNvPr id="36" name="Shape 34"/>
          <p:cNvSpPr/>
          <p:nvPr/>
        </p:nvSpPr>
        <p:spPr>
          <a:xfrm>
            <a:off x="4113810" y="9580836"/>
            <a:ext cx="78828" cy="78828"/>
          </a:xfrm>
          <a:prstGeom prst="ellipse">
            <a:avLst/>
          </a:prstGeom>
          <a:solidFill>
            <a:srgbClr val="F3EEE3">
              <a:alpha val="28000"/>
            </a:srgbClr>
          </a:solidFill>
          <a:ln/>
        </p:spPr>
      </p:sp>
      <p:sp>
        <p:nvSpPr>
          <p:cNvPr id="37" name="Shape 35"/>
          <p:cNvSpPr/>
          <p:nvPr/>
        </p:nvSpPr>
        <p:spPr>
          <a:xfrm>
            <a:off x="4271465" y="9580836"/>
            <a:ext cx="78828" cy="78828"/>
          </a:xfrm>
          <a:prstGeom prst="ellipse">
            <a:avLst/>
          </a:prstGeom>
          <a:solidFill>
            <a:srgbClr val="F3EEE3">
              <a:alpha val="28000"/>
            </a:srgbClr>
          </a:solidFill>
          <a:ln/>
        </p:spPr>
      </p:sp>
      <p:sp>
        <p:nvSpPr>
          <p:cNvPr id="38" name="Shape 36"/>
          <p:cNvSpPr/>
          <p:nvPr/>
        </p:nvSpPr>
        <p:spPr>
          <a:xfrm>
            <a:off x="4429120" y="9580836"/>
            <a:ext cx="78828" cy="78828"/>
          </a:xfrm>
          <a:prstGeom prst="ellipse">
            <a:avLst/>
          </a:prstGeom>
          <a:solidFill>
            <a:srgbClr val="F3EEE3">
              <a:alpha val="28000"/>
            </a:srgbClr>
          </a:solidFill>
          <a:ln/>
        </p:spPr>
      </p:sp>
      <p:sp>
        <p:nvSpPr>
          <p:cNvPr id="39" name="Shape 37"/>
          <p:cNvSpPr/>
          <p:nvPr/>
        </p:nvSpPr>
        <p:spPr>
          <a:xfrm>
            <a:off x="4586775" y="9580836"/>
            <a:ext cx="78828" cy="78828"/>
          </a:xfrm>
          <a:prstGeom prst="ellipse">
            <a:avLst/>
          </a:prstGeom>
          <a:solidFill>
            <a:srgbClr val="F3EEE3">
              <a:alpha val="28000"/>
            </a:srgbClr>
          </a:solidFill>
          <a:ln/>
        </p:spPr>
      </p:sp>
      <p:sp>
        <p:nvSpPr>
          <p:cNvPr id="40" name="Shape 38"/>
          <p:cNvSpPr/>
          <p:nvPr/>
        </p:nvSpPr>
        <p:spPr>
          <a:xfrm>
            <a:off x="4744430" y="9580836"/>
            <a:ext cx="78828" cy="78828"/>
          </a:xfrm>
          <a:prstGeom prst="ellipse">
            <a:avLst/>
          </a:prstGeom>
          <a:solidFill>
            <a:srgbClr val="F3EEE3">
              <a:alpha val="28000"/>
            </a:srgbClr>
          </a:solidFill>
          <a:ln/>
        </p:spPr>
      </p:sp>
      <p:sp>
        <p:nvSpPr>
          <p:cNvPr id="41" name="Shape 39"/>
          <p:cNvSpPr/>
          <p:nvPr/>
        </p:nvSpPr>
        <p:spPr>
          <a:xfrm>
            <a:off x="4902085" y="9580836"/>
            <a:ext cx="78828" cy="78828"/>
          </a:xfrm>
          <a:prstGeom prst="ellipse">
            <a:avLst/>
          </a:prstGeom>
          <a:solidFill>
            <a:srgbClr val="F3EEE3">
              <a:alpha val="28000"/>
            </a:srgbClr>
          </a:solidFill>
          <a:ln/>
        </p:spPr>
      </p:sp>
      <p:sp>
        <p:nvSpPr>
          <p:cNvPr id="42" name="Shape 40"/>
          <p:cNvSpPr/>
          <p:nvPr/>
        </p:nvSpPr>
        <p:spPr>
          <a:xfrm>
            <a:off x="5059740" y="9580836"/>
            <a:ext cx="78828" cy="78828"/>
          </a:xfrm>
          <a:prstGeom prst="ellipse">
            <a:avLst/>
          </a:prstGeom>
          <a:solidFill>
            <a:srgbClr val="F3EEE3">
              <a:alpha val="28000"/>
            </a:srgbClr>
          </a:solidFill>
          <a:ln/>
        </p:spPr>
      </p:sp>
      <p:sp>
        <p:nvSpPr>
          <p:cNvPr id="43" name="Shape 41"/>
          <p:cNvSpPr/>
          <p:nvPr/>
        </p:nvSpPr>
        <p:spPr>
          <a:xfrm>
            <a:off x="5217395" y="9580836"/>
            <a:ext cx="78828" cy="78828"/>
          </a:xfrm>
          <a:prstGeom prst="ellipse">
            <a:avLst/>
          </a:prstGeom>
          <a:solidFill>
            <a:srgbClr val="F3EEE3">
              <a:alpha val="28000"/>
            </a:srgbClr>
          </a:solidFill>
          <a:ln/>
        </p:spPr>
      </p:sp>
      <p:sp>
        <p:nvSpPr>
          <p:cNvPr id="44" name="Shape 42"/>
          <p:cNvSpPr/>
          <p:nvPr/>
        </p:nvSpPr>
        <p:spPr>
          <a:xfrm>
            <a:off x="5375050" y="9580836"/>
            <a:ext cx="78828" cy="78828"/>
          </a:xfrm>
          <a:prstGeom prst="ellipse">
            <a:avLst/>
          </a:prstGeom>
          <a:solidFill>
            <a:srgbClr val="F3EEE3">
              <a:alpha val="28000"/>
            </a:srgbClr>
          </a:solidFill>
          <a:ln/>
        </p:spPr>
      </p:sp>
      <p:sp>
        <p:nvSpPr>
          <p:cNvPr id="45" name="Shape 43"/>
          <p:cNvSpPr/>
          <p:nvPr/>
        </p:nvSpPr>
        <p:spPr>
          <a:xfrm>
            <a:off x="5532705" y="9580836"/>
            <a:ext cx="78828" cy="78828"/>
          </a:xfrm>
          <a:prstGeom prst="ellipse">
            <a:avLst/>
          </a:prstGeom>
          <a:solidFill>
            <a:srgbClr val="F3EEE3">
              <a:alpha val="28000"/>
            </a:srgbClr>
          </a:solidFill>
          <a:ln/>
        </p:spPr>
      </p:sp>
      <p:sp>
        <p:nvSpPr>
          <p:cNvPr id="46" name="Shape 44"/>
          <p:cNvSpPr/>
          <p:nvPr/>
        </p:nvSpPr>
        <p:spPr>
          <a:xfrm>
            <a:off x="5690359" y="9580836"/>
            <a:ext cx="78828" cy="78828"/>
          </a:xfrm>
          <a:prstGeom prst="ellipse">
            <a:avLst/>
          </a:prstGeom>
          <a:solidFill>
            <a:srgbClr val="F3EEE3">
              <a:alpha val="28000"/>
            </a:srgbClr>
          </a:solidFill>
          <a:ln/>
        </p:spPr>
      </p:sp>
      <p:sp>
        <p:nvSpPr>
          <p:cNvPr id="47" name="Shape 45"/>
          <p:cNvSpPr/>
          <p:nvPr/>
        </p:nvSpPr>
        <p:spPr>
          <a:xfrm>
            <a:off x="5848014" y="9580836"/>
            <a:ext cx="78828" cy="78828"/>
          </a:xfrm>
          <a:prstGeom prst="ellipse">
            <a:avLst/>
          </a:prstGeom>
          <a:solidFill>
            <a:srgbClr val="F3EEE3">
              <a:alpha val="28000"/>
            </a:srgbClr>
          </a:solidFill>
          <a:ln/>
        </p:spPr>
      </p:sp>
      <p:sp>
        <p:nvSpPr>
          <p:cNvPr id="48" name="Shape 46"/>
          <p:cNvSpPr/>
          <p:nvPr/>
        </p:nvSpPr>
        <p:spPr>
          <a:xfrm>
            <a:off x="6005669" y="9580836"/>
            <a:ext cx="78828" cy="78828"/>
          </a:xfrm>
          <a:prstGeom prst="ellipse">
            <a:avLst/>
          </a:prstGeom>
          <a:solidFill>
            <a:srgbClr val="F3EEE3">
              <a:alpha val="28000"/>
            </a:srgbClr>
          </a:solidFill>
          <a:ln/>
        </p:spPr>
      </p:sp>
      <p:sp>
        <p:nvSpPr>
          <p:cNvPr id="49" name="Shape 47"/>
          <p:cNvSpPr/>
          <p:nvPr/>
        </p:nvSpPr>
        <p:spPr>
          <a:xfrm>
            <a:off x="6163324" y="9580836"/>
            <a:ext cx="78828" cy="78828"/>
          </a:xfrm>
          <a:prstGeom prst="ellipse">
            <a:avLst/>
          </a:prstGeom>
          <a:solidFill>
            <a:srgbClr val="F3EEE3">
              <a:alpha val="28000"/>
            </a:srgbClr>
          </a:solidFill>
          <a:ln/>
        </p:spPr>
      </p:sp>
      <p:sp>
        <p:nvSpPr>
          <p:cNvPr id="50" name="Shape 48"/>
          <p:cNvSpPr/>
          <p:nvPr/>
        </p:nvSpPr>
        <p:spPr>
          <a:xfrm>
            <a:off x="6320979" y="9580836"/>
            <a:ext cx="78828" cy="78828"/>
          </a:xfrm>
          <a:prstGeom prst="ellipse">
            <a:avLst/>
          </a:prstGeom>
          <a:solidFill>
            <a:srgbClr val="F3EEE3">
              <a:alpha val="28000"/>
            </a:srgbClr>
          </a:solidFill>
          <a:ln/>
        </p:spPr>
      </p:sp>
      <p:sp>
        <p:nvSpPr>
          <p:cNvPr id="51" name="Shape 49"/>
          <p:cNvSpPr/>
          <p:nvPr/>
        </p:nvSpPr>
        <p:spPr>
          <a:xfrm>
            <a:off x="6478634" y="9580836"/>
            <a:ext cx="78828" cy="78828"/>
          </a:xfrm>
          <a:prstGeom prst="ellipse">
            <a:avLst/>
          </a:prstGeom>
          <a:solidFill>
            <a:srgbClr val="F3EEE3">
              <a:alpha val="28000"/>
            </a:srgbClr>
          </a:solidFill>
          <a:ln/>
        </p:spPr>
      </p:sp>
      <p:sp>
        <p:nvSpPr>
          <p:cNvPr id="52" name="Shape 50"/>
          <p:cNvSpPr/>
          <p:nvPr/>
        </p:nvSpPr>
        <p:spPr>
          <a:xfrm>
            <a:off x="6636289" y="9580836"/>
            <a:ext cx="78828" cy="78828"/>
          </a:xfrm>
          <a:prstGeom prst="ellipse">
            <a:avLst/>
          </a:prstGeom>
          <a:solidFill>
            <a:srgbClr val="F3EEE3">
              <a:alpha val="28000"/>
            </a:srgbClr>
          </a:solidFill>
          <a:ln/>
        </p:spPr>
      </p:sp>
      <p:sp>
        <p:nvSpPr>
          <p:cNvPr id="53" name="Shape 51"/>
          <p:cNvSpPr/>
          <p:nvPr/>
        </p:nvSpPr>
        <p:spPr>
          <a:xfrm>
            <a:off x="6793944" y="9580836"/>
            <a:ext cx="78828" cy="78828"/>
          </a:xfrm>
          <a:prstGeom prst="ellipse">
            <a:avLst/>
          </a:prstGeom>
          <a:solidFill>
            <a:srgbClr val="F3EEE3">
              <a:alpha val="28000"/>
            </a:srgbClr>
          </a:solidFill>
          <a:ln/>
        </p:spPr>
      </p:sp>
      <p:sp>
        <p:nvSpPr>
          <p:cNvPr id="54" name="Shape 52"/>
          <p:cNvSpPr/>
          <p:nvPr/>
        </p:nvSpPr>
        <p:spPr>
          <a:xfrm>
            <a:off x="6951599" y="9580836"/>
            <a:ext cx="78828" cy="78828"/>
          </a:xfrm>
          <a:prstGeom prst="ellipse">
            <a:avLst/>
          </a:prstGeom>
          <a:solidFill>
            <a:srgbClr val="F3EEE3">
              <a:alpha val="28000"/>
            </a:srgbClr>
          </a:solidFill>
          <a:ln/>
        </p:spPr>
      </p:sp>
      <p:sp>
        <p:nvSpPr>
          <p:cNvPr id="55" name="Shape 53"/>
          <p:cNvSpPr/>
          <p:nvPr/>
        </p:nvSpPr>
        <p:spPr>
          <a:xfrm>
            <a:off x="7109254" y="9580836"/>
            <a:ext cx="78828" cy="78828"/>
          </a:xfrm>
          <a:prstGeom prst="ellipse">
            <a:avLst/>
          </a:prstGeom>
          <a:solidFill>
            <a:srgbClr val="F3EEE3">
              <a:alpha val="28000"/>
            </a:srgbClr>
          </a:solidFill>
          <a:ln/>
        </p:spPr>
      </p:sp>
      <p:sp>
        <p:nvSpPr>
          <p:cNvPr id="56" name="Shape 54"/>
          <p:cNvSpPr/>
          <p:nvPr/>
        </p:nvSpPr>
        <p:spPr>
          <a:xfrm>
            <a:off x="7253771" y="9567698"/>
            <a:ext cx="105103" cy="105103"/>
          </a:xfrm>
          <a:prstGeom prst="ellipse">
            <a:avLst/>
          </a:prstGeom>
          <a:solidFill>
            <a:srgbClr val="FF6A4D"/>
          </a:solidFill>
          <a:ln/>
        </p:spPr>
      </p:sp>
      <p:sp>
        <p:nvSpPr>
          <p:cNvPr id="57" name="Shape 55"/>
          <p:cNvSpPr/>
          <p:nvPr/>
        </p:nvSpPr>
        <p:spPr>
          <a:xfrm>
            <a:off x="7424564" y="9580836"/>
            <a:ext cx="78828" cy="78828"/>
          </a:xfrm>
          <a:prstGeom prst="ellipse">
            <a:avLst/>
          </a:prstGeom>
          <a:solidFill>
            <a:srgbClr val="F3EEE3">
              <a:alpha val="28000"/>
            </a:srgbClr>
          </a:solidFill>
          <a:ln/>
        </p:spPr>
      </p:sp>
      <p:sp>
        <p:nvSpPr>
          <p:cNvPr id="58" name="Shape 56"/>
          <p:cNvSpPr/>
          <p:nvPr/>
        </p:nvSpPr>
        <p:spPr>
          <a:xfrm>
            <a:off x="7582219" y="9580836"/>
            <a:ext cx="78828" cy="78828"/>
          </a:xfrm>
          <a:prstGeom prst="ellipse">
            <a:avLst/>
          </a:prstGeom>
          <a:solidFill>
            <a:srgbClr val="F3EEE3">
              <a:alpha val="28000"/>
            </a:srgbClr>
          </a:solidFill>
          <a:ln/>
        </p:spPr>
      </p:sp>
      <p:sp>
        <p:nvSpPr>
          <p:cNvPr id="59" name="Shape 57"/>
          <p:cNvSpPr/>
          <p:nvPr/>
        </p:nvSpPr>
        <p:spPr>
          <a:xfrm>
            <a:off x="7739874" y="9580836"/>
            <a:ext cx="78828" cy="78828"/>
          </a:xfrm>
          <a:prstGeom prst="ellipse">
            <a:avLst/>
          </a:prstGeom>
          <a:solidFill>
            <a:srgbClr val="F3EEE3">
              <a:alpha val="28000"/>
            </a:srgbClr>
          </a:solidFill>
          <a:ln/>
        </p:spPr>
      </p:sp>
      <p:sp>
        <p:nvSpPr>
          <p:cNvPr id="60" name="Shape 58"/>
          <p:cNvSpPr/>
          <p:nvPr/>
        </p:nvSpPr>
        <p:spPr>
          <a:xfrm>
            <a:off x="7897529" y="9580836"/>
            <a:ext cx="78828" cy="78828"/>
          </a:xfrm>
          <a:prstGeom prst="ellipse">
            <a:avLst/>
          </a:prstGeom>
          <a:solidFill>
            <a:srgbClr val="F3EEE3">
              <a:alpha val="28000"/>
            </a:srgbClr>
          </a:solidFill>
          <a:ln/>
        </p:spPr>
      </p:sp>
      <p:sp>
        <p:nvSpPr>
          <p:cNvPr id="61" name="Shape 59"/>
          <p:cNvSpPr/>
          <p:nvPr/>
        </p:nvSpPr>
        <p:spPr>
          <a:xfrm>
            <a:off x="8055184" y="9580836"/>
            <a:ext cx="78828" cy="78828"/>
          </a:xfrm>
          <a:prstGeom prst="ellipse">
            <a:avLst/>
          </a:prstGeom>
          <a:solidFill>
            <a:srgbClr val="F3EEE3">
              <a:alpha val="28000"/>
            </a:srgbClr>
          </a:solidFill>
          <a:ln/>
        </p:spPr>
      </p:sp>
      <p:sp>
        <p:nvSpPr>
          <p:cNvPr id="62" name="Shape 60"/>
          <p:cNvSpPr/>
          <p:nvPr/>
        </p:nvSpPr>
        <p:spPr>
          <a:xfrm>
            <a:off x="8212839" y="9580836"/>
            <a:ext cx="78828" cy="78828"/>
          </a:xfrm>
          <a:prstGeom prst="ellipse">
            <a:avLst/>
          </a:prstGeom>
          <a:solidFill>
            <a:srgbClr val="F3EEE3">
              <a:alpha val="28000"/>
            </a:srgbClr>
          </a:solidFill>
          <a:ln/>
        </p:spPr>
      </p:sp>
      <p:sp>
        <p:nvSpPr>
          <p:cNvPr id="63" name="Shape 61"/>
          <p:cNvSpPr/>
          <p:nvPr/>
        </p:nvSpPr>
        <p:spPr>
          <a:xfrm>
            <a:off x="8370494" y="9580836"/>
            <a:ext cx="78828" cy="78828"/>
          </a:xfrm>
          <a:prstGeom prst="ellipse">
            <a:avLst/>
          </a:prstGeom>
          <a:solidFill>
            <a:srgbClr val="F3EEE3">
              <a:alpha val="28000"/>
            </a:srgbClr>
          </a:solidFill>
          <a:ln/>
        </p:spPr>
      </p:sp>
      <p:sp>
        <p:nvSpPr>
          <p:cNvPr id="64" name="Shape 62"/>
          <p:cNvSpPr/>
          <p:nvPr/>
        </p:nvSpPr>
        <p:spPr>
          <a:xfrm>
            <a:off x="8528148" y="9580836"/>
            <a:ext cx="78828" cy="78828"/>
          </a:xfrm>
          <a:prstGeom prst="ellipse">
            <a:avLst/>
          </a:prstGeom>
          <a:solidFill>
            <a:srgbClr val="F3EEE3">
              <a:alpha val="28000"/>
            </a:srgbClr>
          </a:solidFill>
          <a:ln/>
        </p:spPr>
      </p:sp>
      <p:sp>
        <p:nvSpPr>
          <p:cNvPr id="65" name="Shape 63"/>
          <p:cNvSpPr/>
          <p:nvPr/>
        </p:nvSpPr>
        <p:spPr>
          <a:xfrm>
            <a:off x="8685803" y="9580836"/>
            <a:ext cx="78828" cy="78828"/>
          </a:xfrm>
          <a:prstGeom prst="ellipse">
            <a:avLst/>
          </a:prstGeom>
          <a:solidFill>
            <a:srgbClr val="F3EEE3">
              <a:alpha val="28000"/>
            </a:srgbClr>
          </a:solidFill>
          <a:ln/>
        </p:spPr>
      </p:sp>
      <p:sp>
        <p:nvSpPr>
          <p:cNvPr id="66" name="Shape 64"/>
          <p:cNvSpPr/>
          <p:nvPr/>
        </p:nvSpPr>
        <p:spPr>
          <a:xfrm>
            <a:off x="8843458" y="9580836"/>
            <a:ext cx="78828" cy="78828"/>
          </a:xfrm>
          <a:prstGeom prst="ellipse">
            <a:avLst/>
          </a:prstGeom>
          <a:solidFill>
            <a:srgbClr val="F3EEE3">
              <a:alpha val="28000"/>
            </a:srgbClr>
          </a:solidFill>
          <a:ln/>
        </p:spPr>
      </p:sp>
      <p:sp>
        <p:nvSpPr>
          <p:cNvPr id="67" name="Shape 65"/>
          <p:cNvSpPr/>
          <p:nvPr/>
        </p:nvSpPr>
        <p:spPr>
          <a:xfrm>
            <a:off x="9001113" y="9580836"/>
            <a:ext cx="78828" cy="78828"/>
          </a:xfrm>
          <a:prstGeom prst="ellipse">
            <a:avLst/>
          </a:prstGeom>
          <a:solidFill>
            <a:srgbClr val="F3EEE3">
              <a:alpha val="28000"/>
            </a:srgbClr>
          </a:solidFill>
          <a:ln/>
        </p:spPr>
      </p:sp>
      <p:sp>
        <p:nvSpPr>
          <p:cNvPr id="68" name="Shape 66"/>
          <p:cNvSpPr/>
          <p:nvPr/>
        </p:nvSpPr>
        <p:spPr>
          <a:xfrm>
            <a:off x="9158768" y="9580836"/>
            <a:ext cx="78828" cy="78828"/>
          </a:xfrm>
          <a:prstGeom prst="ellipse">
            <a:avLst/>
          </a:prstGeom>
          <a:solidFill>
            <a:srgbClr val="F3EEE3">
              <a:alpha val="28000"/>
            </a:srgbClr>
          </a:solidFill>
          <a:ln/>
        </p:spPr>
      </p:sp>
      <p:sp>
        <p:nvSpPr>
          <p:cNvPr id="69" name="Shape 67"/>
          <p:cNvSpPr/>
          <p:nvPr/>
        </p:nvSpPr>
        <p:spPr>
          <a:xfrm>
            <a:off x="9316423" y="9580836"/>
            <a:ext cx="78828" cy="78828"/>
          </a:xfrm>
          <a:prstGeom prst="ellipse">
            <a:avLst/>
          </a:prstGeom>
          <a:solidFill>
            <a:srgbClr val="F3EEE3">
              <a:alpha val="28000"/>
            </a:srgbClr>
          </a:solidFill>
          <a:ln/>
        </p:spPr>
      </p:sp>
      <p:sp>
        <p:nvSpPr>
          <p:cNvPr id="70" name="Shape 68"/>
          <p:cNvSpPr/>
          <p:nvPr/>
        </p:nvSpPr>
        <p:spPr>
          <a:xfrm>
            <a:off x="9474078" y="9580836"/>
            <a:ext cx="78828" cy="78828"/>
          </a:xfrm>
          <a:prstGeom prst="ellipse">
            <a:avLst/>
          </a:prstGeom>
          <a:solidFill>
            <a:srgbClr val="F3EEE3">
              <a:alpha val="28000"/>
            </a:srgbClr>
          </a:solidFill>
          <a:ln/>
        </p:spPr>
      </p:sp>
      <p:sp>
        <p:nvSpPr>
          <p:cNvPr id="71" name="Shape 69"/>
          <p:cNvSpPr/>
          <p:nvPr/>
        </p:nvSpPr>
        <p:spPr>
          <a:xfrm>
            <a:off x="9631733" y="9580836"/>
            <a:ext cx="78828" cy="78828"/>
          </a:xfrm>
          <a:prstGeom prst="ellipse">
            <a:avLst/>
          </a:prstGeom>
          <a:solidFill>
            <a:srgbClr val="F3EEE3">
              <a:alpha val="28000"/>
            </a:srgbClr>
          </a:solidFill>
          <a:ln/>
        </p:spPr>
      </p:sp>
      <p:sp>
        <p:nvSpPr>
          <p:cNvPr id="72" name="Shape 70"/>
          <p:cNvSpPr/>
          <p:nvPr/>
        </p:nvSpPr>
        <p:spPr>
          <a:xfrm>
            <a:off x="9789388" y="9580836"/>
            <a:ext cx="78828" cy="78828"/>
          </a:xfrm>
          <a:prstGeom prst="ellipse">
            <a:avLst/>
          </a:prstGeom>
          <a:solidFill>
            <a:srgbClr val="F3EEE3">
              <a:alpha val="28000"/>
            </a:srgbClr>
          </a:solidFill>
          <a:ln/>
        </p:spPr>
      </p:sp>
      <p:sp>
        <p:nvSpPr>
          <p:cNvPr id="73" name="Shape 71"/>
          <p:cNvSpPr/>
          <p:nvPr/>
        </p:nvSpPr>
        <p:spPr>
          <a:xfrm>
            <a:off x="9947043" y="9580836"/>
            <a:ext cx="78828" cy="78828"/>
          </a:xfrm>
          <a:prstGeom prst="ellipse">
            <a:avLst/>
          </a:prstGeom>
          <a:solidFill>
            <a:srgbClr val="F3EEE3">
              <a:alpha val="28000"/>
            </a:srgbClr>
          </a:solidFill>
          <a:ln/>
        </p:spPr>
      </p:sp>
      <p:sp>
        <p:nvSpPr>
          <p:cNvPr id="74" name="Text 72"/>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41/58</a:t>
            </a:r>
            <a:endParaRPr lang="en-US" sz="1800" dirty="0"/>
          </a:p>
        </p:txBody>
      </p:sp>
      <p:sp>
        <p:nvSpPr>
          <p:cNvPr id="75" name="Shape 73"/>
          <p:cNvSpPr/>
          <p:nvPr/>
        </p:nvSpPr>
        <p:spPr>
          <a:xfrm>
            <a:off x="15983712" y="9076331"/>
            <a:ext cx="1645920" cy="552301"/>
          </a:xfrm>
          <a:prstGeom prst="roundRect">
            <a:avLst>
              <a:gd name="adj" fmla="val 28000"/>
            </a:avLst>
          </a:prstGeom>
          <a:solidFill>
            <a:srgbClr val="FFFFFF">
              <a:alpha val="82000"/>
            </a:srgbClr>
          </a:solidFill>
          <a:ln/>
        </p:spPr>
      </p:sp>
      <p:pic>
        <p:nvPicPr>
          <p:cNvPr id="76" name="Moda image moda-export-watermark-42bfece8-b501-49e9-818c-44dab87a5eea"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1" kern="0">
                <a:solidFill>
                  <a:srgbClr val="14161C"/>
                </a:solidFill>
                <a:latin typeface="Noto Sans JP ExtraBold" pitchFamily="34" charset="0"/>
                <a:ea typeface="Noto Sans JP ExtraBold" pitchFamily="34" charset="-122"/>
                <a:cs typeface="Noto Sans JP ExtraBold" pitchFamily="34" charset="-120"/>
              </a:rPr>
              <a:t>出典ごとの</a:t>
            </a:r>
            <a:r>
              <a:rPr lang="en-US" sz="5700" dirty="0" spc="-1" kern="0">
                <a:solidFill>
                  <a:srgbClr val="14161C"/>
                </a:solidFill>
                <a:latin typeface="Noto Sans JP ExtraBold" pitchFamily="34" charset="0"/>
                <a:ea typeface="Noto Sans JP ExtraBold" pitchFamily="34" charset="-122"/>
                <a:cs typeface="Noto Sans JP ExtraBold" pitchFamily="34" charset="-120"/>
              </a:rPr>
              <a:t> 温度の</a:t>
            </a:r>
            <a:r>
              <a:rPr lang="en-US" sz="5700" dirty="0" spc="0" kern="0">
                <a:solidFill>
                  <a:srgbClr val="14161C"/>
                </a:solidFill>
                <a:latin typeface="Noto Sans JP ExtraBold" pitchFamily="34" charset="0"/>
                <a:ea typeface="Noto Sans JP ExtraBold" pitchFamily="34" charset="-122"/>
                <a:cs typeface="Noto Sans JP ExtraBold" pitchFamily="34" charset="-120"/>
              </a:rPr>
              <a:t> 目印</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DDD5C1"/>
            </a:solidFill>
            <a:prstDash val="solid"/>
          </a:ln>
        </p:spPr>
      </p:sp>
      <p:pic>
        <p:nvPicPr>
          <p:cNvPr id="4" name="Moda image rect-1793261478972-516260926" descr="">    </p:cNvPr>
          <p:cNvPicPr>
            <a:picLocks noChangeAspect="1"/>
          </p:cNvPicPr>
          <p:nvPr/>
        </p:nvPicPr>
        <p:blipFill>
          <a:blip r:embed="rId1"/>
          <a:srcRect l="0" r="0" t="0" b="0"/>
          <a:stretch/>
        </p:blipFill>
        <p:spPr>
          <a:xfrm>
            <a:off x="1104900" y="2438400"/>
            <a:ext cx="9715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6B6A66"/>
                </a:solidFill>
                <a:latin typeface="Noto Sans JP" pitchFamily="34" charset="0"/>
                <a:ea typeface="Noto Sans JP" pitchFamily="34" charset="-122"/>
                <a:cs typeface="Noto Sans JP" pitchFamily="34" charset="-120"/>
              </a:rPr>
              <a:t>図:</a:t>
            </a:r>
            <a:r>
              <a:rPr lang="en-US" sz="1650" dirty="0" spc="-1" kern="0">
                <a:solidFill>
                  <a:srgbClr val="6B6A66"/>
                </a:solidFill>
                <a:latin typeface="Noto Sans JP" pitchFamily="34" charset="0"/>
                <a:ea typeface="Noto Sans JP" pitchFamily="34" charset="-122"/>
                <a:cs typeface="Noto Sans JP" pitchFamily="34" charset="-120"/>
              </a:rPr>
              <a:t> 自作、</a:t>
            </a:r>
            <a:r>
              <a:rPr lang="en-US" sz="1650" dirty="0" spc="-2" kern="0">
                <a:solidFill>
                  <a:srgbClr val="6B6A66"/>
                </a:solidFill>
                <a:latin typeface="Noto Sans JP" pitchFamily="34" charset="0"/>
                <a:ea typeface="Noto Sans JP" pitchFamily="34" charset="-122"/>
                <a:cs typeface="Noto Sans JP" pitchFamily="34" charset="-120"/>
              </a:rPr>
              <a:t> 記載の</a:t>
            </a:r>
            <a:r>
              <a:rPr lang="en-US" sz="1650" dirty="0" spc="-3" kern="0">
                <a:solidFill>
                  <a:srgbClr val="6B6A66"/>
                </a:solidFill>
                <a:latin typeface="Noto Sans JP" pitchFamily="34" charset="0"/>
                <a:ea typeface="Noto Sans JP" pitchFamily="34" charset="-122"/>
                <a:cs typeface="Noto Sans JP" pitchFamily="34" charset="-120"/>
              </a:rPr>
              <a:t> 出典より[S3][S4][S5][S6][S10][S11][S13]</a:t>
            </a:r>
            <a:endParaRPr lang="en-US" sz="1650" dirty="0"/>
          </a:p>
        </p:txBody>
      </p:sp>
      <p:sp>
        <p:nvSpPr>
          <p:cNvPr id="6" name="Shape 3"/>
          <p:cNvSpPr/>
          <p:nvPr/>
        </p:nvSpPr>
        <p:spPr>
          <a:xfrm>
            <a:off x="11391900" y="2247900"/>
            <a:ext cx="5981700" cy="1428750"/>
          </a:xfrm>
          <a:prstGeom prst="roundRect">
            <a:avLst>
              <a:gd name="adj" fmla="val 13333"/>
            </a:avLst>
          </a:prstGeom>
          <a:solidFill>
            <a:srgbClr val="E8E0CF"/>
          </a:solidFill>
          <a:ln/>
        </p:spPr>
      </p:sp>
      <p:sp>
        <p:nvSpPr>
          <p:cNvPr id="7" name="Shape 4"/>
          <p:cNvSpPr/>
          <p:nvPr/>
        </p:nvSpPr>
        <p:spPr>
          <a:xfrm>
            <a:off x="11391900" y="2247900"/>
            <a:ext cx="114300" cy="1428750"/>
          </a:xfrm>
          <a:prstGeom prst="roundRect">
            <a:avLst>
              <a:gd name="adj" fmla="val 50000"/>
            </a:avLst>
          </a:prstGeom>
          <a:solidFill>
            <a:srgbClr val="E8472B"/>
          </a:solidFill>
          <a:ln/>
        </p:spPr>
      </p:sp>
      <p:sp>
        <p:nvSpPr>
          <p:cNvPr id="8" name="Text 5"/>
          <p:cNvSpPr/>
          <p:nvPr/>
        </p:nvSpPr>
        <p:spPr>
          <a:xfrm>
            <a:off x="11734800" y="2343150"/>
            <a:ext cx="5448300" cy="571500"/>
          </a:xfrm>
          <a:prstGeom prst="rect">
            <a:avLst/>
          </a:prstGeom>
          <a:noFill/>
          <a:ln/>
        </p:spPr>
        <p:txBody>
          <a:bodyPr wrap="square" lIns="0" tIns="0" rIns="0" bIns="0" rtlCol="0" anchor="ctr"/>
          <a:lstStyle/>
          <a:p>
            <a:pPr algn="l" indent="0" marL="0">
              <a:buNone/>
            </a:pPr>
            <a:r>
              <a:rPr lang="en-US" sz="2250" dirty="0" kern="0">
                <a:solidFill>
                  <a:srgbClr val="E8472B"/>
                </a:solidFill>
                <a:latin typeface="Noto Sans JP ExtraBold" pitchFamily="34" charset="0"/>
                <a:ea typeface="Noto Sans JP ExtraBold" pitchFamily="34" charset="-122"/>
                <a:cs typeface="Noto Sans JP ExtraBold" pitchFamily="34" charset="-120"/>
              </a:rPr>
              <a:t>バー</a:t>
            </a:r>
            <a:endParaRPr lang="en-US" sz="2250" dirty="0"/>
          </a:p>
        </p:txBody>
      </p:sp>
      <p:sp>
        <p:nvSpPr>
          <p:cNvPr id="9" name="Text 6"/>
          <p:cNvSpPr/>
          <p:nvPr/>
        </p:nvSpPr>
        <p:spPr>
          <a:xfrm>
            <a:off x="11734800" y="2819400"/>
            <a:ext cx="5448300" cy="800100"/>
          </a:xfrm>
          <a:prstGeom prst="rect">
            <a:avLst/>
          </a:prstGeom>
          <a:noFill/>
          <a:ln/>
        </p:spPr>
        <p:txBody>
          <a:bodyPr wrap="square" lIns="0" tIns="32248" rIns="0" bIns="-32248" rtlCol="0" anchor="ctr"/>
          <a:lstStyle/>
          <a:p>
            <a:pPr algn="l" indent="0" marL="0">
              <a:lnSpc>
                <a:spcPts val="2933"/>
              </a:lnSpc>
              <a:buNone/>
            </a:pPr>
            <a:r>
              <a:rPr lang="en-US" sz="2550" dirty="0" kern="0">
                <a:solidFill>
                  <a:srgbClr val="14161C"/>
                </a:solidFill>
                <a:latin typeface="Noto Sans JP SemiBold" pitchFamily="34" charset="0"/>
                <a:ea typeface="Noto Sans JP SemiBold" pitchFamily="34" charset="-122"/>
                <a:cs typeface="Noto Sans JP SemiBold" pitchFamily="34" charset="-120"/>
              </a:rPr>
              <a:t>温度の 範囲</a:t>
            </a:r>
            <a:endParaRPr lang="en-US" sz="2550" dirty="0"/>
          </a:p>
        </p:txBody>
      </p:sp>
      <p:sp>
        <p:nvSpPr>
          <p:cNvPr id="10" name="Shape 7"/>
          <p:cNvSpPr/>
          <p:nvPr/>
        </p:nvSpPr>
        <p:spPr>
          <a:xfrm>
            <a:off x="11391900" y="3905250"/>
            <a:ext cx="5981700" cy="1428750"/>
          </a:xfrm>
          <a:prstGeom prst="roundRect">
            <a:avLst>
              <a:gd name="adj" fmla="val 13333"/>
            </a:avLst>
          </a:prstGeom>
          <a:solidFill>
            <a:srgbClr val="E8E0CF"/>
          </a:solidFill>
          <a:ln/>
        </p:spPr>
      </p:sp>
      <p:sp>
        <p:nvSpPr>
          <p:cNvPr id="11" name="Shape 8"/>
          <p:cNvSpPr/>
          <p:nvPr/>
        </p:nvSpPr>
        <p:spPr>
          <a:xfrm>
            <a:off x="11391900" y="3905250"/>
            <a:ext cx="114300" cy="1428750"/>
          </a:xfrm>
          <a:prstGeom prst="roundRect">
            <a:avLst>
              <a:gd name="adj" fmla="val 50000"/>
            </a:avLst>
          </a:prstGeom>
          <a:solidFill>
            <a:srgbClr val="1F3FD1"/>
          </a:solidFill>
          <a:ln/>
        </p:spPr>
      </p:sp>
      <p:sp>
        <p:nvSpPr>
          <p:cNvPr id="12" name="Text 9"/>
          <p:cNvSpPr/>
          <p:nvPr/>
        </p:nvSpPr>
        <p:spPr>
          <a:xfrm>
            <a:off x="11734800" y="4000500"/>
            <a:ext cx="5448300" cy="571500"/>
          </a:xfrm>
          <a:prstGeom prst="rect">
            <a:avLst/>
          </a:prstGeom>
          <a:noFill/>
          <a:ln/>
        </p:spPr>
        <p:txBody>
          <a:bodyPr wrap="square" lIns="0" tIns="0" rIns="0" bIns="0" rtlCol="0" anchor="ctr"/>
          <a:lstStyle/>
          <a:p>
            <a:pPr algn="l" indent="0" marL="0">
              <a:buNone/>
            </a:pPr>
            <a:r>
              <a:rPr lang="en-US" sz="2250" dirty="0" kern="0">
                <a:solidFill>
                  <a:srgbClr val="1F3FD1"/>
                </a:solidFill>
                <a:latin typeface="Noto Sans JP ExtraBold" pitchFamily="34" charset="0"/>
                <a:ea typeface="Noto Sans JP ExtraBold" pitchFamily="34" charset="-122"/>
                <a:cs typeface="Noto Sans JP ExtraBold" pitchFamily="34" charset="-120"/>
              </a:rPr>
              <a:t>ひし 形</a:t>
            </a:r>
            <a:endParaRPr lang="en-US" sz="2250" dirty="0"/>
          </a:p>
        </p:txBody>
      </p:sp>
      <p:sp>
        <p:nvSpPr>
          <p:cNvPr id="13" name="Text 10"/>
          <p:cNvSpPr/>
          <p:nvPr/>
        </p:nvSpPr>
        <p:spPr>
          <a:xfrm>
            <a:off x="11734800" y="4476750"/>
            <a:ext cx="5448300" cy="800100"/>
          </a:xfrm>
          <a:prstGeom prst="rect">
            <a:avLst/>
          </a:prstGeom>
          <a:noFill/>
          <a:ln/>
        </p:spPr>
        <p:txBody>
          <a:bodyPr wrap="square" lIns="0" tIns="32248" rIns="0" bIns="-32248" rtlCol="0" anchor="ctr"/>
          <a:lstStyle/>
          <a:p>
            <a:pPr algn="l" indent="0" marL="0">
              <a:lnSpc>
                <a:spcPts val="2933"/>
              </a:lnSpc>
              <a:buNone/>
            </a:pPr>
            <a:r>
              <a:rPr lang="en-US" sz="2550" dirty="0" kern="0">
                <a:solidFill>
                  <a:srgbClr val="14161C"/>
                </a:solidFill>
                <a:latin typeface="Noto Sans JP SemiBold" pitchFamily="34" charset="0"/>
                <a:ea typeface="Noto Sans JP SemiBold" pitchFamily="34" charset="-122"/>
                <a:cs typeface="Noto Sans JP SemiBold" pitchFamily="34" charset="-120"/>
              </a:rPr>
              <a:t>単一の 目印</a:t>
            </a:r>
            <a:endParaRPr lang="en-US" sz="2550" dirty="0"/>
          </a:p>
        </p:txBody>
      </p:sp>
      <p:sp>
        <p:nvSpPr>
          <p:cNvPr id="14" name="Shape 11"/>
          <p:cNvSpPr/>
          <p:nvPr/>
        </p:nvSpPr>
        <p:spPr>
          <a:xfrm>
            <a:off x="11391900" y="5562600"/>
            <a:ext cx="5981700" cy="1428750"/>
          </a:xfrm>
          <a:prstGeom prst="roundRect">
            <a:avLst>
              <a:gd name="adj" fmla="val 13333"/>
            </a:avLst>
          </a:prstGeom>
          <a:solidFill>
            <a:srgbClr val="E8E0CF"/>
          </a:solidFill>
          <a:ln/>
        </p:spPr>
      </p:sp>
      <p:sp>
        <p:nvSpPr>
          <p:cNvPr id="15" name="Shape 12"/>
          <p:cNvSpPr/>
          <p:nvPr/>
        </p:nvSpPr>
        <p:spPr>
          <a:xfrm>
            <a:off x="11391900" y="5562600"/>
            <a:ext cx="114300" cy="1428750"/>
          </a:xfrm>
          <a:prstGeom prst="roundRect">
            <a:avLst>
              <a:gd name="adj" fmla="val 50000"/>
            </a:avLst>
          </a:prstGeom>
          <a:solidFill>
            <a:srgbClr val="B45309"/>
          </a:solidFill>
          <a:ln/>
        </p:spPr>
      </p:sp>
      <p:sp>
        <p:nvSpPr>
          <p:cNvPr id="16" name="Text 13"/>
          <p:cNvSpPr/>
          <p:nvPr/>
        </p:nvSpPr>
        <p:spPr>
          <a:xfrm>
            <a:off x="11734800" y="5562600"/>
            <a:ext cx="5448300" cy="1428750"/>
          </a:xfrm>
          <a:prstGeom prst="rect">
            <a:avLst/>
          </a:prstGeom>
          <a:noFill/>
          <a:ln/>
        </p:spPr>
        <p:txBody>
          <a:bodyPr wrap="square" lIns="0" tIns="0" rIns="0" bIns="0" rtlCol="0" anchor="ctr"/>
          <a:lstStyle/>
          <a:p>
            <a:pPr algn="l" indent="0" marL="0">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各バーの 出典は</a:t>
            </a:r>
            <a:r>
              <a:rPr lang="en-US" sz="2550" dirty="0" spc="1" kern="0">
                <a:solidFill>
                  <a:srgbClr val="14161C"/>
                </a:solidFill>
                <a:latin typeface="Noto Sans JP SemiBold" pitchFamily="34" charset="0"/>
                <a:ea typeface="Noto Sans JP SemiBold" pitchFamily="34" charset="-122"/>
                <a:cs typeface="Noto Sans JP SemiBold" pitchFamily="34" charset="-120"/>
              </a:rPr>
              <a:t> 資料の</a:t>
            </a:r>
            <a:r>
              <a:rPr lang="en-US" sz="2550" dirty="0" spc="0" kern="0">
                <a:solidFill>
                  <a:srgbClr val="14161C"/>
                </a:solidFill>
                <a:latin typeface="Noto Sans JP SemiBold" pitchFamily="34" charset="0"/>
                <a:ea typeface="Noto Sans JP SemiBold" pitchFamily="34" charset="-122"/>
                <a:cs typeface="Noto Sans JP SemiBold" pitchFamily="34" charset="-120"/>
              </a:rPr>
              <a:t> 表にある</a:t>
            </a:r>
            <a:endParaRPr lang="en-US" sz="2550" dirty="0"/>
          </a:p>
        </p:txBody>
      </p:sp>
      <p:sp>
        <p:nvSpPr>
          <p:cNvPr id="17" name="Text 14"/>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[S3]</a:t>
            </a:r>
            <a:r>
              <a:rPr lang="en-US" sz="1800" dirty="0" spc="-1" kern="0">
                <a:solidFill>
                  <a:srgbClr val="6B6A66"/>
                </a:solidFill>
                <a:latin typeface="Noto Sans JP" pitchFamily="34" charset="0"/>
                <a:ea typeface="Noto Sans JP" pitchFamily="34" charset="-122"/>
                <a:cs typeface="Noto Sans JP" pitchFamily="34" charset="-120"/>
              </a:rPr>
              <a:t> [S4]</a:t>
            </a:r>
            <a:r>
              <a:rPr lang="en-US" sz="1800" dirty="0" spc="-2" kern="0">
                <a:solidFill>
                  <a:srgbClr val="6B6A66"/>
                </a:solidFill>
                <a:latin typeface="Noto Sans JP" pitchFamily="34" charset="0"/>
                <a:ea typeface="Noto Sans JP" pitchFamily="34" charset="-122"/>
                <a:cs typeface="Noto Sans JP" pitchFamily="34" charset="-120"/>
              </a:rPr>
              <a:t> [S5]</a:t>
            </a:r>
            <a:r>
              <a:rPr lang="en-US" sz="1800" dirty="0" spc="-1" kern="0">
                <a:solidFill>
                  <a:srgbClr val="6B6A66"/>
                </a:solidFill>
                <a:latin typeface="Noto Sans JP" pitchFamily="34" charset="0"/>
                <a:ea typeface="Noto Sans JP" pitchFamily="34" charset="-122"/>
                <a:cs typeface="Noto Sans JP" pitchFamily="34" charset="-120"/>
              </a:rPr>
              <a:t> [S6]</a:t>
            </a:r>
            <a:r>
              <a:rPr lang="en-US" sz="1800" dirty="0" spc="-2" kern="0">
                <a:solidFill>
                  <a:srgbClr val="6B6A66"/>
                </a:solidFill>
                <a:latin typeface="Noto Sans JP" pitchFamily="34" charset="0"/>
                <a:ea typeface="Noto Sans JP" pitchFamily="34" charset="-122"/>
                <a:cs typeface="Noto Sans JP" pitchFamily="34" charset="-120"/>
              </a:rPr>
              <a:t> [S10]</a:t>
            </a:r>
            <a:r>
              <a:rPr lang="en-US" sz="1800" dirty="0" spc="-1" kern="0">
                <a:solidFill>
                  <a:srgbClr val="6B6A66"/>
                </a:solidFill>
                <a:latin typeface="Noto Sans JP" pitchFamily="34" charset="0"/>
                <a:ea typeface="Noto Sans JP" pitchFamily="34" charset="-122"/>
                <a:cs typeface="Noto Sans JP" pitchFamily="34" charset="-120"/>
              </a:rPr>
              <a:t> [S11]</a:t>
            </a:r>
            <a:r>
              <a:rPr lang="en-US" sz="1800" dirty="0" spc="-2" kern="0">
                <a:solidFill>
                  <a:srgbClr val="6B6A66"/>
                </a:solidFill>
                <a:latin typeface="Noto Sans JP" pitchFamily="34" charset="0"/>
                <a:ea typeface="Noto Sans JP" pitchFamily="34" charset="-122"/>
                <a:cs typeface="Noto Sans JP" pitchFamily="34" charset="-120"/>
              </a:rPr>
              <a:t> [S13]</a:t>
            </a:r>
            <a:endParaRPr lang="en-US" sz="1800" dirty="0"/>
          </a:p>
        </p:txBody>
      </p:sp>
      <p:sp>
        <p:nvSpPr>
          <p:cNvPr id="18" name="Shape 15"/>
          <p:cNvSpPr/>
          <p:nvPr/>
        </p:nvSpPr>
        <p:spPr>
          <a:xfrm>
            <a:off x="960711" y="9580836"/>
            <a:ext cx="78828" cy="78828"/>
          </a:xfrm>
          <a:prstGeom prst="ellipse">
            <a:avLst/>
          </a:prstGeom>
          <a:solidFill>
            <a:srgbClr val="14161C">
              <a:alpha val="28000"/>
            </a:srgbClr>
          </a:solidFill>
          <a:ln/>
        </p:spPr>
      </p:sp>
      <p:sp>
        <p:nvSpPr>
          <p:cNvPr id="19" name="Shape 16"/>
          <p:cNvSpPr/>
          <p:nvPr/>
        </p:nvSpPr>
        <p:spPr>
          <a:xfrm>
            <a:off x="1118366" y="9580836"/>
            <a:ext cx="78828" cy="78828"/>
          </a:xfrm>
          <a:prstGeom prst="ellipse">
            <a:avLst/>
          </a:prstGeom>
          <a:solidFill>
            <a:srgbClr val="14161C">
              <a:alpha val="28000"/>
            </a:srgbClr>
          </a:solidFill>
          <a:ln/>
        </p:spPr>
      </p:sp>
      <p:sp>
        <p:nvSpPr>
          <p:cNvPr id="20" name="Shape 17"/>
          <p:cNvSpPr/>
          <p:nvPr/>
        </p:nvSpPr>
        <p:spPr>
          <a:xfrm>
            <a:off x="1276021" y="9580836"/>
            <a:ext cx="78828" cy="78828"/>
          </a:xfrm>
          <a:prstGeom prst="ellipse">
            <a:avLst/>
          </a:prstGeom>
          <a:solidFill>
            <a:srgbClr val="14161C">
              <a:alpha val="28000"/>
            </a:srgbClr>
          </a:solidFill>
          <a:ln/>
        </p:spPr>
      </p:sp>
      <p:sp>
        <p:nvSpPr>
          <p:cNvPr id="21" name="Shape 18"/>
          <p:cNvSpPr/>
          <p:nvPr/>
        </p:nvSpPr>
        <p:spPr>
          <a:xfrm>
            <a:off x="1433676" y="9580836"/>
            <a:ext cx="78828" cy="78828"/>
          </a:xfrm>
          <a:prstGeom prst="ellipse">
            <a:avLst/>
          </a:prstGeom>
          <a:solidFill>
            <a:srgbClr val="14161C">
              <a:alpha val="28000"/>
            </a:srgbClr>
          </a:solidFill>
          <a:ln/>
        </p:spPr>
      </p:sp>
      <p:sp>
        <p:nvSpPr>
          <p:cNvPr id="22" name="Shape 19"/>
          <p:cNvSpPr/>
          <p:nvPr/>
        </p:nvSpPr>
        <p:spPr>
          <a:xfrm>
            <a:off x="1591331" y="9580836"/>
            <a:ext cx="78828" cy="78828"/>
          </a:xfrm>
          <a:prstGeom prst="ellipse">
            <a:avLst/>
          </a:prstGeom>
          <a:solidFill>
            <a:srgbClr val="14161C">
              <a:alpha val="28000"/>
            </a:srgbClr>
          </a:solidFill>
          <a:ln/>
        </p:spPr>
      </p:sp>
      <p:sp>
        <p:nvSpPr>
          <p:cNvPr id="23" name="Shape 20"/>
          <p:cNvSpPr/>
          <p:nvPr/>
        </p:nvSpPr>
        <p:spPr>
          <a:xfrm>
            <a:off x="1748986" y="9580836"/>
            <a:ext cx="78828" cy="78828"/>
          </a:xfrm>
          <a:prstGeom prst="ellipse">
            <a:avLst/>
          </a:prstGeom>
          <a:solidFill>
            <a:srgbClr val="14161C">
              <a:alpha val="28000"/>
            </a:srgbClr>
          </a:solidFill>
          <a:ln/>
        </p:spPr>
      </p:sp>
      <p:sp>
        <p:nvSpPr>
          <p:cNvPr id="24" name="Shape 21"/>
          <p:cNvSpPr/>
          <p:nvPr/>
        </p:nvSpPr>
        <p:spPr>
          <a:xfrm>
            <a:off x="1906641" y="9580836"/>
            <a:ext cx="78828" cy="78828"/>
          </a:xfrm>
          <a:prstGeom prst="ellipse">
            <a:avLst/>
          </a:prstGeom>
          <a:solidFill>
            <a:srgbClr val="14161C">
              <a:alpha val="28000"/>
            </a:srgbClr>
          </a:solidFill>
          <a:ln/>
        </p:spPr>
      </p:sp>
      <p:sp>
        <p:nvSpPr>
          <p:cNvPr id="25" name="Shape 22"/>
          <p:cNvSpPr/>
          <p:nvPr/>
        </p:nvSpPr>
        <p:spPr>
          <a:xfrm>
            <a:off x="2064296" y="9580836"/>
            <a:ext cx="78828" cy="78828"/>
          </a:xfrm>
          <a:prstGeom prst="ellipse">
            <a:avLst/>
          </a:prstGeom>
          <a:solidFill>
            <a:srgbClr val="14161C">
              <a:alpha val="28000"/>
            </a:srgbClr>
          </a:solidFill>
          <a:ln/>
        </p:spPr>
      </p:sp>
      <p:sp>
        <p:nvSpPr>
          <p:cNvPr id="26" name="Shape 23"/>
          <p:cNvSpPr/>
          <p:nvPr/>
        </p:nvSpPr>
        <p:spPr>
          <a:xfrm>
            <a:off x="2221951" y="9580836"/>
            <a:ext cx="78828" cy="78828"/>
          </a:xfrm>
          <a:prstGeom prst="ellipse">
            <a:avLst/>
          </a:prstGeom>
          <a:solidFill>
            <a:srgbClr val="14161C">
              <a:alpha val="28000"/>
            </a:srgbClr>
          </a:solidFill>
          <a:ln/>
        </p:spPr>
      </p:sp>
      <p:sp>
        <p:nvSpPr>
          <p:cNvPr id="27" name="Shape 24"/>
          <p:cNvSpPr/>
          <p:nvPr/>
        </p:nvSpPr>
        <p:spPr>
          <a:xfrm>
            <a:off x="2379606" y="9580836"/>
            <a:ext cx="78828" cy="78828"/>
          </a:xfrm>
          <a:prstGeom prst="ellipse">
            <a:avLst/>
          </a:prstGeom>
          <a:solidFill>
            <a:srgbClr val="14161C">
              <a:alpha val="28000"/>
            </a:srgbClr>
          </a:solidFill>
          <a:ln/>
        </p:spPr>
      </p:sp>
      <p:sp>
        <p:nvSpPr>
          <p:cNvPr id="28" name="Shape 25"/>
          <p:cNvSpPr/>
          <p:nvPr/>
        </p:nvSpPr>
        <p:spPr>
          <a:xfrm>
            <a:off x="2537261" y="9580836"/>
            <a:ext cx="78828" cy="78828"/>
          </a:xfrm>
          <a:prstGeom prst="ellipse">
            <a:avLst/>
          </a:prstGeom>
          <a:solidFill>
            <a:srgbClr val="14161C">
              <a:alpha val="28000"/>
            </a:srgbClr>
          </a:solidFill>
          <a:ln/>
        </p:spPr>
      </p:sp>
      <p:sp>
        <p:nvSpPr>
          <p:cNvPr id="29" name="Shape 26"/>
          <p:cNvSpPr/>
          <p:nvPr/>
        </p:nvSpPr>
        <p:spPr>
          <a:xfrm>
            <a:off x="2694916" y="9580836"/>
            <a:ext cx="78828" cy="78828"/>
          </a:xfrm>
          <a:prstGeom prst="ellipse">
            <a:avLst/>
          </a:prstGeom>
          <a:solidFill>
            <a:srgbClr val="14161C">
              <a:alpha val="28000"/>
            </a:srgbClr>
          </a:solidFill>
          <a:ln/>
        </p:spPr>
      </p:sp>
      <p:sp>
        <p:nvSpPr>
          <p:cNvPr id="30" name="Shape 27"/>
          <p:cNvSpPr/>
          <p:nvPr/>
        </p:nvSpPr>
        <p:spPr>
          <a:xfrm>
            <a:off x="2852571" y="9580836"/>
            <a:ext cx="78828" cy="78828"/>
          </a:xfrm>
          <a:prstGeom prst="ellipse">
            <a:avLst/>
          </a:prstGeom>
          <a:solidFill>
            <a:srgbClr val="14161C">
              <a:alpha val="28000"/>
            </a:srgbClr>
          </a:solidFill>
          <a:ln/>
        </p:spPr>
      </p:sp>
      <p:sp>
        <p:nvSpPr>
          <p:cNvPr id="31" name="Shape 28"/>
          <p:cNvSpPr/>
          <p:nvPr/>
        </p:nvSpPr>
        <p:spPr>
          <a:xfrm>
            <a:off x="3010225" y="9580836"/>
            <a:ext cx="78828" cy="78828"/>
          </a:xfrm>
          <a:prstGeom prst="ellipse">
            <a:avLst/>
          </a:prstGeom>
          <a:solidFill>
            <a:srgbClr val="14161C">
              <a:alpha val="28000"/>
            </a:srgbClr>
          </a:solidFill>
          <a:ln/>
        </p:spPr>
      </p:sp>
      <p:sp>
        <p:nvSpPr>
          <p:cNvPr id="32" name="Shape 29"/>
          <p:cNvSpPr/>
          <p:nvPr/>
        </p:nvSpPr>
        <p:spPr>
          <a:xfrm>
            <a:off x="3167880" y="9580836"/>
            <a:ext cx="78828" cy="78828"/>
          </a:xfrm>
          <a:prstGeom prst="ellipse">
            <a:avLst/>
          </a:prstGeom>
          <a:solidFill>
            <a:srgbClr val="14161C">
              <a:alpha val="28000"/>
            </a:srgbClr>
          </a:solidFill>
          <a:ln/>
        </p:spPr>
      </p:sp>
      <p:sp>
        <p:nvSpPr>
          <p:cNvPr id="33" name="Shape 30"/>
          <p:cNvSpPr/>
          <p:nvPr/>
        </p:nvSpPr>
        <p:spPr>
          <a:xfrm>
            <a:off x="3325535" y="9580836"/>
            <a:ext cx="78828" cy="78828"/>
          </a:xfrm>
          <a:prstGeom prst="ellipse">
            <a:avLst/>
          </a:prstGeom>
          <a:solidFill>
            <a:srgbClr val="14161C">
              <a:alpha val="28000"/>
            </a:srgbClr>
          </a:solidFill>
          <a:ln/>
        </p:spPr>
      </p:sp>
      <p:sp>
        <p:nvSpPr>
          <p:cNvPr id="34" name="Shape 31"/>
          <p:cNvSpPr/>
          <p:nvPr/>
        </p:nvSpPr>
        <p:spPr>
          <a:xfrm>
            <a:off x="3483190" y="9580836"/>
            <a:ext cx="78828" cy="78828"/>
          </a:xfrm>
          <a:prstGeom prst="ellipse">
            <a:avLst/>
          </a:prstGeom>
          <a:solidFill>
            <a:srgbClr val="14161C">
              <a:alpha val="28000"/>
            </a:srgbClr>
          </a:solidFill>
          <a:ln/>
        </p:spPr>
      </p:sp>
      <p:sp>
        <p:nvSpPr>
          <p:cNvPr id="35" name="Shape 32"/>
          <p:cNvSpPr/>
          <p:nvPr/>
        </p:nvSpPr>
        <p:spPr>
          <a:xfrm>
            <a:off x="3640845" y="9580836"/>
            <a:ext cx="78828" cy="78828"/>
          </a:xfrm>
          <a:prstGeom prst="ellipse">
            <a:avLst/>
          </a:prstGeom>
          <a:solidFill>
            <a:srgbClr val="14161C">
              <a:alpha val="28000"/>
            </a:srgbClr>
          </a:solidFill>
          <a:ln/>
        </p:spPr>
      </p:sp>
      <p:sp>
        <p:nvSpPr>
          <p:cNvPr id="36" name="Shape 33"/>
          <p:cNvSpPr/>
          <p:nvPr/>
        </p:nvSpPr>
        <p:spPr>
          <a:xfrm>
            <a:off x="3798500" y="9580836"/>
            <a:ext cx="78828" cy="78828"/>
          </a:xfrm>
          <a:prstGeom prst="ellipse">
            <a:avLst/>
          </a:prstGeom>
          <a:solidFill>
            <a:srgbClr val="14161C">
              <a:alpha val="28000"/>
            </a:srgbClr>
          </a:solidFill>
          <a:ln/>
        </p:spPr>
      </p:sp>
      <p:sp>
        <p:nvSpPr>
          <p:cNvPr id="37" name="Shape 34"/>
          <p:cNvSpPr/>
          <p:nvPr/>
        </p:nvSpPr>
        <p:spPr>
          <a:xfrm>
            <a:off x="3956155" y="9580836"/>
            <a:ext cx="78828" cy="78828"/>
          </a:xfrm>
          <a:prstGeom prst="ellipse">
            <a:avLst/>
          </a:prstGeom>
          <a:solidFill>
            <a:srgbClr val="14161C">
              <a:alpha val="28000"/>
            </a:srgbClr>
          </a:solidFill>
          <a:ln/>
        </p:spPr>
      </p:sp>
      <p:sp>
        <p:nvSpPr>
          <p:cNvPr id="38" name="Shape 35"/>
          <p:cNvSpPr/>
          <p:nvPr/>
        </p:nvSpPr>
        <p:spPr>
          <a:xfrm>
            <a:off x="4113810" y="9580836"/>
            <a:ext cx="78828" cy="78828"/>
          </a:xfrm>
          <a:prstGeom prst="ellipse">
            <a:avLst/>
          </a:prstGeom>
          <a:solidFill>
            <a:srgbClr val="14161C">
              <a:alpha val="28000"/>
            </a:srgbClr>
          </a:solidFill>
          <a:ln/>
        </p:spPr>
      </p:sp>
      <p:sp>
        <p:nvSpPr>
          <p:cNvPr id="39" name="Shape 36"/>
          <p:cNvSpPr/>
          <p:nvPr/>
        </p:nvSpPr>
        <p:spPr>
          <a:xfrm>
            <a:off x="4271465" y="9580836"/>
            <a:ext cx="78828" cy="78828"/>
          </a:xfrm>
          <a:prstGeom prst="ellipse">
            <a:avLst/>
          </a:prstGeom>
          <a:solidFill>
            <a:srgbClr val="14161C">
              <a:alpha val="28000"/>
            </a:srgbClr>
          </a:solidFill>
          <a:ln/>
        </p:spPr>
      </p:sp>
      <p:sp>
        <p:nvSpPr>
          <p:cNvPr id="40" name="Shape 37"/>
          <p:cNvSpPr/>
          <p:nvPr/>
        </p:nvSpPr>
        <p:spPr>
          <a:xfrm>
            <a:off x="4429120" y="9580836"/>
            <a:ext cx="78828" cy="78828"/>
          </a:xfrm>
          <a:prstGeom prst="ellipse">
            <a:avLst/>
          </a:prstGeom>
          <a:solidFill>
            <a:srgbClr val="14161C">
              <a:alpha val="28000"/>
            </a:srgbClr>
          </a:solidFill>
          <a:ln/>
        </p:spPr>
      </p:sp>
      <p:sp>
        <p:nvSpPr>
          <p:cNvPr id="41" name="Shape 38"/>
          <p:cNvSpPr/>
          <p:nvPr/>
        </p:nvSpPr>
        <p:spPr>
          <a:xfrm>
            <a:off x="4586775" y="9580836"/>
            <a:ext cx="78828" cy="78828"/>
          </a:xfrm>
          <a:prstGeom prst="ellipse">
            <a:avLst/>
          </a:prstGeom>
          <a:solidFill>
            <a:srgbClr val="14161C">
              <a:alpha val="28000"/>
            </a:srgbClr>
          </a:solidFill>
          <a:ln/>
        </p:spPr>
      </p:sp>
      <p:sp>
        <p:nvSpPr>
          <p:cNvPr id="42" name="Shape 39"/>
          <p:cNvSpPr/>
          <p:nvPr/>
        </p:nvSpPr>
        <p:spPr>
          <a:xfrm>
            <a:off x="4744430" y="9580836"/>
            <a:ext cx="78828" cy="78828"/>
          </a:xfrm>
          <a:prstGeom prst="ellipse">
            <a:avLst/>
          </a:prstGeom>
          <a:solidFill>
            <a:srgbClr val="14161C">
              <a:alpha val="28000"/>
            </a:srgbClr>
          </a:solidFill>
          <a:ln/>
        </p:spPr>
      </p:sp>
      <p:sp>
        <p:nvSpPr>
          <p:cNvPr id="43" name="Shape 40"/>
          <p:cNvSpPr/>
          <p:nvPr/>
        </p:nvSpPr>
        <p:spPr>
          <a:xfrm>
            <a:off x="4902085" y="9580836"/>
            <a:ext cx="78828" cy="78828"/>
          </a:xfrm>
          <a:prstGeom prst="ellipse">
            <a:avLst/>
          </a:prstGeom>
          <a:solidFill>
            <a:srgbClr val="14161C">
              <a:alpha val="28000"/>
            </a:srgbClr>
          </a:solidFill>
          <a:ln/>
        </p:spPr>
      </p:sp>
      <p:sp>
        <p:nvSpPr>
          <p:cNvPr id="44" name="Shape 41"/>
          <p:cNvSpPr/>
          <p:nvPr/>
        </p:nvSpPr>
        <p:spPr>
          <a:xfrm>
            <a:off x="5059740" y="9580836"/>
            <a:ext cx="78828" cy="78828"/>
          </a:xfrm>
          <a:prstGeom prst="ellipse">
            <a:avLst/>
          </a:prstGeom>
          <a:solidFill>
            <a:srgbClr val="14161C">
              <a:alpha val="28000"/>
            </a:srgbClr>
          </a:solidFill>
          <a:ln/>
        </p:spPr>
      </p:sp>
      <p:sp>
        <p:nvSpPr>
          <p:cNvPr id="45" name="Shape 42"/>
          <p:cNvSpPr/>
          <p:nvPr/>
        </p:nvSpPr>
        <p:spPr>
          <a:xfrm>
            <a:off x="5217395" y="9580836"/>
            <a:ext cx="78828" cy="78828"/>
          </a:xfrm>
          <a:prstGeom prst="ellipse">
            <a:avLst/>
          </a:prstGeom>
          <a:solidFill>
            <a:srgbClr val="14161C">
              <a:alpha val="28000"/>
            </a:srgbClr>
          </a:solidFill>
          <a:ln/>
        </p:spPr>
      </p:sp>
      <p:sp>
        <p:nvSpPr>
          <p:cNvPr id="46" name="Shape 43"/>
          <p:cNvSpPr/>
          <p:nvPr/>
        </p:nvSpPr>
        <p:spPr>
          <a:xfrm>
            <a:off x="5375050" y="9580836"/>
            <a:ext cx="78828" cy="78828"/>
          </a:xfrm>
          <a:prstGeom prst="ellipse">
            <a:avLst/>
          </a:prstGeom>
          <a:solidFill>
            <a:srgbClr val="14161C">
              <a:alpha val="28000"/>
            </a:srgbClr>
          </a:solidFill>
          <a:ln/>
        </p:spPr>
      </p:sp>
      <p:sp>
        <p:nvSpPr>
          <p:cNvPr id="47" name="Shape 44"/>
          <p:cNvSpPr/>
          <p:nvPr/>
        </p:nvSpPr>
        <p:spPr>
          <a:xfrm>
            <a:off x="5532705" y="9580836"/>
            <a:ext cx="78828" cy="78828"/>
          </a:xfrm>
          <a:prstGeom prst="ellipse">
            <a:avLst/>
          </a:prstGeom>
          <a:solidFill>
            <a:srgbClr val="14161C">
              <a:alpha val="28000"/>
            </a:srgbClr>
          </a:solidFill>
          <a:ln/>
        </p:spPr>
      </p:sp>
      <p:sp>
        <p:nvSpPr>
          <p:cNvPr id="48" name="Shape 45"/>
          <p:cNvSpPr/>
          <p:nvPr/>
        </p:nvSpPr>
        <p:spPr>
          <a:xfrm>
            <a:off x="5690359" y="9580836"/>
            <a:ext cx="78828" cy="78828"/>
          </a:xfrm>
          <a:prstGeom prst="ellipse">
            <a:avLst/>
          </a:prstGeom>
          <a:solidFill>
            <a:srgbClr val="14161C">
              <a:alpha val="28000"/>
            </a:srgbClr>
          </a:solidFill>
          <a:ln/>
        </p:spPr>
      </p:sp>
      <p:sp>
        <p:nvSpPr>
          <p:cNvPr id="49" name="Shape 46"/>
          <p:cNvSpPr/>
          <p:nvPr/>
        </p:nvSpPr>
        <p:spPr>
          <a:xfrm>
            <a:off x="5848014" y="9580836"/>
            <a:ext cx="78828" cy="78828"/>
          </a:xfrm>
          <a:prstGeom prst="ellipse">
            <a:avLst/>
          </a:prstGeom>
          <a:solidFill>
            <a:srgbClr val="14161C">
              <a:alpha val="28000"/>
            </a:srgbClr>
          </a:solidFill>
          <a:ln/>
        </p:spPr>
      </p:sp>
      <p:sp>
        <p:nvSpPr>
          <p:cNvPr id="50" name="Shape 47"/>
          <p:cNvSpPr/>
          <p:nvPr/>
        </p:nvSpPr>
        <p:spPr>
          <a:xfrm>
            <a:off x="6005669" y="9580836"/>
            <a:ext cx="78828" cy="78828"/>
          </a:xfrm>
          <a:prstGeom prst="ellipse">
            <a:avLst/>
          </a:prstGeom>
          <a:solidFill>
            <a:srgbClr val="14161C">
              <a:alpha val="28000"/>
            </a:srgbClr>
          </a:solidFill>
          <a:ln/>
        </p:spPr>
      </p:sp>
      <p:sp>
        <p:nvSpPr>
          <p:cNvPr id="51" name="Shape 48"/>
          <p:cNvSpPr/>
          <p:nvPr/>
        </p:nvSpPr>
        <p:spPr>
          <a:xfrm>
            <a:off x="6163324" y="9580836"/>
            <a:ext cx="78828" cy="78828"/>
          </a:xfrm>
          <a:prstGeom prst="ellipse">
            <a:avLst/>
          </a:prstGeom>
          <a:solidFill>
            <a:srgbClr val="14161C">
              <a:alpha val="28000"/>
            </a:srgbClr>
          </a:solidFill>
          <a:ln/>
        </p:spPr>
      </p:sp>
      <p:sp>
        <p:nvSpPr>
          <p:cNvPr id="52" name="Shape 49"/>
          <p:cNvSpPr/>
          <p:nvPr/>
        </p:nvSpPr>
        <p:spPr>
          <a:xfrm>
            <a:off x="6320979" y="9580836"/>
            <a:ext cx="78828" cy="78828"/>
          </a:xfrm>
          <a:prstGeom prst="ellipse">
            <a:avLst/>
          </a:prstGeom>
          <a:solidFill>
            <a:srgbClr val="14161C">
              <a:alpha val="28000"/>
            </a:srgbClr>
          </a:solidFill>
          <a:ln/>
        </p:spPr>
      </p:sp>
      <p:sp>
        <p:nvSpPr>
          <p:cNvPr id="53" name="Shape 50"/>
          <p:cNvSpPr/>
          <p:nvPr/>
        </p:nvSpPr>
        <p:spPr>
          <a:xfrm>
            <a:off x="6478634" y="9580836"/>
            <a:ext cx="78828" cy="78828"/>
          </a:xfrm>
          <a:prstGeom prst="ellipse">
            <a:avLst/>
          </a:prstGeom>
          <a:solidFill>
            <a:srgbClr val="14161C">
              <a:alpha val="28000"/>
            </a:srgbClr>
          </a:solidFill>
          <a:ln/>
        </p:spPr>
      </p:sp>
      <p:sp>
        <p:nvSpPr>
          <p:cNvPr id="54" name="Shape 51"/>
          <p:cNvSpPr/>
          <p:nvPr/>
        </p:nvSpPr>
        <p:spPr>
          <a:xfrm>
            <a:off x="6636289" y="9580836"/>
            <a:ext cx="78828" cy="78828"/>
          </a:xfrm>
          <a:prstGeom prst="ellipse">
            <a:avLst/>
          </a:prstGeom>
          <a:solidFill>
            <a:srgbClr val="14161C">
              <a:alpha val="28000"/>
            </a:srgbClr>
          </a:solidFill>
          <a:ln/>
        </p:spPr>
      </p:sp>
      <p:sp>
        <p:nvSpPr>
          <p:cNvPr id="55" name="Shape 52"/>
          <p:cNvSpPr/>
          <p:nvPr/>
        </p:nvSpPr>
        <p:spPr>
          <a:xfrm>
            <a:off x="6793944" y="9580836"/>
            <a:ext cx="78828" cy="78828"/>
          </a:xfrm>
          <a:prstGeom prst="ellipse">
            <a:avLst/>
          </a:prstGeom>
          <a:solidFill>
            <a:srgbClr val="14161C">
              <a:alpha val="28000"/>
            </a:srgbClr>
          </a:solidFill>
          <a:ln/>
        </p:spPr>
      </p:sp>
      <p:sp>
        <p:nvSpPr>
          <p:cNvPr id="56" name="Shape 53"/>
          <p:cNvSpPr/>
          <p:nvPr/>
        </p:nvSpPr>
        <p:spPr>
          <a:xfrm>
            <a:off x="6951599" y="9580836"/>
            <a:ext cx="78828" cy="78828"/>
          </a:xfrm>
          <a:prstGeom prst="ellipse">
            <a:avLst/>
          </a:prstGeom>
          <a:solidFill>
            <a:srgbClr val="14161C">
              <a:alpha val="28000"/>
            </a:srgbClr>
          </a:solidFill>
          <a:ln/>
        </p:spPr>
      </p:sp>
      <p:sp>
        <p:nvSpPr>
          <p:cNvPr id="57" name="Shape 54"/>
          <p:cNvSpPr/>
          <p:nvPr/>
        </p:nvSpPr>
        <p:spPr>
          <a:xfrm>
            <a:off x="7109254" y="9580836"/>
            <a:ext cx="78828" cy="78828"/>
          </a:xfrm>
          <a:prstGeom prst="ellipse">
            <a:avLst/>
          </a:prstGeom>
          <a:solidFill>
            <a:srgbClr val="14161C">
              <a:alpha val="28000"/>
            </a:srgbClr>
          </a:solidFill>
          <a:ln/>
        </p:spPr>
      </p:sp>
      <p:sp>
        <p:nvSpPr>
          <p:cNvPr id="58" name="Shape 55"/>
          <p:cNvSpPr/>
          <p:nvPr/>
        </p:nvSpPr>
        <p:spPr>
          <a:xfrm>
            <a:off x="7266909" y="9580836"/>
            <a:ext cx="78828" cy="78828"/>
          </a:xfrm>
          <a:prstGeom prst="ellipse">
            <a:avLst/>
          </a:prstGeom>
          <a:solidFill>
            <a:srgbClr val="14161C">
              <a:alpha val="28000"/>
            </a:srgbClr>
          </a:solidFill>
          <a:ln/>
        </p:spPr>
      </p:sp>
      <p:sp>
        <p:nvSpPr>
          <p:cNvPr id="59" name="Shape 56"/>
          <p:cNvSpPr/>
          <p:nvPr/>
        </p:nvSpPr>
        <p:spPr>
          <a:xfrm>
            <a:off x="7411426" y="9567698"/>
            <a:ext cx="105103" cy="105103"/>
          </a:xfrm>
          <a:prstGeom prst="ellipse">
            <a:avLst/>
          </a:prstGeom>
          <a:solidFill>
            <a:srgbClr val="E8472B"/>
          </a:solidFill>
          <a:ln/>
        </p:spPr>
      </p:sp>
      <p:sp>
        <p:nvSpPr>
          <p:cNvPr id="60" name="Shape 57"/>
          <p:cNvSpPr/>
          <p:nvPr/>
        </p:nvSpPr>
        <p:spPr>
          <a:xfrm>
            <a:off x="7582219" y="9580836"/>
            <a:ext cx="78828" cy="78828"/>
          </a:xfrm>
          <a:prstGeom prst="ellipse">
            <a:avLst/>
          </a:prstGeom>
          <a:solidFill>
            <a:srgbClr val="14161C">
              <a:alpha val="28000"/>
            </a:srgbClr>
          </a:solidFill>
          <a:ln/>
        </p:spPr>
      </p:sp>
      <p:sp>
        <p:nvSpPr>
          <p:cNvPr id="61" name="Shape 58"/>
          <p:cNvSpPr/>
          <p:nvPr/>
        </p:nvSpPr>
        <p:spPr>
          <a:xfrm>
            <a:off x="7739874" y="9580836"/>
            <a:ext cx="78828" cy="78828"/>
          </a:xfrm>
          <a:prstGeom prst="ellipse">
            <a:avLst/>
          </a:prstGeom>
          <a:solidFill>
            <a:srgbClr val="14161C">
              <a:alpha val="28000"/>
            </a:srgbClr>
          </a:solidFill>
          <a:ln/>
        </p:spPr>
      </p:sp>
      <p:sp>
        <p:nvSpPr>
          <p:cNvPr id="62" name="Shape 59"/>
          <p:cNvSpPr/>
          <p:nvPr/>
        </p:nvSpPr>
        <p:spPr>
          <a:xfrm>
            <a:off x="7897529" y="9580836"/>
            <a:ext cx="78828" cy="78828"/>
          </a:xfrm>
          <a:prstGeom prst="ellipse">
            <a:avLst/>
          </a:prstGeom>
          <a:solidFill>
            <a:srgbClr val="14161C">
              <a:alpha val="28000"/>
            </a:srgbClr>
          </a:solidFill>
          <a:ln/>
        </p:spPr>
      </p:sp>
      <p:sp>
        <p:nvSpPr>
          <p:cNvPr id="63" name="Shape 60"/>
          <p:cNvSpPr/>
          <p:nvPr/>
        </p:nvSpPr>
        <p:spPr>
          <a:xfrm>
            <a:off x="8055184" y="9580836"/>
            <a:ext cx="78828" cy="78828"/>
          </a:xfrm>
          <a:prstGeom prst="ellipse">
            <a:avLst/>
          </a:prstGeom>
          <a:solidFill>
            <a:srgbClr val="14161C">
              <a:alpha val="28000"/>
            </a:srgbClr>
          </a:solidFill>
          <a:ln/>
        </p:spPr>
      </p:sp>
      <p:sp>
        <p:nvSpPr>
          <p:cNvPr id="64" name="Shape 61"/>
          <p:cNvSpPr/>
          <p:nvPr/>
        </p:nvSpPr>
        <p:spPr>
          <a:xfrm>
            <a:off x="8212839" y="9580836"/>
            <a:ext cx="78828" cy="78828"/>
          </a:xfrm>
          <a:prstGeom prst="ellipse">
            <a:avLst/>
          </a:prstGeom>
          <a:solidFill>
            <a:srgbClr val="14161C">
              <a:alpha val="28000"/>
            </a:srgbClr>
          </a:solidFill>
          <a:ln/>
        </p:spPr>
      </p:sp>
      <p:sp>
        <p:nvSpPr>
          <p:cNvPr id="65" name="Shape 62"/>
          <p:cNvSpPr/>
          <p:nvPr/>
        </p:nvSpPr>
        <p:spPr>
          <a:xfrm>
            <a:off x="8370494" y="9580836"/>
            <a:ext cx="78828" cy="78828"/>
          </a:xfrm>
          <a:prstGeom prst="ellipse">
            <a:avLst/>
          </a:prstGeom>
          <a:solidFill>
            <a:srgbClr val="14161C">
              <a:alpha val="28000"/>
            </a:srgbClr>
          </a:solidFill>
          <a:ln/>
        </p:spPr>
      </p:sp>
      <p:sp>
        <p:nvSpPr>
          <p:cNvPr id="66" name="Shape 63"/>
          <p:cNvSpPr/>
          <p:nvPr/>
        </p:nvSpPr>
        <p:spPr>
          <a:xfrm>
            <a:off x="8528148" y="9580836"/>
            <a:ext cx="78828" cy="78828"/>
          </a:xfrm>
          <a:prstGeom prst="ellipse">
            <a:avLst/>
          </a:prstGeom>
          <a:solidFill>
            <a:srgbClr val="14161C">
              <a:alpha val="28000"/>
            </a:srgbClr>
          </a:solidFill>
          <a:ln/>
        </p:spPr>
      </p:sp>
      <p:sp>
        <p:nvSpPr>
          <p:cNvPr id="67" name="Shape 64"/>
          <p:cNvSpPr/>
          <p:nvPr/>
        </p:nvSpPr>
        <p:spPr>
          <a:xfrm>
            <a:off x="8685803" y="9580836"/>
            <a:ext cx="78828" cy="78828"/>
          </a:xfrm>
          <a:prstGeom prst="ellipse">
            <a:avLst/>
          </a:prstGeom>
          <a:solidFill>
            <a:srgbClr val="14161C">
              <a:alpha val="28000"/>
            </a:srgbClr>
          </a:solidFill>
          <a:ln/>
        </p:spPr>
      </p:sp>
      <p:sp>
        <p:nvSpPr>
          <p:cNvPr id="68" name="Shape 65"/>
          <p:cNvSpPr/>
          <p:nvPr/>
        </p:nvSpPr>
        <p:spPr>
          <a:xfrm>
            <a:off x="8843458" y="9580836"/>
            <a:ext cx="78828" cy="78828"/>
          </a:xfrm>
          <a:prstGeom prst="ellipse">
            <a:avLst/>
          </a:prstGeom>
          <a:solidFill>
            <a:srgbClr val="14161C">
              <a:alpha val="28000"/>
            </a:srgbClr>
          </a:solidFill>
          <a:ln/>
        </p:spPr>
      </p:sp>
      <p:sp>
        <p:nvSpPr>
          <p:cNvPr id="69" name="Shape 66"/>
          <p:cNvSpPr/>
          <p:nvPr/>
        </p:nvSpPr>
        <p:spPr>
          <a:xfrm>
            <a:off x="9001113" y="9580836"/>
            <a:ext cx="78828" cy="78828"/>
          </a:xfrm>
          <a:prstGeom prst="ellipse">
            <a:avLst/>
          </a:prstGeom>
          <a:solidFill>
            <a:srgbClr val="14161C">
              <a:alpha val="28000"/>
            </a:srgbClr>
          </a:solidFill>
          <a:ln/>
        </p:spPr>
      </p:sp>
      <p:sp>
        <p:nvSpPr>
          <p:cNvPr id="70" name="Shape 67"/>
          <p:cNvSpPr/>
          <p:nvPr/>
        </p:nvSpPr>
        <p:spPr>
          <a:xfrm>
            <a:off x="9158768" y="9580836"/>
            <a:ext cx="78828" cy="78828"/>
          </a:xfrm>
          <a:prstGeom prst="ellipse">
            <a:avLst/>
          </a:prstGeom>
          <a:solidFill>
            <a:srgbClr val="14161C">
              <a:alpha val="28000"/>
            </a:srgbClr>
          </a:solidFill>
          <a:ln/>
        </p:spPr>
      </p:sp>
      <p:sp>
        <p:nvSpPr>
          <p:cNvPr id="71" name="Shape 68"/>
          <p:cNvSpPr/>
          <p:nvPr/>
        </p:nvSpPr>
        <p:spPr>
          <a:xfrm>
            <a:off x="9316423" y="9580836"/>
            <a:ext cx="78828" cy="78828"/>
          </a:xfrm>
          <a:prstGeom prst="ellipse">
            <a:avLst/>
          </a:prstGeom>
          <a:solidFill>
            <a:srgbClr val="14161C">
              <a:alpha val="28000"/>
            </a:srgbClr>
          </a:solidFill>
          <a:ln/>
        </p:spPr>
      </p:sp>
      <p:sp>
        <p:nvSpPr>
          <p:cNvPr id="72" name="Shape 69"/>
          <p:cNvSpPr/>
          <p:nvPr/>
        </p:nvSpPr>
        <p:spPr>
          <a:xfrm>
            <a:off x="9474078" y="9580836"/>
            <a:ext cx="78828" cy="78828"/>
          </a:xfrm>
          <a:prstGeom prst="ellipse">
            <a:avLst/>
          </a:prstGeom>
          <a:solidFill>
            <a:srgbClr val="14161C">
              <a:alpha val="28000"/>
            </a:srgbClr>
          </a:solidFill>
          <a:ln/>
        </p:spPr>
      </p:sp>
      <p:sp>
        <p:nvSpPr>
          <p:cNvPr id="73" name="Shape 70"/>
          <p:cNvSpPr/>
          <p:nvPr/>
        </p:nvSpPr>
        <p:spPr>
          <a:xfrm>
            <a:off x="9631733" y="9580836"/>
            <a:ext cx="78828" cy="78828"/>
          </a:xfrm>
          <a:prstGeom prst="ellipse">
            <a:avLst/>
          </a:prstGeom>
          <a:solidFill>
            <a:srgbClr val="14161C">
              <a:alpha val="28000"/>
            </a:srgbClr>
          </a:solidFill>
          <a:ln/>
        </p:spPr>
      </p:sp>
      <p:sp>
        <p:nvSpPr>
          <p:cNvPr id="74" name="Shape 71"/>
          <p:cNvSpPr/>
          <p:nvPr/>
        </p:nvSpPr>
        <p:spPr>
          <a:xfrm>
            <a:off x="9789388" y="9580836"/>
            <a:ext cx="78828" cy="78828"/>
          </a:xfrm>
          <a:prstGeom prst="ellipse">
            <a:avLst/>
          </a:prstGeom>
          <a:solidFill>
            <a:srgbClr val="14161C">
              <a:alpha val="28000"/>
            </a:srgbClr>
          </a:solidFill>
          <a:ln/>
        </p:spPr>
      </p:sp>
      <p:sp>
        <p:nvSpPr>
          <p:cNvPr id="75" name="Shape 72"/>
          <p:cNvSpPr/>
          <p:nvPr/>
        </p:nvSpPr>
        <p:spPr>
          <a:xfrm>
            <a:off x="9947043" y="9580836"/>
            <a:ext cx="78828" cy="78828"/>
          </a:xfrm>
          <a:prstGeom prst="ellipse">
            <a:avLst/>
          </a:prstGeom>
          <a:solidFill>
            <a:srgbClr val="14161C">
              <a:alpha val="28000"/>
            </a:srgbClr>
          </a:solidFill>
          <a:ln/>
        </p:spPr>
      </p:sp>
      <p:sp>
        <p:nvSpPr>
          <p:cNvPr id="76"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42/58</a:t>
            </a:r>
            <a:endParaRPr lang="en-US" sz="1800" dirty="0"/>
          </a:p>
        </p:txBody>
      </p:sp>
      <p:sp>
        <p:nvSpPr>
          <p:cNvPr id="77"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8" name="Moda image moda-export-watermark-3c2c8e14-9d26-494c-8539-9630d23c1275"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F3EEE3"/>
                </a:solidFill>
                <a:latin typeface="Noto Sans JP ExtraBold" pitchFamily="34" charset="0"/>
                <a:ea typeface="Noto Sans JP ExtraBold" pitchFamily="34" charset="-122"/>
                <a:cs typeface="Noto Sans JP ExtraBold" pitchFamily="34" charset="-120"/>
              </a:rPr>
              <a:t>主な 6つの 目印、 出典、 条件</a:t>
            </a:r>
            <a:endParaRPr lang="en-US" sz="5700" dirty="0"/>
          </a:p>
        </p:txBody>
      </p:sp>
      <p:sp>
        <p:nvSpPr>
          <p:cNvPr id="3" name="Shape 1"/>
          <p:cNvSpPr/>
          <p:nvPr/>
        </p:nvSpPr>
        <p:spPr>
          <a:xfrm>
            <a:off x="914400" y="2762250"/>
            <a:ext cx="16459200" cy="904875"/>
          </a:xfrm>
          <a:prstGeom prst="roundRect">
            <a:avLst>
              <a:gd name="adj" fmla="val 21053"/>
            </a:avLst>
          </a:prstGeom>
          <a:solidFill>
            <a:srgbClr val="1E212B"/>
          </a:solidFill>
          <a:ln w="19050">
            <a:solidFill>
              <a:srgbClr val="2C3040"/>
            </a:solidFill>
            <a:prstDash val="solid"/>
          </a:ln>
        </p:spPr>
      </p:sp>
      <p:sp>
        <p:nvSpPr>
          <p:cNvPr id="4" name="Shape 2"/>
          <p:cNvSpPr/>
          <p:nvPr/>
        </p:nvSpPr>
        <p:spPr>
          <a:xfrm>
            <a:off x="914400" y="2762250"/>
            <a:ext cx="133350" cy="904875"/>
          </a:xfrm>
          <a:prstGeom prst="roundRect">
            <a:avLst>
              <a:gd name="adj" fmla="val 50000"/>
            </a:avLst>
          </a:prstGeom>
          <a:solidFill>
            <a:srgbClr val="3DD6A0"/>
          </a:solidFill>
          <a:ln/>
        </p:spPr>
      </p:sp>
      <p:sp>
        <p:nvSpPr>
          <p:cNvPr id="5" name="Text 3"/>
          <p:cNvSpPr/>
          <p:nvPr/>
        </p:nvSpPr>
        <p:spPr>
          <a:xfrm>
            <a:off x="1295400" y="2762250"/>
            <a:ext cx="5905500" cy="904875"/>
          </a:xfrm>
          <a:prstGeom prst="rect">
            <a:avLst/>
          </a:prstGeom>
          <a:noFill/>
          <a:ln/>
        </p:spPr>
        <p:txBody>
          <a:bodyPr wrap="square" lIns="0" tIns="37976" rIns="0" bIns="-37976" rtlCol="0" anchor="ctr"/>
          <a:lstStyle/>
          <a:p>
            <a:pPr algn="l" indent="0" marL="0">
              <a:lnSpc>
                <a:spcPts val="3450"/>
              </a:lnSpc>
              <a:buNone/>
            </a:pPr>
            <a:r>
              <a:rPr lang="en-US" sz="3000" dirty="0" kern="0">
                <a:solidFill>
                  <a:srgbClr val="3DD6A0"/>
                </a:solidFill>
                <a:latin typeface="Noto Sans JP ExtraBold" pitchFamily="34" charset="0"/>
                <a:ea typeface="Noto Sans JP ExtraBold" pitchFamily="34" charset="-122"/>
                <a:cs typeface="Noto Sans JP ExtraBold" pitchFamily="34" charset="-120"/>
              </a:rPr>
              <a:t>凍結</a:t>
            </a:r>
            <a:endParaRPr lang="en-US" sz="3000" dirty="0"/>
          </a:p>
        </p:txBody>
      </p:sp>
      <p:sp>
        <p:nvSpPr>
          <p:cNvPr id="6" name="Text 4"/>
          <p:cNvSpPr/>
          <p:nvPr/>
        </p:nvSpPr>
        <p:spPr>
          <a:xfrm>
            <a:off x="7581900" y="2762250"/>
            <a:ext cx="9525000" cy="904875"/>
          </a:xfrm>
          <a:prstGeom prst="rect">
            <a:avLst/>
          </a:prstGeom>
          <a:noFill/>
          <a:ln/>
        </p:spPr>
        <p:txBody>
          <a:bodyPr wrap="square" lIns="0" tIns="0" rIns="0" bIns="0" rtlCol="0" anchor="ctr"/>
          <a:lstStyle/>
          <a:p>
            <a:pPr algn="l" indent="0" marL="0">
              <a:buNone/>
            </a:pPr>
            <a:r>
              <a:rPr lang="en-US" sz="2700" dirty="0" spc="-2" kern="0">
                <a:solidFill>
                  <a:srgbClr val="F3EEE3"/>
                </a:solidFill>
                <a:latin typeface="Noto Sans JP" pitchFamily="34" charset="0"/>
                <a:ea typeface="Noto Sans JP" pitchFamily="34" charset="-122"/>
                <a:cs typeface="Noto Sans JP" pitchFamily="34" charset="-120"/>
              </a:rPr>
              <a:t>-11.5°C（Cefic）/</a:t>
            </a:r>
            <a:r>
              <a:rPr lang="en-US" sz="2700" dirty="0" spc="0" kern="0">
                <a:solidFill>
                  <a:srgbClr val="F3EEE3"/>
                </a:solidFill>
                <a:latin typeface="Noto Sans JP" pitchFamily="34" charset="0"/>
                <a:ea typeface="Noto Sans JP" pitchFamily="34" charset="-122"/>
                <a:cs typeface="Noto Sans JP" pitchFamily="34" charset="-120"/>
              </a:rPr>
              <a:t> -11〜-15°C（OCI）[S6]</a:t>
            </a:r>
            <a:endParaRPr lang="en-US" sz="2700" dirty="0"/>
          </a:p>
        </p:txBody>
      </p:sp>
      <p:sp>
        <p:nvSpPr>
          <p:cNvPr id="7" name="Shape 5"/>
          <p:cNvSpPr/>
          <p:nvPr/>
        </p:nvSpPr>
        <p:spPr>
          <a:xfrm>
            <a:off x="914400" y="3800475"/>
            <a:ext cx="16459200" cy="904875"/>
          </a:xfrm>
          <a:prstGeom prst="roundRect">
            <a:avLst>
              <a:gd name="adj" fmla="val 21053"/>
            </a:avLst>
          </a:prstGeom>
          <a:solidFill>
            <a:srgbClr val="1E212B"/>
          </a:solidFill>
          <a:ln w="19050">
            <a:solidFill>
              <a:srgbClr val="2C3040"/>
            </a:solidFill>
            <a:prstDash val="solid"/>
          </a:ln>
        </p:spPr>
      </p:sp>
      <p:sp>
        <p:nvSpPr>
          <p:cNvPr id="8" name="Shape 6"/>
          <p:cNvSpPr/>
          <p:nvPr/>
        </p:nvSpPr>
        <p:spPr>
          <a:xfrm>
            <a:off x="914400" y="3800475"/>
            <a:ext cx="133350" cy="904875"/>
          </a:xfrm>
          <a:prstGeom prst="roundRect">
            <a:avLst>
              <a:gd name="adj" fmla="val 50000"/>
            </a:avLst>
          </a:prstGeom>
          <a:solidFill>
            <a:srgbClr val="FF6A4D"/>
          </a:solidFill>
          <a:ln/>
        </p:spPr>
      </p:sp>
      <p:sp>
        <p:nvSpPr>
          <p:cNvPr id="9" name="Text 7"/>
          <p:cNvSpPr/>
          <p:nvPr/>
        </p:nvSpPr>
        <p:spPr>
          <a:xfrm>
            <a:off x="1295400" y="3800475"/>
            <a:ext cx="5905500" cy="904875"/>
          </a:xfrm>
          <a:prstGeom prst="rect">
            <a:avLst/>
          </a:prstGeom>
          <a:noFill/>
          <a:ln/>
        </p:spPr>
        <p:txBody>
          <a:bodyPr wrap="square" lIns="0" tIns="37976" rIns="0" bIns="-37976" rtlCol="0" anchor="ctr"/>
          <a:lstStyle/>
          <a:p>
            <a:pPr algn="l" indent="0" marL="0">
              <a:lnSpc>
                <a:spcPts val="3450"/>
              </a:lnSpc>
              <a:buNone/>
            </a:pPr>
            <a:r>
              <a:rPr lang="en-US" sz="3000" dirty="0" spc="0" kern="0">
                <a:solidFill>
                  <a:srgbClr val="FF6A4D"/>
                </a:solidFill>
                <a:latin typeface="Noto Sans JP ExtraBold" pitchFamily="34" charset="0"/>
                <a:ea typeface="Noto Sans JP ExtraBold" pitchFamily="34" charset="-122"/>
                <a:cs typeface="Noto Sans JP ExtraBold" pitchFamily="34" charset="-120"/>
              </a:rPr>
              <a:t>尿素の</a:t>
            </a:r>
            <a:r>
              <a:rPr lang="en-US" sz="3000" dirty="0" spc="-1" kern="0">
                <a:solidFill>
                  <a:srgbClr val="FF6A4D"/>
                </a:solidFill>
                <a:latin typeface="Noto Sans JP ExtraBold" pitchFamily="34" charset="0"/>
                <a:ea typeface="Noto Sans JP ExtraBold" pitchFamily="34" charset="-122"/>
                <a:cs typeface="Noto Sans JP ExtraBold" pitchFamily="34" charset="-120"/>
              </a:rPr>
              <a:t> 溶融</a:t>
            </a:r>
            <a:endParaRPr lang="en-US" sz="3000" dirty="0"/>
          </a:p>
        </p:txBody>
      </p:sp>
      <p:sp>
        <p:nvSpPr>
          <p:cNvPr id="10" name="Text 8"/>
          <p:cNvSpPr/>
          <p:nvPr/>
        </p:nvSpPr>
        <p:spPr>
          <a:xfrm>
            <a:off x="7581900" y="3800475"/>
            <a:ext cx="9525000" cy="904875"/>
          </a:xfrm>
          <a:prstGeom prst="rect">
            <a:avLst/>
          </a:prstGeom>
          <a:noFill/>
          <a:ln/>
        </p:spPr>
        <p:txBody>
          <a:bodyPr wrap="square" lIns="0" tIns="0" rIns="0" bIns="0" rtlCol="0" anchor="ctr"/>
          <a:lstStyle/>
          <a:p>
            <a:pPr algn="l" indent="0" marL="0">
              <a:buNone/>
            </a:pPr>
            <a:r>
              <a:rPr lang="en-US" sz="2700" dirty="0" spc="-9" kern="0">
                <a:solidFill>
                  <a:srgbClr val="F3EEE3"/>
                </a:solidFill>
                <a:latin typeface="Noto Sans JP" pitchFamily="34" charset="0"/>
                <a:ea typeface="Noto Sans JP" pitchFamily="34" charset="-122"/>
                <a:cs typeface="Noto Sans JP" pitchFamily="34" charset="-120"/>
              </a:rPr>
              <a:t>132°C（TG）/</a:t>
            </a:r>
            <a:r>
              <a:rPr lang="en-US" sz="2700" dirty="0" spc="-1" kern="0">
                <a:solidFill>
                  <a:srgbClr val="F3EEE3"/>
                </a:solidFill>
                <a:latin typeface="Noto Sans JP" pitchFamily="34" charset="0"/>
                <a:ea typeface="Noto Sans JP" pitchFamily="34" charset="-122"/>
                <a:cs typeface="Noto Sans JP" pitchFamily="34" charset="-120"/>
              </a:rPr>
              <a:t> 133°C（DSC）[S3][S5]</a:t>
            </a:r>
            <a:endParaRPr lang="en-US" sz="2700" dirty="0"/>
          </a:p>
        </p:txBody>
      </p:sp>
      <p:sp>
        <p:nvSpPr>
          <p:cNvPr id="11" name="Shape 9"/>
          <p:cNvSpPr/>
          <p:nvPr/>
        </p:nvSpPr>
        <p:spPr>
          <a:xfrm>
            <a:off x="914400" y="4838700"/>
            <a:ext cx="16459200" cy="904875"/>
          </a:xfrm>
          <a:prstGeom prst="roundRect">
            <a:avLst>
              <a:gd name="adj" fmla="val 21053"/>
            </a:avLst>
          </a:prstGeom>
          <a:solidFill>
            <a:srgbClr val="1E212B"/>
          </a:solidFill>
          <a:ln w="19050">
            <a:solidFill>
              <a:srgbClr val="2C3040"/>
            </a:solidFill>
            <a:prstDash val="solid"/>
          </a:ln>
        </p:spPr>
      </p:sp>
      <p:sp>
        <p:nvSpPr>
          <p:cNvPr id="12" name="Shape 10"/>
          <p:cNvSpPr/>
          <p:nvPr/>
        </p:nvSpPr>
        <p:spPr>
          <a:xfrm>
            <a:off x="914400" y="4838700"/>
            <a:ext cx="133350" cy="904875"/>
          </a:xfrm>
          <a:prstGeom prst="roundRect">
            <a:avLst>
              <a:gd name="adj" fmla="val 50000"/>
            </a:avLst>
          </a:prstGeom>
          <a:solidFill>
            <a:srgbClr val="7C93FF"/>
          </a:solidFill>
          <a:ln/>
        </p:spPr>
      </p:sp>
      <p:sp>
        <p:nvSpPr>
          <p:cNvPr id="13" name="Text 11"/>
          <p:cNvSpPr/>
          <p:nvPr/>
        </p:nvSpPr>
        <p:spPr>
          <a:xfrm>
            <a:off x="1295400" y="4838700"/>
            <a:ext cx="5905500" cy="904875"/>
          </a:xfrm>
          <a:prstGeom prst="rect">
            <a:avLst/>
          </a:prstGeom>
          <a:noFill/>
          <a:ln/>
        </p:spPr>
        <p:txBody>
          <a:bodyPr wrap="square" lIns="0" tIns="37976" rIns="0" bIns="-37976" rtlCol="0" anchor="ctr"/>
          <a:lstStyle/>
          <a:p>
            <a:pPr algn="l" indent="0" marL="0">
              <a:lnSpc>
                <a:spcPts val="3450"/>
              </a:lnSpc>
              <a:buNone/>
            </a:pPr>
            <a:r>
              <a:rPr lang="en-US" sz="3000" dirty="0" spc="0" kern="0">
                <a:solidFill>
                  <a:srgbClr val="7C93FF"/>
                </a:solidFill>
                <a:latin typeface="Noto Sans JP ExtraBold" pitchFamily="34" charset="0"/>
                <a:ea typeface="Noto Sans JP ExtraBold" pitchFamily="34" charset="-122"/>
                <a:cs typeface="Noto Sans JP ExtraBold" pitchFamily="34" charset="-120"/>
              </a:rPr>
              <a:t>ビウレットの</a:t>
            </a:r>
            <a:r>
              <a:rPr lang="en-US" sz="3000" dirty="0" spc="-1" kern="0">
                <a:solidFill>
                  <a:srgbClr val="7C93FF"/>
                </a:solidFill>
                <a:latin typeface="Noto Sans JP ExtraBold" pitchFamily="34" charset="0"/>
                <a:ea typeface="Noto Sans JP ExtraBold" pitchFamily="34" charset="-122"/>
                <a:cs typeface="Noto Sans JP ExtraBold" pitchFamily="34" charset="-120"/>
              </a:rPr>
              <a:t> 溶融・固化</a:t>
            </a:r>
            <a:endParaRPr lang="en-US" sz="3000" dirty="0"/>
          </a:p>
        </p:txBody>
      </p:sp>
      <p:sp>
        <p:nvSpPr>
          <p:cNvPr id="14" name="Text 12"/>
          <p:cNvSpPr/>
          <p:nvPr/>
        </p:nvSpPr>
        <p:spPr>
          <a:xfrm>
            <a:off x="7581900" y="4838700"/>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Noto Sans JP" pitchFamily="34" charset="0"/>
                <a:ea typeface="Noto Sans JP" pitchFamily="34" charset="-122"/>
                <a:cs typeface="Noto Sans JP" pitchFamily="34" charset="-120"/>
              </a:rPr>
              <a:t>192.5°C、193〜230°C（共晶）[S3]</a:t>
            </a:r>
            <a:endParaRPr lang="en-US" sz="2700" dirty="0"/>
          </a:p>
        </p:txBody>
      </p:sp>
      <p:sp>
        <p:nvSpPr>
          <p:cNvPr id="15" name="Shape 13"/>
          <p:cNvSpPr/>
          <p:nvPr/>
        </p:nvSpPr>
        <p:spPr>
          <a:xfrm>
            <a:off x="914400" y="5876925"/>
            <a:ext cx="16459200" cy="904875"/>
          </a:xfrm>
          <a:prstGeom prst="roundRect">
            <a:avLst>
              <a:gd name="adj" fmla="val 21053"/>
            </a:avLst>
          </a:prstGeom>
          <a:solidFill>
            <a:srgbClr val="1E212B"/>
          </a:solidFill>
          <a:ln w="19050">
            <a:solidFill>
              <a:srgbClr val="2C3040"/>
            </a:solidFill>
            <a:prstDash val="solid"/>
          </a:ln>
        </p:spPr>
      </p:sp>
      <p:sp>
        <p:nvSpPr>
          <p:cNvPr id="16" name="Shape 14"/>
          <p:cNvSpPr/>
          <p:nvPr/>
        </p:nvSpPr>
        <p:spPr>
          <a:xfrm>
            <a:off x="914400" y="5876925"/>
            <a:ext cx="133350" cy="904875"/>
          </a:xfrm>
          <a:prstGeom prst="roundRect">
            <a:avLst>
              <a:gd name="adj" fmla="val 50000"/>
            </a:avLst>
          </a:prstGeom>
          <a:solidFill>
            <a:srgbClr val="FFB454"/>
          </a:solidFill>
          <a:ln/>
        </p:spPr>
      </p:sp>
      <p:sp>
        <p:nvSpPr>
          <p:cNvPr id="17" name="Text 15"/>
          <p:cNvSpPr/>
          <p:nvPr/>
        </p:nvSpPr>
        <p:spPr>
          <a:xfrm>
            <a:off x="1295400" y="5876925"/>
            <a:ext cx="5905500" cy="904875"/>
          </a:xfrm>
          <a:prstGeom prst="rect">
            <a:avLst/>
          </a:prstGeom>
          <a:noFill/>
          <a:ln/>
        </p:spPr>
        <p:txBody>
          <a:bodyPr wrap="square" lIns="0" tIns="37976" rIns="0" bIns="-37976" rtlCol="0" anchor="ctr"/>
          <a:lstStyle/>
          <a:p>
            <a:pPr algn="l" indent="0" marL="0">
              <a:lnSpc>
                <a:spcPts val="3450"/>
              </a:lnSpc>
              <a:buNone/>
            </a:pPr>
            <a:r>
              <a:rPr lang="en-US" sz="3000" dirty="0" kern="0">
                <a:solidFill>
                  <a:srgbClr val="FFB454"/>
                </a:solidFill>
                <a:latin typeface="Noto Sans JP ExtraBold" pitchFamily="34" charset="0"/>
                <a:ea typeface="Noto Sans JP ExtraBold" pitchFamily="34" charset="-122"/>
                <a:cs typeface="Noto Sans JP ExtraBold" pitchFamily="34" charset="-120"/>
              </a:rPr>
              <a:t>シアヌル酸</a:t>
            </a:r>
            <a:endParaRPr lang="en-US" sz="3000" dirty="0"/>
          </a:p>
        </p:txBody>
      </p:sp>
      <p:sp>
        <p:nvSpPr>
          <p:cNvPr id="18" name="Text 16"/>
          <p:cNvSpPr/>
          <p:nvPr/>
        </p:nvSpPr>
        <p:spPr>
          <a:xfrm>
            <a:off x="7581900" y="5876925"/>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Noto Sans JP" pitchFamily="34" charset="0"/>
                <a:ea typeface="Noto Sans JP" pitchFamily="34" charset="-122"/>
                <a:cs typeface="Noto Sans JP" pitchFamily="34" charset="-120"/>
              </a:rPr>
              <a:t>約250〜260°Cで 分解[S4]、300°C超で</a:t>
            </a:r>
            <a:r>
              <a:rPr lang="en-US" sz="2700" dirty="0" spc="1" kern="0">
                <a:solidFill>
                  <a:srgbClr val="F3EEE3"/>
                </a:solidFill>
                <a:latin typeface="Noto Sans JP" pitchFamily="34" charset="0"/>
                <a:ea typeface="Noto Sans JP" pitchFamily="34" charset="-122"/>
                <a:cs typeface="Noto Sans JP" pitchFamily="34" charset="-120"/>
              </a:rPr>
              <a:t> 昇華[S3]</a:t>
            </a:r>
            <a:endParaRPr lang="en-US" sz="2700" dirty="0"/>
          </a:p>
        </p:txBody>
      </p:sp>
      <p:sp>
        <p:nvSpPr>
          <p:cNvPr id="19" name="Shape 17"/>
          <p:cNvSpPr/>
          <p:nvPr/>
        </p:nvSpPr>
        <p:spPr>
          <a:xfrm>
            <a:off x="914400" y="6915150"/>
            <a:ext cx="16459200" cy="904875"/>
          </a:xfrm>
          <a:prstGeom prst="roundRect">
            <a:avLst>
              <a:gd name="adj" fmla="val 21053"/>
            </a:avLst>
          </a:prstGeom>
          <a:solidFill>
            <a:srgbClr val="1E212B"/>
          </a:solidFill>
          <a:ln w="19050">
            <a:solidFill>
              <a:srgbClr val="2C3040"/>
            </a:solidFill>
            <a:prstDash val="solid"/>
          </a:ln>
        </p:spPr>
      </p:sp>
      <p:sp>
        <p:nvSpPr>
          <p:cNvPr id="20" name="Shape 18"/>
          <p:cNvSpPr/>
          <p:nvPr/>
        </p:nvSpPr>
        <p:spPr>
          <a:xfrm>
            <a:off x="914400" y="6915150"/>
            <a:ext cx="133350" cy="904875"/>
          </a:xfrm>
          <a:prstGeom prst="roundRect">
            <a:avLst>
              <a:gd name="adj" fmla="val 50000"/>
            </a:avLst>
          </a:prstGeom>
          <a:solidFill>
            <a:srgbClr val="3DD6A0"/>
          </a:solidFill>
          <a:ln/>
        </p:spPr>
      </p:sp>
      <p:sp>
        <p:nvSpPr>
          <p:cNvPr id="21" name="Text 19"/>
          <p:cNvSpPr/>
          <p:nvPr/>
        </p:nvSpPr>
        <p:spPr>
          <a:xfrm>
            <a:off x="1295400" y="6915150"/>
            <a:ext cx="5905500" cy="904875"/>
          </a:xfrm>
          <a:prstGeom prst="rect">
            <a:avLst/>
          </a:prstGeom>
          <a:noFill/>
          <a:ln/>
        </p:spPr>
        <p:txBody>
          <a:bodyPr wrap="square" lIns="0" tIns="37976" rIns="0" bIns="-37976" rtlCol="0" anchor="ctr"/>
          <a:lstStyle/>
          <a:p>
            <a:pPr algn="l" indent="0" marL="0">
              <a:lnSpc>
                <a:spcPts val="3450"/>
              </a:lnSpc>
              <a:buNone/>
            </a:pPr>
            <a:r>
              <a:rPr lang="en-US" sz="3000" dirty="0" spc="-42" kern="0">
                <a:solidFill>
                  <a:srgbClr val="3DD6A0"/>
                </a:solidFill>
                <a:latin typeface="Noto Sans JP ExtraBold" pitchFamily="34" charset="0"/>
                <a:ea typeface="Noto Sans JP ExtraBold" pitchFamily="34" charset="-122"/>
                <a:cs typeface="Noto Sans JP ExtraBold" pitchFamily="34" charset="-120"/>
              </a:rPr>
              <a:t>アンメリド</a:t>
            </a:r>
            <a:endParaRPr lang="en-US" sz="3000" dirty="0"/>
          </a:p>
        </p:txBody>
      </p:sp>
      <p:sp>
        <p:nvSpPr>
          <p:cNvPr id="22" name="Text 20"/>
          <p:cNvSpPr/>
          <p:nvPr/>
        </p:nvSpPr>
        <p:spPr>
          <a:xfrm>
            <a:off x="7581900" y="6915150"/>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Noto Sans JP" pitchFamily="34" charset="0"/>
                <a:ea typeface="Noto Sans JP" pitchFamily="34" charset="-122"/>
                <a:cs typeface="Noto Sans JP" pitchFamily="34" charset="-120"/>
              </a:rPr>
              <a:t>約360°Cから[S4]、600°Cでなくなる</a:t>
            </a:r>
            <a:r>
              <a:rPr lang="en-US" sz="2700" dirty="0" spc="0" kern="0">
                <a:solidFill>
                  <a:srgbClr val="F3EEE3"/>
                </a:solidFill>
                <a:latin typeface="Noto Sans JP" pitchFamily="34" charset="0"/>
                <a:ea typeface="Noto Sans JP" pitchFamily="34" charset="-122"/>
                <a:cs typeface="Noto Sans JP" pitchFamily="34" charset="-120"/>
              </a:rPr>
              <a:t> （Schaber）[S3]</a:t>
            </a:r>
            <a:endParaRPr lang="en-US" sz="2700" dirty="0"/>
          </a:p>
        </p:txBody>
      </p:sp>
      <p:sp>
        <p:nvSpPr>
          <p:cNvPr id="23" name="Shape 21"/>
          <p:cNvSpPr/>
          <p:nvPr/>
        </p:nvSpPr>
        <p:spPr>
          <a:xfrm>
            <a:off x="914400" y="7953375"/>
            <a:ext cx="16459200" cy="904875"/>
          </a:xfrm>
          <a:prstGeom prst="roundRect">
            <a:avLst>
              <a:gd name="adj" fmla="val 21053"/>
            </a:avLst>
          </a:prstGeom>
          <a:solidFill>
            <a:srgbClr val="1E212B"/>
          </a:solidFill>
          <a:ln w="19050">
            <a:solidFill>
              <a:srgbClr val="2C3040"/>
            </a:solidFill>
            <a:prstDash val="solid"/>
          </a:ln>
        </p:spPr>
      </p:sp>
      <p:sp>
        <p:nvSpPr>
          <p:cNvPr id="24" name="Shape 22"/>
          <p:cNvSpPr/>
          <p:nvPr/>
        </p:nvSpPr>
        <p:spPr>
          <a:xfrm>
            <a:off x="914400" y="7953375"/>
            <a:ext cx="133350" cy="904875"/>
          </a:xfrm>
          <a:prstGeom prst="roundRect">
            <a:avLst>
              <a:gd name="adj" fmla="val 50000"/>
            </a:avLst>
          </a:prstGeom>
          <a:solidFill>
            <a:srgbClr val="FF6A4D"/>
          </a:solidFill>
          <a:ln/>
        </p:spPr>
      </p:sp>
      <p:sp>
        <p:nvSpPr>
          <p:cNvPr id="25" name="Text 23"/>
          <p:cNvSpPr/>
          <p:nvPr/>
        </p:nvSpPr>
        <p:spPr>
          <a:xfrm>
            <a:off x="1295400" y="7953375"/>
            <a:ext cx="15621000" cy="904875"/>
          </a:xfrm>
          <a:prstGeom prst="rect">
            <a:avLst/>
          </a:prstGeom>
          <a:noFill/>
          <a:ln/>
        </p:spPr>
        <p:txBody>
          <a:bodyPr wrap="square" lIns="0" tIns="0" rIns="0" bIns="0" rtlCol="0" anchor="ctr"/>
          <a:lstStyle/>
          <a:p>
            <a:pPr algn="l" indent="0" marL="0">
              <a:buNone/>
            </a:pPr>
            <a:r>
              <a:rPr lang="en-US" sz="3000" b="1" dirty="0" spc="0" kern="0">
                <a:solidFill>
                  <a:srgbClr val="F3EEE3"/>
                </a:solidFill>
                <a:latin typeface="Noto Sans JP" pitchFamily="34" charset="0"/>
                <a:ea typeface="Noto Sans JP" pitchFamily="34" charset="-122"/>
                <a:cs typeface="Noto Sans JP" pitchFamily="34" charset="-120"/>
              </a:rPr>
              <a:t>水の</a:t>
            </a:r>
            <a:r>
              <a:rPr lang="en-US" sz="3000" b="1" dirty="0" spc="-1" kern="0">
                <a:solidFill>
                  <a:srgbClr val="F3EEE3"/>
                </a:solidFill>
                <a:latin typeface="Noto Sans JP" pitchFamily="34" charset="0"/>
                <a:ea typeface="Noto Sans JP" pitchFamily="34" charset="-122"/>
                <a:cs typeface="Noto Sans JP" pitchFamily="34" charset="-120"/>
              </a:rPr>
              <a:t> 蒸発20〜100°C、</a:t>
            </a:r>
            <a:r>
              <a:rPr lang="en-US" sz="3000" b="1" dirty="0" spc="1" kern="0">
                <a:solidFill>
                  <a:srgbClr val="F3EEE3"/>
                </a:solidFill>
                <a:latin typeface="Noto Sans JP" pitchFamily="34" charset="0"/>
                <a:ea typeface="Noto Sans JP" pitchFamily="34" charset="-122"/>
                <a:cs typeface="Noto Sans JP" pitchFamily="34" charset="-120"/>
              </a:rPr>
              <a:t> 尿素の</a:t>
            </a:r>
            <a:r>
              <a:rPr lang="en-US" sz="3000" b="1" dirty="0" spc="-9" kern="0">
                <a:solidFill>
                  <a:srgbClr val="F3EEE3"/>
                </a:solidFill>
                <a:latin typeface="Noto Sans JP" pitchFamily="34" charset="0"/>
                <a:ea typeface="Noto Sans JP" pitchFamily="34" charset="-122"/>
                <a:cs typeface="Noto Sans JP" pitchFamily="34" charset="-120"/>
              </a:rPr>
              <a:t> 分解120〜230°C（TGA）[S11]</a:t>
            </a:r>
            <a:endParaRPr lang="en-US" sz="3000" dirty="0"/>
          </a:p>
        </p:txBody>
      </p:sp>
      <p:sp>
        <p:nvSpPr>
          <p:cNvPr id="26" name="Text 24"/>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[S3]</a:t>
            </a:r>
            <a:r>
              <a:rPr lang="en-US" sz="1800" dirty="0" spc="-1" kern="0">
                <a:solidFill>
                  <a:srgbClr val="9AA0B5"/>
                </a:solidFill>
                <a:latin typeface="Noto Sans JP" pitchFamily="34" charset="0"/>
                <a:ea typeface="Noto Sans JP" pitchFamily="34" charset="-122"/>
                <a:cs typeface="Noto Sans JP" pitchFamily="34" charset="-120"/>
              </a:rPr>
              <a:t> [S4]</a:t>
            </a:r>
            <a:r>
              <a:rPr lang="en-US" sz="1800" dirty="0" spc="-2" kern="0">
                <a:solidFill>
                  <a:srgbClr val="9AA0B5"/>
                </a:solidFill>
                <a:latin typeface="Noto Sans JP" pitchFamily="34" charset="0"/>
                <a:ea typeface="Noto Sans JP" pitchFamily="34" charset="-122"/>
                <a:cs typeface="Noto Sans JP" pitchFamily="34" charset="-120"/>
              </a:rPr>
              <a:t> [S5]</a:t>
            </a:r>
            <a:r>
              <a:rPr lang="en-US" sz="1800" dirty="0" spc="-1" kern="0">
                <a:solidFill>
                  <a:srgbClr val="9AA0B5"/>
                </a:solidFill>
                <a:latin typeface="Noto Sans JP" pitchFamily="34" charset="0"/>
                <a:ea typeface="Noto Sans JP" pitchFamily="34" charset="-122"/>
                <a:cs typeface="Noto Sans JP" pitchFamily="34" charset="-120"/>
              </a:rPr>
              <a:t> [S6]</a:t>
            </a:r>
            <a:r>
              <a:rPr lang="en-US" sz="1800" dirty="0" spc="-2" kern="0">
                <a:solidFill>
                  <a:srgbClr val="9AA0B5"/>
                </a:solidFill>
                <a:latin typeface="Noto Sans JP" pitchFamily="34" charset="0"/>
                <a:ea typeface="Noto Sans JP" pitchFamily="34" charset="-122"/>
                <a:cs typeface="Noto Sans JP" pitchFamily="34" charset="-120"/>
              </a:rPr>
              <a:t> [S11]</a:t>
            </a:r>
            <a:endParaRPr lang="en-US" sz="1800" dirty="0"/>
          </a:p>
        </p:txBody>
      </p:sp>
      <p:sp>
        <p:nvSpPr>
          <p:cNvPr id="27" name="Shape 25"/>
          <p:cNvSpPr/>
          <p:nvPr/>
        </p:nvSpPr>
        <p:spPr>
          <a:xfrm>
            <a:off x="960711" y="9580836"/>
            <a:ext cx="78828" cy="78828"/>
          </a:xfrm>
          <a:prstGeom prst="ellipse">
            <a:avLst/>
          </a:prstGeom>
          <a:solidFill>
            <a:srgbClr val="F3EEE3">
              <a:alpha val="28000"/>
            </a:srgbClr>
          </a:solidFill>
          <a:ln/>
        </p:spPr>
      </p:sp>
      <p:sp>
        <p:nvSpPr>
          <p:cNvPr id="28" name="Shape 26"/>
          <p:cNvSpPr/>
          <p:nvPr/>
        </p:nvSpPr>
        <p:spPr>
          <a:xfrm>
            <a:off x="1118366" y="9580836"/>
            <a:ext cx="78828" cy="78828"/>
          </a:xfrm>
          <a:prstGeom prst="ellipse">
            <a:avLst/>
          </a:prstGeom>
          <a:solidFill>
            <a:srgbClr val="F3EEE3">
              <a:alpha val="28000"/>
            </a:srgbClr>
          </a:solidFill>
          <a:ln/>
        </p:spPr>
      </p:sp>
      <p:sp>
        <p:nvSpPr>
          <p:cNvPr id="29" name="Shape 27"/>
          <p:cNvSpPr/>
          <p:nvPr/>
        </p:nvSpPr>
        <p:spPr>
          <a:xfrm>
            <a:off x="1276021" y="9580836"/>
            <a:ext cx="78828" cy="78828"/>
          </a:xfrm>
          <a:prstGeom prst="ellipse">
            <a:avLst/>
          </a:prstGeom>
          <a:solidFill>
            <a:srgbClr val="F3EEE3">
              <a:alpha val="28000"/>
            </a:srgbClr>
          </a:solidFill>
          <a:ln/>
        </p:spPr>
      </p:sp>
      <p:sp>
        <p:nvSpPr>
          <p:cNvPr id="30" name="Shape 28"/>
          <p:cNvSpPr/>
          <p:nvPr/>
        </p:nvSpPr>
        <p:spPr>
          <a:xfrm>
            <a:off x="1433676" y="9580836"/>
            <a:ext cx="78828" cy="78828"/>
          </a:xfrm>
          <a:prstGeom prst="ellipse">
            <a:avLst/>
          </a:prstGeom>
          <a:solidFill>
            <a:srgbClr val="F3EEE3">
              <a:alpha val="28000"/>
            </a:srgbClr>
          </a:solidFill>
          <a:ln/>
        </p:spPr>
      </p:sp>
      <p:sp>
        <p:nvSpPr>
          <p:cNvPr id="31" name="Shape 29"/>
          <p:cNvSpPr/>
          <p:nvPr/>
        </p:nvSpPr>
        <p:spPr>
          <a:xfrm>
            <a:off x="1591331" y="9580836"/>
            <a:ext cx="78828" cy="78828"/>
          </a:xfrm>
          <a:prstGeom prst="ellipse">
            <a:avLst/>
          </a:prstGeom>
          <a:solidFill>
            <a:srgbClr val="F3EEE3">
              <a:alpha val="28000"/>
            </a:srgbClr>
          </a:solidFill>
          <a:ln/>
        </p:spPr>
      </p:sp>
      <p:sp>
        <p:nvSpPr>
          <p:cNvPr id="32" name="Shape 30"/>
          <p:cNvSpPr/>
          <p:nvPr/>
        </p:nvSpPr>
        <p:spPr>
          <a:xfrm>
            <a:off x="1748986" y="9580836"/>
            <a:ext cx="78828" cy="78828"/>
          </a:xfrm>
          <a:prstGeom prst="ellipse">
            <a:avLst/>
          </a:prstGeom>
          <a:solidFill>
            <a:srgbClr val="F3EEE3">
              <a:alpha val="28000"/>
            </a:srgbClr>
          </a:solidFill>
          <a:ln/>
        </p:spPr>
      </p:sp>
      <p:sp>
        <p:nvSpPr>
          <p:cNvPr id="33" name="Shape 31"/>
          <p:cNvSpPr/>
          <p:nvPr/>
        </p:nvSpPr>
        <p:spPr>
          <a:xfrm>
            <a:off x="1906641" y="9580836"/>
            <a:ext cx="78828" cy="78828"/>
          </a:xfrm>
          <a:prstGeom prst="ellipse">
            <a:avLst/>
          </a:prstGeom>
          <a:solidFill>
            <a:srgbClr val="F3EEE3">
              <a:alpha val="28000"/>
            </a:srgbClr>
          </a:solidFill>
          <a:ln/>
        </p:spPr>
      </p:sp>
      <p:sp>
        <p:nvSpPr>
          <p:cNvPr id="34" name="Shape 32"/>
          <p:cNvSpPr/>
          <p:nvPr/>
        </p:nvSpPr>
        <p:spPr>
          <a:xfrm>
            <a:off x="2064296" y="9580836"/>
            <a:ext cx="78828" cy="78828"/>
          </a:xfrm>
          <a:prstGeom prst="ellipse">
            <a:avLst/>
          </a:prstGeom>
          <a:solidFill>
            <a:srgbClr val="F3EEE3">
              <a:alpha val="28000"/>
            </a:srgbClr>
          </a:solidFill>
          <a:ln/>
        </p:spPr>
      </p:sp>
      <p:sp>
        <p:nvSpPr>
          <p:cNvPr id="35" name="Shape 33"/>
          <p:cNvSpPr/>
          <p:nvPr/>
        </p:nvSpPr>
        <p:spPr>
          <a:xfrm>
            <a:off x="2221951" y="9580836"/>
            <a:ext cx="78828" cy="78828"/>
          </a:xfrm>
          <a:prstGeom prst="ellipse">
            <a:avLst/>
          </a:prstGeom>
          <a:solidFill>
            <a:srgbClr val="F3EEE3">
              <a:alpha val="28000"/>
            </a:srgbClr>
          </a:solidFill>
          <a:ln/>
        </p:spPr>
      </p:sp>
      <p:sp>
        <p:nvSpPr>
          <p:cNvPr id="36" name="Shape 34"/>
          <p:cNvSpPr/>
          <p:nvPr/>
        </p:nvSpPr>
        <p:spPr>
          <a:xfrm>
            <a:off x="2379606" y="9580836"/>
            <a:ext cx="78828" cy="78828"/>
          </a:xfrm>
          <a:prstGeom prst="ellipse">
            <a:avLst/>
          </a:prstGeom>
          <a:solidFill>
            <a:srgbClr val="F3EEE3">
              <a:alpha val="28000"/>
            </a:srgbClr>
          </a:solidFill>
          <a:ln/>
        </p:spPr>
      </p:sp>
      <p:sp>
        <p:nvSpPr>
          <p:cNvPr id="37" name="Shape 35"/>
          <p:cNvSpPr/>
          <p:nvPr/>
        </p:nvSpPr>
        <p:spPr>
          <a:xfrm>
            <a:off x="2537261" y="9580836"/>
            <a:ext cx="78828" cy="78828"/>
          </a:xfrm>
          <a:prstGeom prst="ellipse">
            <a:avLst/>
          </a:prstGeom>
          <a:solidFill>
            <a:srgbClr val="F3EEE3">
              <a:alpha val="28000"/>
            </a:srgbClr>
          </a:solidFill>
          <a:ln/>
        </p:spPr>
      </p:sp>
      <p:sp>
        <p:nvSpPr>
          <p:cNvPr id="38" name="Shape 36"/>
          <p:cNvSpPr/>
          <p:nvPr/>
        </p:nvSpPr>
        <p:spPr>
          <a:xfrm>
            <a:off x="2694916" y="9580836"/>
            <a:ext cx="78828" cy="78828"/>
          </a:xfrm>
          <a:prstGeom prst="ellipse">
            <a:avLst/>
          </a:prstGeom>
          <a:solidFill>
            <a:srgbClr val="F3EEE3">
              <a:alpha val="28000"/>
            </a:srgbClr>
          </a:solidFill>
          <a:ln/>
        </p:spPr>
      </p:sp>
      <p:sp>
        <p:nvSpPr>
          <p:cNvPr id="39" name="Shape 37"/>
          <p:cNvSpPr/>
          <p:nvPr/>
        </p:nvSpPr>
        <p:spPr>
          <a:xfrm>
            <a:off x="2852571" y="9580836"/>
            <a:ext cx="78828" cy="78828"/>
          </a:xfrm>
          <a:prstGeom prst="ellipse">
            <a:avLst/>
          </a:prstGeom>
          <a:solidFill>
            <a:srgbClr val="F3EEE3">
              <a:alpha val="28000"/>
            </a:srgbClr>
          </a:solidFill>
          <a:ln/>
        </p:spPr>
      </p:sp>
      <p:sp>
        <p:nvSpPr>
          <p:cNvPr id="40" name="Shape 38"/>
          <p:cNvSpPr/>
          <p:nvPr/>
        </p:nvSpPr>
        <p:spPr>
          <a:xfrm>
            <a:off x="3010225" y="9580836"/>
            <a:ext cx="78828" cy="78828"/>
          </a:xfrm>
          <a:prstGeom prst="ellipse">
            <a:avLst/>
          </a:prstGeom>
          <a:solidFill>
            <a:srgbClr val="F3EEE3">
              <a:alpha val="28000"/>
            </a:srgbClr>
          </a:solidFill>
          <a:ln/>
        </p:spPr>
      </p:sp>
      <p:sp>
        <p:nvSpPr>
          <p:cNvPr id="41" name="Shape 39"/>
          <p:cNvSpPr/>
          <p:nvPr/>
        </p:nvSpPr>
        <p:spPr>
          <a:xfrm>
            <a:off x="3167880" y="9580836"/>
            <a:ext cx="78828" cy="78828"/>
          </a:xfrm>
          <a:prstGeom prst="ellipse">
            <a:avLst/>
          </a:prstGeom>
          <a:solidFill>
            <a:srgbClr val="F3EEE3">
              <a:alpha val="28000"/>
            </a:srgbClr>
          </a:solidFill>
          <a:ln/>
        </p:spPr>
      </p:sp>
      <p:sp>
        <p:nvSpPr>
          <p:cNvPr id="42" name="Shape 40"/>
          <p:cNvSpPr/>
          <p:nvPr/>
        </p:nvSpPr>
        <p:spPr>
          <a:xfrm>
            <a:off x="3325535" y="9580836"/>
            <a:ext cx="78828" cy="78828"/>
          </a:xfrm>
          <a:prstGeom prst="ellipse">
            <a:avLst/>
          </a:prstGeom>
          <a:solidFill>
            <a:srgbClr val="F3EEE3">
              <a:alpha val="28000"/>
            </a:srgbClr>
          </a:solidFill>
          <a:ln/>
        </p:spPr>
      </p:sp>
      <p:sp>
        <p:nvSpPr>
          <p:cNvPr id="43" name="Shape 41"/>
          <p:cNvSpPr/>
          <p:nvPr/>
        </p:nvSpPr>
        <p:spPr>
          <a:xfrm>
            <a:off x="3483190" y="9580836"/>
            <a:ext cx="78828" cy="78828"/>
          </a:xfrm>
          <a:prstGeom prst="ellipse">
            <a:avLst/>
          </a:prstGeom>
          <a:solidFill>
            <a:srgbClr val="F3EEE3">
              <a:alpha val="28000"/>
            </a:srgbClr>
          </a:solidFill>
          <a:ln/>
        </p:spPr>
      </p:sp>
      <p:sp>
        <p:nvSpPr>
          <p:cNvPr id="44" name="Shape 42"/>
          <p:cNvSpPr/>
          <p:nvPr/>
        </p:nvSpPr>
        <p:spPr>
          <a:xfrm>
            <a:off x="3640845" y="9580836"/>
            <a:ext cx="78828" cy="78828"/>
          </a:xfrm>
          <a:prstGeom prst="ellipse">
            <a:avLst/>
          </a:prstGeom>
          <a:solidFill>
            <a:srgbClr val="F3EEE3">
              <a:alpha val="28000"/>
            </a:srgbClr>
          </a:solidFill>
          <a:ln/>
        </p:spPr>
      </p:sp>
      <p:sp>
        <p:nvSpPr>
          <p:cNvPr id="45" name="Shape 43"/>
          <p:cNvSpPr/>
          <p:nvPr/>
        </p:nvSpPr>
        <p:spPr>
          <a:xfrm>
            <a:off x="3798500" y="9580836"/>
            <a:ext cx="78828" cy="78828"/>
          </a:xfrm>
          <a:prstGeom prst="ellipse">
            <a:avLst/>
          </a:prstGeom>
          <a:solidFill>
            <a:srgbClr val="F3EEE3">
              <a:alpha val="28000"/>
            </a:srgbClr>
          </a:solidFill>
          <a:ln/>
        </p:spPr>
      </p:sp>
      <p:sp>
        <p:nvSpPr>
          <p:cNvPr id="46" name="Shape 44"/>
          <p:cNvSpPr/>
          <p:nvPr/>
        </p:nvSpPr>
        <p:spPr>
          <a:xfrm>
            <a:off x="3956155" y="9580836"/>
            <a:ext cx="78828" cy="78828"/>
          </a:xfrm>
          <a:prstGeom prst="ellipse">
            <a:avLst/>
          </a:prstGeom>
          <a:solidFill>
            <a:srgbClr val="F3EEE3">
              <a:alpha val="28000"/>
            </a:srgbClr>
          </a:solidFill>
          <a:ln/>
        </p:spPr>
      </p:sp>
      <p:sp>
        <p:nvSpPr>
          <p:cNvPr id="47" name="Shape 45"/>
          <p:cNvSpPr/>
          <p:nvPr/>
        </p:nvSpPr>
        <p:spPr>
          <a:xfrm>
            <a:off x="4113810" y="9580836"/>
            <a:ext cx="78828" cy="78828"/>
          </a:xfrm>
          <a:prstGeom prst="ellipse">
            <a:avLst/>
          </a:prstGeom>
          <a:solidFill>
            <a:srgbClr val="F3EEE3">
              <a:alpha val="28000"/>
            </a:srgbClr>
          </a:solidFill>
          <a:ln/>
        </p:spPr>
      </p:sp>
      <p:sp>
        <p:nvSpPr>
          <p:cNvPr id="48" name="Shape 46"/>
          <p:cNvSpPr/>
          <p:nvPr/>
        </p:nvSpPr>
        <p:spPr>
          <a:xfrm>
            <a:off x="4271465" y="9580836"/>
            <a:ext cx="78828" cy="78828"/>
          </a:xfrm>
          <a:prstGeom prst="ellipse">
            <a:avLst/>
          </a:prstGeom>
          <a:solidFill>
            <a:srgbClr val="F3EEE3">
              <a:alpha val="28000"/>
            </a:srgbClr>
          </a:solidFill>
          <a:ln/>
        </p:spPr>
      </p:sp>
      <p:sp>
        <p:nvSpPr>
          <p:cNvPr id="49" name="Shape 47"/>
          <p:cNvSpPr/>
          <p:nvPr/>
        </p:nvSpPr>
        <p:spPr>
          <a:xfrm>
            <a:off x="4429120" y="9580836"/>
            <a:ext cx="78828" cy="78828"/>
          </a:xfrm>
          <a:prstGeom prst="ellipse">
            <a:avLst/>
          </a:prstGeom>
          <a:solidFill>
            <a:srgbClr val="F3EEE3">
              <a:alpha val="28000"/>
            </a:srgbClr>
          </a:solidFill>
          <a:ln/>
        </p:spPr>
      </p:sp>
      <p:sp>
        <p:nvSpPr>
          <p:cNvPr id="50" name="Shape 48"/>
          <p:cNvSpPr/>
          <p:nvPr/>
        </p:nvSpPr>
        <p:spPr>
          <a:xfrm>
            <a:off x="4586775" y="9580836"/>
            <a:ext cx="78828" cy="78828"/>
          </a:xfrm>
          <a:prstGeom prst="ellipse">
            <a:avLst/>
          </a:prstGeom>
          <a:solidFill>
            <a:srgbClr val="F3EEE3">
              <a:alpha val="28000"/>
            </a:srgbClr>
          </a:solidFill>
          <a:ln/>
        </p:spPr>
      </p:sp>
      <p:sp>
        <p:nvSpPr>
          <p:cNvPr id="51" name="Shape 49"/>
          <p:cNvSpPr/>
          <p:nvPr/>
        </p:nvSpPr>
        <p:spPr>
          <a:xfrm>
            <a:off x="4744430" y="9580836"/>
            <a:ext cx="78828" cy="78828"/>
          </a:xfrm>
          <a:prstGeom prst="ellipse">
            <a:avLst/>
          </a:prstGeom>
          <a:solidFill>
            <a:srgbClr val="F3EEE3">
              <a:alpha val="28000"/>
            </a:srgbClr>
          </a:solidFill>
          <a:ln/>
        </p:spPr>
      </p:sp>
      <p:sp>
        <p:nvSpPr>
          <p:cNvPr id="52" name="Shape 50"/>
          <p:cNvSpPr/>
          <p:nvPr/>
        </p:nvSpPr>
        <p:spPr>
          <a:xfrm>
            <a:off x="4902085" y="9580836"/>
            <a:ext cx="78828" cy="78828"/>
          </a:xfrm>
          <a:prstGeom prst="ellipse">
            <a:avLst/>
          </a:prstGeom>
          <a:solidFill>
            <a:srgbClr val="F3EEE3">
              <a:alpha val="28000"/>
            </a:srgbClr>
          </a:solidFill>
          <a:ln/>
        </p:spPr>
      </p:sp>
      <p:sp>
        <p:nvSpPr>
          <p:cNvPr id="53" name="Shape 51"/>
          <p:cNvSpPr/>
          <p:nvPr/>
        </p:nvSpPr>
        <p:spPr>
          <a:xfrm>
            <a:off x="5059740" y="9580836"/>
            <a:ext cx="78828" cy="78828"/>
          </a:xfrm>
          <a:prstGeom prst="ellipse">
            <a:avLst/>
          </a:prstGeom>
          <a:solidFill>
            <a:srgbClr val="F3EEE3">
              <a:alpha val="28000"/>
            </a:srgbClr>
          </a:solidFill>
          <a:ln/>
        </p:spPr>
      </p:sp>
      <p:sp>
        <p:nvSpPr>
          <p:cNvPr id="54" name="Shape 52"/>
          <p:cNvSpPr/>
          <p:nvPr/>
        </p:nvSpPr>
        <p:spPr>
          <a:xfrm>
            <a:off x="5217395" y="9580836"/>
            <a:ext cx="78828" cy="78828"/>
          </a:xfrm>
          <a:prstGeom prst="ellipse">
            <a:avLst/>
          </a:prstGeom>
          <a:solidFill>
            <a:srgbClr val="F3EEE3">
              <a:alpha val="28000"/>
            </a:srgbClr>
          </a:solidFill>
          <a:ln/>
        </p:spPr>
      </p:sp>
      <p:sp>
        <p:nvSpPr>
          <p:cNvPr id="55" name="Shape 53"/>
          <p:cNvSpPr/>
          <p:nvPr/>
        </p:nvSpPr>
        <p:spPr>
          <a:xfrm>
            <a:off x="5375050" y="9580836"/>
            <a:ext cx="78828" cy="78828"/>
          </a:xfrm>
          <a:prstGeom prst="ellipse">
            <a:avLst/>
          </a:prstGeom>
          <a:solidFill>
            <a:srgbClr val="F3EEE3">
              <a:alpha val="28000"/>
            </a:srgbClr>
          </a:solidFill>
          <a:ln/>
        </p:spPr>
      </p:sp>
      <p:sp>
        <p:nvSpPr>
          <p:cNvPr id="56" name="Shape 54"/>
          <p:cNvSpPr/>
          <p:nvPr/>
        </p:nvSpPr>
        <p:spPr>
          <a:xfrm>
            <a:off x="5532705" y="9580836"/>
            <a:ext cx="78828" cy="78828"/>
          </a:xfrm>
          <a:prstGeom prst="ellipse">
            <a:avLst/>
          </a:prstGeom>
          <a:solidFill>
            <a:srgbClr val="F3EEE3">
              <a:alpha val="28000"/>
            </a:srgbClr>
          </a:solidFill>
          <a:ln/>
        </p:spPr>
      </p:sp>
      <p:sp>
        <p:nvSpPr>
          <p:cNvPr id="57" name="Shape 55"/>
          <p:cNvSpPr/>
          <p:nvPr/>
        </p:nvSpPr>
        <p:spPr>
          <a:xfrm>
            <a:off x="5690359" y="9580836"/>
            <a:ext cx="78828" cy="78828"/>
          </a:xfrm>
          <a:prstGeom prst="ellipse">
            <a:avLst/>
          </a:prstGeom>
          <a:solidFill>
            <a:srgbClr val="F3EEE3">
              <a:alpha val="28000"/>
            </a:srgbClr>
          </a:solidFill>
          <a:ln/>
        </p:spPr>
      </p:sp>
      <p:sp>
        <p:nvSpPr>
          <p:cNvPr id="58" name="Shape 56"/>
          <p:cNvSpPr/>
          <p:nvPr/>
        </p:nvSpPr>
        <p:spPr>
          <a:xfrm>
            <a:off x="5848014" y="9580836"/>
            <a:ext cx="78828" cy="78828"/>
          </a:xfrm>
          <a:prstGeom prst="ellipse">
            <a:avLst/>
          </a:prstGeom>
          <a:solidFill>
            <a:srgbClr val="F3EEE3">
              <a:alpha val="28000"/>
            </a:srgbClr>
          </a:solidFill>
          <a:ln/>
        </p:spPr>
      </p:sp>
      <p:sp>
        <p:nvSpPr>
          <p:cNvPr id="59" name="Shape 57"/>
          <p:cNvSpPr/>
          <p:nvPr/>
        </p:nvSpPr>
        <p:spPr>
          <a:xfrm>
            <a:off x="6005669" y="9580836"/>
            <a:ext cx="78828" cy="78828"/>
          </a:xfrm>
          <a:prstGeom prst="ellipse">
            <a:avLst/>
          </a:prstGeom>
          <a:solidFill>
            <a:srgbClr val="F3EEE3">
              <a:alpha val="28000"/>
            </a:srgbClr>
          </a:solidFill>
          <a:ln/>
        </p:spPr>
      </p:sp>
      <p:sp>
        <p:nvSpPr>
          <p:cNvPr id="60" name="Shape 58"/>
          <p:cNvSpPr/>
          <p:nvPr/>
        </p:nvSpPr>
        <p:spPr>
          <a:xfrm>
            <a:off x="6163324" y="9580836"/>
            <a:ext cx="78828" cy="78828"/>
          </a:xfrm>
          <a:prstGeom prst="ellipse">
            <a:avLst/>
          </a:prstGeom>
          <a:solidFill>
            <a:srgbClr val="F3EEE3">
              <a:alpha val="28000"/>
            </a:srgbClr>
          </a:solidFill>
          <a:ln/>
        </p:spPr>
      </p:sp>
      <p:sp>
        <p:nvSpPr>
          <p:cNvPr id="61" name="Shape 59"/>
          <p:cNvSpPr/>
          <p:nvPr/>
        </p:nvSpPr>
        <p:spPr>
          <a:xfrm>
            <a:off x="6320979" y="9580836"/>
            <a:ext cx="78828" cy="78828"/>
          </a:xfrm>
          <a:prstGeom prst="ellipse">
            <a:avLst/>
          </a:prstGeom>
          <a:solidFill>
            <a:srgbClr val="F3EEE3">
              <a:alpha val="28000"/>
            </a:srgbClr>
          </a:solidFill>
          <a:ln/>
        </p:spPr>
      </p:sp>
      <p:sp>
        <p:nvSpPr>
          <p:cNvPr id="62" name="Shape 60"/>
          <p:cNvSpPr/>
          <p:nvPr/>
        </p:nvSpPr>
        <p:spPr>
          <a:xfrm>
            <a:off x="6478634" y="9580836"/>
            <a:ext cx="78828" cy="78828"/>
          </a:xfrm>
          <a:prstGeom prst="ellipse">
            <a:avLst/>
          </a:prstGeom>
          <a:solidFill>
            <a:srgbClr val="F3EEE3">
              <a:alpha val="28000"/>
            </a:srgbClr>
          </a:solidFill>
          <a:ln/>
        </p:spPr>
      </p:sp>
      <p:sp>
        <p:nvSpPr>
          <p:cNvPr id="63" name="Shape 61"/>
          <p:cNvSpPr/>
          <p:nvPr/>
        </p:nvSpPr>
        <p:spPr>
          <a:xfrm>
            <a:off x="6636289" y="9580836"/>
            <a:ext cx="78828" cy="78828"/>
          </a:xfrm>
          <a:prstGeom prst="ellipse">
            <a:avLst/>
          </a:prstGeom>
          <a:solidFill>
            <a:srgbClr val="F3EEE3">
              <a:alpha val="28000"/>
            </a:srgbClr>
          </a:solidFill>
          <a:ln/>
        </p:spPr>
      </p:sp>
      <p:sp>
        <p:nvSpPr>
          <p:cNvPr id="64" name="Shape 62"/>
          <p:cNvSpPr/>
          <p:nvPr/>
        </p:nvSpPr>
        <p:spPr>
          <a:xfrm>
            <a:off x="6793944" y="9580836"/>
            <a:ext cx="78828" cy="78828"/>
          </a:xfrm>
          <a:prstGeom prst="ellipse">
            <a:avLst/>
          </a:prstGeom>
          <a:solidFill>
            <a:srgbClr val="F3EEE3">
              <a:alpha val="28000"/>
            </a:srgbClr>
          </a:solidFill>
          <a:ln/>
        </p:spPr>
      </p:sp>
      <p:sp>
        <p:nvSpPr>
          <p:cNvPr id="65" name="Shape 63"/>
          <p:cNvSpPr/>
          <p:nvPr/>
        </p:nvSpPr>
        <p:spPr>
          <a:xfrm>
            <a:off x="6951599" y="9580836"/>
            <a:ext cx="78828" cy="78828"/>
          </a:xfrm>
          <a:prstGeom prst="ellipse">
            <a:avLst/>
          </a:prstGeom>
          <a:solidFill>
            <a:srgbClr val="F3EEE3">
              <a:alpha val="28000"/>
            </a:srgbClr>
          </a:solidFill>
          <a:ln/>
        </p:spPr>
      </p:sp>
      <p:sp>
        <p:nvSpPr>
          <p:cNvPr id="66" name="Shape 64"/>
          <p:cNvSpPr/>
          <p:nvPr/>
        </p:nvSpPr>
        <p:spPr>
          <a:xfrm>
            <a:off x="7109254" y="9580836"/>
            <a:ext cx="78828" cy="78828"/>
          </a:xfrm>
          <a:prstGeom prst="ellipse">
            <a:avLst/>
          </a:prstGeom>
          <a:solidFill>
            <a:srgbClr val="F3EEE3">
              <a:alpha val="28000"/>
            </a:srgbClr>
          </a:solidFill>
          <a:ln/>
        </p:spPr>
      </p:sp>
      <p:sp>
        <p:nvSpPr>
          <p:cNvPr id="67" name="Shape 65"/>
          <p:cNvSpPr/>
          <p:nvPr/>
        </p:nvSpPr>
        <p:spPr>
          <a:xfrm>
            <a:off x="7266909" y="9580836"/>
            <a:ext cx="78828" cy="78828"/>
          </a:xfrm>
          <a:prstGeom prst="ellipse">
            <a:avLst/>
          </a:prstGeom>
          <a:solidFill>
            <a:srgbClr val="F3EEE3">
              <a:alpha val="28000"/>
            </a:srgbClr>
          </a:solidFill>
          <a:ln/>
        </p:spPr>
      </p:sp>
      <p:sp>
        <p:nvSpPr>
          <p:cNvPr id="68" name="Shape 66"/>
          <p:cNvSpPr/>
          <p:nvPr/>
        </p:nvSpPr>
        <p:spPr>
          <a:xfrm>
            <a:off x="7424564" y="9580836"/>
            <a:ext cx="78828" cy="78828"/>
          </a:xfrm>
          <a:prstGeom prst="ellipse">
            <a:avLst/>
          </a:prstGeom>
          <a:solidFill>
            <a:srgbClr val="F3EEE3">
              <a:alpha val="28000"/>
            </a:srgbClr>
          </a:solidFill>
          <a:ln/>
        </p:spPr>
      </p:sp>
      <p:sp>
        <p:nvSpPr>
          <p:cNvPr id="69" name="Shape 67"/>
          <p:cNvSpPr/>
          <p:nvPr/>
        </p:nvSpPr>
        <p:spPr>
          <a:xfrm>
            <a:off x="7569081" y="9567698"/>
            <a:ext cx="105103" cy="105103"/>
          </a:xfrm>
          <a:prstGeom prst="ellipse">
            <a:avLst/>
          </a:prstGeom>
          <a:solidFill>
            <a:srgbClr val="FF6A4D"/>
          </a:solidFill>
          <a:ln/>
        </p:spPr>
      </p:sp>
      <p:sp>
        <p:nvSpPr>
          <p:cNvPr id="70" name="Shape 68"/>
          <p:cNvSpPr/>
          <p:nvPr/>
        </p:nvSpPr>
        <p:spPr>
          <a:xfrm>
            <a:off x="7739874" y="9580836"/>
            <a:ext cx="78828" cy="78828"/>
          </a:xfrm>
          <a:prstGeom prst="ellipse">
            <a:avLst/>
          </a:prstGeom>
          <a:solidFill>
            <a:srgbClr val="F3EEE3">
              <a:alpha val="28000"/>
            </a:srgbClr>
          </a:solidFill>
          <a:ln/>
        </p:spPr>
      </p:sp>
      <p:sp>
        <p:nvSpPr>
          <p:cNvPr id="71" name="Shape 69"/>
          <p:cNvSpPr/>
          <p:nvPr/>
        </p:nvSpPr>
        <p:spPr>
          <a:xfrm>
            <a:off x="7897529" y="9580836"/>
            <a:ext cx="78828" cy="78828"/>
          </a:xfrm>
          <a:prstGeom prst="ellipse">
            <a:avLst/>
          </a:prstGeom>
          <a:solidFill>
            <a:srgbClr val="F3EEE3">
              <a:alpha val="28000"/>
            </a:srgbClr>
          </a:solidFill>
          <a:ln/>
        </p:spPr>
      </p:sp>
      <p:sp>
        <p:nvSpPr>
          <p:cNvPr id="72" name="Shape 70"/>
          <p:cNvSpPr/>
          <p:nvPr/>
        </p:nvSpPr>
        <p:spPr>
          <a:xfrm>
            <a:off x="8055184" y="9580836"/>
            <a:ext cx="78828" cy="78828"/>
          </a:xfrm>
          <a:prstGeom prst="ellipse">
            <a:avLst/>
          </a:prstGeom>
          <a:solidFill>
            <a:srgbClr val="F3EEE3">
              <a:alpha val="28000"/>
            </a:srgbClr>
          </a:solidFill>
          <a:ln/>
        </p:spPr>
      </p:sp>
      <p:sp>
        <p:nvSpPr>
          <p:cNvPr id="73" name="Shape 71"/>
          <p:cNvSpPr/>
          <p:nvPr/>
        </p:nvSpPr>
        <p:spPr>
          <a:xfrm>
            <a:off x="8212839" y="9580836"/>
            <a:ext cx="78828" cy="78828"/>
          </a:xfrm>
          <a:prstGeom prst="ellipse">
            <a:avLst/>
          </a:prstGeom>
          <a:solidFill>
            <a:srgbClr val="F3EEE3">
              <a:alpha val="28000"/>
            </a:srgbClr>
          </a:solidFill>
          <a:ln/>
        </p:spPr>
      </p:sp>
      <p:sp>
        <p:nvSpPr>
          <p:cNvPr id="74" name="Shape 72"/>
          <p:cNvSpPr/>
          <p:nvPr/>
        </p:nvSpPr>
        <p:spPr>
          <a:xfrm>
            <a:off x="8370494" y="9580836"/>
            <a:ext cx="78828" cy="78828"/>
          </a:xfrm>
          <a:prstGeom prst="ellipse">
            <a:avLst/>
          </a:prstGeom>
          <a:solidFill>
            <a:srgbClr val="F3EEE3">
              <a:alpha val="28000"/>
            </a:srgbClr>
          </a:solidFill>
          <a:ln/>
        </p:spPr>
      </p:sp>
      <p:sp>
        <p:nvSpPr>
          <p:cNvPr id="75" name="Shape 73"/>
          <p:cNvSpPr/>
          <p:nvPr/>
        </p:nvSpPr>
        <p:spPr>
          <a:xfrm>
            <a:off x="8528148" y="9580836"/>
            <a:ext cx="78828" cy="78828"/>
          </a:xfrm>
          <a:prstGeom prst="ellipse">
            <a:avLst/>
          </a:prstGeom>
          <a:solidFill>
            <a:srgbClr val="F3EEE3">
              <a:alpha val="28000"/>
            </a:srgbClr>
          </a:solidFill>
          <a:ln/>
        </p:spPr>
      </p:sp>
      <p:sp>
        <p:nvSpPr>
          <p:cNvPr id="76" name="Shape 74"/>
          <p:cNvSpPr/>
          <p:nvPr/>
        </p:nvSpPr>
        <p:spPr>
          <a:xfrm>
            <a:off x="8685803" y="9580836"/>
            <a:ext cx="78828" cy="78828"/>
          </a:xfrm>
          <a:prstGeom prst="ellipse">
            <a:avLst/>
          </a:prstGeom>
          <a:solidFill>
            <a:srgbClr val="F3EEE3">
              <a:alpha val="28000"/>
            </a:srgbClr>
          </a:solidFill>
          <a:ln/>
        </p:spPr>
      </p:sp>
      <p:sp>
        <p:nvSpPr>
          <p:cNvPr id="77" name="Shape 75"/>
          <p:cNvSpPr/>
          <p:nvPr/>
        </p:nvSpPr>
        <p:spPr>
          <a:xfrm>
            <a:off x="8843458" y="9580836"/>
            <a:ext cx="78828" cy="78828"/>
          </a:xfrm>
          <a:prstGeom prst="ellipse">
            <a:avLst/>
          </a:prstGeom>
          <a:solidFill>
            <a:srgbClr val="F3EEE3">
              <a:alpha val="28000"/>
            </a:srgbClr>
          </a:solidFill>
          <a:ln/>
        </p:spPr>
      </p:sp>
      <p:sp>
        <p:nvSpPr>
          <p:cNvPr id="78" name="Shape 76"/>
          <p:cNvSpPr/>
          <p:nvPr/>
        </p:nvSpPr>
        <p:spPr>
          <a:xfrm>
            <a:off x="9001113" y="9580836"/>
            <a:ext cx="78828" cy="78828"/>
          </a:xfrm>
          <a:prstGeom prst="ellipse">
            <a:avLst/>
          </a:prstGeom>
          <a:solidFill>
            <a:srgbClr val="F3EEE3">
              <a:alpha val="28000"/>
            </a:srgbClr>
          </a:solidFill>
          <a:ln/>
        </p:spPr>
      </p:sp>
      <p:sp>
        <p:nvSpPr>
          <p:cNvPr id="79" name="Shape 77"/>
          <p:cNvSpPr/>
          <p:nvPr/>
        </p:nvSpPr>
        <p:spPr>
          <a:xfrm>
            <a:off x="9158768" y="9580836"/>
            <a:ext cx="78828" cy="78828"/>
          </a:xfrm>
          <a:prstGeom prst="ellipse">
            <a:avLst/>
          </a:prstGeom>
          <a:solidFill>
            <a:srgbClr val="F3EEE3">
              <a:alpha val="28000"/>
            </a:srgbClr>
          </a:solidFill>
          <a:ln/>
        </p:spPr>
      </p:sp>
      <p:sp>
        <p:nvSpPr>
          <p:cNvPr id="80" name="Shape 78"/>
          <p:cNvSpPr/>
          <p:nvPr/>
        </p:nvSpPr>
        <p:spPr>
          <a:xfrm>
            <a:off x="9316423" y="9580836"/>
            <a:ext cx="78828" cy="78828"/>
          </a:xfrm>
          <a:prstGeom prst="ellipse">
            <a:avLst/>
          </a:prstGeom>
          <a:solidFill>
            <a:srgbClr val="F3EEE3">
              <a:alpha val="28000"/>
            </a:srgbClr>
          </a:solidFill>
          <a:ln/>
        </p:spPr>
      </p:sp>
      <p:sp>
        <p:nvSpPr>
          <p:cNvPr id="81" name="Shape 79"/>
          <p:cNvSpPr/>
          <p:nvPr/>
        </p:nvSpPr>
        <p:spPr>
          <a:xfrm>
            <a:off x="9474078" y="9580836"/>
            <a:ext cx="78828" cy="78828"/>
          </a:xfrm>
          <a:prstGeom prst="ellipse">
            <a:avLst/>
          </a:prstGeom>
          <a:solidFill>
            <a:srgbClr val="F3EEE3">
              <a:alpha val="28000"/>
            </a:srgbClr>
          </a:solidFill>
          <a:ln/>
        </p:spPr>
      </p:sp>
      <p:sp>
        <p:nvSpPr>
          <p:cNvPr id="82" name="Shape 80"/>
          <p:cNvSpPr/>
          <p:nvPr/>
        </p:nvSpPr>
        <p:spPr>
          <a:xfrm>
            <a:off x="9631733" y="9580836"/>
            <a:ext cx="78828" cy="78828"/>
          </a:xfrm>
          <a:prstGeom prst="ellipse">
            <a:avLst/>
          </a:prstGeom>
          <a:solidFill>
            <a:srgbClr val="F3EEE3">
              <a:alpha val="28000"/>
            </a:srgbClr>
          </a:solidFill>
          <a:ln/>
        </p:spPr>
      </p:sp>
      <p:sp>
        <p:nvSpPr>
          <p:cNvPr id="83" name="Shape 81"/>
          <p:cNvSpPr/>
          <p:nvPr/>
        </p:nvSpPr>
        <p:spPr>
          <a:xfrm>
            <a:off x="9789388" y="9580836"/>
            <a:ext cx="78828" cy="78828"/>
          </a:xfrm>
          <a:prstGeom prst="ellipse">
            <a:avLst/>
          </a:prstGeom>
          <a:solidFill>
            <a:srgbClr val="F3EEE3">
              <a:alpha val="28000"/>
            </a:srgbClr>
          </a:solidFill>
          <a:ln/>
        </p:spPr>
      </p:sp>
      <p:sp>
        <p:nvSpPr>
          <p:cNvPr id="84" name="Shape 82"/>
          <p:cNvSpPr/>
          <p:nvPr/>
        </p:nvSpPr>
        <p:spPr>
          <a:xfrm>
            <a:off x="9947043" y="9580836"/>
            <a:ext cx="78828" cy="78828"/>
          </a:xfrm>
          <a:prstGeom prst="ellipse">
            <a:avLst/>
          </a:prstGeom>
          <a:solidFill>
            <a:srgbClr val="F3EEE3">
              <a:alpha val="28000"/>
            </a:srgbClr>
          </a:solidFill>
          <a:ln/>
        </p:spPr>
      </p:sp>
      <p:sp>
        <p:nvSpPr>
          <p:cNvPr id="85" name="Text 8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43/58</a:t>
            </a:r>
            <a:endParaRPr lang="en-US" sz="1800" dirty="0"/>
          </a:p>
        </p:txBody>
      </p:sp>
      <p:sp>
        <p:nvSpPr>
          <p:cNvPr id="86" name="Shape 84"/>
          <p:cNvSpPr/>
          <p:nvPr/>
        </p:nvSpPr>
        <p:spPr>
          <a:xfrm>
            <a:off x="15983712" y="9076331"/>
            <a:ext cx="1645920" cy="552301"/>
          </a:xfrm>
          <a:prstGeom prst="roundRect">
            <a:avLst>
              <a:gd name="adj" fmla="val 28000"/>
            </a:avLst>
          </a:prstGeom>
          <a:solidFill>
            <a:srgbClr val="FFFFFF">
              <a:alpha val="82000"/>
            </a:srgbClr>
          </a:solidFill>
          <a:ln/>
        </p:spPr>
      </p:sp>
      <p:pic>
        <p:nvPicPr>
          <p:cNvPr id="87" name="Moda image moda-export-watermark-d0102ecb-19df-4982-b028-16bffe5893d0"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14161C"/>
                </a:solidFill>
                <a:latin typeface="Noto Sans JP ExtraBold" pitchFamily="34" charset="0"/>
                <a:ea typeface="Noto Sans JP ExtraBold" pitchFamily="34" charset="-122"/>
                <a:cs typeface="Noto Sans JP ExtraBold" pitchFamily="34" charset="-120"/>
              </a:rPr>
              <a:t>出典の 値がずれる 理由</a:t>
            </a:r>
            <a:endParaRPr lang="en-US" sz="5700" dirty="0"/>
          </a:p>
        </p:txBody>
      </p:sp>
      <p:sp>
        <p:nvSpPr>
          <p:cNvPr id="3" name="Shape 1"/>
          <p:cNvSpPr/>
          <p:nvPr/>
        </p:nvSpPr>
        <p:spPr>
          <a:xfrm>
            <a:off x="914400" y="3048000"/>
            <a:ext cx="3857625" cy="4953000"/>
          </a:xfrm>
          <a:prstGeom prst="roundRect">
            <a:avLst>
              <a:gd name="adj" fmla="val 6914"/>
            </a:avLst>
          </a:prstGeom>
          <a:solidFill>
            <a:srgbClr val="E8E0CF"/>
          </a:solidFill>
          <a:ln/>
        </p:spPr>
      </p:sp>
      <p:sp>
        <p:nvSpPr>
          <p:cNvPr id="4" name="Shape 2"/>
          <p:cNvSpPr/>
          <p:nvPr/>
        </p:nvSpPr>
        <p:spPr>
          <a:xfrm>
            <a:off x="914400" y="3048000"/>
            <a:ext cx="3857625" cy="152400"/>
          </a:xfrm>
          <a:prstGeom prst="roundRect">
            <a:avLst>
              <a:gd name="adj" fmla="val 50000"/>
            </a:avLst>
          </a:prstGeom>
          <a:solidFill>
            <a:srgbClr val="0F766E"/>
          </a:solidFill>
          <a:ln/>
        </p:spPr>
      </p:sp>
      <p:sp>
        <p:nvSpPr>
          <p:cNvPr id="5" name="Text 3"/>
          <p:cNvSpPr/>
          <p:nvPr/>
        </p:nvSpPr>
        <p:spPr>
          <a:xfrm>
            <a:off x="1295400" y="3543300"/>
            <a:ext cx="3095625" cy="1238250"/>
          </a:xfrm>
          <a:prstGeom prst="rect">
            <a:avLst/>
          </a:prstGeom>
          <a:noFill/>
          <a:ln/>
        </p:spPr>
        <p:txBody>
          <a:bodyPr wrap="square" lIns="0" tIns="0" rIns="0" bIns="0" rtlCol="0" anchor="ctr"/>
          <a:lstStyle/>
          <a:p>
            <a:pPr algn="l" indent="0" marL="0">
              <a:buNone/>
            </a:pPr>
            <a:r>
              <a:rPr lang="en-US" sz="7200" dirty="0" kern="0">
                <a:solidFill>
                  <a:srgbClr val="0F766E"/>
                </a:solidFill>
                <a:latin typeface="Noto Sans JP ExtraBold" pitchFamily="34" charset="0"/>
                <a:ea typeface="Noto Sans JP ExtraBold" pitchFamily="34" charset="-122"/>
                <a:cs typeface="Noto Sans JP ExtraBold" pitchFamily="34" charset="-120"/>
              </a:rPr>
              <a:t>01</a:t>
            </a:r>
            <a:endParaRPr lang="en-US" sz="7200" dirty="0"/>
          </a:p>
        </p:txBody>
      </p:sp>
      <p:sp>
        <p:nvSpPr>
          <p:cNvPr id="6" name="Text 4"/>
          <p:cNvSpPr/>
          <p:nvPr/>
        </p:nvSpPr>
        <p:spPr>
          <a:xfrm>
            <a:off x="1295400" y="4857750"/>
            <a:ext cx="3095625" cy="1047750"/>
          </a:xfrm>
          <a:prstGeom prst="rect">
            <a:avLst/>
          </a:prstGeom>
          <a:noFill/>
          <a:ln/>
        </p:spPr>
        <p:txBody>
          <a:bodyPr wrap="square" lIns="0" tIns="0" rIns="0" bIns="0" rtlCol="0" anchor="t"/>
          <a:lstStyle/>
          <a:p>
            <a:pPr algn="l" indent="0" marL="0">
              <a:buNone/>
            </a:pPr>
            <a:r>
              <a:rPr lang="en-US" sz="2700" b="1" dirty="0" kern="0">
                <a:solidFill>
                  <a:srgbClr val="14161C"/>
                </a:solidFill>
                <a:latin typeface="Noto Sans JP" pitchFamily="34" charset="0"/>
                <a:ea typeface="Noto Sans JP" pitchFamily="34" charset="-122"/>
                <a:cs typeface="Noto Sans JP" pitchFamily="34" charset="-120"/>
              </a:rPr>
              <a:t>昇温速度と 試料の 質量</a:t>
            </a:r>
            <a:endParaRPr lang="en-US" sz="2700" dirty="0"/>
          </a:p>
        </p:txBody>
      </p:sp>
      <p:sp>
        <p:nvSpPr>
          <p:cNvPr id="7" name="Text 5"/>
          <p:cNvSpPr/>
          <p:nvPr/>
        </p:nvSpPr>
        <p:spPr>
          <a:xfrm>
            <a:off x="1295400"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6B6A66"/>
                </a:solidFill>
                <a:latin typeface="Noto Sans JP" pitchFamily="34" charset="0"/>
                <a:ea typeface="Noto Sans JP" pitchFamily="34" charset="-122"/>
                <a:cs typeface="Noto Sans JP" pitchFamily="34" charset="-120"/>
              </a:rPr>
              <a:t>分解の</a:t>
            </a:r>
            <a:r>
              <a:rPr lang="en-US" sz="2550" dirty="0" spc="-1" kern="0">
                <a:solidFill>
                  <a:srgbClr val="6B6A66"/>
                </a:solidFill>
                <a:latin typeface="Noto Sans JP" pitchFamily="34" charset="0"/>
                <a:ea typeface="Noto Sans JP" pitchFamily="34" charset="-122"/>
                <a:cs typeface="Noto Sans JP" pitchFamily="34" charset="-120"/>
              </a:rPr>
              <a:t> 目安が 変わる[S3]</a:t>
            </a:r>
            <a:endParaRPr lang="en-US" sz="2550" dirty="0"/>
          </a:p>
        </p:txBody>
      </p:sp>
      <p:sp>
        <p:nvSpPr>
          <p:cNvPr id="8" name="Shape 6"/>
          <p:cNvSpPr/>
          <p:nvPr/>
        </p:nvSpPr>
        <p:spPr>
          <a:xfrm>
            <a:off x="5114925" y="3048000"/>
            <a:ext cx="3857625" cy="4953000"/>
          </a:xfrm>
          <a:prstGeom prst="roundRect">
            <a:avLst>
              <a:gd name="adj" fmla="val 6914"/>
            </a:avLst>
          </a:prstGeom>
          <a:solidFill>
            <a:srgbClr val="E8E0CF"/>
          </a:solidFill>
          <a:ln/>
        </p:spPr>
      </p:sp>
      <p:sp>
        <p:nvSpPr>
          <p:cNvPr id="9" name="Shape 7"/>
          <p:cNvSpPr/>
          <p:nvPr/>
        </p:nvSpPr>
        <p:spPr>
          <a:xfrm>
            <a:off x="5114925" y="3048000"/>
            <a:ext cx="3857625" cy="152400"/>
          </a:xfrm>
          <a:prstGeom prst="roundRect">
            <a:avLst>
              <a:gd name="adj" fmla="val 50000"/>
            </a:avLst>
          </a:prstGeom>
          <a:solidFill>
            <a:srgbClr val="E8472B"/>
          </a:solidFill>
          <a:ln/>
        </p:spPr>
      </p:sp>
      <p:sp>
        <p:nvSpPr>
          <p:cNvPr id="10" name="Text 8"/>
          <p:cNvSpPr/>
          <p:nvPr/>
        </p:nvSpPr>
        <p:spPr>
          <a:xfrm>
            <a:off x="5495925" y="3543300"/>
            <a:ext cx="3095625" cy="1238250"/>
          </a:xfrm>
          <a:prstGeom prst="rect">
            <a:avLst/>
          </a:prstGeom>
          <a:noFill/>
          <a:ln/>
        </p:spPr>
        <p:txBody>
          <a:bodyPr wrap="square" lIns="0" tIns="0" rIns="0" bIns="0" rtlCol="0" anchor="ctr"/>
          <a:lstStyle/>
          <a:p>
            <a:pPr algn="l" indent="0" marL="0">
              <a:buNone/>
            </a:pPr>
            <a:r>
              <a:rPr lang="en-US" sz="7200" dirty="0" kern="0">
                <a:solidFill>
                  <a:srgbClr val="E8472B"/>
                </a:solidFill>
                <a:latin typeface="Noto Sans JP ExtraBold" pitchFamily="34" charset="0"/>
                <a:ea typeface="Noto Sans JP ExtraBold" pitchFamily="34" charset="-122"/>
                <a:cs typeface="Noto Sans JP ExtraBold" pitchFamily="34" charset="-120"/>
              </a:rPr>
              <a:t>02</a:t>
            </a:r>
            <a:endParaRPr lang="en-US" sz="7200" dirty="0"/>
          </a:p>
        </p:txBody>
      </p:sp>
      <p:sp>
        <p:nvSpPr>
          <p:cNvPr id="11" name="Text 9"/>
          <p:cNvSpPr/>
          <p:nvPr/>
        </p:nvSpPr>
        <p:spPr>
          <a:xfrm>
            <a:off x="5495925" y="4857750"/>
            <a:ext cx="3095625" cy="1047750"/>
          </a:xfrm>
          <a:prstGeom prst="rect">
            <a:avLst/>
          </a:prstGeom>
          <a:noFill/>
          <a:ln/>
        </p:spPr>
        <p:txBody>
          <a:bodyPr wrap="square" lIns="0" tIns="0" rIns="0" bIns="0" rtlCol="0" anchor="t"/>
          <a:lstStyle/>
          <a:p>
            <a:pPr algn="l" indent="0" marL="0">
              <a:buNone/>
            </a:pPr>
            <a:r>
              <a:rPr lang="en-US" sz="2700" b="1" dirty="0" spc="-27" kern="0">
                <a:solidFill>
                  <a:srgbClr val="14161C"/>
                </a:solidFill>
                <a:latin typeface="Noto Sans JP" pitchFamily="34" charset="0"/>
                <a:ea typeface="Noto Sans JP" pitchFamily="34" charset="-122"/>
                <a:cs typeface="Noto Sans JP" pitchFamily="34" charset="-120"/>
              </a:rPr>
              <a:t>るつぼの</a:t>
            </a:r>
            <a:r>
              <a:rPr lang="en-US" sz="2700" b="1" dirty="0" spc="0" kern="0">
                <a:solidFill>
                  <a:srgbClr val="14161C"/>
                </a:solidFill>
                <a:latin typeface="Noto Sans JP" pitchFamily="34" charset="0"/>
                <a:ea typeface="Noto Sans JP" pitchFamily="34" charset="-122"/>
                <a:cs typeface="Noto Sans JP" pitchFamily="34" charset="-120"/>
              </a:rPr>
              <a:t> 形状と</a:t>
            </a:r>
            <a:r>
              <a:rPr lang="en-US" sz="2700" b="1" dirty="0" spc="-21" kern="0">
                <a:solidFill>
                  <a:srgbClr val="14161C"/>
                </a:solidFill>
                <a:latin typeface="Noto Sans JP" pitchFamily="34" charset="0"/>
                <a:ea typeface="Noto Sans JP" pitchFamily="34" charset="-122"/>
                <a:cs typeface="Noto Sans JP" pitchFamily="34" charset="-120"/>
              </a:rPr>
              <a:t> HNCOの</a:t>
            </a:r>
            <a:r>
              <a:rPr lang="en-US" sz="2700" b="1" dirty="0" spc="0" kern="0">
                <a:solidFill>
                  <a:srgbClr val="14161C"/>
                </a:solidFill>
                <a:latin typeface="Noto Sans JP" pitchFamily="34" charset="0"/>
                <a:ea typeface="Noto Sans JP" pitchFamily="34" charset="-122"/>
                <a:cs typeface="Noto Sans JP" pitchFamily="34" charset="-120"/>
              </a:rPr>
              <a:t> 希薄さ</a:t>
            </a:r>
            <a:endParaRPr lang="en-US" sz="2700" dirty="0"/>
          </a:p>
        </p:txBody>
      </p:sp>
      <p:sp>
        <p:nvSpPr>
          <p:cNvPr id="12" name="Text 10"/>
          <p:cNvSpPr/>
          <p:nvPr/>
        </p:nvSpPr>
        <p:spPr>
          <a:xfrm>
            <a:off x="5495925"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6B6A66"/>
                </a:solidFill>
                <a:latin typeface="Noto Sans JP" pitchFamily="34" charset="0"/>
                <a:ea typeface="Noto Sans JP" pitchFamily="34" charset="-122"/>
                <a:cs typeface="Noto Sans JP" pitchFamily="34" charset="-120"/>
              </a:rPr>
              <a:t>ビウレットと</a:t>
            </a:r>
            <a:r>
              <a:rPr lang="en-US" sz="2550" dirty="0" spc="-1" kern="0">
                <a:solidFill>
                  <a:srgbClr val="6B6A66"/>
                </a:solidFill>
                <a:latin typeface="Noto Sans JP" pitchFamily="34" charset="0"/>
                <a:ea typeface="Noto Sans JP" pitchFamily="34" charset="-122"/>
                <a:cs typeface="Noto Sans JP" pitchFamily="34" charset="-120"/>
              </a:rPr>
              <a:t> シアヌル酸の</a:t>
            </a:r>
            <a:r>
              <a:rPr lang="en-US" sz="2550" dirty="0" spc="0" kern="0">
                <a:solidFill>
                  <a:srgbClr val="6B6A66"/>
                </a:solidFill>
                <a:latin typeface="Noto Sans JP" pitchFamily="34" charset="0"/>
                <a:ea typeface="Noto Sans JP" pitchFamily="34" charset="-122"/>
                <a:cs typeface="Noto Sans JP" pitchFamily="34" charset="-120"/>
              </a:rPr>
              <a:t> 平衡が</a:t>
            </a:r>
            <a:r>
              <a:rPr lang="en-US" sz="2550" dirty="0" spc="-1" kern="0">
                <a:solidFill>
                  <a:srgbClr val="6B6A66"/>
                </a:solidFill>
                <a:latin typeface="Noto Sans JP" pitchFamily="34" charset="0"/>
                <a:ea typeface="Noto Sans JP" pitchFamily="34" charset="-122"/>
                <a:cs typeface="Noto Sans JP" pitchFamily="34" charset="-120"/>
              </a:rPr>
              <a:t> 左右される[S3]</a:t>
            </a:r>
            <a:endParaRPr lang="en-US" sz="2550" dirty="0"/>
          </a:p>
        </p:txBody>
      </p:sp>
      <p:sp>
        <p:nvSpPr>
          <p:cNvPr id="13" name="Shape 11"/>
          <p:cNvSpPr/>
          <p:nvPr/>
        </p:nvSpPr>
        <p:spPr>
          <a:xfrm>
            <a:off x="9315450" y="3048000"/>
            <a:ext cx="3857625" cy="4953000"/>
          </a:xfrm>
          <a:prstGeom prst="roundRect">
            <a:avLst>
              <a:gd name="adj" fmla="val 6914"/>
            </a:avLst>
          </a:prstGeom>
          <a:solidFill>
            <a:srgbClr val="E8E0CF"/>
          </a:solidFill>
          <a:ln/>
        </p:spPr>
      </p:sp>
      <p:sp>
        <p:nvSpPr>
          <p:cNvPr id="14" name="Shape 12"/>
          <p:cNvSpPr/>
          <p:nvPr/>
        </p:nvSpPr>
        <p:spPr>
          <a:xfrm>
            <a:off x="9315450" y="3048000"/>
            <a:ext cx="3857625" cy="152400"/>
          </a:xfrm>
          <a:prstGeom prst="roundRect">
            <a:avLst>
              <a:gd name="adj" fmla="val 50000"/>
            </a:avLst>
          </a:prstGeom>
          <a:solidFill>
            <a:srgbClr val="1F3FD1"/>
          </a:solidFill>
          <a:ln/>
        </p:spPr>
      </p:sp>
      <p:sp>
        <p:nvSpPr>
          <p:cNvPr id="15" name="Text 13"/>
          <p:cNvSpPr/>
          <p:nvPr/>
        </p:nvSpPr>
        <p:spPr>
          <a:xfrm>
            <a:off x="9696450" y="3543300"/>
            <a:ext cx="3095625" cy="1238250"/>
          </a:xfrm>
          <a:prstGeom prst="rect">
            <a:avLst/>
          </a:prstGeom>
          <a:noFill/>
          <a:ln/>
        </p:spPr>
        <p:txBody>
          <a:bodyPr wrap="square" lIns="0" tIns="0" rIns="0" bIns="0" rtlCol="0" anchor="ctr"/>
          <a:lstStyle/>
          <a:p>
            <a:pPr algn="l" indent="0" marL="0">
              <a:buNone/>
            </a:pPr>
            <a:r>
              <a:rPr lang="en-US" sz="7200" dirty="0" kern="0">
                <a:solidFill>
                  <a:srgbClr val="1F3FD1"/>
                </a:solidFill>
                <a:latin typeface="Noto Sans JP ExtraBold" pitchFamily="34" charset="0"/>
                <a:ea typeface="Noto Sans JP ExtraBold" pitchFamily="34" charset="-122"/>
                <a:cs typeface="Noto Sans JP ExtraBold" pitchFamily="34" charset="-120"/>
              </a:rPr>
              <a:t>03</a:t>
            </a:r>
            <a:endParaRPr lang="en-US" sz="7200" dirty="0"/>
          </a:p>
        </p:txBody>
      </p:sp>
      <p:sp>
        <p:nvSpPr>
          <p:cNvPr id="16" name="Text 14"/>
          <p:cNvSpPr/>
          <p:nvPr/>
        </p:nvSpPr>
        <p:spPr>
          <a:xfrm>
            <a:off x="9696450" y="4857750"/>
            <a:ext cx="3095625" cy="1047750"/>
          </a:xfrm>
          <a:prstGeom prst="rect">
            <a:avLst/>
          </a:prstGeom>
          <a:noFill/>
          <a:ln/>
        </p:spPr>
        <p:txBody>
          <a:bodyPr wrap="square" lIns="0" tIns="0" rIns="0" bIns="0" rtlCol="0" anchor="t"/>
          <a:lstStyle/>
          <a:p>
            <a:pPr algn="l" indent="0" marL="0">
              <a:buNone/>
            </a:pPr>
            <a:r>
              <a:rPr lang="en-US" sz="2700" b="1" dirty="0" kern="0">
                <a:solidFill>
                  <a:srgbClr val="14161C"/>
                </a:solidFill>
                <a:latin typeface="Noto Sans JP" pitchFamily="34" charset="0"/>
                <a:ea typeface="Noto Sans JP" pitchFamily="34" charset="-122"/>
                <a:cs typeface="Noto Sans JP" pitchFamily="34" charset="-120"/>
              </a:rPr>
              <a:t>水の 有無</a:t>
            </a:r>
            <a:endParaRPr lang="en-US" sz="2700" dirty="0"/>
          </a:p>
        </p:txBody>
      </p:sp>
      <p:sp>
        <p:nvSpPr>
          <p:cNvPr id="17" name="Text 15"/>
          <p:cNvSpPr/>
          <p:nvPr/>
        </p:nvSpPr>
        <p:spPr>
          <a:xfrm>
            <a:off x="9696450"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6B6A66"/>
                </a:solidFill>
                <a:latin typeface="Noto Sans JP" pitchFamily="34" charset="0"/>
                <a:ea typeface="Noto Sans JP" pitchFamily="34" charset="-122"/>
                <a:cs typeface="Noto Sans JP" pitchFamily="34" charset="-120"/>
              </a:rPr>
              <a:t>水は</a:t>
            </a:r>
            <a:r>
              <a:rPr lang="en-US" sz="2550" dirty="0" spc="-14" kern="0">
                <a:solidFill>
                  <a:srgbClr val="6B6A66"/>
                </a:solidFill>
                <a:latin typeface="Noto Sans JP" pitchFamily="34" charset="0"/>
                <a:ea typeface="Noto Sans JP" pitchFamily="34" charset="-122"/>
                <a:cs typeface="Noto Sans JP" pitchFamily="34" charset="-120"/>
              </a:rPr>
              <a:t> HNCOを</a:t>
            </a:r>
            <a:r>
              <a:rPr lang="en-US" sz="2550" dirty="0" spc="0" kern="0">
                <a:solidFill>
                  <a:srgbClr val="6B6A66"/>
                </a:solidFill>
                <a:latin typeface="Noto Sans JP" pitchFamily="34" charset="0"/>
                <a:ea typeface="Noto Sans JP" pitchFamily="34" charset="-122"/>
                <a:cs typeface="Noto Sans JP" pitchFamily="34" charset="-120"/>
              </a:rPr>
              <a:t> 加水分解するので</a:t>
            </a:r>
            <a:r>
              <a:rPr lang="en-US" sz="2550" dirty="0" spc="-1" kern="0">
                <a:solidFill>
                  <a:srgbClr val="6B6A66"/>
                </a:solidFill>
                <a:latin typeface="Noto Sans JP" pitchFamily="34" charset="0"/>
                <a:ea typeface="Noto Sans JP" pitchFamily="34" charset="-122"/>
                <a:cs typeface="Noto Sans JP" pitchFamily="34" charset="-120"/>
              </a:rPr>
              <a:t> 副生成物が 減る[S3][S5]</a:t>
            </a:r>
            <a:endParaRPr lang="en-US" sz="2550" dirty="0"/>
          </a:p>
        </p:txBody>
      </p:sp>
      <p:sp>
        <p:nvSpPr>
          <p:cNvPr id="18" name="Shape 16"/>
          <p:cNvSpPr/>
          <p:nvPr/>
        </p:nvSpPr>
        <p:spPr>
          <a:xfrm>
            <a:off x="13515975" y="3048000"/>
            <a:ext cx="3857625" cy="4953000"/>
          </a:xfrm>
          <a:prstGeom prst="roundRect">
            <a:avLst>
              <a:gd name="adj" fmla="val 6914"/>
            </a:avLst>
          </a:prstGeom>
          <a:solidFill>
            <a:srgbClr val="E8E0CF"/>
          </a:solidFill>
          <a:ln/>
        </p:spPr>
      </p:sp>
      <p:sp>
        <p:nvSpPr>
          <p:cNvPr id="19" name="Shape 17"/>
          <p:cNvSpPr/>
          <p:nvPr/>
        </p:nvSpPr>
        <p:spPr>
          <a:xfrm>
            <a:off x="13515975" y="3048000"/>
            <a:ext cx="3857625" cy="152400"/>
          </a:xfrm>
          <a:prstGeom prst="roundRect">
            <a:avLst>
              <a:gd name="adj" fmla="val 50000"/>
            </a:avLst>
          </a:prstGeom>
          <a:solidFill>
            <a:srgbClr val="B45309"/>
          </a:solidFill>
          <a:ln/>
        </p:spPr>
      </p:sp>
      <p:sp>
        <p:nvSpPr>
          <p:cNvPr id="20" name="Text 18"/>
          <p:cNvSpPr/>
          <p:nvPr/>
        </p:nvSpPr>
        <p:spPr>
          <a:xfrm>
            <a:off x="13896975" y="3543300"/>
            <a:ext cx="3095625" cy="1238250"/>
          </a:xfrm>
          <a:prstGeom prst="rect">
            <a:avLst/>
          </a:prstGeom>
          <a:noFill/>
          <a:ln/>
        </p:spPr>
        <p:txBody>
          <a:bodyPr wrap="square" lIns="0" tIns="0" rIns="0" bIns="0" rtlCol="0" anchor="ctr"/>
          <a:lstStyle/>
          <a:p>
            <a:pPr algn="l" indent="0" marL="0">
              <a:buNone/>
            </a:pPr>
            <a:r>
              <a:rPr lang="en-US" sz="7200" dirty="0" kern="0">
                <a:solidFill>
                  <a:srgbClr val="B45309"/>
                </a:solidFill>
                <a:latin typeface="Noto Sans JP ExtraBold" pitchFamily="34" charset="0"/>
                <a:ea typeface="Noto Sans JP ExtraBold" pitchFamily="34" charset="-122"/>
                <a:cs typeface="Noto Sans JP ExtraBold" pitchFamily="34" charset="-120"/>
              </a:rPr>
              <a:t>04</a:t>
            </a:r>
            <a:endParaRPr lang="en-US" sz="7200" dirty="0"/>
          </a:p>
        </p:txBody>
      </p:sp>
      <p:sp>
        <p:nvSpPr>
          <p:cNvPr id="21" name="Text 19"/>
          <p:cNvSpPr/>
          <p:nvPr/>
        </p:nvSpPr>
        <p:spPr>
          <a:xfrm>
            <a:off x="13896975" y="4857750"/>
            <a:ext cx="3095625" cy="1047750"/>
          </a:xfrm>
          <a:prstGeom prst="rect">
            <a:avLst/>
          </a:prstGeom>
          <a:noFill/>
          <a:ln/>
        </p:spPr>
        <p:txBody>
          <a:bodyPr wrap="square" lIns="0" tIns="0" rIns="0" bIns="0" rtlCol="0" anchor="t"/>
          <a:lstStyle/>
          <a:p>
            <a:pPr algn="l" indent="0" marL="0">
              <a:buNone/>
            </a:pPr>
            <a:r>
              <a:rPr lang="en-US" sz="2700" b="1" dirty="0" kern="0">
                <a:solidFill>
                  <a:srgbClr val="14161C"/>
                </a:solidFill>
                <a:latin typeface="Noto Sans JP" pitchFamily="34" charset="0"/>
                <a:ea typeface="Noto Sans JP" pitchFamily="34" charset="-122"/>
                <a:cs typeface="Noto Sans JP" pitchFamily="34" charset="-120"/>
              </a:rPr>
              <a:t>出発物質</a:t>
            </a:r>
            <a:endParaRPr lang="en-US" sz="2700" dirty="0"/>
          </a:p>
        </p:txBody>
      </p:sp>
      <p:sp>
        <p:nvSpPr>
          <p:cNvPr id="22" name="Text 20"/>
          <p:cNvSpPr/>
          <p:nvPr/>
        </p:nvSpPr>
        <p:spPr>
          <a:xfrm>
            <a:off x="13896975" y="6000750"/>
            <a:ext cx="3095625" cy="1905000"/>
          </a:xfrm>
          <a:prstGeom prst="rect">
            <a:avLst/>
          </a:prstGeom>
          <a:noFill/>
          <a:ln/>
        </p:spPr>
        <p:txBody>
          <a:bodyPr wrap="square" lIns="0" tIns="33833" rIns="0" bIns="-33833" rtlCol="0" anchor="t"/>
          <a:lstStyle/>
          <a:p>
            <a:pPr algn="l" indent="0" marL="0">
              <a:lnSpc>
                <a:spcPts val="3120"/>
              </a:lnSpc>
              <a:buNone/>
            </a:pPr>
            <a:r>
              <a:rPr lang="en-US" sz="2400" dirty="0" spc="0" kern="0">
                <a:solidFill>
                  <a:srgbClr val="6B6A66"/>
                </a:solidFill>
                <a:latin typeface="Noto Sans JP" pitchFamily="34" charset="0"/>
                <a:ea typeface="Noto Sans JP" pitchFamily="34" charset="-122"/>
                <a:cs typeface="Noto Sans JP" pitchFamily="34" charset="-120"/>
              </a:rPr>
              <a:t>純尿素、 溶液、 堆積物。 エンジン内の</a:t>
            </a:r>
            <a:r>
              <a:rPr lang="en-US" sz="2400" dirty="0" spc="-1" kern="0">
                <a:solidFill>
                  <a:srgbClr val="6B6A66"/>
                </a:solidFill>
                <a:latin typeface="Noto Sans JP" pitchFamily="34" charset="0"/>
                <a:ea typeface="Noto Sans JP" pitchFamily="34" charset="-122"/>
                <a:cs typeface="Noto Sans JP" pitchFamily="34" charset="-120"/>
              </a:rPr>
              <a:t> 液膜[S4][S10][S11]</a:t>
            </a:r>
            <a:endParaRPr lang="en-US" sz="240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[S3]</a:t>
            </a:r>
            <a:r>
              <a:rPr lang="en-US" sz="1800" dirty="0" spc="-1" kern="0">
                <a:solidFill>
                  <a:srgbClr val="6B6A66"/>
                </a:solidFill>
                <a:latin typeface="Noto Sans JP" pitchFamily="34" charset="0"/>
                <a:ea typeface="Noto Sans JP" pitchFamily="34" charset="-122"/>
                <a:cs typeface="Noto Sans JP" pitchFamily="34" charset="-120"/>
              </a:rPr>
              <a:t> [S4]</a:t>
            </a:r>
            <a:r>
              <a:rPr lang="en-US" sz="1800" dirty="0" spc="-2" kern="0">
                <a:solidFill>
                  <a:srgbClr val="6B6A66"/>
                </a:solidFill>
                <a:latin typeface="Noto Sans JP" pitchFamily="34" charset="0"/>
                <a:ea typeface="Noto Sans JP" pitchFamily="34" charset="-122"/>
                <a:cs typeface="Noto Sans JP" pitchFamily="34" charset="-120"/>
              </a:rPr>
              <a:t> [S5]</a:t>
            </a:r>
            <a:r>
              <a:rPr lang="en-US" sz="1800" dirty="0" spc="-1" kern="0">
                <a:solidFill>
                  <a:srgbClr val="6B6A66"/>
                </a:solidFill>
                <a:latin typeface="Noto Sans JP" pitchFamily="34" charset="0"/>
                <a:ea typeface="Noto Sans JP" pitchFamily="34" charset="-122"/>
                <a:cs typeface="Noto Sans JP" pitchFamily="34" charset="-120"/>
              </a:rPr>
              <a:t> [S10]</a:t>
            </a:r>
            <a:r>
              <a:rPr lang="en-US" sz="1800" dirty="0" spc="-2" kern="0">
                <a:solidFill>
                  <a:srgbClr val="6B6A66"/>
                </a:solidFill>
                <a:latin typeface="Noto Sans JP" pitchFamily="34" charset="0"/>
                <a:ea typeface="Noto Sans JP" pitchFamily="34" charset="-122"/>
                <a:cs typeface="Noto Sans JP" pitchFamily="34" charset="-120"/>
              </a:rPr>
              <a:t> [S11]</a:t>
            </a:r>
            <a:endParaRPr lang="en-US" sz="1800" dirty="0"/>
          </a:p>
        </p:txBody>
      </p:sp>
      <p:sp>
        <p:nvSpPr>
          <p:cNvPr id="24" name="Shape 22"/>
          <p:cNvSpPr/>
          <p:nvPr/>
        </p:nvSpPr>
        <p:spPr>
          <a:xfrm>
            <a:off x="960711" y="9580836"/>
            <a:ext cx="78828" cy="78828"/>
          </a:xfrm>
          <a:prstGeom prst="ellipse">
            <a:avLst/>
          </a:prstGeom>
          <a:solidFill>
            <a:srgbClr val="14161C">
              <a:alpha val="28000"/>
            </a:srgbClr>
          </a:solidFill>
          <a:ln/>
        </p:spPr>
      </p:sp>
      <p:sp>
        <p:nvSpPr>
          <p:cNvPr id="25" name="Shape 23"/>
          <p:cNvSpPr/>
          <p:nvPr/>
        </p:nvSpPr>
        <p:spPr>
          <a:xfrm>
            <a:off x="1118366" y="9580836"/>
            <a:ext cx="78828" cy="78828"/>
          </a:xfrm>
          <a:prstGeom prst="ellipse">
            <a:avLst/>
          </a:prstGeom>
          <a:solidFill>
            <a:srgbClr val="14161C">
              <a:alpha val="28000"/>
            </a:srgbClr>
          </a:solidFill>
          <a:ln/>
        </p:spPr>
      </p:sp>
      <p:sp>
        <p:nvSpPr>
          <p:cNvPr id="26" name="Shape 24"/>
          <p:cNvSpPr/>
          <p:nvPr/>
        </p:nvSpPr>
        <p:spPr>
          <a:xfrm>
            <a:off x="1276021" y="9580836"/>
            <a:ext cx="78828" cy="78828"/>
          </a:xfrm>
          <a:prstGeom prst="ellipse">
            <a:avLst/>
          </a:prstGeom>
          <a:solidFill>
            <a:srgbClr val="14161C">
              <a:alpha val="28000"/>
            </a:srgbClr>
          </a:solidFill>
          <a:ln/>
        </p:spPr>
      </p:sp>
      <p:sp>
        <p:nvSpPr>
          <p:cNvPr id="27" name="Shape 25"/>
          <p:cNvSpPr/>
          <p:nvPr/>
        </p:nvSpPr>
        <p:spPr>
          <a:xfrm>
            <a:off x="1433676" y="9580836"/>
            <a:ext cx="78828" cy="78828"/>
          </a:xfrm>
          <a:prstGeom prst="ellipse">
            <a:avLst/>
          </a:prstGeom>
          <a:solidFill>
            <a:srgbClr val="14161C">
              <a:alpha val="28000"/>
            </a:srgbClr>
          </a:solidFill>
          <a:ln/>
        </p:spPr>
      </p:sp>
      <p:sp>
        <p:nvSpPr>
          <p:cNvPr id="28" name="Shape 26"/>
          <p:cNvSpPr/>
          <p:nvPr/>
        </p:nvSpPr>
        <p:spPr>
          <a:xfrm>
            <a:off x="1591331" y="9580836"/>
            <a:ext cx="78828" cy="78828"/>
          </a:xfrm>
          <a:prstGeom prst="ellipse">
            <a:avLst/>
          </a:prstGeom>
          <a:solidFill>
            <a:srgbClr val="14161C">
              <a:alpha val="28000"/>
            </a:srgbClr>
          </a:solidFill>
          <a:ln/>
        </p:spPr>
      </p:sp>
      <p:sp>
        <p:nvSpPr>
          <p:cNvPr id="29" name="Shape 27"/>
          <p:cNvSpPr/>
          <p:nvPr/>
        </p:nvSpPr>
        <p:spPr>
          <a:xfrm>
            <a:off x="1748986" y="9580836"/>
            <a:ext cx="78828" cy="78828"/>
          </a:xfrm>
          <a:prstGeom prst="ellipse">
            <a:avLst/>
          </a:prstGeom>
          <a:solidFill>
            <a:srgbClr val="14161C">
              <a:alpha val="28000"/>
            </a:srgbClr>
          </a:solidFill>
          <a:ln/>
        </p:spPr>
      </p:sp>
      <p:sp>
        <p:nvSpPr>
          <p:cNvPr id="30" name="Shape 28"/>
          <p:cNvSpPr/>
          <p:nvPr/>
        </p:nvSpPr>
        <p:spPr>
          <a:xfrm>
            <a:off x="1906641" y="9580836"/>
            <a:ext cx="78828" cy="78828"/>
          </a:xfrm>
          <a:prstGeom prst="ellipse">
            <a:avLst/>
          </a:prstGeom>
          <a:solidFill>
            <a:srgbClr val="14161C">
              <a:alpha val="28000"/>
            </a:srgbClr>
          </a:solidFill>
          <a:ln/>
        </p:spPr>
      </p:sp>
      <p:sp>
        <p:nvSpPr>
          <p:cNvPr id="31" name="Shape 29"/>
          <p:cNvSpPr/>
          <p:nvPr/>
        </p:nvSpPr>
        <p:spPr>
          <a:xfrm>
            <a:off x="2064296" y="9580836"/>
            <a:ext cx="78828" cy="78828"/>
          </a:xfrm>
          <a:prstGeom prst="ellipse">
            <a:avLst/>
          </a:prstGeom>
          <a:solidFill>
            <a:srgbClr val="14161C">
              <a:alpha val="28000"/>
            </a:srgbClr>
          </a:solidFill>
          <a:ln/>
        </p:spPr>
      </p:sp>
      <p:sp>
        <p:nvSpPr>
          <p:cNvPr id="32" name="Shape 30"/>
          <p:cNvSpPr/>
          <p:nvPr/>
        </p:nvSpPr>
        <p:spPr>
          <a:xfrm>
            <a:off x="2221951" y="9580836"/>
            <a:ext cx="78828" cy="78828"/>
          </a:xfrm>
          <a:prstGeom prst="ellipse">
            <a:avLst/>
          </a:prstGeom>
          <a:solidFill>
            <a:srgbClr val="14161C">
              <a:alpha val="28000"/>
            </a:srgbClr>
          </a:solidFill>
          <a:ln/>
        </p:spPr>
      </p:sp>
      <p:sp>
        <p:nvSpPr>
          <p:cNvPr id="33" name="Shape 31"/>
          <p:cNvSpPr/>
          <p:nvPr/>
        </p:nvSpPr>
        <p:spPr>
          <a:xfrm>
            <a:off x="2379606" y="9580836"/>
            <a:ext cx="78828" cy="78828"/>
          </a:xfrm>
          <a:prstGeom prst="ellipse">
            <a:avLst/>
          </a:prstGeom>
          <a:solidFill>
            <a:srgbClr val="14161C">
              <a:alpha val="28000"/>
            </a:srgbClr>
          </a:solidFill>
          <a:ln/>
        </p:spPr>
      </p:sp>
      <p:sp>
        <p:nvSpPr>
          <p:cNvPr id="34" name="Shape 32"/>
          <p:cNvSpPr/>
          <p:nvPr/>
        </p:nvSpPr>
        <p:spPr>
          <a:xfrm>
            <a:off x="2537261" y="9580836"/>
            <a:ext cx="78828" cy="78828"/>
          </a:xfrm>
          <a:prstGeom prst="ellipse">
            <a:avLst/>
          </a:prstGeom>
          <a:solidFill>
            <a:srgbClr val="14161C">
              <a:alpha val="28000"/>
            </a:srgbClr>
          </a:solidFill>
          <a:ln/>
        </p:spPr>
      </p:sp>
      <p:sp>
        <p:nvSpPr>
          <p:cNvPr id="35" name="Shape 33"/>
          <p:cNvSpPr/>
          <p:nvPr/>
        </p:nvSpPr>
        <p:spPr>
          <a:xfrm>
            <a:off x="2694916" y="9580836"/>
            <a:ext cx="78828" cy="78828"/>
          </a:xfrm>
          <a:prstGeom prst="ellipse">
            <a:avLst/>
          </a:prstGeom>
          <a:solidFill>
            <a:srgbClr val="14161C">
              <a:alpha val="28000"/>
            </a:srgbClr>
          </a:solidFill>
          <a:ln/>
        </p:spPr>
      </p:sp>
      <p:sp>
        <p:nvSpPr>
          <p:cNvPr id="36" name="Shape 34"/>
          <p:cNvSpPr/>
          <p:nvPr/>
        </p:nvSpPr>
        <p:spPr>
          <a:xfrm>
            <a:off x="2852571" y="9580836"/>
            <a:ext cx="78828" cy="78828"/>
          </a:xfrm>
          <a:prstGeom prst="ellipse">
            <a:avLst/>
          </a:prstGeom>
          <a:solidFill>
            <a:srgbClr val="14161C">
              <a:alpha val="28000"/>
            </a:srgbClr>
          </a:solidFill>
          <a:ln/>
        </p:spPr>
      </p:sp>
      <p:sp>
        <p:nvSpPr>
          <p:cNvPr id="37" name="Shape 35"/>
          <p:cNvSpPr/>
          <p:nvPr/>
        </p:nvSpPr>
        <p:spPr>
          <a:xfrm>
            <a:off x="3010225" y="9580836"/>
            <a:ext cx="78828" cy="78828"/>
          </a:xfrm>
          <a:prstGeom prst="ellipse">
            <a:avLst/>
          </a:prstGeom>
          <a:solidFill>
            <a:srgbClr val="14161C">
              <a:alpha val="28000"/>
            </a:srgbClr>
          </a:solidFill>
          <a:ln/>
        </p:spPr>
      </p:sp>
      <p:sp>
        <p:nvSpPr>
          <p:cNvPr id="38" name="Shape 36"/>
          <p:cNvSpPr/>
          <p:nvPr/>
        </p:nvSpPr>
        <p:spPr>
          <a:xfrm>
            <a:off x="3167880" y="9580836"/>
            <a:ext cx="78828" cy="78828"/>
          </a:xfrm>
          <a:prstGeom prst="ellipse">
            <a:avLst/>
          </a:prstGeom>
          <a:solidFill>
            <a:srgbClr val="14161C">
              <a:alpha val="28000"/>
            </a:srgbClr>
          </a:solidFill>
          <a:ln/>
        </p:spPr>
      </p:sp>
      <p:sp>
        <p:nvSpPr>
          <p:cNvPr id="39" name="Shape 37"/>
          <p:cNvSpPr/>
          <p:nvPr/>
        </p:nvSpPr>
        <p:spPr>
          <a:xfrm>
            <a:off x="3325535" y="9580836"/>
            <a:ext cx="78828" cy="78828"/>
          </a:xfrm>
          <a:prstGeom prst="ellipse">
            <a:avLst/>
          </a:prstGeom>
          <a:solidFill>
            <a:srgbClr val="14161C">
              <a:alpha val="28000"/>
            </a:srgbClr>
          </a:solidFill>
          <a:ln/>
        </p:spPr>
      </p:sp>
      <p:sp>
        <p:nvSpPr>
          <p:cNvPr id="40" name="Shape 38"/>
          <p:cNvSpPr/>
          <p:nvPr/>
        </p:nvSpPr>
        <p:spPr>
          <a:xfrm>
            <a:off x="3483190" y="9580836"/>
            <a:ext cx="78828" cy="78828"/>
          </a:xfrm>
          <a:prstGeom prst="ellipse">
            <a:avLst/>
          </a:prstGeom>
          <a:solidFill>
            <a:srgbClr val="14161C">
              <a:alpha val="28000"/>
            </a:srgbClr>
          </a:solidFill>
          <a:ln/>
        </p:spPr>
      </p:sp>
      <p:sp>
        <p:nvSpPr>
          <p:cNvPr id="41" name="Shape 39"/>
          <p:cNvSpPr/>
          <p:nvPr/>
        </p:nvSpPr>
        <p:spPr>
          <a:xfrm>
            <a:off x="3640845" y="9580836"/>
            <a:ext cx="78828" cy="78828"/>
          </a:xfrm>
          <a:prstGeom prst="ellipse">
            <a:avLst/>
          </a:prstGeom>
          <a:solidFill>
            <a:srgbClr val="14161C">
              <a:alpha val="28000"/>
            </a:srgbClr>
          </a:solidFill>
          <a:ln/>
        </p:spPr>
      </p:sp>
      <p:sp>
        <p:nvSpPr>
          <p:cNvPr id="42" name="Shape 40"/>
          <p:cNvSpPr/>
          <p:nvPr/>
        </p:nvSpPr>
        <p:spPr>
          <a:xfrm>
            <a:off x="3798500" y="9580836"/>
            <a:ext cx="78828" cy="78828"/>
          </a:xfrm>
          <a:prstGeom prst="ellipse">
            <a:avLst/>
          </a:prstGeom>
          <a:solidFill>
            <a:srgbClr val="14161C">
              <a:alpha val="28000"/>
            </a:srgbClr>
          </a:solidFill>
          <a:ln/>
        </p:spPr>
      </p:sp>
      <p:sp>
        <p:nvSpPr>
          <p:cNvPr id="43" name="Shape 41"/>
          <p:cNvSpPr/>
          <p:nvPr/>
        </p:nvSpPr>
        <p:spPr>
          <a:xfrm>
            <a:off x="3956155" y="9580836"/>
            <a:ext cx="78828" cy="78828"/>
          </a:xfrm>
          <a:prstGeom prst="ellipse">
            <a:avLst/>
          </a:prstGeom>
          <a:solidFill>
            <a:srgbClr val="14161C">
              <a:alpha val="28000"/>
            </a:srgbClr>
          </a:solidFill>
          <a:ln/>
        </p:spPr>
      </p:sp>
      <p:sp>
        <p:nvSpPr>
          <p:cNvPr id="44" name="Shape 42"/>
          <p:cNvSpPr/>
          <p:nvPr/>
        </p:nvSpPr>
        <p:spPr>
          <a:xfrm>
            <a:off x="4113810" y="9580836"/>
            <a:ext cx="78828" cy="78828"/>
          </a:xfrm>
          <a:prstGeom prst="ellipse">
            <a:avLst/>
          </a:prstGeom>
          <a:solidFill>
            <a:srgbClr val="14161C">
              <a:alpha val="28000"/>
            </a:srgbClr>
          </a:solidFill>
          <a:ln/>
        </p:spPr>
      </p:sp>
      <p:sp>
        <p:nvSpPr>
          <p:cNvPr id="45" name="Shape 43"/>
          <p:cNvSpPr/>
          <p:nvPr/>
        </p:nvSpPr>
        <p:spPr>
          <a:xfrm>
            <a:off x="4271465" y="9580836"/>
            <a:ext cx="78828" cy="78828"/>
          </a:xfrm>
          <a:prstGeom prst="ellipse">
            <a:avLst/>
          </a:prstGeom>
          <a:solidFill>
            <a:srgbClr val="14161C">
              <a:alpha val="28000"/>
            </a:srgbClr>
          </a:solidFill>
          <a:ln/>
        </p:spPr>
      </p:sp>
      <p:sp>
        <p:nvSpPr>
          <p:cNvPr id="46" name="Shape 44"/>
          <p:cNvSpPr/>
          <p:nvPr/>
        </p:nvSpPr>
        <p:spPr>
          <a:xfrm>
            <a:off x="4429120" y="9580836"/>
            <a:ext cx="78828" cy="78828"/>
          </a:xfrm>
          <a:prstGeom prst="ellipse">
            <a:avLst/>
          </a:prstGeom>
          <a:solidFill>
            <a:srgbClr val="14161C">
              <a:alpha val="28000"/>
            </a:srgbClr>
          </a:solidFill>
          <a:ln/>
        </p:spPr>
      </p:sp>
      <p:sp>
        <p:nvSpPr>
          <p:cNvPr id="47" name="Shape 45"/>
          <p:cNvSpPr/>
          <p:nvPr/>
        </p:nvSpPr>
        <p:spPr>
          <a:xfrm>
            <a:off x="4586775" y="9580836"/>
            <a:ext cx="78828" cy="78828"/>
          </a:xfrm>
          <a:prstGeom prst="ellipse">
            <a:avLst/>
          </a:prstGeom>
          <a:solidFill>
            <a:srgbClr val="14161C">
              <a:alpha val="28000"/>
            </a:srgbClr>
          </a:solidFill>
          <a:ln/>
        </p:spPr>
      </p:sp>
      <p:sp>
        <p:nvSpPr>
          <p:cNvPr id="48" name="Shape 46"/>
          <p:cNvSpPr/>
          <p:nvPr/>
        </p:nvSpPr>
        <p:spPr>
          <a:xfrm>
            <a:off x="4744430" y="9580836"/>
            <a:ext cx="78828" cy="78828"/>
          </a:xfrm>
          <a:prstGeom prst="ellipse">
            <a:avLst/>
          </a:prstGeom>
          <a:solidFill>
            <a:srgbClr val="14161C">
              <a:alpha val="28000"/>
            </a:srgbClr>
          </a:solidFill>
          <a:ln/>
        </p:spPr>
      </p:sp>
      <p:sp>
        <p:nvSpPr>
          <p:cNvPr id="49" name="Shape 47"/>
          <p:cNvSpPr/>
          <p:nvPr/>
        </p:nvSpPr>
        <p:spPr>
          <a:xfrm>
            <a:off x="4902085" y="9580836"/>
            <a:ext cx="78828" cy="78828"/>
          </a:xfrm>
          <a:prstGeom prst="ellipse">
            <a:avLst/>
          </a:prstGeom>
          <a:solidFill>
            <a:srgbClr val="14161C">
              <a:alpha val="28000"/>
            </a:srgbClr>
          </a:solidFill>
          <a:ln/>
        </p:spPr>
      </p:sp>
      <p:sp>
        <p:nvSpPr>
          <p:cNvPr id="50" name="Shape 48"/>
          <p:cNvSpPr/>
          <p:nvPr/>
        </p:nvSpPr>
        <p:spPr>
          <a:xfrm>
            <a:off x="5059740" y="9580836"/>
            <a:ext cx="78828" cy="78828"/>
          </a:xfrm>
          <a:prstGeom prst="ellipse">
            <a:avLst/>
          </a:prstGeom>
          <a:solidFill>
            <a:srgbClr val="14161C">
              <a:alpha val="28000"/>
            </a:srgbClr>
          </a:solidFill>
          <a:ln/>
        </p:spPr>
      </p:sp>
      <p:sp>
        <p:nvSpPr>
          <p:cNvPr id="51" name="Shape 49"/>
          <p:cNvSpPr/>
          <p:nvPr/>
        </p:nvSpPr>
        <p:spPr>
          <a:xfrm>
            <a:off x="5217395" y="9580836"/>
            <a:ext cx="78828" cy="78828"/>
          </a:xfrm>
          <a:prstGeom prst="ellipse">
            <a:avLst/>
          </a:prstGeom>
          <a:solidFill>
            <a:srgbClr val="14161C">
              <a:alpha val="28000"/>
            </a:srgbClr>
          </a:solidFill>
          <a:ln/>
        </p:spPr>
      </p:sp>
      <p:sp>
        <p:nvSpPr>
          <p:cNvPr id="52" name="Shape 50"/>
          <p:cNvSpPr/>
          <p:nvPr/>
        </p:nvSpPr>
        <p:spPr>
          <a:xfrm>
            <a:off x="5375050" y="9580836"/>
            <a:ext cx="78828" cy="78828"/>
          </a:xfrm>
          <a:prstGeom prst="ellipse">
            <a:avLst/>
          </a:prstGeom>
          <a:solidFill>
            <a:srgbClr val="14161C">
              <a:alpha val="28000"/>
            </a:srgbClr>
          </a:solidFill>
          <a:ln/>
        </p:spPr>
      </p:sp>
      <p:sp>
        <p:nvSpPr>
          <p:cNvPr id="53" name="Shape 51"/>
          <p:cNvSpPr/>
          <p:nvPr/>
        </p:nvSpPr>
        <p:spPr>
          <a:xfrm>
            <a:off x="5532705" y="9580836"/>
            <a:ext cx="78828" cy="78828"/>
          </a:xfrm>
          <a:prstGeom prst="ellipse">
            <a:avLst/>
          </a:prstGeom>
          <a:solidFill>
            <a:srgbClr val="14161C">
              <a:alpha val="28000"/>
            </a:srgbClr>
          </a:solidFill>
          <a:ln/>
        </p:spPr>
      </p:sp>
      <p:sp>
        <p:nvSpPr>
          <p:cNvPr id="54" name="Shape 52"/>
          <p:cNvSpPr/>
          <p:nvPr/>
        </p:nvSpPr>
        <p:spPr>
          <a:xfrm>
            <a:off x="5690359" y="9580836"/>
            <a:ext cx="78828" cy="78828"/>
          </a:xfrm>
          <a:prstGeom prst="ellipse">
            <a:avLst/>
          </a:prstGeom>
          <a:solidFill>
            <a:srgbClr val="14161C">
              <a:alpha val="28000"/>
            </a:srgbClr>
          </a:solidFill>
          <a:ln/>
        </p:spPr>
      </p:sp>
      <p:sp>
        <p:nvSpPr>
          <p:cNvPr id="55" name="Shape 53"/>
          <p:cNvSpPr/>
          <p:nvPr/>
        </p:nvSpPr>
        <p:spPr>
          <a:xfrm>
            <a:off x="5848014" y="9580836"/>
            <a:ext cx="78828" cy="78828"/>
          </a:xfrm>
          <a:prstGeom prst="ellipse">
            <a:avLst/>
          </a:prstGeom>
          <a:solidFill>
            <a:srgbClr val="14161C">
              <a:alpha val="28000"/>
            </a:srgbClr>
          </a:solidFill>
          <a:ln/>
        </p:spPr>
      </p:sp>
      <p:sp>
        <p:nvSpPr>
          <p:cNvPr id="56" name="Shape 54"/>
          <p:cNvSpPr/>
          <p:nvPr/>
        </p:nvSpPr>
        <p:spPr>
          <a:xfrm>
            <a:off x="6005669" y="9580836"/>
            <a:ext cx="78828" cy="78828"/>
          </a:xfrm>
          <a:prstGeom prst="ellipse">
            <a:avLst/>
          </a:prstGeom>
          <a:solidFill>
            <a:srgbClr val="14161C">
              <a:alpha val="28000"/>
            </a:srgbClr>
          </a:solidFill>
          <a:ln/>
        </p:spPr>
      </p:sp>
      <p:sp>
        <p:nvSpPr>
          <p:cNvPr id="57" name="Shape 55"/>
          <p:cNvSpPr/>
          <p:nvPr/>
        </p:nvSpPr>
        <p:spPr>
          <a:xfrm>
            <a:off x="6163324" y="9580836"/>
            <a:ext cx="78828" cy="78828"/>
          </a:xfrm>
          <a:prstGeom prst="ellipse">
            <a:avLst/>
          </a:prstGeom>
          <a:solidFill>
            <a:srgbClr val="14161C">
              <a:alpha val="28000"/>
            </a:srgbClr>
          </a:solidFill>
          <a:ln/>
        </p:spPr>
      </p:sp>
      <p:sp>
        <p:nvSpPr>
          <p:cNvPr id="58" name="Shape 56"/>
          <p:cNvSpPr/>
          <p:nvPr/>
        </p:nvSpPr>
        <p:spPr>
          <a:xfrm>
            <a:off x="6320979" y="9580836"/>
            <a:ext cx="78828" cy="78828"/>
          </a:xfrm>
          <a:prstGeom prst="ellipse">
            <a:avLst/>
          </a:prstGeom>
          <a:solidFill>
            <a:srgbClr val="14161C">
              <a:alpha val="28000"/>
            </a:srgbClr>
          </a:solidFill>
          <a:ln/>
        </p:spPr>
      </p:sp>
      <p:sp>
        <p:nvSpPr>
          <p:cNvPr id="59" name="Shape 57"/>
          <p:cNvSpPr/>
          <p:nvPr/>
        </p:nvSpPr>
        <p:spPr>
          <a:xfrm>
            <a:off x="6478634" y="9580836"/>
            <a:ext cx="78828" cy="78828"/>
          </a:xfrm>
          <a:prstGeom prst="ellipse">
            <a:avLst/>
          </a:prstGeom>
          <a:solidFill>
            <a:srgbClr val="14161C">
              <a:alpha val="28000"/>
            </a:srgbClr>
          </a:solidFill>
          <a:ln/>
        </p:spPr>
      </p:sp>
      <p:sp>
        <p:nvSpPr>
          <p:cNvPr id="60" name="Shape 58"/>
          <p:cNvSpPr/>
          <p:nvPr/>
        </p:nvSpPr>
        <p:spPr>
          <a:xfrm>
            <a:off x="6636289" y="9580836"/>
            <a:ext cx="78828" cy="78828"/>
          </a:xfrm>
          <a:prstGeom prst="ellipse">
            <a:avLst/>
          </a:prstGeom>
          <a:solidFill>
            <a:srgbClr val="14161C">
              <a:alpha val="28000"/>
            </a:srgbClr>
          </a:solidFill>
          <a:ln/>
        </p:spPr>
      </p:sp>
      <p:sp>
        <p:nvSpPr>
          <p:cNvPr id="61" name="Shape 59"/>
          <p:cNvSpPr/>
          <p:nvPr/>
        </p:nvSpPr>
        <p:spPr>
          <a:xfrm>
            <a:off x="6793944" y="9580836"/>
            <a:ext cx="78828" cy="78828"/>
          </a:xfrm>
          <a:prstGeom prst="ellipse">
            <a:avLst/>
          </a:prstGeom>
          <a:solidFill>
            <a:srgbClr val="14161C">
              <a:alpha val="28000"/>
            </a:srgbClr>
          </a:solidFill>
          <a:ln/>
        </p:spPr>
      </p:sp>
      <p:sp>
        <p:nvSpPr>
          <p:cNvPr id="62" name="Shape 60"/>
          <p:cNvSpPr/>
          <p:nvPr/>
        </p:nvSpPr>
        <p:spPr>
          <a:xfrm>
            <a:off x="6951599" y="9580836"/>
            <a:ext cx="78828" cy="78828"/>
          </a:xfrm>
          <a:prstGeom prst="ellipse">
            <a:avLst/>
          </a:prstGeom>
          <a:solidFill>
            <a:srgbClr val="14161C">
              <a:alpha val="28000"/>
            </a:srgbClr>
          </a:solidFill>
          <a:ln/>
        </p:spPr>
      </p:sp>
      <p:sp>
        <p:nvSpPr>
          <p:cNvPr id="63" name="Shape 61"/>
          <p:cNvSpPr/>
          <p:nvPr/>
        </p:nvSpPr>
        <p:spPr>
          <a:xfrm>
            <a:off x="7109254" y="9580836"/>
            <a:ext cx="78828" cy="78828"/>
          </a:xfrm>
          <a:prstGeom prst="ellipse">
            <a:avLst/>
          </a:prstGeom>
          <a:solidFill>
            <a:srgbClr val="14161C">
              <a:alpha val="28000"/>
            </a:srgbClr>
          </a:solidFill>
          <a:ln/>
        </p:spPr>
      </p:sp>
      <p:sp>
        <p:nvSpPr>
          <p:cNvPr id="64" name="Shape 62"/>
          <p:cNvSpPr/>
          <p:nvPr/>
        </p:nvSpPr>
        <p:spPr>
          <a:xfrm>
            <a:off x="7266909" y="9580836"/>
            <a:ext cx="78828" cy="78828"/>
          </a:xfrm>
          <a:prstGeom prst="ellipse">
            <a:avLst/>
          </a:prstGeom>
          <a:solidFill>
            <a:srgbClr val="14161C">
              <a:alpha val="28000"/>
            </a:srgbClr>
          </a:solidFill>
          <a:ln/>
        </p:spPr>
      </p:sp>
      <p:sp>
        <p:nvSpPr>
          <p:cNvPr id="65" name="Shape 63"/>
          <p:cNvSpPr/>
          <p:nvPr/>
        </p:nvSpPr>
        <p:spPr>
          <a:xfrm>
            <a:off x="7424564" y="9580836"/>
            <a:ext cx="78828" cy="78828"/>
          </a:xfrm>
          <a:prstGeom prst="ellipse">
            <a:avLst/>
          </a:prstGeom>
          <a:solidFill>
            <a:srgbClr val="14161C">
              <a:alpha val="28000"/>
            </a:srgbClr>
          </a:solidFill>
          <a:ln/>
        </p:spPr>
      </p:sp>
      <p:sp>
        <p:nvSpPr>
          <p:cNvPr id="66" name="Shape 64"/>
          <p:cNvSpPr/>
          <p:nvPr/>
        </p:nvSpPr>
        <p:spPr>
          <a:xfrm>
            <a:off x="7582219" y="9580836"/>
            <a:ext cx="78828" cy="78828"/>
          </a:xfrm>
          <a:prstGeom prst="ellipse">
            <a:avLst/>
          </a:prstGeom>
          <a:solidFill>
            <a:srgbClr val="14161C">
              <a:alpha val="28000"/>
            </a:srgbClr>
          </a:solidFill>
          <a:ln/>
        </p:spPr>
      </p:sp>
      <p:sp>
        <p:nvSpPr>
          <p:cNvPr id="67" name="Shape 65"/>
          <p:cNvSpPr/>
          <p:nvPr/>
        </p:nvSpPr>
        <p:spPr>
          <a:xfrm>
            <a:off x="7726736" y="9567698"/>
            <a:ext cx="105103" cy="105103"/>
          </a:xfrm>
          <a:prstGeom prst="ellipse">
            <a:avLst/>
          </a:prstGeom>
          <a:solidFill>
            <a:srgbClr val="E8472B"/>
          </a:solidFill>
          <a:ln/>
        </p:spPr>
      </p:sp>
      <p:sp>
        <p:nvSpPr>
          <p:cNvPr id="68" name="Shape 66"/>
          <p:cNvSpPr/>
          <p:nvPr/>
        </p:nvSpPr>
        <p:spPr>
          <a:xfrm>
            <a:off x="7897529" y="9580836"/>
            <a:ext cx="78828" cy="78828"/>
          </a:xfrm>
          <a:prstGeom prst="ellipse">
            <a:avLst/>
          </a:prstGeom>
          <a:solidFill>
            <a:srgbClr val="14161C">
              <a:alpha val="28000"/>
            </a:srgbClr>
          </a:solidFill>
          <a:ln/>
        </p:spPr>
      </p:sp>
      <p:sp>
        <p:nvSpPr>
          <p:cNvPr id="69" name="Shape 67"/>
          <p:cNvSpPr/>
          <p:nvPr/>
        </p:nvSpPr>
        <p:spPr>
          <a:xfrm>
            <a:off x="8055184" y="9580836"/>
            <a:ext cx="78828" cy="78828"/>
          </a:xfrm>
          <a:prstGeom prst="ellipse">
            <a:avLst/>
          </a:prstGeom>
          <a:solidFill>
            <a:srgbClr val="14161C">
              <a:alpha val="28000"/>
            </a:srgbClr>
          </a:solidFill>
          <a:ln/>
        </p:spPr>
      </p:sp>
      <p:sp>
        <p:nvSpPr>
          <p:cNvPr id="70" name="Shape 68"/>
          <p:cNvSpPr/>
          <p:nvPr/>
        </p:nvSpPr>
        <p:spPr>
          <a:xfrm>
            <a:off x="8212839" y="9580836"/>
            <a:ext cx="78828" cy="78828"/>
          </a:xfrm>
          <a:prstGeom prst="ellipse">
            <a:avLst/>
          </a:prstGeom>
          <a:solidFill>
            <a:srgbClr val="14161C">
              <a:alpha val="28000"/>
            </a:srgbClr>
          </a:solidFill>
          <a:ln/>
        </p:spPr>
      </p:sp>
      <p:sp>
        <p:nvSpPr>
          <p:cNvPr id="71" name="Shape 69"/>
          <p:cNvSpPr/>
          <p:nvPr/>
        </p:nvSpPr>
        <p:spPr>
          <a:xfrm>
            <a:off x="8370494" y="9580836"/>
            <a:ext cx="78828" cy="78828"/>
          </a:xfrm>
          <a:prstGeom prst="ellipse">
            <a:avLst/>
          </a:prstGeom>
          <a:solidFill>
            <a:srgbClr val="14161C">
              <a:alpha val="28000"/>
            </a:srgbClr>
          </a:solidFill>
          <a:ln/>
        </p:spPr>
      </p:sp>
      <p:sp>
        <p:nvSpPr>
          <p:cNvPr id="72" name="Shape 70"/>
          <p:cNvSpPr/>
          <p:nvPr/>
        </p:nvSpPr>
        <p:spPr>
          <a:xfrm>
            <a:off x="8528148" y="9580836"/>
            <a:ext cx="78828" cy="78828"/>
          </a:xfrm>
          <a:prstGeom prst="ellipse">
            <a:avLst/>
          </a:prstGeom>
          <a:solidFill>
            <a:srgbClr val="14161C">
              <a:alpha val="28000"/>
            </a:srgbClr>
          </a:solidFill>
          <a:ln/>
        </p:spPr>
      </p:sp>
      <p:sp>
        <p:nvSpPr>
          <p:cNvPr id="73" name="Shape 71"/>
          <p:cNvSpPr/>
          <p:nvPr/>
        </p:nvSpPr>
        <p:spPr>
          <a:xfrm>
            <a:off x="8685803" y="9580836"/>
            <a:ext cx="78828" cy="78828"/>
          </a:xfrm>
          <a:prstGeom prst="ellipse">
            <a:avLst/>
          </a:prstGeom>
          <a:solidFill>
            <a:srgbClr val="14161C">
              <a:alpha val="28000"/>
            </a:srgbClr>
          </a:solidFill>
          <a:ln/>
        </p:spPr>
      </p:sp>
      <p:sp>
        <p:nvSpPr>
          <p:cNvPr id="74" name="Shape 72"/>
          <p:cNvSpPr/>
          <p:nvPr/>
        </p:nvSpPr>
        <p:spPr>
          <a:xfrm>
            <a:off x="8843458" y="9580836"/>
            <a:ext cx="78828" cy="78828"/>
          </a:xfrm>
          <a:prstGeom prst="ellipse">
            <a:avLst/>
          </a:prstGeom>
          <a:solidFill>
            <a:srgbClr val="14161C">
              <a:alpha val="28000"/>
            </a:srgbClr>
          </a:solidFill>
          <a:ln/>
        </p:spPr>
      </p:sp>
      <p:sp>
        <p:nvSpPr>
          <p:cNvPr id="75" name="Shape 73"/>
          <p:cNvSpPr/>
          <p:nvPr/>
        </p:nvSpPr>
        <p:spPr>
          <a:xfrm>
            <a:off x="9001113" y="9580836"/>
            <a:ext cx="78828" cy="78828"/>
          </a:xfrm>
          <a:prstGeom prst="ellipse">
            <a:avLst/>
          </a:prstGeom>
          <a:solidFill>
            <a:srgbClr val="14161C">
              <a:alpha val="28000"/>
            </a:srgbClr>
          </a:solidFill>
          <a:ln/>
        </p:spPr>
      </p:sp>
      <p:sp>
        <p:nvSpPr>
          <p:cNvPr id="76" name="Shape 74"/>
          <p:cNvSpPr/>
          <p:nvPr/>
        </p:nvSpPr>
        <p:spPr>
          <a:xfrm>
            <a:off x="9158768" y="9580836"/>
            <a:ext cx="78828" cy="78828"/>
          </a:xfrm>
          <a:prstGeom prst="ellipse">
            <a:avLst/>
          </a:prstGeom>
          <a:solidFill>
            <a:srgbClr val="14161C">
              <a:alpha val="28000"/>
            </a:srgbClr>
          </a:solidFill>
          <a:ln/>
        </p:spPr>
      </p:sp>
      <p:sp>
        <p:nvSpPr>
          <p:cNvPr id="77" name="Shape 75"/>
          <p:cNvSpPr/>
          <p:nvPr/>
        </p:nvSpPr>
        <p:spPr>
          <a:xfrm>
            <a:off x="9316423" y="9580836"/>
            <a:ext cx="78828" cy="78828"/>
          </a:xfrm>
          <a:prstGeom prst="ellipse">
            <a:avLst/>
          </a:prstGeom>
          <a:solidFill>
            <a:srgbClr val="14161C">
              <a:alpha val="28000"/>
            </a:srgbClr>
          </a:solidFill>
          <a:ln/>
        </p:spPr>
      </p:sp>
      <p:sp>
        <p:nvSpPr>
          <p:cNvPr id="78" name="Shape 76"/>
          <p:cNvSpPr/>
          <p:nvPr/>
        </p:nvSpPr>
        <p:spPr>
          <a:xfrm>
            <a:off x="9474078" y="9580836"/>
            <a:ext cx="78828" cy="78828"/>
          </a:xfrm>
          <a:prstGeom prst="ellipse">
            <a:avLst/>
          </a:prstGeom>
          <a:solidFill>
            <a:srgbClr val="14161C">
              <a:alpha val="28000"/>
            </a:srgbClr>
          </a:solidFill>
          <a:ln/>
        </p:spPr>
      </p:sp>
      <p:sp>
        <p:nvSpPr>
          <p:cNvPr id="79" name="Shape 77"/>
          <p:cNvSpPr/>
          <p:nvPr/>
        </p:nvSpPr>
        <p:spPr>
          <a:xfrm>
            <a:off x="9631733" y="9580836"/>
            <a:ext cx="78828" cy="78828"/>
          </a:xfrm>
          <a:prstGeom prst="ellipse">
            <a:avLst/>
          </a:prstGeom>
          <a:solidFill>
            <a:srgbClr val="14161C">
              <a:alpha val="28000"/>
            </a:srgbClr>
          </a:solidFill>
          <a:ln/>
        </p:spPr>
      </p:sp>
      <p:sp>
        <p:nvSpPr>
          <p:cNvPr id="80" name="Shape 78"/>
          <p:cNvSpPr/>
          <p:nvPr/>
        </p:nvSpPr>
        <p:spPr>
          <a:xfrm>
            <a:off x="9789388" y="9580836"/>
            <a:ext cx="78828" cy="78828"/>
          </a:xfrm>
          <a:prstGeom prst="ellipse">
            <a:avLst/>
          </a:prstGeom>
          <a:solidFill>
            <a:srgbClr val="14161C">
              <a:alpha val="28000"/>
            </a:srgbClr>
          </a:solidFill>
          <a:ln/>
        </p:spPr>
      </p:sp>
      <p:sp>
        <p:nvSpPr>
          <p:cNvPr id="81" name="Shape 79"/>
          <p:cNvSpPr/>
          <p:nvPr/>
        </p:nvSpPr>
        <p:spPr>
          <a:xfrm>
            <a:off x="9947043" y="9580836"/>
            <a:ext cx="78828" cy="78828"/>
          </a:xfrm>
          <a:prstGeom prst="ellipse">
            <a:avLst/>
          </a:prstGeom>
          <a:solidFill>
            <a:srgbClr val="14161C">
              <a:alpha val="28000"/>
            </a:srgbClr>
          </a:solidFill>
          <a:ln/>
        </p:spPr>
      </p:sp>
      <p:sp>
        <p:nvSpPr>
          <p:cNvPr id="82" name="Text 80"/>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44/58</a:t>
            </a:r>
            <a:endParaRPr lang="en-US" sz="1800" dirty="0"/>
          </a:p>
        </p:txBody>
      </p:sp>
      <p:sp>
        <p:nvSpPr>
          <p:cNvPr id="83" name="Shape 81"/>
          <p:cNvSpPr/>
          <p:nvPr/>
        </p:nvSpPr>
        <p:spPr>
          <a:xfrm>
            <a:off x="15983712" y="9076331"/>
            <a:ext cx="1645920" cy="552301"/>
          </a:xfrm>
          <a:prstGeom prst="roundRect">
            <a:avLst>
              <a:gd name="adj" fmla="val 28000"/>
            </a:avLst>
          </a:prstGeom>
          <a:solidFill>
            <a:srgbClr val="FFFFFF">
              <a:alpha val="82000"/>
            </a:srgbClr>
          </a:solidFill>
          <a:ln/>
        </p:spPr>
      </p:sp>
      <p:pic>
        <p:nvPicPr>
          <p:cNvPr id="84" name="Moda image moda-export-watermark-1a968df0-bce2-4804-8101-f03e18170a27"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35" kern="0">
                <a:solidFill>
                  <a:srgbClr val="F3EEE3"/>
                </a:solidFill>
                <a:latin typeface="Noto Sans JP ExtraBold" pitchFamily="34" charset="0"/>
                <a:ea typeface="Noto Sans JP ExtraBold" pitchFamily="34" charset="-122"/>
                <a:cs typeface="Noto Sans JP ExtraBold" pitchFamily="34" charset="-120"/>
              </a:rPr>
              <a:t>DNOxシステム：</a:t>
            </a:r>
            <a:r>
              <a:rPr lang="en-US" sz="5700" dirty="0" spc="0" kern="0">
                <a:solidFill>
                  <a:srgbClr val="F3EEE3"/>
                </a:solidFill>
                <a:latin typeface="Noto Sans JP ExtraBold" pitchFamily="34" charset="0"/>
                <a:ea typeface="Noto Sans JP ExtraBold" pitchFamily="34" charset="-122"/>
                <a:cs typeface="Noto Sans JP ExtraBold" pitchFamily="34" charset="-120"/>
              </a:rPr>
              <a:t> 各部の</a:t>
            </a:r>
            <a:r>
              <a:rPr lang="en-US" sz="5700" dirty="0" spc="-1" kern="0">
                <a:solidFill>
                  <a:srgbClr val="F3EEE3"/>
                </a:solidFill>
                <a:latin typeface="Noto Sans JP ExtraBold" pitchFamily="34" charset="0"/>
                <a:ea typeface="Noto Sans JP ExtraBold" pitchFamily="34" charset="-122"/>
                <a:cs typeface="Noto Sans JP ExtraBold" pitchFamily="34" charset="-120"/>
              </a:rPr>
              <a:t> 温度</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2C3040"/>
            </a:solidFill>
            <a:prstDash val="solid"/>
          </a:ln>
        </p:spPr>
      </p:sp>
      <p:pic>
        <p:nvPicPr>
          <p:cNvPr id="4" name="Moda image rect-1793261520772-875923621" descr="">    </p:cNvPr>
          <p:cNvPicPr>
            <a:picLocks noChangeAspect="1"/>
          </p:cNvPicPr>
          <p:nvPr/>
        </p:nvPicPr>
        <p:blipFill>
          <a:blip r:embed="rId1"/>
          <a:srcRect l="0" r="0" t="0" b="0"/>
          <a:stretch/>
        </p:blipFill>
        <p:spPr>
          <a:xfrm>
            <a:off x="1104900" y="2440781"/>
            <a:ext cx="9715500" cy="5710238"/>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9AA0B5"/>
                </a:solidFill>
                <a:latin typeface="Noto Sans JP" pitchFamily="34" charset="0"/>
                <a:ea typeface="Noto Sans JP" pitchFamily="34" charset="-122"/>
                <a:cs typeface="Noto Sans JP" pitchFamily="34" charset="-120"/>
              </a:rPr>
              <a:t>図: 自作、[S4][S6][S13][S14][S16]から</a:t>
            </a:r>
            <a:r>
              <a:rPr lang="en-US" sz="1650" dirty="0" spc="2" kern="0">
                <a:solidFill>
                  <a:srgbClr val="9AA0B5"/>
                </a:solidFill>
                <a:latin typeface="Noto Sans JP" pitchFamily="34" charset="0"/>
                <a:ea typeface="Noto Sans JP" pitchFamily="34" charset="-122"/>
                <a:cs typeface="Noto Sans JP" pitchFamily="34" charset="-120"/>
              </a:rPr>
              <a:t> 作成</a:t>
            </a:r>
            <a:endParaRPr lang="en-US" sz="1650" dirty="0"/>
          </a:p>
        </p:txBody>
      </p:sp>
      <p:sp>
        <p:nvSpPr>
          <p:cNvPr id="6" name="Shape 3"/>
          <p:cNvSpPr/>
          <p:nvPr/>
        </p:nvSpPr>
        <p:spPr>
          <a:xfrm>
            <a:off x="11391900" y="2247900"/>
            <a:ext cx="5981700" cy="1428750"/>
          </a:xfrm>
          <a:prstGeom prst="roundRect">
            <a:avLst>
              <a:gd name="adj" fmla="val 13333"/>
            </a:avLst>
          </a:prstGeom>
          <a:solidFill>
            <a:srgbClr val="1E212B"/>
          </a:solidFill>
          <a:ln/>
        </p:spPr>
      </p:sp>
      <p:sp>
        <p:nvSpPr>
          <p:cNvPr id="7" name="Shape 4"/>
          <p:cNvSpPr/>
          <p:nvPr/>
        </p:nvSpPr>
        <p:spPr>
          <a:xfrm>
            <a:off x="11391900" y="2247900"/>
            <a:ext cx="114300" cy="1428750"/>
          </a:xfrm>
          <a:prstGeom prst="roundRect">
            <a:avLst>
              <a:gd name="adj" fmla="val 50000"/>
            </a:avLst>
          </a:prstGeom>
          <a:solidFill>
            <a:srgbClr val="3DD6A0"/>
          </a:solidFill>
          <a:ln/>
        </p:spPr>
      </p:sp>
      <p:sp>
        <p:nvSpPr>
          <p:cNvPr id="8" name="Text 5"/>
          <p:cNvSpPr/>
          <p:nvPr/>
        </p:nvSpPr>
        <p:spPr>
          <a:xfrm>
            <a:off x="11734800" y="2343150"/>
            <a:ext cx="5448300" cy="571500"/>
          </a:xfrm>
          <a:prstGeom prst="rect">
            <a:avLst/>
          </a:prstGeom>
          <a:noFill/>
          <a:ln/>
        </p:spPr>
        <p:txBody>
          <a:bodyPr wrap="square" lIns="0" tIns="0" rIns="0" bIns="0" rtlCol="0" anchor="ctr"/>
          <a:lstStyle/>
          <a:p>
            <a:pPr algn="l" indent="0" marL="0">
              <a:buNone/>
            </a:pPr>
            <a:r>
              <a:rPr lang="en-US" sz="2250" dirty="0" kern="0">
                <a:solidFill>
                  <a:srgbClr val="3DD6A0"/>
                </a:solidFill>
                <a:latin typeface="Noto Sans JP ExtraBold" pitchFamily="34" charset="0"/>
                <a:ea typeface="Noto Sans JP ExtraBold" pitchFamily="34" charset="-122"/>
                <a:cs typeface="Noto Sans JP ExtraBold" pitchFamily="34" charset="-120"/>
              </a:rPr>
              <a:t>タンクと 配管</a:t>
            </a:r>
            <a:endParaRPr lang="en-US" sz="2250" dirty="0"/>
          </a:p>
        </p:txBody>
      </p:sp>
      <p:sp>
        <p:nvSpPr>
          <p:cNvPr id="9" name="Text 6"/>
          <p:cNvSpPr/>
          <p:nvPr/>
        </p:nvSpPr>
        <p:spPr>
          <a:xfrm>
            <a:off x="11734800" y="2819400"/>
            <a:ext cx="5448300" cy="800100"/>
          </a:xfrm>
          <a:prstGeom prst="rect">
            <a:avLst/>
          </a:prstGeom>
          <a:noFill/>
          <a:ln/>
        </p:spPr>
        <p:txBody>
          <a:bodyPr wrap="square" lIns="0" tIns="32248" rIns="0" bIns="-32248" rtlCol="0" anchor="ctr"/>
          <a:lstStyle/>
          <a:p>
            <a:pPr algn="l" indent="0" marL="0">
              <a:lnSpc>
                <a:spcPts val="2933"/>
              </a:lnSpc>
              <a:buNone/>
            </a:pPr>
            <a:r>
              <a:rPr lang="en-US" sz="2550" dirty="0" spc="-1" kern="0">
                <a:solidFill>
                  <a:srgbClr val="F3EEE3"/>
                </a:solidFill>
                <a:latin typeface="Noto Sans JP SemiBold" pitchFamily="34" charset="0"/>
                <a:ea typeface="Noto Sans JP SemiBold" pitchFamily="34" charset="-122"/>
                <a:cs typeface="Noto Sans JP SemiBold" pitchFamily="34" charset="-120"/>
              </a:rPr>
              <a:t>領域A〜C。</a:t>
            </a:r>
            <a:r>
              <a:rPr lang="en-US" sz="2550" dirty="0" spc="1" kern="0">
                <a:solidFill>
                  <a:srgbClr val="F3EEE3"/>
                </a:solidFill>
                <a:latin typeface="Noto Sans JP SemiBold" pitchFamily="34" charset="0"/>
                <a:ea typeface="Noto Sans JP SemiBold" pitchFamily="34" charset="-122"/>
                <a:cs typeface="Noto Sans JP SemiBold" pitchFamily="34" charset="-120"/>
              </a:rPr>
              <a:t> 加熱と</a:t>
            </a:r>
            <a:r>
              <a:rPr lang="en-US" sz="2550" dirty="0" spc="0" kern="0">
                <a:solidFill>
                  <a:srgbClr val="F3EEE3"/>
                </a:solidFill>
                <a:latin typeface="Noto Sans JP SemiBold" pitchFamily="34" charset="0"/>
                <a:ea typeface="Noto Sans JP SemiBold" pitchFamily="34" charset="-122"/>
                <a:cs typeface="Noto Sans JP SemiBold" pitchFamily="34" charset="-120"/>
              </a:rPr>
              <a:t> 過熱防止が</a:t>
            </a:r>
            <a:r>
              <a:rPr lang="en-US" sz="2550" dirty="0" spc="1" kern="0">
                <a:solidFill>
                  <a:srgbClr val="F3EEE3"/>
                </a:solidFill>
                <a:latin typeface="Noto Sans JP SemiBold" pitchFamily="34" charset="0"/>
                <a:ea typeface="Noto Sans JP SemiBold" pitchFamily="34" charset="-122"/>
                <a:cs typeface="Noto Sans JP SemiBold" pitchFamily="34" charset="-120"/>
              </a:rPr>
              <a:t> 必要</a:t>
            </a:r>
            <a:endParaRPr lang="en-US" sz="2550" dirty="0"/>
          </a:p>
        </p:txBody>
      </p:sp>
      <p:sp>
        <p:nvSpPr>
          <p:cNvPr id="10" name="Shape 7"/>
          <p:cNvSpPr/>
          <p:nvPr/>
        </p:nvSpPr>
        <p:spPr>
          <a:xfrm>
            <a:off x="11391900" y="3905250"/>
            <a:ext cx="5981700" cy="1428750"/>
          </a:xfrm>
          <a:prstGeom prst="roundRect">
            <a:avLst>
              <a:gd name="adj" fmla="val 13333"/>
            </a:avLst>
          </a:prstGeom>
          <a:solidFill>
            <a:srgbClr val="1E212B"/>
          </a:solidFill>
          <a:ln/>
        </p:spPr>
      </p:sp>
      <p:sp>
        <p:nvSpPr>
          <p:cNvPr id="11" name="Shape 8"/>
          <p:cNvSpPr/>
          <p:nvPr/>
        </p:nvSpPr>
        <p:spPr>
          <a:xfrm>
            <a:off x="11391900" y="3905250"/>
            <a:ext cx="114300" cy="1428750"/>
          </a:xfrm>
          <a:prstGeom prst="roundRect">
            <a:avLst>
              <a:gd name="adj" fmla="val 50000"/>
            </a:avLst>
          </a:prstGeom>
          <a:solidFill>
            <a:srgbClr val="FF6A4D"/>
          </a:solidFill>
          <a:ln/>
        </p:spPr>
      </p:sp>
      <p:sp>
        <p:nvSpPr>
          <p:cNvPr id="12" name="Text 9"/>
          <p:cNvSpPr/>
          <p:nvPr/>
        </p:nvSpPr>
        <p:spPr>
          <a:xfrm>
            <a:off x="11734800" y="4000500"/>
            <a:ext cx="5448300" cy="571500"/>
          </a:xfrm>
          <a:prstGeom prst="rect">
            <a:avLst/>
          </a:prstGeom>
          <a:noFill/>
          <a:ln/>
        </p:spPr>
        <p:txBody>
          <a:bodyPr wrap="square" lIns="0" tIns="0" rIns="0" bIns="0" rtlCol="0" anchor="ctr"/>
          <a:lstStyle/>
          <a:p>
            <a:pPr algn="l" indent="0" marL="0">
              <a:buNone/>
            </a:pPr>
            <a:r>
              <a:rPr lang="en-US" sz="2250" dirty="0" kern="0">
                <a:solidFill>
                  <a:srgbClr val="FF6A4D"/>
                </a:solidFill>
                <a:latin typeface="Noto Sans JP ExtraBold" pitchFamily="34" charset="0"/>
                <a:ea typeface="Noto Sans JP ExtraBold" pitchFamily="34" charset="-122"/>
                <a:cs typeface="Noto Sans JP ExtraBold" pitchFamily="34" charset="-120"/>
              </a:rPr>
              <a:t>排気管と ミキサー</a:t>
            </a:r>
            <a:endParaRPr lang="en-US" sz="2250" dirty="0"/>
          </a:p>
        </p:txBody>
      </p:sp>
      <p:sp>
        <p:nvSpPr>
          <p:cNvPr id="13" name="Text 10"/>
          <p:cNvSpPr/>
          <p:nvPr/>
        </p:nvSpPr>
        <p:spPr>
          <a:xfrm>
            <a:off x="11734800" y="4476750"/>
            <a:ext cx="5448300" cy="8001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領域D〜H。</a:t>
            </a:r>
            <a:r>
              <a:rPr lang="en-US" sz="2550" dirty="0" spc="-6" kern="0">
                <a:solidFill>
                  <a:srgbClr val="F3EEE3"/>
                </a:solidFill>
                <a:latin typeface="Noto Sans JP SemiBold" pitchFamily="34" charset="0"/>
                <a:ea typeface="Noto Sans JP SemiBold" pitchFamily="34" charset="-122"/>
                <a:cs typeface="Noto Sans JP SemiBold" pitchFamily="34" charset="-120"/>
              </a:rPr>
              <a:t> 堆積物ができる</a:t>
            </a:r>
            <a:r>
              <a:rPr lang="en-US" sz="2550" dirty="0" spc="0" kern="0">
                <a:solidFill>
                  <a:srgbClr val="F3EEE3"/>
                </a:solidFill>
                <a:latin typeface="Noto Sans JP SemiBold" pitchFamily="34" charset="0"/>
                <a:ea typeface="Noto Sans JP SemiBold" pitchFamily="34" charset="-122"/>
                <a:cs typeface="Noto Sans JP SemiBold" pitchFamily="34" charset="-120"/>
              </a:rPr>
              <a:t> 場所</a:t>
            </a:r>
            <a:endParaRPr lang="en-US" sz="2550" dirty="0"/>
          </a:p>
        </p:txBody>
      </p:sp>
      <p:sp>
        <p:nvSpPr>
          <p:cNvPr id="14" name="Shape 11"/>
          <p:cNvSpPr/>
          <p:nvPr/>
        </p:nvSpPr>
        <p:spPr>
          <a:xfrm>
            <a:off x="11391900" y="5562600"/>
            <a:ext cx="5981700" cy="1428750"/>
          </a:xfrm>
          <a:prstGeom prst="roundRect">
            <a:avLst>
              <a:gd name="adj" fmla="val 13333"/>
            </a:avLst>
          </a:prstGeom>
          <a:solidFill>
            <a:srgbClr val="1E212B"/>
          </a:solidFill>
          <a:ln/>
        </p:spPr>
      </p:sp>
      <p:sp>
        <p:nvSpPr>
          <p:cNvPr id="15" name="Shape 12"/>
          <p:cNvSpPr/>
          <p:nvPr/>
        </p:nvSpPr>
        <p:spPr>
          <a:xfrm>
            <a:off x="11391900" y="5562600"/>
            <a:ext cx="114300" cy="1428750"/>
          </a:xfrm>
          <a:prstGeom prst="roundRect">
            <a:avLst>
              <a:gd name="adj" fmla="val 50000"/>
            </a:avLst>
          </a:prstGeom>
          <a:solidFill>
            <a:srgbClr val="7C93FF"/>
          </a:solidFill>
          <a:ln/>
        </p:spPr>
      </p:sp>
      <p:sp>
        <p:nvSpPr>
          <p:cNvPr id="16" name="Text 13"/>
          <p:cNvSpPr/>
          <p:nvPr/>
        </p:nvSpPr>
        <p:spPr>
          <a:xfrm>
            <a:off x="11734800" y="5657850"/>
            <a:ext cx="5448300" cy="571500"/>
          </a:xfrm>
          <a:prstGeom prst="rect">
            <a:avLst/>
          </a:prstGeom>
          <a:noFill/>
          <a:ln/>
        </p:spPr>
        <p:txBody>
          <a:bodyPr wrap="square" lIns="0" tIns="0" rIns="0" bIns="0" rtlCol="0" anchor="ctr"/>
          <a:lstStyle/>
          <a:p>
            <a:pPr algn="l" indent="0" marL="0">
              <a:buNone/>
            </a:pPr>
            <a:r>
              <a:rPr lang="en-US" sz="2250" dirty="0" spc="-20" kern="0">
                <a:solidFill>
                  <a:srgbClr val="7C93FF"/>
                </a:solidFill>
                <a:latin typeface="Noto Sans JP ExtraBold" pitchFamily="34" charset="0"/>
                <a:ea typeface="Noto Sans JP ExtraBold" pitchFamily="34" charset="-122"/>
                <a:cs typeface="Noto Sans JP ExtraBold" pitchFamily="34" charset="-120"/>
              </a:rPr>
              <a:t>噴射モジュール、</a:t>
            </a:r>
            <a:r>
              <a:rPr lang="en-US" sz="2250" dirty="0" spc="0" kern="0">
                <a:solidFill>
                  <a:srgbClr val="7C93FF"/>
                </a:solidFill>
                <a:latin typeface="Noto Sans JP ExtraBold" pitchFamily="34" charset="0"/>
                <a:ea typeface="Noto Sans JP ExtraBold" pitchFamily="34" charset="-122"/>
                <a:cs typeface="Noto Sans JP ExtraBold" pitchFamily="34" charset="-120"/>
              </a:rPr>
              <a:t> SCR、 ASC</a:t>
            </a:r>
            <a:endParaRPr lang="en-US" sz="2250" dirty="0"/>
          </a:p>
        </p:txBody>
      </p:sp>
      <p:sp>
        <p:nvSpPr>
          <p:cNvPr id="17" name="Text 14"/>
          <p:cNvSpPr/>
          <p:nvPr/>
        </p:nvSpPr>
        <p:spPr>
          <a:xfrm>
            <a:off x="11734800" y="6134100"/>
            <a:ext cx="5448300" cy="8001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公表された 数値がない</a:t>
            </a:r>
            <a:r>
              <a:rPr lang="en-US" sz="2550" dirty="0" spc="1" kern="0">
                <a:solidFill>
                  <a:srgbClr val="F3EEE3"/>
                </a:solidFill>
                <a:latin typeface="Noto Sans JP SemiBold" pitchFamily="34" charset="0"/>
                <a:ea typeface="Noto Sans JP SemiBold" pitchFamily="34" charset="-122"/>
                <a:cs typeface="Noto Sans JP SemiBold" pitchFamily="34" charset="-120"/>
              </a:rPr>
              <a:t> 欄が</a:t>
            </a:r>
            <a:r>
              <a:rPr lang="en-US" sz="2550" dirty="0" spc="0" kern="0">
                <a:solidFill>
                  <a:srgbClr val="F3EEE3"/>
                </a:solidFill>
                <a:latin typeface="Noto Sans JP SemiBold" pitchFamily="34" charset="0"/>
                <a:ea typeface="Noto Sans JP SemiBold" pitchFamily="34" charset="-122"/>
                <a:cs typeface="Noto Sans JP SemiBold" pitchFamily="34" charset="-120"/>
              </a:rPr>
              <a:t> 多い</a:t>
            </a:r>
            <a:endParaRPr lang="en-US" sz="2550" dirty="0"/>
          </a:p>
        </p:txBody>
      </p:sp>
      <p:sp>
        <p:nvSpPr>
          <p:cNvPr id="18"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[S4]</a:t>
            </a:r>
            <a:r>
              <a:rPr lang="en-US" sz="1800" dirty="0" spc="-1" kern="0">
                <a:solidFill>
                  <a:srgbClr val="9AA0B5"/>
                </a:solidFill>
                <a:latin typeface="Noto Sans JP" pitchFamily="34" charset="0"/>
                <a:ea typeface="Noto Sans JP" pitchFamily="34" charset="-122"/>
                <a:cs typeface="Noto Sans JP" pitchFamily="34" charset="-120"/>
              </a:rPr>
              <a:t> [S6]</a:t>
            </a:r>
            <a:r>
              <a:rPr lang="en-US" sz="1800" dirty="0" spc="-2" kern="0">
                <a:solidFill>
                  <a:srgbClr val="9AA0B5"/>
                </a:solidFill>
                <a:latin typeface="Noto Sans JP" pitchFamily="34" charset="0"/>
                <a:ea typeface="Noto Sans JP" pitchFamily="34" charset="-122"/>
                <a:cs typeface="Noto Sans JP" pitchFamily="34" charset="-120"/>
              </a:rPr>
              <a:t> [S13]</a:t>
            </a:r>
            <a:r>
              <a:rPr lang="en-US" sz="1800" dirty="0" spc="-1" kern="0">
                <a:solidFill>
                  <a:srgbClr val="9AA0B5"/>
                </a:solidFill>
                <a:latin typeface="Noto Sans JP" pitchFamily="34" charset="0"/>
                <a:ea typeface="Noto Sans JP" pitchFamily="34" charset="-122"/>
                <a:cs typeface="Noto Sans JP" pitchFamily="34" charset="-120"/>
              </a:rPr>
              <a:t> [S14]</a:t>
            </a:r>
            <a:r>
              <a:rPr lang="en-US" sz="1800" dirty="0" spc="-2" kern="0">
                <a:solidFill>
                  <a:srgbClr val="9AA0B5"/>
                </a:solidFill>
                <a:latin typeface="Noto Sans JP" pitchFamily="34" charset="0"/>
                <a:ea typeface="Noto Sans JP" pitchFamily="34" charset="-122"/>
                <a:cs typeface="Noto Sans JP" pitchFamily="34" charset="-120"/>
              </a:rPr>
              <a:t> [S16]</a:t>
            </a:r>
            <a:endParaRPr lang="en-US" sz="1800" dirty="0"/>
          </a:p>
        </p:txBody>
      </p:sp>
      <p:sp>
        <p:nvSpPr>
          <p:cNvPr id="19" name="Shape 16"/>
          <p:cNvSpPr/>
          <p:nvPr/>
        </p:nvSpPr>
        <p:spPr>
          <a:xfrm>
            <a:off x="960711" y="9580836"/>
            <a:ext cx="78828" cy="78828"/>
          </a:xfrm>
          <a:prstGeom prst="ellipse">
            <a:avLst/>
          </a:prstGeom>
          <a:solidFill>
            <a:srgbClr val="F3EEE3">
              <a:alpha val="28000"/>
            </a:srgbClr>
          </a:solidFill>
          <a:ln/>
        </p:spPr>
      </p:sp>
      <p:sp>
        <p:nvSpPr>
          <p:cNvPr id="20" name="Shape 17"/>
          <p:cNvSpPr/>
          <p:nvPr/>
        </p:nvSpPr>
        <p:spPr>
          <a:xfrm>
            <a:off x="1118366" y="9580836"/>
            <a:ext cx="78828" cy="78828"/>
          </a:xfrm>
          <a:prstGeom prst="ellipse">
            <a:avLst/>
          </a:prstGeom>
          <a:solidFill>
            <a:srgbClr val="F3EEE3">
              <a:alpha val="28000"/>
            </a:srgbClr>
          </a:solidFill>
          <a:ln/>
        </p:spPr>
      </p:sp>
      <p:sp>
        <p:nvSpPr>
          <p:cNvPr id="21" name="Shape 18"/>
          <p:cNvSpPr/>
          <p:nvPr/>
        </p:nvSpPr>
        <p:spPr>
          <a:xfrm>
            <a:off x="1276021" y="9580836"/>
            <a:ext cx="78828" cy="78828"/>
          </a:xfrm>
          <a:prstGeom prst="ellipse">
            <a:avLst/>
          </a:prstGeom>
          <a:solidFill>
            <a:srgbClr val="F3EEE3">
              <a:alpha val="28000"/>
            </a:srgbClr>
          </a:solidFill>
          <a:ln/>
        </p:spPr>
      </p:sp>
      <p:sp>
        <p:nvSpPr>
          <p:cNvPr id="22" name="Shape 19"/>
          <p:cNvSpPr/>
          <p:nvPr/>
        </p:nvSpPr>
        <p:spPr>
          <a:xfrm>
            <a:off x="1433676" y="9580836"/>
            <a:ext cx="78828" cy="78828"/>
          </a:xfrm>
          <a:prstGeom prst="ellipse">
            <a:avLst/>
          </a:prstGeom>
          <a:solidFill>
            <a:srgbClr val="F3EEE3">
              <a:alpha val="28000"/>
            </a:srgbClr>
          </a:solidFill>
          <a:ln/>
        </p:spPr>
      </p:sp>
      <p:sp>
        <p:nvSpPr>
          <p:cNvPr id="23" name="Shape 20"/>
          <p:cNvSpPr/>
          <p:nvPr/>
        </p:nvSpPr>
        <p:spPr>
          <a:xfrm>
            <a:off x="1591331" y="9580836"/>
            <a:ext cx="78828" cy="78828"/>
          </a:xfrm>
          <a:prstGeom prst="ellipse">
            <a:avLst/>
          </a:prstGeom>
          <a:solidFill>
            <a:srgbClr val="F3EEE3">
              <a:alpha val="28000"/>
            </a:srgbClr>
          </a:solidFill>
          <a:ln/>
        </p:spPr>
      </p:sp>
      <p:sp>
        <p:nvSpPr>
          <p:cNvPr id="24" name="Shape 21"/>
          <p:cNvSpPr/>
          <p:nvPr/>
        </p:nvSpPr>
        <p:spPr>
          <a:xfrm>
            <a:off x="1748986" y="9580836"/>
            <a:ext cx="78828" cy="78828"/>
          </a:xfrm>
          <a:prstGeom prst="ellipse">
            <a:avLst/>
          </a:prstGeom>
          <a:solidFill>
            <a:srgbClr val="F3EEE3">
              <a:alpha val="28000"/>
            </a:srgbClr>
          </a:solidFill>
          <a:ln/>
        </p:spPr>
      </p:sp>
      <p:sp>
        <p:nvSpPr>
          <p:cNvPr id="25" name="Shape 22"/>
          <p:cNvSpPr/>
          <p:nvPr/>
        </p:nvSpPr>
        <p:spPr>
          <a:xfrm>
            <a:off x="1906641" y="9580836"/>
            <a:ext cx="78828" cy="78828"/>
          </a:xfrm>
          <a:prstGeom prst="ellipse">
            <a:avLst/>
          </a:prstGeom>
          <a:solidFill>
            <a:srgbClr val="F3EEE3">
              <a:alpha val="28000"/>
            </a:srgbClr>
          </a:solidFill>
          <a:ln/>
        </p:spPr>
      </p:sp>
      <p:sp>
        <p:nvSpPr>
          <p:cNvPr id="26" name="Shape 23"/>
          <p:cNvSpPr/>
          <p:nvPr/>
        </p:nvSpPr>
        <p:spPr>
          <a:xfrm>
            <a:off x="2064296" y="9580836"/>
            <a:ext cx="78828" cy="78828"/>
          </a:xfrm>
          <a:prstGeom prst="ellipse">
            <a:avLst/>
          </a:prstGeom>
          <a:solidFill>
            <a:srgbClr val="F3EEE3">
              <a:alpha val="28000"/>
            </a:srgbClr>
          </a:solidFill>
          <a:ln/>
        </p:spPr>
      </p:sp>
      <p:sp>
        <p:nvSpPr>
          <p:cNvPr id="27" name="Shape 24"/>
          <p:cNvSpPr/>
          <p:nvPr/>
        </p:nvSpPr>
        <p:spPr>
          <a:xfrm>
            <a:off x="2221951" y="9580836"/>
            <a:ext cx="78828" cy="78828"/>
          </a:xfrm>
          <a:prstGeom prst="ellipse">
            <a:avLst/>
          </a:prstGeom>
          <a:solidFill>
            <a:srgbClr val="F3EEE3">
              <a:alpha val="28000"/>
            </a:srgbClr>
          </a:solidFill>
          <a:ln/>
        </p:spPr>
      </p:sp>
      <p:sp>
        <p:nvSpPr>
          <p:cNvPr id="28" name="Shape 25"/>
          <p:cNvSpPr/>
          <p:nvPr/>
        </p:nvSpPr>
        <p:spPr>
          <a:xfrm>
            <a:off x="2379606" y="9580836"/>
            <a:ext cx="78828" cy="78828"/>
          </a:xfrm>
          <a:prstGeom prst="ellipse">
            <a:avLst/>
          </a:prstGeom>
          <a:solidFill>
            <a:srgbClr val="F3EEE3">
              <a:alpha val="28000"/>
            </a:srgbClr>
          </a:solidFill>
          <a:ln/>
        </p:spPr>
      </p:sp>
      <p:sp>
        <p:nvSpPr>
          <p:cNvPr id="29" name="Shape 26"/>
          <p:cNvSpPr/>
          <p:nvPr/>
        </p:nvSpPr>
        <p:spPr>
          <a:xfrm>
            <a:off x="2537261" y="9580836"/>
            <a:ext cx="78828" cy="78828"/>
          </a:xfrm>
          <a:prstGeom prst="ellipse">
            <a:avLst/>
          </a:prstGeom>
          <a:solidFill>
            <a:srgbClr val="F3EEE3">
              <a:alpha val="28000"/>
            </a:srgbClr>
          </a:solidFill>
          <a:ln/>
        </p:spPr>
      </p:sp>
      <p:sp>
        <p:nvSpPr>
          <p:cNvPr id="30" name="Shape 27"/>
          <p:cNvSpPr/>
          <p:nvPr/>
        </p:nvSpPr>
        <p:spPr>
          <a:xfrm>
            <a:off x="2694916" y="9580836"/>
            <a:ext cx="78828" cy="78828"/>
          </a:xfrm>
          <a:prstGeom prst="ellipse">
            <a:avLst/>
          </a:prstGeom>
          <a:solidFill>
            <a:srgbClr val="F3EEE3">
              <a:alpha val="28000"/>
            </a:srgbClr>
          </a:solidFill>
          <a:ln/>
        </p:spPr>
      </p:sp>
      <p:sp>
        <p:nvSpPr>
          <p:cNvPr id="31" name="Shape 28"/>
          <p:cNvSpPr/>
          <p:nvPr/>
        </p:nvSpPr>
        <p:spPr>
          <a:xfrm>
            <a:off x="2852571" y="9580836"/>
            <a:ext cx="78828" cy="78828"/>
          </a:xfrm>
          <a:prstGeom prst="ellipse">
            <a:avLst/>
          </a:prstGeom>
          <a:solidFill>
            <a:srgbClr val="F3EEE3">
              <a:alpha val="28000"/>
            </a:srgbClr>
          </a:solidFill>
          <a:ln/>
        </p:spPr>
      </p:sp>
      <p:sp>
        <p:nvSpPr>
          <p:cNvPr id="32" name="Shape 29"/>
          <p:cNvSpPr/>
          <p:nvPr/>
        </p:nvSpPr>
        <p:spPr>
          <a:xfrm>
            <a:off x="3010225" y="9580836"/>
            <a:ext cx="78828" cy="78828"/>
          </a:xfrm>
          <a:prstGeom prst="ellipse">
            <a:avLst/>
          </a:prstGeom>
          <a:solidFill>
            <a:srgbClr val="F3EEE3">
              <a:alpha val="28000"/>
            </a:srgbClr>
          </a:solidFill>
          <a:ln/>
        </p:spPr>
      </p:sp>
      <p:sp>
        <p:nvSpPr>
          <p:cNvPr id="33" name="Shape 30"/>
          <p:cNvSpPr/>
          <p:nvPr/>
        </p:nvSpPr>
        <p:spPr>
          <a:xfrm>
            <a:off x="3167880" y="9580836"/>
            <a:ext cx="78828" cy="78828"/>
          </a:xfrm>
          <a:prstGeom prst="ellipse">
            <a:avLst/>
          </a:prstGeom>
          <a:solidFill>
            <a:srgbClr val="F3EEE3">
              <a:alpha val="28000"/>
            </a:srgbClr>
          </a:solidFill>
          <a:ln/>
        </p:spPr>
      </p:sp>
      <p:sp>
        <p:nvSpPr>
          <p:cNvPr id="34" name="Shape 31"/>
          <p:cNvSpPr/>
          <p:nvPr/>
        </p:nvSpPr>
        <p:spPr>
          <a:xfrm>
            <a:off x="3325535" y="9580836"/>
            <a:ext cx="78828" cy="78828"/>
          </a:xfrm>
          <a:prstGeom prst="ellipse">
            <a:avLst/>
          </a:prstGeom>
          <a:solidFill>
            <a:srgbClr val="F3EEE3">
              <a:alpha val="28000"/>
            </a:srgbClr>
          </a:solidFill>
          <a:ln/>
        </p:spPr>
      </p:sp>
      <p:sp>
        <p:nvSpPr>
          <p:cNvPr id="35" name="Shape 32"/>
          <p:cNvSpPr/>
          <p:nvPr/>
        </p:nvSpPr>
        <p:spPr>
          <a:xfrm>
            <a:off x="3483190" y="9580836"/>
            <a:ext cx="78828" cy="78828"/>
          </a:xfrm>
          <a:prstGeom prst="ellipse">
            <a:avLst/>
          </a:prstGeom>
          <a:solidFill>
            <a:srgbClr val="F3EEE3">
              <a:alpha val="28000"/>
            </a:srgbClr>
          </a:solidFill>
          <a:ln/>
        </p:spPr>
      </p:sp>
      <p:sp>
        <p:nvSpPr>
          <p:cNvPr id="36" name="Shape 33"/>
          <p:cNvSpPr/>
          <p:nvPr/>
        </p:nvSpPr>
        <p:spPr>
          <a:xfrm>
            <a:off x="3640845" y="9580836"/>
            <a:ext cx="78828" cy="78828"/>
          </a:xfrm>
          <a:prstGeom prst="ellipse">
            <a:avLst/>
          </a:prstGeom>
          <a:solidFill>
            <a:srgbClr val="F3EEE3">
              <a:alpha val="28000"/>
            </a:srgbClr>
          </a:solidFill>
          <a:ln/>
        </p:spPr>
      </p:sp>
      <p:sp>
        <p:nvSpPr>
          <p:cNvPr id="37" name="Shape 34"/>
          <p:cNvSpPr/>
          <p:nvPr/>
        </p:nvSpPr>
        <p:spPr>
          <a:xfrm>
            <a:off x="3798500" y="9580836"/>
            <a:ext cx="78828" cy="78828"/>
          </a:xfrm>
          <a:prstGeom prst="ellipse">
            <a:avLst/>
          </a:prstGeom>
          <a:solidFill>
            <a:srgbClr val="F3EEE3">
              <a:alpha val="28000"/>
            </a:srgbClr>
          </a:solidFill>
          <a:ln/>
        </p:spPr>
      </p:sp>
      <p:sp>
        <p:nvSpPr>
          <p:cNvPr id="38" name="Shape 35"/>
          <p:cNvSpPr/>
          <p:nvPr/>
        </p:nvSpPr>
        <p:spPr>
          <a:xfrm>
            <a:off x="3956155" y="9580836"/>
            <a:ext cx="78828" cy="78828"/>
          </a:xfrm>
          <a:prstGeom prst="ellipse">
            <a:avLst/>
          </a:prstGeom>
          <a:solidFill>
            <a:srgbClr val="F3EEE3">
              <a:alpha val="28000"/>
            </a:srgbClr>
          </a:solidFill>
          <a:ln/>
        </p:spPr>
      </p:sp>
      <p:sp>
        <p:nvSpPr>
          <p:cNvPr id="39" name="Shape 36"/>
          <p:cNvSpPr/>
          <p:nvPr/>
        </p:nvSpPr>
        <p:spPr>
          <a:xfrm>
            <a:off x="4113810" y="9580836"/>
            <a:ext cx="78828" cy="78828"/>
          </a:xfrm>
          <a:prstGeom prst="ellipse">
            <a:avLst/>
          </a:prstGeom>
          <a:solidFill>
            <a:srgbClr val="F3EEE3">
              <a:alpha val="28000"/>
            </a:srgbClr>
          </a:solidFill>
          <a:ln/>
        </p:spPr>
      </p:sp>
      <p:sp>
        <p:nvSpPr>
          <p:cNvPr id="40" name="Shape 37"/>
          <p:cNvSpPr/>
          <p:nvPr/>
        </p:nvSpPr>
        <p:spPr>
          <a:xfrm>
            <a:off x="4271465" y="9580836"/>
            <a:ext cx="78828" cy="78828"/>
          </a:xfrm>
          <a:prstGeom prst="ellipse">
            <a:avLst/>
          </a:prstGeom>
          <a:solidFill>
            <a:srgbClr val="F3EEE3">
              <a:alpha val="28000"/>
            </a:srgbClr>
          </a:solidFill>
          <a:ln/>
        </p:spPr>
      </p:sp>
      <p:sp>
        <p:nvSpPr>
          <p:cNvPr id="41" name="Shape 38"/>
          <p:cNvSpPr/>
          <p:nvPr/>
        </p:nvSpPr>
        <p:spPr>
          <a:xfrm>
            <a:off x="4429120" y="9580836"/>
            <a:ext cx="78828" cy="78828"/>
          </a:xfrm>
          <a:prstGeom prst="ellipse">
            <a:avLst/>
          </a:prstGeom>
          <a:solidFill>
            <a:srgbClr val="F3EEE3">
              <a:alpha val="28000"/>
            </a:srgbClr>
          </a:solidFill>
          <a:ln/>
        </p:spPr>
      </p:sp>
      <p:sp>
        <p:nvSpPr>
          <p:cNvPr id="42" name="Shape 39"/>
          <p:cNvSpPr/>
          <p:nvPr/>
        </p:nvSpPr>
        <p:spPr>
          <a:xfrm>
            <a:off x="4586775" y="9580836"/>
            <a:ext cx="78828" cy="78828"/>
          </a:xfrm>
          <a:prstGeom prst="ellipse">
            <a:avLst/>
          </a:prstGeom>
          <a:solidFill>
            <a:srgbClr val="F3EEE3">
              <a:alpha val="28000"/>
            </a:srgbClr>
          </a:solidFill>
          <a:ln/>
        </p:spPr>
      </p:sp>
      <p:sp>
        <p:nvSpPr>
          <p:cNvPr id="43" name="Shape 40"/>
          <p:cNvSpPr/>
          <p:nvPr/>
        </p:nvSpPr>
        <p:spPr>
          <a:xfrm>
            <a:off x="4744430" y="9580836"/>
            <a:ext cx="78828" cy="78828"/>
          </a:xfrm>
          <a:prstGeom prst="ellipse">
            <a:avLst/>
          </a:prstGeom>
          <a:solidFill>
            <a:srgbClr val="F3EEE3">
              <a:alpha val="28000"/>
            </a:srgbClr>
          </a:solidFill>
          <a:ln/>
        </p:spPr>
      </p:sp>
      <p:sp>
        <p:nvSpPr>
          <p:cNvPr id="44" name="Shape 41"/>
          <p:cNvSpPr/>
          <p:nvPr/>
        </p:nvSpPr>
        <p:spPr>
          <a:xfrm>
            <a:off x="4902085" y="9580836"/>
            <a:ext cx="78828" cy="78828"/>
          </a:xfrm>
          <a:prstGeom prst="ellipse">
            <a:avLst/>
          </a:prstGeom>
          <a:solidFill>
            <a:srgbClr val="F3EEE3">
              <a:alpha val="28000"/>
            </a:srgbClr>
          </a:solidFill>
          <a:ln/>
        </p:spPr>
      </p:sp>
      <p:sp>
        <p:nvSpPr>
          <p:cNvPr id="45" name="Shape 42"/>
          <p:cNvSpPr/>
          <p:nvPr/>
        </p:nvSpPr>
        <p:spPr>
          <a:xfrm>
            <a:off x="5059740" y="9580836"/>
            <a:ext cx="78828" cy="78828"/>
          </a:xfrm>
          <a:prstGeom prst="ellipse">
            <a:avLst/>
          </a:prstGeom>
          <a:solidFill>
            <a:srgbClr val="F3EEE3">
              <a:alpha val="28000"/>
            </a:srgbClr>
          </a:solidFill>
          <a:ln/>
        </p:spPr>
      </p:sp>
      <p:sp>
        <p:nvSpPr>
          <p:cNvPr id="46" name="Shape 43"/>
          <p:cNvSpPr/>
          <p:nvPr/>
        </p:nvSpPr>
        <p:spPr>
          <a:xfrm>
            <a:off x="5217395" y="9580836"/>
            <a:ext cx="78828" cy="78828"/>
          </a:xfrm>
          <a:prstGeom prst="ellipse">
            <a:avLst/>
          </a:prstGeom>
          <a:solidFill>
            <a:srgbClr val="F3EEE3">
              <a:alpha val="28000"/>
            </a:srgbClr>
          </a:solidFill>
          <a:ln/>
        </p:spPr>
      </p:sp>
      <p:sp>
        <p:nvSpPr>
          <p:cNvPr id="47" name="Shape 44"/>
          <p:cNvSpPr/>
          <p:nvPr/>
        </p:nvSpPr>
        <p:spPr>
          <a:xfrm>
            <a:off x="5375050" y="9580836"/>
            <a:ext cx="78828" cy="78828"/>
          </a:xfrm>
          <a:prstGeom prst="ellipse">
            <a:avLst/>
          </a:prstGeom>
          <a:solidFill>
            <a:srgbClr val="F3EEE3">
              <a:alpha val="28000"/>
            </a:srgbClr>
          </a:solidFill>
          <a:ln/>
        </p:spPr>
      </p:sp>
      <p:sp>
        <p:nvSpPr>
          <p:cNvPr id="48" name="Shape 45"/>
          <p:cNvSpPr/>
          <p:nvPr/>
        </p:nvSpPr>
        <p:spPr>
          <a:xfrm>
            <a:off x="5532705" y="9580836"/>
            <a:ext cx="78828" cy="78828"/>
          </a:xfrm>
          <a:prstGeom prst="ellipse">
            <a:avLst/>
          </a:prstGeom>
          <a:solidFill>
            <a:srgbClr val="F3EEE3">
              <a:alpha val="28000"/>
            </a:srgbClr>
          </a:solidFill>
          <a:ln/>
        </p:spPr>
      </p:sp>
      <p:sp>
        <p:nvSpPr>
          <p:cNvPr id="49" name="Shape 46"/>
          <p:cNvSpPr/>
          <p:nvPr/>
        </p:nvSpPr>
        <p:spPr>
          <a:xfrm>
            <a:off x="5690359" y="9580836"/>
            <a:ext cx="78828" cy="78828"/>
          </a:xfrm>
          <a:prstGeom prst="ellipse">
            <a:avLst/>
          </a:prstGeom>
          <a:solidFill>
            <a:srgbClr val="F3EEE3">
              <a:alpha val="28000"/>
            </a:srgbClr>
          </a:solidFill>
          <a:ln/>
        </p:spPr>
      </p:sp>
      <p:sp>
        <p:nvSpPr>
          <p:cNvPr id="50" name="Shape 47"/>
          <p:cNvSpPr/>
          <p:nvPr/>
        </p:nvSpPr>
        <p:spPr>
          <a:xfrm>
            <a:off x="5848014" y="9580836"/>
            <a:ext cx="78828" cy="78828"/>
          </a:xfrm>
          <a:prstGeom prst="ellipse">
            <a:avLst/>
          </a:prstGeom>
          <a:solidFill>
            <a:srgbClr val="F3EEE3">
              <a:alpha val="28000"/>
            </a:srgbClr>
          </a:solidFill>
          <a:ln/>
        </p:spPr>
      </p:sp>
      <p:sp>
        <p:nvSpPr>
          <p:cNvPr id="51" name="Shape 48"/>
          <p:cNvSpPr/>
          <p:nvPr/>
        </p:nvSpPr>
        <p:spPr>
          <a:xfrm>
            <a:off x="6005669" y="9580836"/>
            <a:ext cx="78828" cy="78828"/>
          </a:xfrm>
          <a:prstGeom prst="ellipse">
            <a:avLst/>
          </a:prstGeom>
          <a:solidFill>
            <a:srgbClr val="F3EEE3">
              <a:alpha val="28000"/>
            </a:srgbClr>
          </a:solidFill>
          <a:ln/>
        </p:spPr>
      </p:sp>
      <p:sp>
        <p:nvSpPr>
          <p:cNvPr id="52" name="Shape 49"/>
          <p:cNvSpPr/>
          <p:nvPr/>
        </p:nvSpPr>
        <p:spPr>
          <a:xfrm>
            <a:off x="6163324" y="9580836"/>
            <a:ext cx="78828" cy="78828"/>
          </a:xfrm>
          <a:prstGeom prst="ellipse">
            <a:avLst/>
          </a:prstGeom>
          <a:solidFill>
            <a:srgbClr val="F3EEE3">
              <a:alpha val="28000"/>
            </a:srgbClr>
          </a:solidFill>
          <a:ln/>
        </p:spPr>
      </p:sp>
      <p:sp>
        <p:nvSpPr>
          <p:cNvPr id="53" name="Shape 50"/>
          <p:cNvSpPr/>
          <p:nvPr/>
        </p:nvSpPr>
        <p:spPr>
          <a:xfrm>
            <a:off x="6320979" y="9580836"/>
            <a:ext cx="78828" cy="78828"/>
          </a:xfrm>
          <a:prstGeom prst="ellipse">
            <a:avLst/>
          </a:prstGeom>
          <a:solidFill>
            <a:srgbClr val="F3EEE3">
              <a:alpha val="28000"/>
            </a:srgbClr>
          </a:solidFill>
          <a:ln/>
        </p:spPr>
      </p:sp>
      <p:sp>
        <p:nvSpPr>
          <p:cNvPr id="54" name="Shape 51"/>
          <p:cNvSpPr/>
          <p:nvPr/>
        </p:nvSpPr>
        <p:spPr>
          <a:xfrm>
            <a:off x="6478634" y="9580836"/>
            <a:ext cx="78828" cy="78828"/>
          </a:xfrm>
          <a:prstGeom prst="ellipse">
            <a:avLst/>
          </a:prstGeom>
          <a:solidFill>
            <a:srgbClr val="F3EEE3">
              <a:alpha val="28000"/>
            </a:srgbClr>
          </a:solidFill>
          <a:ln/>
        </p:spPr>
      </p:sp>
      <p:sp>
        <p:nvSpPr>
          <p:cNvPr id="55" name="Shape 52"/>
          <p:cNvSpPr/>
          <p:nvPr/>
        </p:nvSpPr>
        <p:spPr>
          <a:xfrm>
            <a:off x="6636289" y="9580836"/>
            <a:ext cx="78828" cy="78828"/>
          </a:xfrm>
          <a:prstGeom prst="ellipse">
            <a:avLst/>
          </a:prstGeom>
          <a:solidFill>
            <a:srgbClr val="F3EEE3">
              <a:alpha val="28000"/>
            </a:srgbClr>
          </a:solidFill>
          <a:ln/>
        </p:spPr>
      </p:sp>
      <p:sp>
        <p:nvSpPr>
          <p:cNvPr id="56" name="Shape 53"/>
          <p:cNvSpPr/>
          <p:nvPr/>
        </p:nvSpPr>
        <p:spPr>
          <a:xfrm>
            <a:off x="6793944" y="9580836"/>
            <a:ext cx="78828" cy="78828"/>
          </a:xfrm>
          <a:prstGeom prst="ellipse">
            <a:avLst/>
          </a:prstGeom>
          <a:solidFill>
            <a:srgbClr val="F3EEE3">
              <a:alpha val="28000"/>
            </a:srgbClr>
          </a:solidFill>
          <a:ln/>
        </p:spPr>
      </p:sp>
      <p:sp>
        <p:nvSpPr>
          <p:cNvPr id="57" name="Shape 54"/>
          <p:cNvSpPr/>
          <p:nvPr/>
        </p:nvSpPr>
        <p:spPr>
          <a:xfrm>
            <a:off x="6951599" y="9580836"/>
            <a:ext cx="78828" cy="78828"/>
          </a:xfrm>
          <a:prstGeom prst="ellipse">
            <a:avLst/>
          </a:prstGeom>
          <a:solidFill>
            <a:srgbClr val="F3EEE3">
              <a:alpha val="28000"/>
            </a:srgbClr>
          </a:solidFill>
          <a:ln/>
        </p:spPr>
      </p:sp>
      <p:sp>
        <p:nvSpPr>
          <p:cNvPr id="58" name="Shape 55"/>
          <p:cNvSpPr/>
          <p:nvPr/>
        </p:nvSpPr>
        <p:spPr>
          <a:xfrm>
            <a:off x="7109254" y="9580836"/>
            <a:ext cx="78828" cy="78828"/>
          </a:xfrm>
          <a:prstGeom prst="ellipse">
            <a:avLst/>
          </a:prstGeom>
          <a:solidFill>
            <a:srgbClr val="F3EEE3">
              <a:alpha val="28000"/>
            </a:srgbClr>
          </a:solidFill>
          <a:ln/>
        </p:spPr>
      </p:sp>
      <p:sp>
        <p:nvSpPr>
          <p:cNvPr id="59" name="Shape 56"/>
          <p:cNvSpPr/>
          <p:nvPr/>
        </p:nvSpPr>
        <p:spPr>
          <a:xfrm>
            <a:off x="7266909" y="9580836"/>
            <a:ext cx="78828" cy="78828"/>
          </a:xfrm>
          <a:prstGeom prst="ellipse">
            <a:avLst/>
          </a:prstGeom>
          <a:solidFill>
            <a:srgbClr val="F3EEE3">
              <a:alpha val="28000"/>
            </a:srgbClr>
          </a:solidFill>
          <a:ln/>
        </p:spPr>
      </p:sp>
      <p:sp>
        <p:nvSpPr>
          <p:cNvPr id="60" name="Shape 57"/>
          <p:cNvSpPr/>
          <p:nvPr/>
        </p:nvSpPr>
        <p:spPr>
          <a:xfrm>
            <a:off x="7424564" y="9580836"/>
            <a:ext cx="78828" cy="78828"/>
          </a:xfrm>
          <a:prstGeom prst="ellipse">
            <a:avLst/>
          </a:prstGeom>
          <a:solidFill>
            <a:srgbClr val="F3EEE3">
              <a:alpha val="28000"/>
            </a:srgbClr>
          </a:solidFill>
          <a:ln/>
        </p:spPr>
      </p:sp>
      <p:sp>
        <p:nvSpPr>
          <p:cNvPr id="61" name="Shape 58"/>
          <p:cNvSpPr/>
          <p:nvPr/>
        </p:nvSpPr>
        <p:spPr>
          <a:xfrm>
            <a:off x="7582219" y="9580836"/>
            <a:ext cx="78828" cy="78828"/>
          </a:xfrm>
          <a:prstGeom prst="ellipse">
            <a:avLst/>
          </a:prstGeom>
          <a:solidFill>
            <a:srgbClr val="F3EEE3">
              <a:alpha val="28000"/>
            </a:srgbClr>
          </a:solidFill>
          <a:ln/>
        </p:spPr>
      </p:sp>
      <p:sp>
        <p:nvSpPr>
          <p:cNvPr id="62" name="Shape 59"/>
          <p:cNvSpPr/>
          <p:nvPr/>
        </p:nvSpPr>
        <p:spPr>
          <a:xfrm>
            <a:off x="7739874" y="9580836"/>
            <a:ext cx="78828" cy="78828"/>
          </a:xfrm>
          <a:prstGeom prst="ellipse">
            <a:avLst/>
          </a:prstGeom>
          <a:solidFill>
            <a:srgbClr val="F3EEE3">
              <a:alpha val="28000"/>
            </a:srgbClr>
          </a:solidFill>
          <a:ln/>
        </p:spPr>
      </p:sp>
      <p:sp>
        <p:nvSpPr>
          <p:cNvPr id="63" name="Shape 60"/>
          <p:cNvSpPr/>
          <p:nvPr/>
        </p:nvSpPr>
        <p:spPr>
          <a:xfrm>
            <a:off x="7884391" y="9567698"/>
            <a:ext cx="105103" cy="105103"/>
          </a:xfrm>
          <a:prstGeom prst="ellipse">
            <a:avLst/>
          </a:prstGeom>
          <a:solidFill>
            <a:srgbClr val="FF6A4D"/>
          </a:solidFill>
          <a:ln/>
        </p:spPr>
      </p:sp>
      <p:sp>
        <p:nvSpPr>
          <p:cNvPr id="64" name="Shape 61"/>
          <p:cNvSpPr/>
          <p:nvPr/>
        </p:nvSpPr>
        <p:spPr>
          <a:xfrm>
            <a:off x="8055184" y="9580836"/>
            <a:ext cx="78828" cy="78828"/>
          </a:xfrm>
          <a:prstGeom prst="ellipse">
            <a:avLst/>
          </a:prstGeom>
          <a:solidFill>
            <a:srgbClr val="F3EEE3">
              <a:alpha val="28000"/>
            </a:srgbClr>
          </a:solidFill>
          <a:ln/>
        </p:spPr>
      </p:sp>
      <p:sp>
        <p:nvSpPr>
          <p:cNvPr id="65" name="Shape 62"/>
          <p:cNvSpPr/>
          <p:nvPr/>
        </p:nvSpPr>
        <p:spPr>
          <a:xfrm>
            <a:off x="8212839" y="9580836"/>
            <a:ext cx="78828" cy="78828"/>
          </a:xfrm>
          <a:prstGeom prst="ellipse">
            <a:avLst/>
          </a:prstGeom>
          <a:solidFill>
            <a:srgbClr val="F3EEE3">
              <a:alpha val="28000"/>
            </a:srgbClr>
          </a:solidFill>
          <a:ln/>
        </p:spPr>
      </p:sp>
      <p:sp>
        <p:nvSpPr>
          <p:cNvPr id="66" name="Shape 63"/>
          <p:cNvSpPr/>
          <p:nvPr/>
        </p:nvSpPr>
        <p:spPr>
          <a:xfrm>
            <a:off x="8370494" y="9580836"/>
            <a:ext cx="78828" cy="78828"/>
          </a:xfrm>
          <a:prstGeom prst="ellipse">
            <a:avLst/>
          </a:prstGeom>
          <a:solidFill>
            <a:srgbClr val="F3EEE3">
              <a:alpha val="28000"/>
            </a:srgbClr>
          </a:solidFill>
          <a:ln/>
        </p:spPr>
      </p:sp>
      <p:sp>
        <p:nvSpPr>
          <p:cNvPr id="67" name="Shape 64"/>
          <p:cNvSpPr/>
          <p:nvPr/>
        </p:nvSpPr>
        <p:spPr>
          <a:xfrm>
            <a:off x="8528148" y="9580836"/>
            <a:ext cx="78828" cy="78828"/>
          </a:xfrm>
          <a:prstGeom prst="ellipse">
            <a:avLst/>
          </a:prstGeom>
          <a:solidFill>
            <a:srgbClr val="F3EEE3">
              <a:alpha val="28000"/>
            </a:srgbClr>
          </a:solidFill>
          <a:ln/>
        </p:spPr>
      </p:sp>
      <p:sp>
        <p:nvSpPr>
          <p:cNvPr id="68" name="Shape 65"/>
          <p:cNvSpPr/>
          <p:nvPr/>
        </p:nvSpPr>
        <p:spPr>
          <a:xfrm>
            <a:off x="8685803" y="9580836"/>
            <a:ext cx="78828" cy="78828"/>
          </a:xfrm>
          <a:prstGeom prst="ellipse">
            <a:avLst/>
          </a:prstGeom>
          <a:solidFill>
            <a:srgbClr val="F3EEE3">
              <a:alpha val="28000"/>
            </a:srgbClr>
          </a:solidFill>
          <a:ln/>
        </p:spPr>
      </p:sp>
      <p:sp>
        <p:nvSpPr>
          <p:cNvPr id="69" name="Shape 66"/>
          <p:cNvSpPr/>
          <p:nvPr/>
        </p:nvSpPr>
        <p:spPr>
          <a:xfrm>
            <a:off x="8843458" y="9580836"/>
            <a:ext cx="78828" cy="78828"/>
          </a:xfrm>
          <a:prstGeom prst="ellipse">
            <a:avLst/>
          </a:prstGeom>
          <a:solidFill>
            <a:srgbClr val="F3EEE3">
              <a:alpha val="28000"/>
            </a:srgbClr>
          </a:solidFill>
          <a:ln/>
        </p:spPr>
      </p:sp>
      <p:sp>
        <p:nvSpPr>
          <p:cNvPr id="70" name="Shape 67"/>
          <p:cNvSpPr/>
          <p:nvPr/>
        </p:nvSpPr>
        <p:spPr>
          <a:xfrm>
            <a:off x="9001113" y="9580836"/>
            <a:ext cx="78828" cy="78828"/>
          </a:xfrm>
          <a:prstGeom prst="ellipse">
            <a:avLst/>
          </a:prstGeom>
          <a:solidFill>
            <a:srgbClr val="F3EEE3">
              <a:alpha val="28000"/>
            </a:srgbClr>
          </a:solidFill>
          <a:ln/>
        </p:spPr>
      </p:sp>
      <p:sp>
        <p:nvSpPr>
          <p:cNvPr id="71" name="Shape 68"/>
          <p:cNvSpPr/>
          <p:nvPr/>
        </p:nvSpPr>
        <p:spPr>
          <a:xfrm>
            <a:off x="9158768" y="9580836"/>
            <a:ext cx="78828" cy="78828"/>
          </a:xfrm>
          <a:prstGeom prst="ellipse">
            <a:avLst/>
          </a:prstGeom>
          <a:solidFill>
            <a:srgbClr val="F3EEE3">
              <a:alpha val="28000"/>
            </a:srgbClr>
          </a:solidFill>
          <a:ln/>
        </p:spPr>
      </p:sp>
      <p:sp>
        <p:nvSpPr>
          <p:cNvPr id="72" name="Shape 69"/>
          <p:cNvSpPr/>
          <p:nvPr/>
        </p:nvSpPr>
        <p:spPr>
          <a:xfrm>
            <a:off x="9316423" y="9580836"/>
            <a:ext cx="78828" cy="78828"/>
          </a:xfrm>
          <a:prstGeom prst="ellipse">
            <a:avLst/>
          </a:prstGeom>
          <a:solidFill>
            <a:srgbClr val="F3EEE3">
              <a:alpha val="28000"/>
            </a:srgbClr>
          </a:solidFill>
          <a:ln/>
        </p:spPr>
      </p:sp>
      <p:sp>
        <p:nvSpPr>
          <p:cNvPr id="73" name="Shape 70"/>
          <p:cNvSpPr/>
          <p:nvPr/>
        </p:nvSpPr>
        <p:spPr>
          <a:xfrm>
            <a:off x="9474078" y="9580836"/>
            <a:ext cx="78828" cy="78828"/>
          </a:xfrm>
          <a:prstGeom prst="ellipse">
            <a:avLst/>
          </a:prstGeom>
          <a:solidFill>
            <a:srgbClr val="F3EEE3">
              <a:alpha val="28000"/>
            </a:srgbClr>
          </a:solidFill>
          <a:ln/>
        </p:spPr>
      </p:sp>
      <p:sp>
        <p:nvSpPr>
          <p:cNvPr id="74" name="Shape 71"/>
          <p:cNvSpPr/>
          <p:nvPr/>
        </p:nvSpPr>
        <p:spPr>
          <a:xfrm>
            <a:off x="9631733" y="9580836"/>
            <a:ext cx="78828" cy="78828"/>
          </a:xfrm>
          <a:prstGeom prst="ellipse">
            <a:avLst/>
          </a:prstGeom>
          <a:solidFill>
            <a:srgbClr val="F3EEE3">
              <a:alpha val="28000"/>
            </a:srgbClr>
          </a:solidFill>
          <a:ln/>
        </p:spPr>
      </p:sp>
      <p:sp>
        <p:nvSpPr>
          <p:cNvPr id="75" name="Shape 72"/>
          <p:cNvSpPr/>
          <p:nvPr/>
        </p:nvSpPr>
        <p:spPr>
          <a:xfrm>
            <a:off x="9789388" y="9580836"/>
            <a:ext cx="78828" cy="78828"/>
          </a:xfrm>
          <a:prstGeom prst="ellipse">
            <a:avLst/>
          </a:prstGeom>
          <a:solidFill>
            <a:srgbClr val="F3EEE3">
              <a:alpha val="28000"/>
            </a:srgbClr>
          </a:solidFill>
          <a:ln/>
        </p:spPr>
      </p:sp>
      <p:sp>
        <p:nvSpPr>
          <p:cNvPr id="76" name="Shape 73"/>
          <p:cNvSpPr/>
          <p:nvPr/>
        </p:nvSpPr>
        <p:spPr>
          <a:xfrm>
            <a:off x="9947043" y="9580836"/>
            <a:ext cx="78828" cy="78828"/>
          </a:xfrm>
          <a:prstGeom prst="ellipse">
            <a:avLst/>
          </a:prstGeom>
          <a:solidFill>
            <a:srgbClr val="F3EEE3">
              <a:alpha val="28000"/>
            </a:srgbClr>
          </a:solidFill>
          <a:ln/>
        </p:spPr>
      </p:sp>
      <p:sp>
        <p:nvSpPr>
          <p:cNvPr id="77" name="Text 7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45/58</a:t>
            </a:r>
            <a:endParaRPr lang="en-US" sz="1800" dirty="0"/>
          </a:p>
        </p:txBody>
      </p:sp>
      <p:sp>
        <p:nvSpPr>
          <p:cNvPr id="78" name="Shape 75"/>
          <p:cNvSpPr/>
          <p:nvPr/>
        </p:nvSpPr>
        <p:spPr>
          <a:xfrm>
            <a:off x="15983712" y="9076331"/>
            <a:ext cx="1645920" cy="552301"/>
          </a:xfrm>
          <a:prstGeom prst="roundRect">
            <a:avLst>
              <a:gd name="adj" fmla="val 28000"/>
            </a:avLst>
          </a:prstGeom>
          <a:solidFill>
            <a:srgbClr val="FFFFFF">
              <a:alpha val="82000"/>
            </a:srgbClr>
          </a:solidFill>
          <a:ln/>
        </p:spPr>
      </p:sp>
      <p:pic>
        <p:nvPicPr>
          <p:cNvPr id="79" name="Moda image moda-export-watermark-64dbfd08-5235-428a-84d9-51777b81515a"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14161C"/>
                </a:solidFill>
                <a:latin typeface="Noto Sans JP ExtraBold" pitchFamily="34" charset="0"/>
                <a:ea typeface="Noto Sans JP ExtraBold" pitchFamily="34" charset="-122"/>
                <a:cs typeface="Noto Sans JP ExtraBold" pitchFamily="34" charset="-120"/>
              </a:rPr>
              <a:t>冷間始動： 出来事の 連鎖</a:t>
            </a:r>
            <a:endParaRPr lang="en-US" sz="5700" dirty="0"/>
          </a:p>
        </p:txBody>
      </p:sp>
      <p:sp>
        <p:nvSpPr>
          <p:cNvPr id="3" name="Shape 1"/>
          <p:cNvSpPr/>
          <p:nvPr/>
        </p:nvSpPr>
        <p:spPr>
          <a:xfrm>
            <a:off x="914400" y="3429000"/>
            <a:ext cx="3619500" cy="3810000"/>
          </a:xfrm>
          <a:prstGeom prst="roundRect">
            <a:avLst>
              <a:gd name="adj" fmla="val 7368"/>
            </a:avLst>
          </a:prstGeom>
          <a:solidFill>
            <a:srgbClr val="FBF8F2"/>
          </a:solidFill>
          <a:ln w="28575">
            <a:solidFill>
              <a:srgbClr val="DDD5C1"/>
            </a:solidFill>
            <a:prstDash val="solid"/>
          </a:ln>
        </p:spPr>
      </p:sp>
      <p:sp>
        <p:nvSpPr>
          <p:cNvPr id="4" name="Shape 2"/>
          <p:cNvSpPr/>
          <p:nvPr/>
        </p:nvSpPr>
        <p:spPr>
          <a:xfrm>
            <a:off x="1200150" y="3714750"/>
            <a:ext cx="647700" cy="647700"/>
          </a:xfrm>
          <a:prstGeom prst="ellipse">
            <a:avLst/>
          </a:prstGeom>
          <a:solidFill>
            <a:srgbClr val="0F766E"/>
          </a:solidFill>
          <a:ln/>
        </p:spPr>
      </p:sp>
      <p:sp>
        <p:nvSpPr>
          <p:cNvPr id="5" name="Text 3"/>
          <p:cNvSpPr/>
          <p:nvPr/>
        </p:nvSpPr>
        <p:spPr>
          <a:xfrm>
            <a:off x="1200150" y="3714750"/>
            <a:ext cx="647700" cy="647700"/>
          </a:xfrm>
          <a:prstGeom prst="rect">
            <a:avLst/>
          </a:prstGeom>
          <a:noFill/>
          <a:ln/>
        </p:spPr>
        <p:txBody>
          <a:bodyPr wrap="square" lIns="0" tIns="0" rIns="0" bIns="0" rtlCol="0" anchor="ctr"/>
          <a:lstStyle/>
          <a:p>
            <a:pPr algn="ctr" indent="0" marL="0">
              <a:buNone/>
            </a:pPr>
            <a:r>
              <a:rPr lang="en-US" sz="2550" dirty="0" spc="2" kern="0">
                <a:solidFill>
                  <a:srgbClr val="FFFFFF"/>
                </a:solidFill>
                <a:latin typeface="Noto Sans JP ExtraBold" pitchFamily="34" charset="0"/>
                <a:ea typeface="Noto Sans JP ExtraBold" pitchFamily="34" charset="-122"/>
                <a:cs typeface="Noto Sans JP ExtraBold" pitchFamily="34" charset="-120"/>
              </a:rPr>
              <a:t>1</a:t>
            </a:r>
            <a:endParaRPr lang="en-US" sz="2550" dirty="0"/>
          </a:p>
        </p:txBody>
      </p:sp>
      <p:sp>
        <p:nvSpPr>
          <p:cNvPr id="6" name="Text 4"/>
          <p:cNvSpPr/>
          <p:nvPr/>
        </p:nvSpPr>
        <p:spPr>
          <a:xfrm>
            <a:off x="1219200" y="4572000"/>
            <a:ext cx="3009900" cy="2476500"/>
          </a:xfrm>
          <a:prstGeom prst="rect">
            <a:avLst/>
          </a:prstGeom>
          <a:noFill/>
          <a:ln/>
        </p:spPr>
        <p:txBody>
          <a:bodyPr wrap="square" lIns="0" tIns="42348" rIns="0" bIns="-42348" rtlCol="0" anchor="t"/>
          <a:lstStyle/>
          <a:p>
            <a:pPr algn="l" indent="0" marL="0">
              <a:lnSpc>
                <a:spcPts val="3375"/>
              </a:lnSpc>
              <a:buNone/>
            </a:pPr>
            <a:r>
              <a:rPr lang="en-US" sz="2700" dirty="0" spc="0" kern="0">
                <a:solidFill>
                  <a:srgbClr val="14161C"/>
                </a:solidFill>
                <a:latin typeface="Noto Sans JP SemiBold" pitchFamily="34" charset="0"/>
                <a:ea typeface="Noto Sans JP SemiBold" pitchFamily="34" charset="-122"/>
                <a:cs typeface="Noto Sans JP SemiBold" pitchFamily="34" charset="-120"/>
              </a:rPr>
              <a:t>タンクはまだ</a:t>
            </a:r>
            <a:r>
              <a:rPr lang="en-US" sz="2700" dirty="0" spc="-15" kern="0">
                <a:solidFill>
                  <a:srgbClr val="14161C"/>
                </a:solidFill>
                <a:latin typeface="Noto Sans JP SemiBold" pitchFamily="34" charset="0"/>
                <a:ea typeface="Noto Sans JP SemiBold" pitchFamily="34" charset="-122"/>
                <a:cs typeface="Noto Sans JP SemiBold" pitchFamily="34" charset="-120"/>
              </a:rPr>
              <a:t> 凍っているかも。</a:t>
            </a:r>
            <a:r>
              <a:rPr lang="en-US" sz="2700" dirty="0" spc="-17" kern="0">
                <a:solidFill>
                  <a:srgbClr val="14161C"/>
                </a:solidFill>
                <a:latin typeface="Noto Sans JP SemiBold" pitchFamily="34" charset="0"/>
                <a:ea typeface="Noto Sans JP SemiBold" pitchFamily="34" charset="-122"/>
                <a:cs typeface="Noto Sans JP SemiBold" pitchFamily="34" charset="-120"/>
              </a:rPr>
              <a:t> 加熱して</a:t>
            </a:r>
            <a:r>
              <a:rPr lang="en-US" sz="2700" dirty="0" spc="-1" kern="0">
                <a:solidFill>
                  <a:srgbClr val="14161C"/>
                </a:solidFill>
                <a:latin typeface="Noto Sans JP SemiBold" pitchFamily="34" charset="0"/>
                <a:ea typeface="Noto Sans JP SemiBold" pitchFamily="34" charset="-122"/>
                <a:cs typeface="Noto Sans JP SemiBold" pitchFamily="34" charset="-120"/>
              </a:rPr>
              <a:t> 溶かす</a:t>
            </a:r>
            <a:endParaRPr lang="en-US" sz="2700" dirty="0"/>
          </a:p>
        </p:txBody>
      </p:sp>
      <p:sp>
        <p:nvSpPr>
          <p:cNvPr id="7" name="Connector line-1793261532978-293618540"/>
          <p:cNvSpPr/>
          <p:nvPr/>
        </p:nvSpPr>
        <p:spPr>
          <a:xfrm>
            <a:off x="4610100" y="5334000"/>
            <a:ext cx="514350" cy="0"/>
          </a:xfrm>
          <a:prstGeom prst="line">
            <a:avLst/>
          </a:prstGeom>
          <a:noFill/>
          <a:ln w="47625">
            <a:solidFill>
              <a:srgbClr val="6B6A66"/>
            </a:solidFill>
            <a:prstDash val="solid"/>
            <a:headEnd type="none"/>
            <a:tailEnd type="triangle"/>
          </a:ln>
        </p:spPr>
      </p:sp>
      <p:sp>
        <p:nvSpPr>
          <p:cNvPr id="8" name="Shape 6"/>
          <p:cNvSpPr/>
          <p:nvPr/>
        </p:nvSpPr>
        <p:spPr>
          <a:xfrm>
            <a:off x="5200650" y="3429000"/>
            <a:ext cx="3619500" cy="3810000"/>
          </a:xfrm>
          <a:prstGeom prst="roundRect">
            <a:avLst>
              <a:gd name="adj" fmla="val 7368"/>
            </a:avLst>
          </a:prstGeom>
          <a:solidFill>
            <a:srgbClr val="FBF8F2"/>
          </a:solidFill>
          <a:ln w="28575">
            <a:solidFill>
              <a:srgbClr val="DDD5C1"/>
            </a:solidFill>
            <a:prstDash val="solid"/>
          </a:ln>
        </p:spPr>
      </p:sp>
      <p:sp>
        <p:nvSpPr>
          <p:cNvPr id="9" name="Shape 7"/>
          <p:cNvSpPr/>
          <p:nvPr/>
        </p:nvSpPr>
        <p:spPr>
          <a:xfrm>
            <a:off x="5486400" y="3714750"/>
            <a:ext cx="647700" cy="647700"/>
          </a:xfrm>
          <a:prstGeom prst="ellipse">
            <a:avLst/>
          </a:prstGeom>
          <a:solidFill>
            <a:srgbClr val="E8472B"/>
          </a:solidFill>
          <a:ln/>
        </p:spPr>
      </p:sp>
      <p:sp>
        <p:nvSpPr>
          <p:cNvPr id="10" name="Text 8"/>
          <p:cNvSpPr/>
          <p:nvPr/>
        </p:nvSpPr>
        <p:spPr>
          <a:xfrm>
            <a:off x="5486400" y="3714750"/>
            <a:ext cx="647700" cy="647700"/>
          </a:xfrm>
          <a:prstGeom prst="rect">
            <a:avLst/>
          </a:prstGeom>
          <a:noFill/>
          <a:ln/>
        </p:spPr>
        <p:txBody>
          <a:bodyPr wrap="square" lIns="0" tIns="0" rIns="0" bIns="0" rtlCol="0" anchor="ctr"/>
          <a:lstStyle/>
          <a:p>
            <a:pPr algn="ctr" indent="0" marL="0">
              <a:buNone/>
            </a:pPr>
            <a:r>
              <a:rPr lang="en-US" sz="2550" dirty="0" spc="2" kern="0">
                <a:solidFill>
                  <a:srgbClr val="FFFFFF"/>
                </a:solidFill>
                <a:latin typeface="Noto Sans JP ExtraBold" pitchFamily="34" charset="0"/>
                <a:ea typeface="Noto Sans JP ExtraBold" pitchFamily="34" charset="-122"/>
                <a:cs typeface="Noto Sans JP ExtraBold" pitchFamily="34" charset="-120"/>
              </a:rPr>
              <a:t>2</a:t>
            </a:r>
            <a:endParaRPr lang="en-US" sz="2550" dirty="0"/>
          </a:p>
        </p:txBody>
      </p:sp>
      <p:sp>
        <p:nvSpPr>
          <p:cNvPr id="11" name="Text 9"/>
          <p:cNvSpPr/>
          <p:nvPr/>
        </p:nvSpPr>
        <p:spPr>
          <a:xfrm>
            <a:off x="5505450" y="4572000"/>
            <a:ext cx="3009900" cy="2476500"/>
          </a:xfrm>
          <a:prstGeom prst="rect">
            <a:avLst/>
          </a:prstGeom>
          <a:noFill/>
          <a:ln/>
        </p:spPr>
        <p:txBody>
          <a:bodyPr wrap="square" lIns="0" tIns="42348" rIns="0" bIns="-42348" rtlCol="0" anchor="t"/>
          <a:lstStyle/>
          <a:p>
            <a:pPr algn="l" indent="0" marL="0">
              <a:lnSpc>
                <a:spcPts val="3375"/>
              </a:lnSpc>
              <a:buNone/>
            </a:pPr>
            <a:r>
              <a:rPr lang="en-US" sz="2700" dirty="0" spc="0" kern="0">
                <a:solidFill>
                  <a:srgbClr val="14161C"/>
                </a:solidFill>
                <a:latin typeface="Noto Sans JP SemiBold" pitchFamily="34" charset="0"/>
                <a:ea typeface="Noto Sans JP SemiBold" pitchFamily="34" charset="-122"/>
                <a:cs typeface="Noto Sans JP SemiBold" pitchFamily="34" charset="-120"/>
              </a:rPr>
              <a:t>排気はまだ 低温：まだ</a:t>
            </a:r>
            <a:r>
              <a:rPr lang="en-US" sz="2700" dirty="0" spc="-1" kern="0">
                <a:solidFill>
                  <a:srgbClr val="14161C"/>
                </a:solidFill>
                <a:latin typeface="Noto Sans JP SemiBold" pitchFamily="34" charset="0"/>
                <a:ea typeface="Noto Sans JP SemiBold" pitchFamily="34" charset="-122"/>
                <a:cs typeface="Noto Sans JP SemiBold" pitchFamily="34" charset="-120"/>
              </a:rPr>
              <a:t> 噴射しない</a:t>
            </a:r>
            <a:endParaRPr lang="en-US" sz="2700" dirty="0"/>
          </a:p>
        </p:txBody>
      </p:sp>
      <p:sp>
        <p:nvSpPr>
          <p:cNvPr id="12" name="Connector line-1793261532981-788564928"/>
          <p:cNvSpPr/>
          <p:nvPr/>
        </p:nvSpPr>
        <p:spPr>
          <a:xfrm>
            <a:off x="8886825" y="5334000"/>
            <a:ext cx="514350" cy="0"/>
          </a:xfrm>
          <a:prstGeom prst="line">
            <a:avLst/>
          </a:prstGeom>
          <a:noFill/>
          <a:ln w="47625">
            <a:solidFill>
              <a:srgbClr val="6B6A66"/>
            </a:solidFill>
            <a:prstDash val="solid"/>
            <a:headEnd type="none"/>
            <a:tailEnd type="triangle"/>
          </a:ln>
        </p:spPr>
      </p:sp>
      <p:sp>
        <p:nvSpPr>
          <p:cNvPr id="13" name="Shape 11"/>
          <p:cNvSpPr/>
          <p:nvPr/>
        </p:nvSpPr>
        <p:spPr>
          <a:xfrm>
            <a:off x="9477375" y="3429000"/>
            <a:ext cx="3619500" cy="3810000"/>
          </a:xfrm>
          <a:prstGeom prst="roundRect">
            <a:avLst>
              <a:gd name="adj" fmla="val 7368"/>
            </a:avLst>
          </a:prstGeom>
          <a:solidFill>
            <a:srgbClr val="FBF8F2"/>
          </a:solidFill>
          <a:ln w="28575">
            <a:solidFill>
              <a:srgbClr val="DDD5C1"/>
            </a:solidFill>
            <a:prstDash val="solid"/>
          </a:ln>
        </p:spPr>
      </p:sp>
      <p:sp>
        <p:nvSpPr>
          <p:cNvPr id="14" name="Shape 12"/>
          <p:cNvSpPr/>
          <p:nvPr/>
        </p:nvSpPr>
        <p:spPr>
          <a:xfrm>
            <a:off x="9763125" y="3714750"/>
            <a:ext cx="647700" cy="647700"/>
          </a:xfrm>
          <a:prstGeom prst="ellipse">
            <a:avLst/>
          </a:prstGeom>
          <a:solidFill>
            <a:srgbClr val="1F3FD1"/>
          </a:solidFill>
          <a:ln/>
        </p:spPr>
      </p:sp>
      <p:sp>
        <p:nvSpPr>
          <p:cNvPr id="15" name="Text 13"/>
          <p:cNvSpPr/>
          <p:nvPr/>
        </p:nvSpPr>
        <p:spPr>
          <a:xfrm>
            <a:off x="9763125" y="3714750"/>
            <a:ext cx="647700" cy="647700"/>
          </a:xfrm>
          <a:prstGeom prst="rect">
            <a:avLst/>
          </a:prstGeom>
          <a:noFill/>
          <a:ln/>
        </p:spPr>
        <p:txBody>
          <a:bodyPr wrap="square" lIns="0" tIns="0" rIns="0" bIns="0" rtlCol="0" anchor="ctr"/>
          <a:lstStyle/>
          <a:p>
            <a:pPr algn="ctr" indent="0" marL="0">
              <a:buNone/>
            </a:pPr>
            <a:r>
              <a:rPr lang="en-US" sz="2550" dirty="0" spc="2" kern="0">
                <a:solidFill>
                  <a:srgbClr val="FFFFFF"/>
                </a:solidFill>
                <a:latin typeface="Noto Sans JP ExtraBold" pitchFamily="34" charset="0"/>
                <a:ea typeface="Noto Sans JP ExtraBold" pitchFamily="34" charset="-122"/>
                <a:cs typeface="Noto Sans JP ExtraBold" pitchFamily="34" charset="-120"/>
              </a:rPr>
              <a:t>3</a:t>
            </a:r>
            <a:endParaRPr lang="en-US" sz="2550" dirty="0"/>
          </a:p>
        </p:txBody>
      </p:sp>
      <p:sp>
        <p:nvSpPr>
          <p:cNvPr id="16" name="Text 14"/>
          <p:cNvSpPr/>
          <p:nvPr/>
        </p:nvSpPr>
        <p:spPr>
          <a:xfrm>
            <a:off x="9782175" y="4572000"/>
            <a:ext cx="3009900" cy="2476500"/>
          </a:xfrm>
          <a:prstGeom prst="rect">
            <a:avLst/>
          </a:prstGeom>
          <a:noFill/>
          <a:ln/>
        </p:spPr>
        <p:txBody>
          <a:bodyPr wrap="square" lIns="0" tIns="32161" rIns="0" bIns="-32161" rtlCol="0" anchor="t"/>
          <a:lstStyle/>
          <a:p>
            <a:pPr algn="l" indent="0" marL="0">
              <a:lnSpc>
                <a:spcPts val="2564"/>
              </a:lnSpc>
              <a:buNone/>
            </a:pPr>
            <a:r>
              <a:rPr lang="en-US" sz="2051" dirty="0" spc="1" kern="0">
                <a:solidFill>
                  <a:srgbClr val="14161C"/>
                </a:solidFill>
                <a:latin typeface="Noto Sans JP SemiBold" pitchFamily="34" charset="0"/>
                <a:ea typeface="Noto Sans JP SemiBold" pitchFamily="34" charset="-122"/>
                <a:cs typeface="Noto Sans JP SemiBold" pitchFamily="34" charset="-120"/>
              </a:rPr>
              <a:t>閾値（約180〜250°C）を</a:t>
            </a:r>
            <a:r>
              <a:rPr lang="en-US" sz="2051" dirty="0" spc="-12" kern="0">
                <a:solidFill>
                  <a:srgbClr val="14161C"/>
                </a:solidFill>
                <a:latin typeface="Noto Sans JP SemiBold" pitchFamily="34" charset="0"/>
                <a:ea typeface="Noto Sans JP SemiBold" pitchFamily="34" charset="-122"/>
                <a:cs typeface="Noto Sans JP SemiBold" pitchFamily="34" charset="-120"/>
              </a:rPr>
              <a:t> 超える：</a:t>
            </a:r>
            <a:r>
              <a:rPr lang="en-US" sz="2051" dirty="0" spc="1" kern="0">
                <a:solidFill>
                  <a:srgbClr val="14161C"/>
                </a:solidFill>
                <a:latin typeface="Noto Sans JP SemiBold" pitchFamily="34" charset="0"/>
                <a:ea typeface="Noto Sans JP SemiBold" pitchFamily="34" charset="-122"/>
                <a:cs typeface="Noto Sans JP SemiBold" pitchFamily="34" charset="-120"/>
              </a:rPr>
              <a:t> 噴射を 開始</a:t>
            </a:r>
            <a:endParaRPr lang="en-US" sz="2051" dirty="0"/>
          </a:p>
        </p:txBody>
      </p:sp>
      <p:sp>
        <p:nvSpPr>
          <p:cNvPr id="17" name="Connector line-1793261532988-694600022"/>
          <p:cNvSpPr/>
          <p:nvPr/>
        </p:nvSpPr>
        <p:spPr>
          <a:xfrm>
            <a:off x="13163550" y="5334000"/>
            <a:ext cx="514350" cy="0"/>
          </a:xfrm>
          <a:prstGeom prst="line">
            <a:avLst/>
          </a:prstGeom>
          <a:noFill/>
          <a:ln w="47625">
            <a:solidFill>
              <a:srgbClr val="6B6A66"/>
            </a:solidFill>
            <a:prstDash val="solid"/>
            <a:headEnd type="none"/>
            <a:tailEnd type="triangle"/>
          </a:ln>
        </p:spPr>
      </p:sp>
      <p:sp>
        <p:nvSpPr>
          <p:cNvPr id="18" name="Shape 16"/>
          <p:cNvSpPr/>
          <p:nvPr/>
        </p:nvSpPr>
        <p:spPr>
          <a:xfrm>
            <a:off x="13754100" y="3429000"/>
            <a:ext cx="3619500" cy="3810000"/>
          </a:xfrm>
          <a:prstGeom prst="roundRect">
            <a:avLst>
              <a:gd name="adj" fmla="val 7368"/>
            </a:avLst>
          </a:prstGeom>
          <a:solidFill>
            <a:srgbClr val="FBF8F2"/>
          </a:solidFill>
          <a:ln w="28575">
            <a:solidFill>
              <a:srgbClr val="DDD5C1"/>
            </a:solidFill>
            <a:prstDash val="solid"/>
          </a:ln>
        </p:spPr>
      </p:sp>
      <p:sp>
        <p:nvSpPr>
          <p:cNvPr id="19" name="Shape 17"/>
          <p:cNvSpPr/>
          <p:nvPr/>
        </p:nvSpPr>
        <p:spPr>
          <a:xfrm>
            <a:off x="14039850" y="3714750"/>
            <a:ext cx="647700" cy="647700"/>
          </a:xfrm>
          <a:prstGeom prst="ellipse">
            <a:avLst/>
          </a:prstGeom>
          <a:solidFill>
            <a:srgbClr val="B45309"/>
          </a:solidFill>
          <a:ln/>
        </p:spPr>
      </p:sp>
      <p:sp>
        <p:nvSpPr>
          <p:cNvPr id="20" name="Text 18"/>
          <p:cNvSpPr/>
          <p:nvPr/>
        </p:nvSpPr>
        <p:spPr>
          <a:xfrm>
            <a:off x="14039850" y="3714750"/>
            <a:ext cx="647700" cy="647700"/>
          </a:xfrm>
          <a:prstGeom prst="rect">
            <a:avLst/>
          </a:prstGeom>
          <a:noFill/>
          <a:ln/>
        </p:spPr>
        <p:txBody>
          <a:bodyPr wrap="square" lIns="0" tIns="0" rIns="0" bIns="0" rtlCol="0" anchor="ctr"/>
          <a:lstStyle/>
          <a:p>
            <a:pPr algn="ctr" indent="0" marL="0">
              <a:buNone/>
            </a:pPr>
            <a:r>
              <a:rPr lang="en-US" sz="2550" dirty="0" spc="2" kern="0">
                <a:solidFill>
                  <a:srgbClr val="FFFFFF"/>
                </a:solidFill>
                <a:latin typeface="Noto Sans JP ExtraBold" pitchFamily="34" charset="0"/>
                <a:ea typeface="Noto Sans JP ExtraBold" pitchFamily="34" charset="-122"/>
                <a:cs typeface="Noto Sans JP ExtraBold" pitchFamily="34" charset="-120"/>
              </a:rPr>
              <a:t>4</a:t>
            </a:r>
            <a:endParaRPr lang="en-US" sz="2550" dirty="0"/>
          </a:p>
        </p:txBody>
      </p:sp>
      <p:sp>
        <p:nvSpPr>
          <p:cNvPr id="21" name="Text 19"/>
          <p:cNvSpPr/>
          <p:nvPr/>
        </p:nvSpPr>
        <p:spPr>
          <a:xfrm>
            <a:off x="14058900" y="4572000"/>
            <a:ext cx="3009900" cy="2476500"/>
          </a:xfrm>
          <a:prstGeom prst="rect">
            <a:avLst/>
          </a:prstGeom>
          <a:noFill/>
          <a:ln/>
        </p:spPr>
        <p:txBody>
          <a:bodyPr wrap="square" lIns="0" tIns="42348" rIns="0" bIns="-42348" rtlCol="0" anchor="t"/>
          <a:lstStyle/>
          <a:p>
            <a:pPr algn="l" indent="0" marL="0">
              <a:lnSpc>
                <a:spcPts val="3375"/>
              </a:lnSpc>
              <a:buNone/>
            </a:pPr>
            <a:r>
              <a:rPr lang="en-US" sz="2700" dirty="0" spc="0" kern="0">
                <a:solidFill>
                  <a:srgbClr val="14161C"/>
                </a:solidFill>
                <a:latin typeface="Noto Sans JP SemiBold" pitchFamily="34" charset="0"/>
                <a:ea typeface="Noto Sans JP SemiBold" pitchFamily="34" charset="-122"/>
                <a:cs typeface="Noto Sans JP SemiBold" pitchFamily="34" charset="-120"/>
              </a:rPr>
              <a:t>エンジン停止： 排出または</a:t>
            </a:r>
            <a:r>
              <a:rPr lang="en-US" sz="2700" dirty="0" spc="-1" kern="0">
                <a:solidFill>
                  <a:srgbClr val="14161C"/>
                </a:solidFill>
                <a:latin typeface="Noto Sans JP SemiBold" pitchFamily="34" charset="0"/>
                <a:ea typeface="Noto Sans JP SemiBold" pitchFamily="34" charset="-122"/>
                <a:cs typeface="Noto Sans JP SemiBold" pitchFamily="34" charset="-120"/>
              </a:rPr>
              <a:t> 凍結対策</a:t>
            </a:r>
            <a:endParaRPr lang="en-US" sz="2700" dirty="0"/>
          </a:p>
        </p:txBody>
      </p:sp>
      <p:sp>
        <p:nvSpPr>
          <p:cNvPr id="22" name="Text 20"/>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[S4]</a:t>
            </a:r>
            <a:r>
              <a:rPr lang="en-US" sz="1800" dirty="0" spc="-1" kern="0">
                <a:solidFill>
                  <a:srgbClr val="6B6A66"/>
                </a:solidFill>
                <a:latin typeface="Noto Sans JP" pitchFamily="34" charset="0"/>
                <a:ea typeface="Noto Sans JP" pitchFamily="34" charset="-122"/>
                <a:cs typeface="Noto Sans JP" pitchFamily="34" charset="-120"/>
              </a:rPr>
              <a:t> [S6]</a:t>
            </a:r>
            <a:r>
              <a:rPr lang="en-US" sz="1800" dirty="0" spc="-2" kern="0">
                <a:solidFill>
                  <a:srgbClr val="6B6A66"/>
                </a:solidFill>
                <a:latin typeface="Noto Sans JP" pitchFamily="34" charset="0"/>
                <a:ea typeface="Noto Sans JP" pitchFamily="34" charset="-122"/>
                <a:cs typeface="Noto Sans JP" pitchFamily="34" charset="-120"/>
              </a:rPr>
              <a:t> [S13]</a:t>
            </a:r>
            <a:endParaRPr lang="en-US" sz="1800" dirty="0"/>
          </a:p>
        </p:txBody>
      </p:sp>
      <p:sp>
        <p:nvSpPr>
          <p:cNvPr id="23" name="Shape 21"/>
          <p:cNvSpPr/>
          <p:nvPr/>
        </p:nvSpPr>
        <p:spPr>
          <a:xfrm>
            <a:off x="960711" y="9580836"/>
            <a:ext cx="78828" cy="78828"/>
          </a:xfrm>
          <a:prstGeom prst="ellipse">
            <a:avLst/>
          </a:prstGeom>
          <a:solidFill>
            <a:srgbClr val="14161C">
              <a:alpha val="28000"/>
            </a:srgbClr>
          </a:solidFill>
          <a:ln/>
        </p:spPr>
      </p:sp>
      <p:sp>
        <p:nvSpPr>
          <p:cNvPr id="24" name="Shape 22"/>
          <p:cNvSpPr/>
          <p:nvPr/>
        </p:nvSpPr>
        <p:spPr>
          <a:xfrm>
            <a:off x="1118366" y="9580836"/>
            <a:ext cx="78828" cy="78828"/>
          </a:xfrm>
          <a:prstGeom prst="ellipse">
            <a:avLst/>
          </a:prstGeom>
          <a:solidFill>
            <a:srgbClr val="14161C">
              <a:alpha val="28000"/>
            </a:srgbClr>
          </a:solidFill>
          <a:ln/>
        </p:spPr>
      </p:sp>
      <p:sp>
        <p:nvSpPr>
          <p:cNvPr id="25" name="Shape 23"/>
          <p:cNvSpPr/>
          <p:nvPr/>
        </p:nvSpPr>
        <p:spPr>
          <a:xfrm>
            <a:off x="1276021" y="9580836"/>
            <a:ext cx="78828" cy="78828"/>
          </a:xfrm>
          <a:prstGeom prst="ellipse">
            <a:avLst/>
          </a:prstGeom>
          <a:solidFill>
            <a:srgbClr val="14161C">
              <a:alpha val="28000"/>
            </a:srgbClr>
          </a:solidFill>
          <a:ln/>
        </p:spPr>
      </p:sp>
      <p:sp>
        <p:nvSpPr>
          <p:cNvPr id="26" name="Shape 24"/>
          <p:cNvSpPr/>
          <p:nvPr/>
        </p:nvSpPr>
        <p:spPr>
          <a:xfrm>
            <a:off x="1433676" y="9580836"/>
            <a:ext cx="78828" cy="78828"/>
          </a:xfrm>
          <a:prstGeom prst="ellipse">
            <a:avLst/>
          </a:prstGeom>
          <a:solidFill>
            <a:srgbClr val="14161C">
              <a:alpha val="28000"/>
            </a:srgbClr>
          </a:solidFill>
          <a:ln/>
        </p:spPr>
      </p:sp>
      <p:sp>
        <p:nvSpPr>
          <p:cNvPr id="27" name="Shape 25"/>
          <p:cNvSpPr/>
          <p:nvPr/>
        </p:nvSpPr>
        <p:spPr>
          <a:xfrm>
            <a:off x="1591331" y="9580836"/>
            <a:ext cx="78828" cy="78828"/>
          </a:xfrm>
          <a:prstGeom prst="ellipse">
            <a:avLst/>
          </a:prstGeom>
          <a:solidFill>
            <a:srgbClr val="14161C">
              <a:alpha val="28000"/>
            </a:srgbClr>
          </a:solidFill>
          <a:ln/>
        </p:spPr>
      </p:sp>
      <p:sp>
        <p:nvSpPr>
          <p:cNvPr id="28" name="Shape 26"/>
          <p:cNvSpPr/>
          <p:nvPr/>
        </p:nvSpPr>
        <p:spPr>
          <a:xfrm>
            <a:off x="1748986" y="9580836"/>
            <a:ext cx="78828" cy="78828"/>
          </a:xfrm>
          <a:prstGeom prst="ellipse">
            <a:avLst/>
          </a:prstGeom>
          <a:solidFill>
            <a:srgbClr val="14161C">
              <a:alpha val="28000"/>
            </a:srgbClr>
          </a:solidFill>
          <a:ln/>
        </p:spPr>
      </p:sp>
      <p:sp>
        <p:nvSpPr>
          <p:cNvPr id="29" name="Shape 27"/>
          <p:cNvSpPr/>
          <p:nvPr/>
        </p:nvSpPr>
        <p:spPr>
          <a:xfrm>
            <a:off x="1906641" y="9580836"/>
            <a:ext cx="78828" cy="78828"/>
          </a:xfrm>
          <a:prstGeom prst="ellipse">
            <a:avLst/>
          </a:prstGeom>
          <a:solidFill>
            <a:srgbClr val="14161C">
              <a:alpha val="28000"/>
            </a:srgbClr>
          </a:solidFill>
          <a:ln/>
        </p:spPr>
      </p:sp>
      <p:sp>
        <p:nvSpPr>
          <p:cNvPr id="30" name="Shape 28"/>
          <p:cNvSpPr/>
          <p:nvPr/>
        </p:nvSpPr>
        <p:spPr>
          <a:xfrm>
            <a:off x="2064296" y="9580836"/>
            <a:ext cx="78828" cy="78828"/>
          </a:xfrm>
          <a:prstGeom prst="ellipse">
            <a:avLst/>
          </a:prstGeom>
          <a:solidFill>
            <a:srgbClr val="14161C">
              <a:alpha val="28000"/>
            </a:srgbClr>
          </a:solidFill>
          <a:ln/>
        </p:spPr>
      </p:sp>
      <p:sp>
        <p:nvSpPr>
          <p:cNvPr id="31" name="Shape 29"/>
          <p:cNvSpPr/>
          <p:nvPr/>
        </p:nvSpPr>
        <p:spPr>
          <a:xfrm>
            <a:off x="2221951" y="9580836"/>
            <a:ext cx="78828" cy="78828"/>
          </a:xfrm>
          <a:prstGeom prst="ellipse">
            <a:avLst/>
          </a:prstGeom>
          <a:solidFill>
            <a:srgbClr val="14161C">
              <a:alpha val="28000"/>
            </a:srgbClr>
          </a:solidFill>
          <a:ln/>
        </p:spPr>
      </p:sp>
      <p:sp>
        <p:nvSpPr>
          <p:cNvPr id="32" name="Shape 30"/>
          <p:cNvSpPr/>
          <p:nvPr/>
        </p:nvSpPr>
        <p:spPr>
          <a:xfrm>
            <a:off x="2379606" y="9580836"/>
            <a:ext cx="78828" cy="78828"/>
          </a:xfrm>
          <a:prstGeom prst="ellipse">
            <a:avLst/>
          </a:prstGeom>
          <a:solidFill>
            <a:srgbClr val="14161C">
              <a:alpha val="28000"/>
            </a:srgbClr>
          </a:solidFill>
          <a:ln/>
        </p:spPr>
      </p:sp>
      <p:sp>
        <p:nvSpPr>
          <p:cNvPr id="33" name="Shape 31"/>
          <p:cNvSpPr/>
          <p:nvPr/>
        </p:nvSpPr>
        <p:spPr>
          <a:xfrm>
            <a:off x="2537261" y="9580836"/>
            <a:ext cx="78828" cy="78828"/>
          </a:xfrm>
          <a:prstGeom prst="ellipse">
            <a:avLst/>
          </a:prstGeom>
          <a:solidFill>
            <a:srgbClr val="14161C">
              <a:alpha val="28000"/>
            </a:srgbClr>
          </a:solidFill>
          <a:ln/>
        </p:spPr>
      </p:sp>
      <p:sp>
        <p:nvSpPr>
          <p:cNvPr id="34" name="Shape 32"/>
          <p:cNvSpPr/>
          <p:nvPr/>
        </p:nvSpPr>
        <p:spPr>
          <a:xfrm>
            <a:off x="2694916" y="9580836"/>
            <a:ext cx="78828" cy="78828"/>
          </a:xfrm>
          <a:prstGeom prst="ellipse">
            <a:avLst/>
          </a:prstGeom>
          <a:solidFill>
            <a:srgbClr val="14161C">
              <a:alpha val="28000"/>
            </a:srgbClr>
          </a:solidFill>
          <a:ln/>
        </p:spPr>
      </p:sp>
      <p:sp>
        <p:nvSpPr>
          <p:cNvPr id="35" name="Shape 33"/>
          <p:cNvSpPr/>
          <p:nvPr/>
        </p:nvSpPr>
        <p:spPr>
          <a:xfrm>
            <a:off x="2852571" y="9580836"/>
            <a:ext cx="78828" cy="78828"/>
          </a:xfrm>
          <a:prstGeom prst="ellipse">
            <a:avLst/>
          </a:prstGeom>
          <a:solidFill>
            <a:srgbClr val="14161C">
              <a:alpha val="28000"/>
            </a:srgbClr>
          </a:solidFill>
          <a:ln/>
        </p:spPr>
      </p:sp>
      <p:sp>
        <p:nvSpPr>
          <p:cNvPr id="36" name="Shape 34"/>
          <p:cNvSpPr/>
          <p:nvPr/>
        </p:nvSpPr>
        <p:spPr>
          <a:xfrm>
            <a:off x="3010225" y="9580836"/>
            <a:ext cx="78828" cy="78828"/>
          </a:xfrm>
          <a:prstGeom prst="ellipse">
            <a:avLst/>
          </a:prstGeom>
          <a:solidFill>
            <a:srgbClr val="14161C">
              <a:alpha val="28000"/>
            </a:srgbClr>
          </a:solidFill>
          <a:ln/>
        </p:spPr>
      </p:sp>
      <p:sp>
        <p:nvSpPr>
          <p:cNvPr id="37" name="Shape 35"/>
          <p:cNvSpPr/>
          <p:nvPr/>
        </p:nvSpPr>
        <p:spPr>
          <a:xfrm>
            <a:off x="3167880" y="9580836"/>
            <a:ext cx="78828" cy="78828"/>
          </a:xfrm>
          <a:prstGeom prst="ellipse">
            <a:avLst/>
          </a:prstGeom>
          <a:solidFill>
            <a:srgbClr val="14161C">
              <a:alpha val="28000"/>
            </a:srgbClr>
          </a:solidFill>
          <a:ln/>
        </p:spPr>
      </p:sp>
      <p:sp>
        <p:nvSpPr>
          <p:cNvPr id="38" name="Shape 36"/>
          <p:cNvSpPr/>
          <p:nvPr/>
        </p:nvSpPr>
        <p:spPr>
          <a:xfrm>
            <a:off x="3325535" y="9580836"/>
            <a:ext cx="78828" cy="78828"/>
          </a:xfrm>
          <a:prstGeom prst="ellipse">
            <a:avLst/>
          </a:prstGeom>
          <a:solidFill>
            <a:srgbClr val="14161C">
              <a:alpha val="28000"/>
            </a:srgbClr>
          </a:solidFill>
          <a:ln/>
        </p:spPr>
      </p:sp>
      <p:sp>
        <p:nvSpPr>
          <p:cNvPr id="39" name="Shape 37"/>
          <p:cNvSpPr/>
          <p:nvPr/>
        </p:nvSpPr>
        <p:spPr>
          <a:xfrm>
            <a:off x="3483190" y="9580836"/>
            <a:ext cx="78828" cy="78828"/>
          </a:xfrm>
          <a:prstGeom prst="ellipse">
            <a:avLst/>
          </a:prstGeom>
          <a:solidFill>
            <a:srgbClr val="14161C">
              <a:alpha val="28000"/>
            </a:srgbClr>
          </a:solidFill>
          <a:ln/>
        </p:spPr>
      </p:sp>
      <p:sp>
        <p:nvSpPr>
          <p:cNvPr id="40" name="Shape 38"/>
          <p:cNvSpPr/>
          <p:nvPr/>
        </p:nvSpPr>
        <p:spPr>
          <a:xfrm>
            <a:off x="3640845" y="9580836"/>
            <a:ext cx="78828" cy="78828"/>
          </a:xfrm>
          <a:prstGeom prst="ellipse">
            <a:avLst/>
          </a:prstGeom>
          <a:solidFill>
            <a:srgbClr val="14161C">
              <a:alpha val="28000"/>
            </a:srgbClr>
          </a:solidFill>
          <a:ln/>
        </p:spPr>
      </p:sp>
      <p:sp>
        <p:nvSpPr>
          <p:cNvPr id="41" name="Shape 39"/>
          <p:cNvSpPr/>
          <p:nvPr/>
        </p:nvSpPr>
        <p:spPr>
          <a:xfrm>
            <a:off x="3798500" y="9580836"/>
            <a:ext cx="78828" cy="78828"/>
          </a:xfrm>
          <a:prstGeom prst="ellipse">
            <a:avLst/>
          </a:prstGeom>
          <a:solidFill>
            <a:srgbClr val="14161C">
              <a:alpha val="28000"/>
            </a:srgbClr>
          </a:solidFill>
          <a:ln/>
        </p:spPr>
      </p:sp>
      <p:sp>
        <p:nvSpPr>
          <p:cNvPr id="42" name="Shape 40"/>
          <p:cNvSpPr/>
          <p:nvPr/>
        </p:nvSpPr>
        <p:spPr>
          <a:xfrm>
            <a:off x="3956155" y="9580836"/>
            <a:ext cx="78828" cy="78828"/>
          </a:xfrm>
          <a:prstGeom prst="ellipse">
            <a:avLst/>
          </a:prstGeom>
          <a:solidFill>
            <a:srgbClr val="14161C">
              <a:alpha val="28000"/>
            </a:srgbClr>
          </a:solidFill>
          <a:ln/>
        </p:spPr>
      </p:sp>
      <p:sp>
        <p:nvSpPr>
          <p:cNvPr id="43" name="Shape 41"/>
          <p:cNvSpPr/>
          <p:nvPr/>
        </p:nvSpPr>
        <p:spPr>
          <a:xfrm>
            <a:off x="4113810" y="9580836"/>
            <a:ext cx="78828" cy="78828"/>
          </a:xfrm>
          <a:prstGeom prst="ellipse">
            <a:avLst/>
          </a:prstGeom>
          <a:solidFill>
            <a:srgbClr val="14161C">
              <a:alpha val="28000"/>
            </a:srgbClr>
          </a:solidFill>
          <a:ln/>
        </p:spPr>
      </p:sp>
      <p:sp>
        <p:nvSpPr>
          <p:cNvPr id="44" name="Shape 42"/>
          <p:cNvSpPr/>
          <p:nvPr/>
        </p:nvSpPr>
        <p:spPr>
          <a:xfrm>
            <a:off x="4271465" y="9580836"/>
            <a:ext cx="78828" cy="78828"/>
          </a:xfrm>
          <a:prstGeom prst="ellipse">
            <a:avLst/>
          </a:prstGeom>
          <a:solidFill>
            <a:srgbClr val="14161C">
              <a:alpha val="28000"/>
            </a:srgbClr>
          </a:solidFill>
          <a:ln/>
        </p:spPr>
      </p:sp>
      <p:sp>
        <p:nvSpPr>
          <p:cNvPr id="45" name="Shape 43"/>
          <p:cNvSpPr/>
          <p:nvPr/>
        </p:nvSpPr>
        <p:spPr>
          <a:xfrm>
            <a:off x="4429120" y="9580836"/>
            <a:ext cx="78828" cy="78828"/>
          </a:xfrm>
          <a:prstGeom prst="ellipse">
            <a:avLst/>
          </a:prstGeom>
          <a:solidFill>
            <a:srgbClr val="14161C">
              <a:alpha val="28000"/>
            </a:srgbClr>
          </a:solidFill>
          <a:ln/>
        </p:spPr>
      </p:sp>
      <p:sp>
        <p:nvSpPr>
          <p:cNvPr id="46" name="Shape 44"/>
          <p:cNvSpPr/>
          <p:nvPr/>
        </p:nvSpPr>
        <p:spPr>
          <a:xfrm>
            <a:off x="4586775" y="9580836"/>
            <a:ext cx="78828" cy="78828"/>
          </a:xfrm>
          <a:prstGeom prst="ellipse">
            <a:avLst/>
          </a:prstGeom>
          <a:solidFill>
            <a:srgbClr val="14161C">
              <a:alpha val="28000"/>
            </a:srgbClr>
          </a:solidFill>
          <a:ln/>
        </p:spPr>
      </p:sp>
      <p:sp>
        <p:nvSpPr>
          <p:cNvPr id="47" name="Shape 45"/>
          <p:cNvSpPr/>
          <p:nvPr/>
        </p:nvSpPr>
        <p:spPr>
          <a:xfrm>
            <a:off x="4744430" y="9580836"/>
            <a:ext cx="78828" cy="78828"/>
          </a:xfrm>
          <a:prstGeom prst="ellipse">
            <a:avLst/>
          </a:prstGeom>
          <a:solidFill>
            <a:srgbClr val="14161C">
              <a:alpha val="28000"/>
            </a:srgbClr>
          </a:solidFill>
          <a:ln/>
        </p:spPr>
      </p:sp>
      <p:sp>
        <p:nvSpPr>
          <p:cNvPr id="48" name="Shape 46"/>
          <p:cNvSpPr/>
          <p:nvPr/>
        </p:nvSpPr>
        <p:spPr>
          <a:xfrm>
            <a:off x="4902085" y="9580836"/>
            <a:ext cx="78828" cy="78828"/>
          </a:xfrm>
          <a:prstGeom prst="ellipse">
            <a:avLst/>
          </a:prstGeom>
          <a:solidFill>
            <a:srgbClr val="14161C">
              <a:alpha val="28000"/>
            </a:srgbClr>
          </a:solidFill>
          <a:ln/>
        </p:spPr>
      </p:sp>
      <p:sp>
        <p:nvSpPr>
          <p:cNvPr id="49" name="Shape 47"/>
          <p:cNvSpPr/>
          <p:nvPr/>
        </p:nvSpPr>
        <p:spPr>
          <a:xfrm>
            <a:off x="5059740" y="9580836"/>
            <a:ext cx="78828" cy="78828"/>
          </a:xfrm>
          <a:prstGeom prst="ellipse">
            <a:avLst/>
          </a:prstGeom>
          <a:solidFill>
            <a:srgbClr val="14161C">
              <a:alpha val="28000"/>
            </a:srgbClr>
          </a:solidFill>
          <a:ln/>
        </p:spPr>
      </p:sp>
      <p:sp>
        <p:nvSpPr>
          <p:cNvPr id="50" name="Shape 48"/>
          <p:cNvSpPr/>
          <p:nvPr/>
        </p:nvSpPr>
        <p:spPr>
          <a:xfrm>
            <a:off x="5217395" y="9580836"/>
            <a:ext cx="78828" cy="78828"/>
          </a:xfrm>
          <a:prstGeom prst="ellipse">
            <a:avLst/>
          </a:prstGeom>
          <a:solidFill>
            <a:srgbClr val="14161C">
              <a:alpha val="28000"/>
            </a:srgbClr>
          </a:solidFill>
          <a:ln/>
        </p:spPr>
      </p:sp>
      <p:sp>
        <p:nvSpPr>
          <p:cNvPr id="51" name="Shape 49"/>
          <p:cNvSpPr/>
          <p:nvPr/>
        </p:nvSpPr>
        <p:spPr>
          <a:xfrm>
            <a:off x="5375050" y="9580836"/>
            <a:ext cx="78828" cy="78828"/>
          </a:xfrm>
          <a:prstGeom prst="ellipse">
            <a:avLst/>
          </a:prstGeom>
          <a:solidFill>
            <a:srgbClr val="14161C">
              <a:alpha val="28000"/>
            </a:srgbClr>
          </a:solidFill>
          <a:ln/>
        </p:spPr>
      </p:sp>
      <p:sp>
        <p:nvSpPr>
          <p:cNvPr id="52" name="Shape 50"/>
          <p:cNvSpPr/>
          <p:nvPr/>
        </p:nvSpPr>
        <p:spPr>
          <a:xfrm>
            <a:off x="5532705" y="9580836"/>
            <a:ext cx="78828" cy="78828"/>
          </a:xfrm>
          <a:prstGeom prst="ellipse">
            <a:avLst/>
          </a:prstGeom>
          <a:solidFill>
            <a:srgbClr val="14161C">
              <a:alpha val="28000"/>
            </a:srgbClr>
          </a:solidFill>
          <a:ln/>
        </p:spPr>
      </p:sp>
      <p:sp>
        <p:nvSpPr>
          <p:cNvPr id="53" name="Shape 51"/>
          <p:cNvSpPr/>
          <p:nvPr/>
        </p:nvSpPr>
        <p:spPr>
          <a:xfrm>
            <a:off x="5690359" y="9580836"/>
            <a:ext cx="78828" cy="78828"/>
          </a:xfrm>
          <a:prstGeom prst="ellipse">
            <a:avLst/>
          </a:prstGeom>
          <a:solidFill>
            <a:srgbClr val="14161C">
              <a:alpha val="28000"/>
            </a:srgbClr>
          </a:solidFill>
          <a:ln/>
        </p:spPr>
      </p:sp>
      <p:sp>
        <p:nvSpPr>
          <p:cNvPr id="54" name="Shape 52"/>
          <p:cNvSpPr/>
          <p:nvPr/>
        </p:nvSpPr>
        <p:spPr>
          <a:xfrm>
            <a:off x="5848014" y="9580836"/>
            <a:ext cx="78828" cy="78828"/>
          </a:xfrm>
          <a:prstGeom prst="ellipse">
            <a:avLst/>
          </a:prstGeom>
          <a:solidFill>
            <a:srgbClr val="14161C">
              <a:alpha val="28000"/>
            </a:srgbClr>
          </a:solidFill>
          <a:ln/>
        </p:spPr>
      </p:sp>
      <p:sp>
        <p:nvSpPr>
          <p:cNvPr id="55" name="Shape 53"/>
          <p:cNvSpPr/>
          <p:nvPr/>
        </p:nvSpPr>
        <p:spPr>
          <a:xfrm>
            <a:off x="6005669" y="9580836"/>
            <a:ext cx="78828" cy="78828"/>
          </a:xfrm>
          <a:prstGeom prst="ellipse">
            <a:avLst/>
          </a:prstGeom>
          <a:solidFill>
            <a:srgbClr val="14161C">
              <a:alpha val="28000"/>
            </a:srgbClr>
          </a:solidFill>
          <a:ln/>
        </p:spPr>
      </p:sp>
      <p:sp>
        <p:nvSpPr>
          <p:cNvPr id="56" name="Shape 54"/>
          <p:cNvSpPr/>
          <p:nvPr/>
        </p:nvSpPr>
        <p:spPr>
          <a:xfrm>
            <a:off x="6163324" y="9580836"/>
            <a:ext cx="78828" cy="78828"/>
          </a:xfrm>
          <a:prstGeom prst="ellipse">
            <a:avLst/>
          </a:prstGeom>
          <a:solidFill>
            <a:srgbClr val="14161C">
              <a:alpha val="28000"/>
            </a:srgbClr>
          </a:solidFill>
          <a:ln/>
        </p:spPr>
      </p:sp>
      <p:sp>
        <p:nvSpPr>
          <p:cNvPr id="57" name="Shape 55"/>
          <p:cNvSpPr/>
          <p:nvPr/>
        </p:nvSpPr>
        <p:spPr>
          <a:xfrm>
            <a:off x="6320979" y="9580836"/>
            <a:ext cx="78828" cy="78828"/>
          </a:xfrm>
          <a:prstGeom prst="ellipse">
            <a:avLst/>
          </a:prstGeom>
          <a:solidFill>
            <a:srgbClr val="14161C">
              <a:alpha val="28000"/>
            </a:srgbClr>
          </a:solidFill>
          <a:ln/>
        </p:spPr>
      </p:sp>
      <p:sp>
        <p:nvSpPr>
          <p:cNvPr id="58" name="Shape 56"/>
          <p:cNvSpPr/>
          <p:nvPr/>
        </p:nvSpPr>
        <p:spPr>
          <a:xfrm>
            <a:off x="6478634" y="9580836"/>
            <a:ext cx="78828" cy="78828"/>
          </a:xfrm>
          <a:prstGeom prst="ellipse">
            <a:avLst/>
          </a:prstGeom>
          <a:solidFill>
            <a:srgbClr val="14161C">
              <a:alpha val="28000"/>
            </a:srgbClr>
          </a:solidFill>
          <a:ln/>
        </p:spPr>
      </p:sp>
      <p:sp>
        <p:nvSpPr>
          <p:cNvPr id="59" name="Shape 57"/>
          <p:cNvSpPr/>
          <p:nvPr/>
        </p:nvSpPr>
        <p:spPr>
          <a:xfrm>
            <a:off x="6636289" y="9580836"/>
            <a:ext cx="78828" cy="78828"/>
          </a:xfrm>
          <a:prstGeom prst="ellipse">
            <a:avLst/>
          </a:prstGeom>
          <a:solidFill>
            <a:srgbClr val="14161C">
              <a:alpha val="28000"/>
            </a:srgbClr>
          </a:solidFill>
          <a:ln/>
        </p:spPr>
      </p:sp>
      <p:sp>
        <p:nvSpPr>
          <p:cNvPr id="60" name="Shape 58"/>
          <p:cNvSpPr/>
          <p:nvPr/>
        </p:nvSpPr>
        <p:spPr>
          <a:xfrm>
            <a:off x="6793944" y="9580836"/>
            <a:ext cx="78828" cy="78828"/>
          </a:xfrm>
          <a:prstGeom prst="ellipse">
            <a:avLst/>
          </a:prstGeom>
          <a:solidFill>
            <a:srgbClr val="14161C">
              <a:alpha val="28000"/>
            </a:srgbClr>
          </a:solidFill>
          <a:ln/>
        </p:spPr>
      </p:sp>
      <p:sp>
        <p:nvSpPr>
          <p:cNvPr id="61" name="Shape 59"/>
          <p:cNvSpPr/>
          <p:nvPr/>
        </p:nvSpPr>
        <p:spPr>
          <a:xfrm>
            <a:off x="6951599" y="9580836"/>
            <a:ext cx="78828" cy="78828"/>
          </a:xfrm>
          <a:prstGeom prst="ellipse">
            <a:avLst/>
          </a:prstGeom>
          <a:solidFill>
            <a:srgbClr val="14161C">
              <a:alpha val="28000"/>
            </a:srgbClr>
          </a:solidFill>
          <a:ln/>
        </p:spPr>
      </p:sp>
      <p:sp>
        <p:nvSpPr>
          <p:cNvPr id="62" name="Shape 60"/>
          <p:cNvSpPr/>
          <p:nvPr/>
        </p:nvSpPr>
        <p:spPr>
          <a:xfrm>
            <a:off x="7109254" y="9580836"/>
            <a:ext cx="78828" cy="78828"/>
          </a:xfrm>
          <a:prstGeom prst="ellipse">
            <a:avLst/>
          </a:prstGeom>
          <a:solidFill>
            <a:srgbClr val="14161C">
              <a:alpha val="28000"/>
            </a:srgbClr>
          </a:solidFill>
          <a:ln/>
        </p:spPr>
      </p:sp>
      <p:sp>
        <p:nvSpPr>
          <p:cNvPr id="63" name="Shape 61"/>
          <p:cNvSpPr/>
          <p:nvPr/>
        </p:nvSpPr>
        <p:spPr>
          <a:xfrm>
            <a:off x="7266909" y="9580836"/>
            <a:ext cx="78828" cy="78828"/>
          </a:xfrm>
          <a:prstGeom prst="ellipse">
            <a:avLst/>
          </a:prstGeom>
          <a:solidFill>
            <a:srgbClr val="14161C">
              <a:alpha val="28000"/>
            </a:srgbClr>
          </a:solidFill>
          <a:ln/>
        </p:spPr>
      </p:sp>
      <p:sp>
        <p:nvSpPr>
          <p:cNvPr id="64" name="Shape 62"/>
          <p:cNvSpPr/>
          <p:nvPr/>
        </p:nvSpPr>
        <p:spPr>
          <a:xfrm>
            <a:off x="7424564" y="9580836"/>
            <a:ext cx="78828" cy="78828"/>
          </a:xfrm>
          <a:prstGeom prst="ellipse">
            <a:avLst/>
          </a:prstGeom>
          <a:solidFill>
            <a:srgbClr val="14161C">
              <a:alpha val="28000"/>
            </a:srgbClr>
          </a:solidFill>
          <a:ln/>
        </p:spPr>
      </p:sp>
      <p:sp>
        <p:nvSpPr>
          <p:cNvPr id="65" name="Shape 63"/>
          <p:cNvSpPr/>
          <p:nvPr/>
        </p:nvSpPr>
        <p:spPr>
          <a:xfrm>
            <a:off x="7582219" y="9580836"/>
            <a:ext cx="78828" cy="78828"/>
          </a:xfrm>
          <a:prstGeom prst="ellipse">
            <a:avLst/>
          </a:prstGeom>
          <a:solidFill>
            <a:srgbClr val="14161C">
              <a:alpha val="28000"/>
            </a:srgbClr>
          </a:solidFill>
          <a:ln/>
        </p:spPr>
      </p:sp>
      <p:sp>
        <p:nvSpPr>
          <p:cNvPr id="66" name="Shape 64"/>
          <p:cNvSpPr/>
          <p:nvPr/>
        </p:nvSpPr>
        <p:spPr>
          <a:xfrm>
            <a:off x="7739874" y="9580836"/>
            <a:ext cx="78828" cy="78828"/>
          </a:xfrm>
          <a:prstGeom prst="ellipse">
            <a:avLst/>
          </a:prstGeom>
          <a:solidFill>
            <a:srgbClr val="14161C">
              <a:alpha val="28000"/>
            </a:srgbClr>
          </a:solidFill>
          <a:ln/>
        </p:spPr>
      </p:sp>
      <p:sp>
        <p:nvSpPr>
          <p:cNvPr id="67" name="Shape 65"/>
          <p:cNvSpPr/>
          <p:nvPr/>
        </p:nvSpPr>
        <p:spPr>
          <a:xfrm>
            <a:off x="7897529" y="9580836"/>
            <a:ext cx="78828" cy="78828"/>
          </a:xfrm>
          <a:prstGeom prst="ellipse">
            <a:avLst/>
          </a:prstGeom>
          <a:solidFill>
            <a:srgbClr val="14161C">
              <a:alpha val="28000"/>
            </a:srgbClr>
          </a:solidFill>
          <a:ln/>
        </p:spPr>
      </p:sp>
      <p:sp>
        <p:nvSpPr>
          <p:cNvPr id="68" name="Shape 66"/>
          <p:cNvSpPr/>
          <p:nvPr/>
        </p:nvSpPr>
        <p:spPr>
          <a:xfrm>
            <a:off x="8042046" y="9567698"/>
            <a:ext cx="105103" cy="105103"/>
          </a:xfrm>
          <a:prstGeom prst="ellipse">
            <a:avLst/>
          </a:prstGeom>
          <a:solidFill>
            <a:srgbClr val="E8472B"/>
          </a:solidFill>
          <a:ln/>
        </p:spPr>
      </p:sp>
      <p:sp>
        <p:nvSpPr>
          <p:cNvPr id="69" name="Shape 67"/>
          <p:cNvSpPr/>
          <p:nvPr/>
        </p:nvSpPr>
        <p:spPr>
          <a:xfrm>
            <a:off x="8212839" y="9580836"/>
            <a:ext cx="78828" cy="78828"/>
          </a:xfrm>
          <a:prstGeom prst="ellipse">
            <a:avLst/>
          </a:prstGeom>
          <a:solidFill>
            <a:srgbClr val="14161C">
              <a:alpha val="28000"/>
            </a:srgbClr>
          </a:solidFill>
          <a:ln/>
        </p:spPr>
      </p:sp>
      <p:sp>
        <p:nvSpPr>
          <p:cNvPr id="70" name="Shape 68"/>
          <p:cNvSpPr/>
          <p:nvPr/>
        </p:nvSpPr>
        <p:spPr>
          <a:xfrm>
            <a:off x="8370494" y="9580836"/>
            <a:ext cx="78828" cy="78828"/>
          </a:xfrm>
          <a:prstGeom prst="ellipse">
            <a:avLst/>
          </a:prstGeom>
          <a:solidFill>
            <a:srgbClr val="14161C">
              <a:alpha val="28000"/>
            </a:srgbClr>
          </a:solidFill>
          <a:ln/>
        </p:spPr>
      </p:sp>
      <p:sp>
        <p:nvSpPr>
          <p:cNvPr id="71" name="Shape 69"/>
          <p:cNvSpPr/>
          <p:nvPr/>
        </p:nvSpPr>
        <p:spPr>
          <a:xfrm>
            <a:off x="8528148" y="9580836"/>
            <a:ext cx="78828" cy="78828"/>
          </a:xfrm>
          <a:prstGeom prst="ellipse">
            <a:avLst/>
          </a:prstGeom>
          <a:solidFill>
            <a:srgbClr val="14161C">
              <a:alpha val="28000"/>
            </a:srgbClr>
          </a:solidFill>
          <a:ln/>
        </p:spPr>
      </p:sp>
      <p:sp>
        <p:nvSpPr>
          <p:cNvPr id="72" name="Shape 70"/>
          <p:cNvSpPr/>
          <p:nvPr/>
        </p:nvSpPr>
        <p:spPr>
          <a:xfrm>
            <a:off x="8685803" y="9580836"/>
            <a:ext cx="78828" cy="78828"/>
          </a:xfrm>
          <a:prstGeom prst="ellipse">
            <a:avLst/>
          </a:prstGeom>
          <a:solidFill>
            <a:srgbClr val="14161C">
              <a:alpha val="28000"/>
            </a:srgbClr>
          </a:solidFill>
          <a:ln/>
        </p:spPr>
      </p:sp>
      <p:sp>
        <p:nvSpPr>
          <p:cNvPr id="73" name="Shape 71"/>
          <p:cNvSpPr/>
          <p:nvPr/>
        </p:nvSpPr>
        <p:spPr>
          <a:xfrm>
            <a:off x="8843458" y="9580836"/>
            <a:ext cx="78828" cy="78828"/>
          </a:xfrm>
          <a:prstGeom prst="ellipse">
            <a:avLst/>
          </a:prstGeom>
          <a:solidFill>
            <a:srgbClr val="14161C">
              <a:alpha val="28000"/>
            </a:srgbClr>
          </a:solidFill>
          <a:ln/>
        </p:spPr>
      </p:sp>
      <p:sp>
        <p:nvSpPr>
          <p:cNvPr id="74" name="Shape 72"/>
          <p:cNvSpPr/>
          <p:nvPr/>
        </p:nvSpPr>
        <p:spPr>
          <a:xfrm>
            <a:off x="9001113" y="9580836"/>
            <a:ext cx="78828" cy="78828"/>
          </a:xfrm>
          <a:prstGeom prst="ellipse">
            <a:avLst/>
          </a:prstGeom>
          <a:solidFill>
            <a:srgbClr val="14161C">
              <a:alpha val="28000"/>
            </a:srgbClr>
          </a:solidFill>
          <a:ln/>
        </p:spPr>
      </p:sp>
      <p:sp>
        <p:nvSpPr>
          <p:cNvPr id="75" name="Shape 73"/>
          <p:cNvSpPr/>
          <p:nvPr/>
        </p:nvSpPr>
        <p:spPr>
          <a:xfrm>
            <a:off x="9158768" y="9580836"/>
            <a:ext cx="78828" cy="78828"/>
          </a:xfrm>
          <a:prstGeom prst="ellipse">
            <a:avLst/>
          </a:prstGeom>
          <a:solidFill>
            <a:srgbClr val="14161C">
              <a:alpha val="28000"/>
            </a:srgbClr>
          </a:solidFill>
          <a:ln/>
        </p:spPr>
      </p:sp>
      <p:sp>
        <p:nvSpPr>
          <p:cNvPr id="76" name="Shape 74"/>
          <p:cNvSpPr/>
          <p:nvPr/>
        </p:nvSpPr>
        <p:spPr>
          <a:xfrm>
            <a:off x="9316423" y="9580836"/>
            <a:ext cx="78828" cy="78828"/>
          </a:xfrm>
          <a:prstGeom prst="ellipse">
            <a:avLst/>
          </a:prstGeom>
          <a:solidFill>
            <a:srgbClr val="14161C">
              <a:alpha val="28000"/>
            </a:srgbClr>
          </a:solidFill>
          <a:ln/>
        </p:spPr>
      </p:sp>
      <p:sp>
        <p:nvSpPr>
          <p:cNvPr id="77" name="Shape 75"/>
          <p:cNvSpPr/>
          <p:nvPr/>
        </p:nvSpPr>
        <p:spPr>
          <a:xfrm>
            <a:off x="9474078" y="9580836"/>
            <a:ext cx="78828" cy="78828"/>
          </a:xfrm>
          <a:prstGeom prst="ellipse">
            <a:avLst/>
          </a:prstGeom>
          <a:solidFill>
            <a:srgbClr val="14161C">
              <a:alpha val="28000"/>
            </a:srgbClr>
          </a:solidFill>
          <a:ln/>
        </p:spPr>
      </p:sp>
      <p:sp>
        <p:nvSpPr>
          <p:cNvPr id="78" name="Shape 76"/>
          <p:cNvSpPr/>
          <p:nvPr/>
        </p:nvSpPr>
        <p:spPr>
          <a:xfrm>
            <a:off x="9631733" y="9580836"/>
            <a:ext cx="78828" cy="78828"/>
          </a:xfrm>
          <a:prstGeom prst="ellipse">
            <a:avLst/>
          </a:prstGeom>
          <a:solidFill>
            <a:srgbClr val="14161C">
              <a:alpha val="28000"/>
            </a:srgbClr>
          </a:solidFill>
          <a:ln/>
        </p:spPr>
      </p:sp>
      <p:sp>
        <p:nvSpPr>
          <p:cNvPr id="79" name="Shape 77"/>
          <p:cNvSpPr/>
          <p:nvPr/>
        </p:nvSpPr>
        <p:spPr>
          <a:xfrm>
            <a:off x="9789388" y="9580836"/>
            <a:ext cx="78828" cy="78828"/>
          </a:xfrm>
          <a:prstGeom prst="ellipse">
            <a:avLst/>
          </a:prstGeom>
          <a:solidFill>
            <a:srgbClr val="14161C">
              <a:alpha val="28000"/>
            </a:srgbClr>
          </a:solidFill>
          <a:ln/>
        </p:spPr>
      </p:sp>
      <p:sp>
        <p:nvSpPr>
          <p:cNvPr id="80" name="Shape 78"/>
          <p:cNvSpPr/>
          <p:nvPr/>
        </p:nvSpPr>
        <p:spPr>
          <a:xfrm>
            <a:off x="9947043" y="9580836"/>
            <a:ext cx="78828" cy="78828"/>
          </a:xfrm>
          <a:prstGeom prst="ellipse">
            <a:avLst/>
          </a:prstGeom>
          <a:solidFill>
            <a:srgbClr val="14161C">
              <a:alpha val="28000"/>
            </a:srgbClr>
          </a:solidFill>
          <a:ln/>
        </p:spPr>
      </p:sp>
      <p:sp>
        <p:nvSpPr>
          <p:cNvPr id="81" name="Text 79"/>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46/58</a:t>
            </a:r>
            <a:endParaRPr lang="en-US" sz="1800" dirty="0"/>
          </a:p>
        </p:txBody>
      </p:sp>
      <p:sp>
        <p:nvSpPr>
          <p:cNvPr id="82" name="Shape 80"/>
          <p:cNvSpPr/>
          <p:nvPr/>
        </p:nvSpPr>
        <p:spPr>
          <a:xfrm>
            <a:off x="15983712" y="9076331"/>
            <a:ext cx="1645920" cy="552301"/>
          </a:xfrm>
          <a:prstGeom prst="roundRect">
            <a:avLst>
              <a:gd name="adj" fmla="val 28000"/>
            </a:avLst>
          </a:prstGeom>
          <a:solidFill>
            <a:srgbClr val="FFFFFF">
              <a:alpha val="82000"/>
            </a:srgbClr>
          </a:solidFill>
          <a:ln/>
        </p:spPr>
      </p:sp>
      <p:pic>
        <p:nvPicPr>
          <p:cNvPr id="83" name="Moda image moda-export-watermark-2406d1ea-5e7f-4676-8d8a-7e38025b169e"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F3EEE3"/>
                </a:solidFill>
                <a:latin typeface="Noto Sans JP ExtraBold" pitchFamily="34" charset="0"/>
                <a:ea typeface="Noto Sans JP ExtraBold" pitchFamily="34" charset="-122"/>
                <a:cs typeface="Noto Sans JP ExtraBold" pitchFamily="34" charset="-120"/>
              </a:rPr>
              <a:t>噴射の 条件： 3つの 層</a:t>
            </a:r>
            <a:endParaRPr lang="en-US" sz="5700" dirty="0"/>
          </a:p>
        </p:txBody>
      </p:sp>
      <p:sp>
        <p:nvSpPr>
          <p:cNvPr id="3" name="Shape 1"/>
          <p:cNvSpPr/>
          <p:nvPr/>
        </p:nvSpPr>
        <p:spPr>
          <a:xfrm>
            <a:off x="914400" y="2857500"/>
            <a:ext cx="16459200" cy="1381125"/>
          </a:xfrm>
          <a:prstGeom prst="roundRect">
            <a:avLst>
              <a:gd name="adj" fmla="val 15172"/>
            </a:avLst>
          </a:prstGeom>
          <a:solidFill>
            <a:srgbClr val="1C4236"/>
          </a:solidFill>
          <a:ln w="38100">
            <a:solidFill>
              <a:srgbClr val="3DD6A0"/>
            </a:solidFill>
            <a:prstDash val="solid"/>
          </a:ln>
        </p:spPr>
      </p:sp>
      <p:sp>
        <p:nvSpPr>
          <p:cNvPr id="4" name="Text 2"/>
          <p:cNvSpPr/>
          <p:nvPr/>
        </p:nvSpPr>
        <p:spPr>
          <a:xfrm>
            <a:off x="1295400" y="2857500"/>
            <a:ext cx="15697200" cy="1381125"/>
          </a:xfrm>
          <a:prstGeom prst="rect">
            <a:avLst/>
          </a:prstGeom>
          <a:noFill/>
          <a:ln/>
        </p:spPr>
        <p:txBody>
          <a:bodyPr wrap="square" lIns="0" tIns="0" rIns="0" bIns="0" rtlCol="0" anchor="ctr"/>
          <a:lstStyle/>
          <a:p>
            <a:pPr algn="ctr" indent="0" marL="0">
              <a:buNone/>
            </a:pPr>
            <a:r>
              <a:rPr lang="en-US" sz="2850" b="1" dirty="0" spc="0" kern="0">
                <a:solidFill>
                  <a:srgbClr val="F3EEE3"/>
                </a:solidFill>
                <a:latin typeface="Noto Sans JP" pitchFamily="34" charset="0"/>
                <a:ea typeface="Noto Sans JP" pitchFamily="34" charset="-122"/>
                <a:cs typeface="Noto Sans JP" pitchFamily="34" charset="-120"/>
              </a:rPr>
              <a:t>温度: 噴射停止は</a:t>
            </a:r>
            <a:r>
              <a:rPr lang="en-US" sz="2850" b="1" dirty="0" spc="-4" kern="0">
                <a:solidFill>
                  <a:srgbClr val="F3EEE3"/>
                </a:solidFill>
                <a:latin typeface="Noto Sans JP" pitchFamily="34" charset="0"/>
                <a:ea typeface="Noto Sans JP" pitchFamily="34" charset="-122"/>
                <a:cs typeface="Noto Sans JP" pitchFamily="34" charset="-120"/>
              </a:rPr>
              <a:t> 200〜250°C、</a:t>
            </a:r>
            <a:r>
              <a:rPr lang="en-US" sz="2850" b="1" dirty="0" spc="-1" kern="0">
                <a:solidFill>
                  <a:srgbClr val="F3EEE3"/>
                </a:solidFill>
                <a:latin typeface="Noto Sans JP" pitchFamily="34" charset="0"/>
                <a:ea typeface="Noto Sans JP" pitchFamily="34" charset="-122"/>
                <a:cs typeface="Noto Sans JP" pitchFamily="34" charset="-120"/>
              </a:rPr>
              <a:t> 良い 系は</a:t>
            </a:r>
            <a:r>
              <a:rPr lang="en-US" sz="2850" b="1" dirty="0" spc="-2" kern="0">
                <a:solidFill>
                  <a:srgbClr val="F3EEE3"/>
                </a:solidFill>
                <a:latin typeface="Noto Sans JP" pitchFamily="34" charset="0"/>
                <a:ea typeface="Noto Sans JP" pitchFamily="34" charset="-122"/>
                <a:cs typeface="Noto Sans JP" pitchFamily="34" charset="-120"/>
              </a:rPr>
              <a:t> 約180°Cから[S13]</a:t>
            </a:r>
            <a:endParaRPr lang="en-US" sz="2850" dirty="0"/>
          </a:p>
        </p:txBody>
      </p:sp>
      <p:sp>
        <p:nvSpPr>
          <p:cNvPr id="5" name="Shape 3"/>
          <p:cNvSpPr/>
          <p:nvPr/>
        </p:nvSpPr>
        <p:spPr>
          <a:xfrm>
            <a:off x="1581150" y="4391025"/>
            <a:ext cx="15125700" cy="1381125"/>
          </a:xfrm>
          <a:prstGeom prst="roundRect">
            <a:avLst>
              <a:gd name="adj" fmla="val 15172"/>
            </a:avLst>
          </a:prstGeom>
          <a:solidFill>
            <a:srgbClr val="4A2A24"/>
          </a:solidFill>
          <a:ln w="38100">
            <a:solidFill>
              <a:srgbClr val="FF6A4D"/>
            </a:solidFill>
            <a:prstDash val="solid"/>
          </a:ln>
        </p:spPr>
      </p:sp>
      <p:sp>
        <p:nvSpPr>
          <p:cNvPr id="6" name="Text 4"/>
          <p:cNvSpPr/>
          <p:nvPr/>
        </p:nvSpPr>
        <p:spPr>
          <a:xfrm>
            <a:off x="1962150" y="4391025"/>
            <a:ext cx="14363700" cy="1381125"/>
          </a:xfrm>
          <a:prstGeom prst="rect">
            <a:avLst/>
          </a:prstGeom>
          <a:noFill/>
          <a:ln/>
        </p:spPr>
        <p:txBody>
          <a:bodyPr wrap="square" lIns="0" tIns="0" rIns="0" bIns="0" rtlCol="0" anchor="ctr"/>
          <a:lstStyle/>
          <a:p>
            <a:pPr algn="ctr" indent="0" marL="0">
              <a:buNone/>
            </a:pPr>
            <a:r>
              <a:rPr lang="en-US" sz="2850" b="1" dirty="0" spc="0" kern="0">
                <a:solidFill>
                  <a:srgbClr val="F3EEE3"/>
                </a:solidFill>
                <a:latin typeface="Noto Sans JP" pitchFamily="34" charset="0"/>
                <a:ea typeface="Noto Sans JP" pitchFamily="34" charset="-122"/>
                <a:cs typeface="Noto Sans JP" pitchFamily="34" charset="-120"/>
              </a:rPr>
              <a:t>液滴:</a:t>
            </a:r>
            <a:r>
              <a:rPr lang="en-US" sz="2850" b="1" dirty="0" spc="-2" kern="0">
                <a:solidFill>
                  <a:srgbClr val="F3EEE3"/>
                </a:solidFill>
                <a:latin typeface="Noto Sans JP" pitchFamily="34" charset="0"/>
                <a:ea typeface="Noto Sans JP" pitchFamily="34" charset="-122"/>
                <a:cs typeface="Noto Sans JP" pitchFamily="34" charset="-120"/>
              </a:rPr>
              <a:t> 小さく、10</a:t>
            </a:r>
            <a:r>
              <a:rPr lang="en-US" sz="2850" b="1" dirty="0" spc="0" kern="0">
                <a:solidFill>
                  <a:srgbClr val="F3EEE3"/>
                </a:solidFill>
                <a:latin typeface="Noto Sans JP" pitchFamily="34" charset="0"/>
                <a:ea typeface="Noto Sans JP" pitchFamily="34" charset="-122"/>
                <a:cs typeface="Noto Sans JP" pitchFamily="34" charset="-120"/>
              </a:rPr>
              <a:t> µm未満の</a:t>
            </a:r>
            <a:r>
              <a:rPr lang="en-US" sz="2850" b="1" dirty="0" spc="-1" kern="0">
                <a:solidFill>
                  <a:srgbClr val="F3EEE3"/>
                </a:solidFill>
                <a:latin typeface="Noto Sans JP" pitchFamily="34" charset="0"/>
                <a:ea typeface="Noto Sans JP" pitchFamily="34" charset="-122"/>
                <a:cs typeface="Noto Sans JP" pitchFamily="34" charset="-120"/>
              </a:rPr>
              <a:t> 場合も。</a:t>
            </a:r>
            <a:r>
              <a:rPr lang="en-US" sz="2850" b="1" dirty="0" spc="0" kern="0">
                <a:solidFill>
                  <a:srgbClr val="F3EEE3"/>
                </a:solidFill>
                <a:latin typeface="Noto Sans JP" pitchFamily="34" charset="0"/>
                <a:ea typeface="Noto Sans JP" pitchFamily="34" charset="-122"/>
                <a:cs typeface="Noto Sans JP" pitchFamily="34" charset="-120"/>
              </a:rPr>
              <a:t> 冷たい</a:t>
            </a:r>
            <a:r>
              <a:rPr lang="en-US" sz="2850" b="1" dirty="0" spc="-1" kern="0">
                <a:solidFill>
                  <a:srgbClr val="F3EEE3"/>
                </a:solidFill>
                <a:latin typeface="Noto Sans JP" pitchFamily="34" charset="0"/>
                <a:ea typeface="Noto Sans JP" pitchFamily="34" charset="-122"/>
                <a:cs typeface="Noto Sans JP" pitchFamily="34" charset="-120"/>
              </a:rPr>
              <a:t> 壁への 付着を 避ける[S13]</a:t>
            </a:r>
            <a:endParaRPr lang="en-US" sz="2850" dirty="0"/>
          </a:p>
        </p:txBody>
      </p:sp>
      <p:sp>
        <p:nvSpPr>
          <p:cNvPr id="7" name="Shape 5"/>
          <p:cNvSpPr/>
          <p:nvPr/>
        </p:nvSpPr>
        <p:spPr>
          <a:xfrm>
            <a:off x="2247900" y="5924550"/>
            <a:ext cx="13792200" cy="1381125"/>
          </a:xfrm>
          <a:prstGeom prst="roundRect">
            <a:avLst>
              <a:gd name="adj" fmla="val 15172"/>
            </a:avLst>
          </a:prstGeom>
          <a:solidFill>
            <a:srgbClr val="262C4A"/>
          </a:solidFill>
          <a:ln w="38100">
            <a:solidFill>
              <a:srgbClr val="7C93FF"/>
            </a:solidFill>
            <a:prstDash val="solid"/>
          </a:ln>
        </p:spPr>
      </p:sp>
      <p:sp>
        <p:nvSpPr>
          <p:cNvPr id="8" name="Text 6"/>
          <p:cNvSpPr/>
          <p:nvPr/>
        </p:nvSpPr>
        <p:spPr>
          <a:xfrm>
            <a:off x="2628900" y="5924550"/>
            <a:ext cx="13030200" cy="1381125"/>
          </a:xfrm>
          <a:prstGeom prst="rect">
            <a:avLst/>
          </a:prstGeom>
          <a:noFill/>
          <a:ln/>
        </p:spPr>
        <p:txBody>
          <a:bodyPr wrap="square" lIns="0" tIns="0" rIns="0" bIns="0" rtlCol="0" anchor="ctr"/>
          <a:lstStyle/>
          <a:p>
            <a:pPr algn="ctr" indent="0" marL="0">
              <a:buNone/>
            </a:pPr>
            <a:r>
              <a:rPr lang="en-US" sz="2850" b="1" dirty="0" spc="0" kern="0">
                <a:solidFill>
                  <a:srgbClr val="F3EEE3"/>
                </a:solidFill>
                <a:latin typeface="Noto Sans JP" pitchFamily="34" charset="0"/>
                <a:ea typeface="Noto Sans JP" pitchFamily="34" charset="-122"/>
                <a:cs typeface="Noto Sans JP" pitchFamily="34" charset="-120"/>
              </a:rPr>
              <a:t>液膜と ミキサー:</a:t>
            </a:r>
            <a:r>
              <a:rPr lang="en-US" sz="2850" b="1" dirty="0" spc="-1" kern="0">
                <a:solidFill>
                  <a:srgbClr val="F3EEE3"/>
                </a:solidFill>
                <a:latin typeface="Noto Sans JP" pitchFamily="34" charset="0"/>
                <a:ea typeface="Noto Sans JP" pitchFamily="34" charset="-122"/>
                <a:cs typeface="Noto Sans JP" pitchFamily="34" charset="-120"/>
              </a:rPr>
              <a:t> 液膜を</a:t>
            </a:r>
            <a:r>
              <a:rPr lang="en-US" sz="2850" b="1" dirty="0" spc="-9" kern="0">
                <a:solidFill>
                  <a:srgbClr val="F3EEE3"/>
                </a:solidFill>
                <a:latin typeface="Noto Sans JP" pitchFamily="34" charset="0"/>
                <a:ea typeface="Noto Sans JP" pitchFamily="34" charset="-122"/>
                <a:cs typeface="Noto Sans JP" pitchFamily="34" charset="-120"/>
              </a:rPr>
              <a:t> 居座らせない</a:t>
            </a:r>
            <a:r>
              <a:rPr lang="en-US" sz="2850" b="1" dirty="0" spc="0" kern="0">
                <a:solidFill>
                  <a:srgbClr val="F3EEE3"/>
                </a:solidFill>
                <a:latin typeface="Noto Sans JP" pitchFamily="34" charset="0"/>
                <a:ea typeface="Noto Sans JP" pitchFamily="34" charset="-122"/>
                <a:cs typeface="Noto Sans JP" pitchFamily="34" charset="-120"/>
              </a:rPr>
              <a:t> （[S4][S12]からの</a:t>
            </a:r>
            <a:r>
              <a:rPr lang="en-US" sz="2850" b="1" dirty="0" spc="-2" kern="0">
                <a:solidFill>
                  <a:srgbClr val="F3EEE3"/>
                </a:solidFill>
                <a:latin typeface="Noto Sans JP" pitchFamily="34" charset="0"/>
                <a:ea typeface="Noto Sans JP" pitchFamily="34" charset="-122"/>
                <a:cs typeface="Noto Sans JP" pitchFamily="34" charset="-120"/>
              </a:rPr>
              <a:t> 推測）</a:t>
            </a:r>
            <a:endParaRPr lang="en-US" sz="2850" dirty="0"/>
          </a:p>
        </p:txBody>
      </p:sp>
      <p:sp>
        <p:nvSpPr>
          <p:cNvPr id="9" name="Shape 7"/>
          <p:cNvSpPr/>
          <p:nvPr/>
        </p:nvSpPr>
        <p:spPr>
          <a:xfrm>
            <a:off x="2914650" y="7458075"/>
            <a:ext cx="12458700" cy="1381125"/>
          </a:xfrm>
          <a:prstGeom prst="roundRect">
            <a:avLst>
              <a:gd name="adj" fmla="val 15172"/>
            </a:avLst>
          </a:prstGeom>
          <a:solidFill>
            <a:srgbClr val="4A3A22"/>
          </a:solidFill>
          <a:ln w="38100">
            <a:solidFill>
              <a:srgbClr val="FFB454"/>
            </a:solidFill>
            <a:prstDash val="solid"/>
          </a:ln>
        </p:spPr>
      </p:sp>
      <p:sp>
        <p:nvSpPr>
          <p:cNvPr id="10" name="Text 8"/>
          <p:cNvSpPr/>
          <p:nvPr/>
        </p:nvSpPr>
        <p:spPr>
          <a:xfrm>
            <a:off x="3295650" y="7458075"/>
            <a:ext cx="11696700" cy="1381125"/>
          </a:xfrm>
          <a:prstGeom prst="rect">
            <a:avLst/>
          </a:prstGeom>
          <a:noFill/>
          <a:ln/>
        </p:spPr>
        <p:txBody>
          <a:bodyPr wrap="square" lIns="0" tIns="0" rIns="0" bIns="0" rtlCol="0" anchor="ctr"/>
          <a:lstStyle/>
          <a:p>
            <a:pPr algn="ctr" indent="0" marL="0">
              <a:buNone/>
            </a:pPr>
            <a:r>
              <a:rPr lang="en-US" sz="2850" b="1" dirty="0" spc="-21" kern="0">
                <a:solidFill>
                  <a:srgbClr val="F3EEE3"/>
                </a:solidFill>
                <a:latin typeface="Noto Sans JP" pitchFamily="34" charset="0"/>
                <a:ea typeface="Noto Sans JP" pitchFamily="34" charset="-122"/>
                <a:cs typeface="Noto Sans JP" pitchFamily="34" charset="-120"/>
              </a:rPr>
              <a:t>熱による</a:t>
            </a:r>
            <a:r>
              <a:rPr lang="en-US" sz="2850" b="1" dirty="0" spc="-1" kern="0">
                <a:solidFill>
                  <a:srgbClr val="F3EEE3"/>
                </a:solidFill>
                <a:latin typeface="Noto Sans JP" pitchFamily="34" charset="0"/>
                <a:ea typeface="Noto Sans JP" pitchFamily="34" charset="-122"/>
                <a:cs typeface="Noto Sans JP" pitchFamily="34" charset="-120"/>
              </a:rPr>
              <a:t> 清掃:</a:t>
            </a:r>
            <a:r>
              <a:rPr lang="en-US" sz="2850" b="1" dirty="0" spc="0" kern="0">
                <a:solidFill>
                  <a:srgbClr val="F3EEE3"/>
                </a:solidFill>
                <a:latin typeface="Noto Sans JP" pitchFamily="34" charset="0"/>
                <a:ea typeface="Noto Sans JP" pitchFamily="34" charset="-122"/>
                <a:cs typeface="Noto Sans JP" pitchFamily="34" charset="-120"/>
              </a:rPr>
              <a:t> 堆積物は</a:t>
            </a:r>
            <a:r>
              <a:rPr lang="en-US" sz="2850" b="1" dirty="0" spc="-48" kern="0">
                <a:solidFill>
                  <a:srgbClr val="F3EEE3"/>
                </a:solidFill>
                <a:latin typeface="Noto Sans JP" pitchFamily="34" charset="0"/>
                <a:ea typeface="Noto Sans JP" pitchFamily="34" charset="-122"/>
                <a:cs typeface="Noto Sans JP" pitchFamily="34" charset="-120"/>
              </a:rPr>
              <a:t> 減るが、すべては</a:t>
            </a:r>
            <a:r>
              <a:rPr lang="en-US" sz="2850" b="1" dirty="0" spc="0" kern="0">
                <a:solidFill>
                  <a:srgbClr val="F3EEE3"/>
                </a:solidFill>
                <a:latin typeface="Noto Sans JP" pitchFamily="34" charset="0"/>
                <a:ea typeface="Noto Sans JP" pitchFamily="34" charset="-122"/>
                <a:cs typeface="Noto Sans JP" pitchFamily="34" charset="-120"/>
              </a:rPr>
              <a:t> 消えない[S4]</a:t>
            </a:r>
            <a:endParaRPr lang="en-US" sz="2850" dirty="0"/>
          </a:p>
        </p:txBody>
      </p:sp>
      <p:sp>
        <p:nvSpPr>
          <p:cNvPr id="11" name="Text 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[S4]</a:t>
            </a:r>
            <a:r>
              <a:rPr lang="en-US" sz="1800" dirty="0" spc="-1" kern="0">
                <a:solidFill>
                  <a:srgbClr val="9AA0B5"/>
                </a:solidFill>
                <a:latin typeface="Noto Sans JP" pitchFamily="34" charset="0"/>
                <a:ea typeface="Noto Sans JP" pitchFamily="34" charset="-122"/>
                <a:cs typeface="Noto Sans JP" pitchFamily="34" charset="-120"/>
              </a:rPr>
              <a:t> [S12]</a:t>
            </a:r>
            <a:r>
              <a:rPr lang="en-US" sz="1800" dirty="0" spc="-2" kern="0">
                <a:solidFill>
                  <a:srgbClr val="9AA0B5"/>
                </a:solidFill>
                <a:latin typeface="Noto Sans JP" pitchFamily="34" charset="0"/>
                <a:ea typeface="Noto Sans JP" pitchFamily="34" charset="-122"/>
                <a:cs typeface="Noto Sans JP" pitchFamily="34" charset="-120"/>
              </a:rPr>
              <a:t> [S13]</a:t>
            </a:r>
            <a:endParaRPr lang="en-US" sz="1800" dirty="0"/>
          </a:p>
        </p:txBody>
      </p:sp>
      <p:sp>
        <p:nvSpPr>
          <p:cNvPr id="12" name="Shape 10"/>
          <p:cNvSpPr/>
          <p:nvPr/>
        </p:nvSpPr>
        <p:spPr>
          <a:xfrm>
            <a:off x="960711" y="9580836"/>
            <a:ext cx="78828" cy="78828"/>
          </a:xfrm>
          <a:prstGeom prst="ellipse">
            <a:avLst/>
          </a:prstGeom>
          <a:solidFill>
            <a:srgbClr val="F3EEE3">
              <a:alpha val="28000"/>
            </a:srgbClr>
          </a:solidFill>
          <a:ln/>
        </p:spPr>
      </p:sp>
      <p:sp>
        <p:nvSpPr>
          <p:cNvPr id="13" name="Shape 11"/>
          <p:cNvSpPr/>
          <p:nvPr/>
        </p:nvSpPr>
        <p:spPr>
          <a:xfrm>
            <a:off x="1118366" y="9580836"/>
            <a:ext cx="78828" cy="78828"/>
          </a:xfrm>
          <a:prstGeom prst="ellipse">
            <a:avLst/>
          </a:prstGeom>
          <a:solidFill>
            <a:srgbClr val="F3EEE3">
              <a:alpha val="28000"/>
            </a:srgbClr>
          </a:solidFill>
          <a:ln/>
        </p:spPr>
      </p:sp>
      <p:sp>
        <p:nvSpPr>
          <p:cNvPr id="14" name="Shape 12"/>
          <p:cNvSpPr/>
          <p:nvPr/>
        </p:nvSpPr>
        <p:spPr>
          <a:xfrm>
            <a:off x="1276021" y="9580836"/>
            <a:ext cx="78828" cy="78828"/>
          </a:xfrm>
          <a:prstGeom prst="ellipse">
            <a:avLst/>
          </a:prstGeom>
          <a:solidFill>
            <a:srgbClr val="F3EEE3">
              <a:alpha val="28000"/>
            </a:srgbClr>
          </a:solidFill>
          <a:ln/>
        </p:spPr>
      </p:sp>
      <p:sp>
        <p:nvSpPr>
          <p:cNvPr id="15" name="Shape 13"/>
          <p:cNvSpPr/>
          <p:nvPr/>
        </p:nvSpPr>
        <p:spPr>
          <a:xfrm>
            <a:off x="1433676" y="9580836"/>
            <a:ext cx="78828" cy="78828"/>
          </a:xfrm>
          <a:prstGeom prst="ellipse">
            <a:avLst/>
          </a:prstGeom>
          <a:solidFill>
            <a:srgbClr val="F3EEE3">
              <a:alpha val="28000"/>
            </a:srgbClr>
          </a:solidFill>
          <a:ln/>
        </p:spPr>
      </p:sp>
      <p:sp>
        <p:nvSpPr>
          <p:cNvPr id="16" name="Shape 14"/>
          <p:cNvSpPr/>
          <p:nvPr/>
        </p:nvSpPr>
        <p:spPr>
          <a:xfrm>
            <a:off x="1591331" y="9580836"/>
            <a:ext cx="78828" cy="78828"/>
          </a:xfrm>
          <a:prstGeom prst="ellipse">
            <a:avLst/>
          </a:prstGeom>
          <a:solidFill>
            <a:srgbClr val="F3EEE3">
              <a:alpha val="28000"/>
            </a:srgbClr>
          </a:solidFill>
          <a:ln/>
        </p:spPr>
      </p:sp>
      <p:sp>
        <p:nvSpPr>
          <p:cNvPr id="17" name="Shape 15"/>
          <p:cNvSpPr/>
          <p:nvPr/>
        </p:nvSpPr>
        <p:spPr>
          <a:xfrm>
            <a:off x="1748986" y="9580836"/>
            <a:ext cx="78828" cy="78828"/>
          </a:xfrm>
          <a:prstGeom prst="ellipse">
            <a:avLst/>
          </a:prstGeom>
          <a:solidFill>
            <a:srgbClr val="F3EEE3">
              <a:alpha val="28000"/>
            </a:srgbClr>
          </a:solidFill>
          <a:ln/>
        </p:spPr>
      </p:sp>
      <p:sp>
        <p:nvSpPr>
          <p:cNvPr id="18" name="Shape 16"/>
          <p:cNvSpPr/>
          <p:nvPr/>
        </p:nvSpPr>
        <p:spPr>
          <a:xfrm>
            <a:off x="1906641" y="9580836"/>
            <a:ext cx="78828" cy="78828"/>
          </a:xfrm>
          <a:prstGeom prst="ellipse">
            <a:avLst/>
          </a:prstGeom>
          <a:solidFill>
            <a:srgbClr val="F3EEE3">
              <a:alpha val="28000"/>
            </a:srgbClr>
          </a:solidFill>
          <a:ln/>
        </p:spPr>
      </p:sp>
      <p:sp>
        <p:nvSpPr>
          <p:cNvPr id="19" name="Shape 17"/>
          <p:cNvSpPr/>
          <p:nvPr/>
        </p:nvSpPr>
        <p:spPr>
          <a:xfrm>
            <a:off x="2064296" y="9580836"/>
            <a:ext cx="78828" cy="78828"/>
          </a:xfrm>
          <a:prstGeom prst="ellipse">
            <a:avLst/>
          </a:prstGeom>
          <a:solidFill>
            <a:srgbClr val="F3EEE3">
              <a:alpha val="28000"/>
            </a:srgbClr>
          </a:solidFill>
          <a:ln/>
        </p:spPr>
      </p:sp>
      <p:sp>
        <p:nvSpPr>
          <p:cNvPr id="20" name="Shape 18"/>
          <p:cNvSpPr/>
          <p:nvPr/>
        </p:nvSpPr>
        <p:spPr>
          <a:xfrm>
            <a:off x="2221951" y="9580836"/>
            <a:ext cx="78828" cy="78828"/>
          </a:xfrm>
          <a:prstGeom prst="ellipse">
            <a:avLst/>
          </a:prstGeom>
          <a:solidFill>
            <a:srgbClr val="F3EEE3">
              <a:alpha val="28000"/>
            </a:srgbClr>
          </a:solidFill>
          <a:ln/>
        </p:spPr>
      </p:sp>
      <p:sp>
        <p:nvSpPr>
          <p:cNvPr id="21" name="Shape 19"/>
          <p:cNvSpPr/>
          <p:nvPr/>
        </p:nvSpPr>
        <p:spPr>
          <a:xfrm>
            <a:off x="2379606" y="9580836"/>
            <a:ext cx="78828" cy="78828"/>
          </a:xfrm>
          <a:prstGeom prst="ellipse">
            <a:avLst/>
          </a:prstGeom>
          <a:solidFill>
            <a:srgbClr val="F3EEE3">
              <a:alpha val="28000"/>
            </a:srgbClr>
          </a:solidFill>
          <a:ln/>
        </p:spPr>
      </p:sp>
      <p:sp>
        <p:nvSpPr>
          <p:cNvPr id="22" name="Shape 20"/>
          <p:cNvSpPr/>
          <p:nvPr/>
        </p:nvSpPr>
        <p:spPr>
          <a:xfrm>
            <a:off x="2537261" y="9580836"/>
            <a:ext cx="78828" cy="78828"/>
          </a:xfrm>
          <a:prstGeom prst="ellipse">
            <a:avLst/>
          </a:prstGeom>
          <a:solidFill>
            <a:srgbClr val="F3EEE3">
              <a:alpha val="28000"/>
            </a:srgbClr>
          </a:solidFill>
          <a:ln/>
        </p:spPr>
      </p:sp>
      <p:sp>
        <p:nvSpPr>
          <p:cNvPr id="23" name="Shape 21"/>
          <p:cNvSpPr/>
          <p:nvPr/>
        </p:nvSpPr>
        <p:spPr>
          <a:xfrm>
            <a:off x="2694916" y="9580836"/>
            <a:ext cx="78828" cy="78828"/>
          </a:xfrm>
          <a:prstGeom prst="ellipse">
            <a:avLst/>
          </a:prstGeom>
          <a:solidFill>
            <a:srgbClr val="F3EEE3">
              <a:alpha val="28000"/>
            </a:srgbClr>
          </a:solidFill>
          <a:ln/>
        </p:spPr>
      </p:sp>
      <p:sp>
        <p:nvSpPr>
          <p:cNvPr id="24" name="Shape 22"/>
          <p:cNvSpPr/>
          <p:nvPr/>
        </p:nvSpPr>
        <p:spPr>
          <a:xfrm>
            <a:off x="2852571" y="9580836"/>
            <a:ext cx="78828" cy="78828"/>
          </a:xfrm>
          <a:prstGeom prst="ellipse">
            <a:avLst/>
          </a:prstGeom>
          <a:solidFill>
            <a:srgbClr val="F3EEE3">
              <a:alpha val="28000"/>
            </a:srgbClr>
          </a:solidFill>
          <a:ln/>
        </p:spPr>
      </p:sp>
      <p:sp>
        <p:nvSpPr>
          <p:cNvPr id="25" name="Shape 23"/>
          <p:cNvSpPr/>
          <p:nvPr/>
        </p:nvSpPr>
        <p:spPr>
          <a:xfrm>
            <a:off x="3010225" y="9580836"/>
            <a:ext cx="78828" cy="78828"/>
          </a:xfrm>
          <a:prstGeom prst="ellipse">
            <a:avLst/>
          </a:prstGeom>
          <a:solidFill>
            <a:srgbClr val="F3EEE3">
              <a:alpha val="28000"/>
            </a:srgbClr>
          </a:solidFill>
          <a:ln/>
        </p:spPr>
      </p:sp>
      <p:sp>
        <p:nvSpPr>
          <p:cNvPr id="26" name="Shape 24"/>
          <p:cNvSpPr/>
          <p:nvPr/>
        </p:nvSpPr>
        <p:spPr>
          <a:xfrm>
            <a:off x="3167880" y="9580836"/>
            <a:ext cx="78828" cy="78828"/>
          </a:xfrm>
          <a:prstGeom prst="ellipse">
            <a:avLst/>
          </a:prstGeom>
          <a:solidFill>
            <a:srgbClr val="F3EEE3">
              <a:alpha val="28000"/>
            </a:srgbClr>
          </a:solidFill>
          <a:ln/>
        </p:spPr>
      </p:sp>
      <p:sp>
        <p:nvSpPr>
          <p:cNvPr id="27" name="Shape 25"/>
          <p:cNvSpPr/>
          <p:nvPr/>
        </p:nvSpPr>
        <p:spPr>
          <a:xfrm>
            <a:off x="3325535" y="9580836"/>
            <a:ext cx="78828" cy="78828"/>
          </a:xfrm>
          <a:prstGeom prst="ellipse">
            <a:avLst/>
          </a:prstGeom>
          <a:solidFill>
            <a:srgbClr val="F3EEE3">
              <a:alpha val="28000"/>
            </a:srgbClr>
          </a:solidFill>
          <a:ln/>
        </p:spPr>
      </p:sp>
      <p:sp>
        <p:nvSpPr>
          <p:cNvPr id="28" name="Shape 26"/>
          <p:cNvSpPr/>
          <p:nvPr/>
        </p:nvSpPr>
        <p:spPr>
          <a:xfrm>
            <a:off x="3483190" y="9580836"/>
            <a:ext cx="78828" cy="78828"/>
          </a:xfrm>
          <a:prstGeom prst="ellipse">
            <a:avLst/>
          </a:prstGeom>
          <a:solidFill>
            <a:srgbClr val="F3EEE3">
              <a:alpha val="28000"/>
            </a:srgbClr>
          </a:solidFill>
          <a:ln/>
        </p:spPr>
      </p:sp>
      <p:sp>
        <p:nvSpPr>
          <p:cNvPr id="29" name="Shape 27"/>
          <p:cNvSpPr/>
          <p:nvPr/>
        </p:nvSpPr>
        <p:spPr>
          <a:xfrm>
            <a:off x="3640845" y="9580836"/>
            <a:ext cx="78828" cy="78828"/>
          </a:xfrm>
          <a:prstGeom prst="ellipse">
            <a:avLst/>
          </a:prstGeom>
          <a:solidFill>
            <a:srgbClr val="F3EEE3">
              <a:alpha val="28000"/>
            </a:srgbClr>
          </a:solidFill>
          <a:ln/>
        </p:spPr>
      </p:sp>
      <p:sp>
        <p:nvSpPr>
          <p:cNvPr id="30" name="Shape 28"/>
          <p:cNvSpPr/>
          <p:nvPr/>
        </p:nvSpPr>
        <p:spPr>
          <a:xfrm>
            <a:off x="3798500" y="9580836"/>
            <a:ext cx="78828" cy="78828"/>
          </a:xfrm>
          <a:prstGeom prst="ellipse">
            <a:avLst/>
          </a:prstGeom>
          <a:solidFill>
            <a:srgbClr val="F3EEE3">
              <a:alpha val="28000"/>
            </a:srgbClr>
          </a:solidFill>
          <a:ln/>
        </p:spPr>
      </p:sp>
      <p:sp>
        <p:nvSpPr>
          <p:cNvPr id="31" name="Shape 29"/>
          <p:cNvSpPr/>
          <p:nvPr/>
        </p:nvSpPr>
        <p:spPr>
          <a:xfrm>
            <a:off x="3956155" y="9580836"/>
            <a:ext cx="78828" cy="78828"/>
          </a:xfrm>
          <a:prstGeom prst="ellipse">
            <a:avLst/>
          </a:prstGeom>
          <a:solidFill>
            <a:srgbClr val="F3EEE3">
              <a:alpha val="28000"/>
            </a:srgbClr>
          </a:solidFill>
          <a:ln/>
        </p:spPr>
      </p:sp>
      <p:sp>
        <p:nvSpPr>
          <p:cNvPr id="32" name="Shape 30"/>
          <p:cNvSpPr/>
          <p:nvPr/>
        </p:nvSpPr>
        <p:spPr>
          <a:xfrm>
            <a:off x="4113810" y="9580836"/>
            <a:ext cx="78828" cy="78828"/>
          </a:xfrm>
          <a:prstGeom prst="ellipse">
            <a:avLst/>
          </a:prstGeom>
          <a:solidFill>
            <a:srgbClr val="F3EEE3">
              <a:alpha val="28000"/>
            </a:srgbClr>
          </a:solidFill>
          <a:ln/>
        </p:spPr>
      </p:sp>
      <p:sp>
        <p:nvSpPr>
          <p:cNvPr id="33" name="Shape 31"/>
          <p:cNvSpPr/>
          <p:nvPr/>
        </p:nvSpPr>
        <p:spPr>
          <a:xfrm>
            <a:off x="4271465" y="9580836"/>
            <a:ext cx="78828" cy="78828"/>
          </a:xfrm>
          <a:prstGeom prst="ellipse">
            <a:avLst/>
          </a:prstGeom>
          <a:solidFill>
            <a:srgbClr val="F3EEE3">
              <a:alpha val="28000"/>
            </a:srgbClr>
          </a:solidFill>
          <a:ln/>
        </p:spPr>
      </p:sp>
      <p:sp>
        <p:nvSpPr>
          <p:cNvPr id="34" name="Shape 32"/>
          <p:cNvSpPr/>
          <p:nvPr/>
        </p:nvSpPr>
        <p:spPr>
          <a:xfrm>
            <a:off x="4429120" y="9580836"/>
            <a:ext cx="78828" cy="78828"/>
          </a:xfrm>
          <a:prstGeom prst="ellipse">
            <a:avLst/>
          </a:prstGeom>
          <a:solidFill>
            <a:srgbClr val="F3EEE3">
              <a:alpha val="28000"/>
            </a:srgbClr>
          </a:solidFill>
          <a:ln/>
        </p:spPr>
      </p:sp>
      <p:sp>
        <p:nvSpPr>
          <p:cNvPr id="35" name="Shape 33"/>
          <p:cNvSpPr/>
          <p:nvPr/>
        </p:nvSpPr>
        <p:spPr>
          <a:xfrm>
            <a:off x="4586775" y="9580836"/>
            <a:ext cx="78828" cy="78828"/>
          </a:xfrm>
          <a:prstGeom prst="ellipse">
            <a:avLst/>
          </a:prstGeom>
          <a:solidFill>
            <a:srgbClr val="F3EEE3">
              <a:alpha val="28000"/>
            </a:srgbClr>
          </a:solidFill>
          <a:ln/>
        </p:spPr>
      </p:sp>
      <p:sp>
        <p:nvSpPr>
          <p:cNvPr id="36" name="Shape 34"/>
          <p:cNvSpPr/>
          <p:nvPr/>
        </p:nvSpPr>
        <p:spPr>
          <a:xfrm>
            <a:off x="4744430" y="9580836"/>
            <a:ext cx="78828" cy="78828"/>
          </a:xfrm>
          <a:prstGeom prst="ellipse">
            <a:avLst/>
          </a:prstGeom>
          <a:solidFill>
            <a:srgbClr val="F3EEE3">
              <a:alpha val="28000"/>
            </a:srgbClr>
          </a:solidFill>
          <a:ln/>
        </p:spPr>
      </p:sp>
      <p:sp>
        <p:nvSpPr>
          <p:cNvPr id="37" name="Shape 35"/>
          <p:cNvSpPr/>
          <p:nvPr/>
        </p:nvSpPr>
        <p:spPr>
          <a:xfrm>
            <a:off x="4902085" y="9580836"/>
            <a:ext cx="78828" cy="78828"/>
          </a:xfrm>
          <a:prstGeom prst="ellipse">
            <a:avLst/>
          </a:prstGeom>
          <a:solidFill>
            <a:srgbClr val="F3EEE3">
              <a:alpha val="28000"/>
            </a:srgbClr>
          </a:solidFill>
          <a:ln/>
        </p:spPr>
      </p:sp>
      <p:sp>
        <p:nvSpPr>
          <p:cNvPr id="38" name="Shape 36"/>
          <p:cNvSpPr/>
          <p:nvPr/>
        </p:nvSpPr>
        <p:spPr>
          <a:xfrm>
            <a:off x="5059740" y="9580836"/>
            <a:ext cx="78828" cy="78828"/>
          </a:xfrm>
          <a:prstGeom prst="ellipse">
            <a:avLst/>
          </a:prstGeom>
          <a:solidFill>
            <a:srgbClr val="F3EEE3">
              <a:alpha val="28000"/>
            </a:srgbClr>
          </a:solidFill>
          <a:ln/>
        </p:spPr>
      </p:sp>
      <p:sp>
        <p:nvSpPr>
          <p:cNvPr id="39" name="Shape 37"/>
          <p:cNvSpPr/>
          <p:nvPr/>
        </p:nvSpPr>
        <p:spPr>
          <a:xfrm>
            <a:off x="5217395" y="9580836"/>
            <a:ext cx="78828" cy="78828"/>
          </a:xfrm>
          <a:prstGeom prst="ellipse">
            <a:avLst/>
          </a:prstGeom>
          <a:solidFill>
            <a:srgbClr val="F3EEE3">
              <a:alpha val="28000"/>
            </a:srgbClr>
          </a:solidFill>
          <a:ln/>
        </p:spPr>
      </p:sp>
      <p:sp>
        <p:nvSpPr>
          <p:cNvPr id="40" name="Shape 38"/>
          <p:cNvSpPr/>
          <p:nvPr/>
        </p:nvSpPr>
        <p:spPr>
          <a:xfrm>
            <a:off x="5375050" y="9580836"/>
            <a:ext cx="78828" cy="78828"/>
          </a:xfrm>
          <a:prstGeom prst="ellipse">
            <a:avLst/>
          </a:prstGeom>
          <a:solidFill>
            <a:srgbClr val="F3EEE3">
              <a:alpha val="28000"/>
            </a:srgbClr>
          </a:solidFill>
          <a:ln/>
        </p:spPr>
      </p:sp>
      <p:sp>
        <p:nvSpPr>
          <p:cNvPr id="41" name="Shape 39"/>
          <p:cNvSpPr/>
          <p:nvPr/>
        </p:nvSpPr>
        <p:spPr>
          <a:xfrm>
            <a:off x="5532705" y="9580836"/>
            <a:ext cx="78828" cy="78828"/>
          </a:xfrm>
          <a:prstGeom prst="ellipse">
            <a:avLst/>
          </a:prstGeom>
          <a:solidFill>
            <a:srgbClr val="F3EEE3">
              <a:alpha val="28000"/>
            </a:srgbClr>
          </a:solidFill>
          <a:ln/>
        </p:spPr>
      </p:sp>
      <p:sp>
        <p:nvSpPr>
          <p:cNvPr id="42" name="Shape 40"/>
          <p:cNvSpPr/>
          <p:nvPr/>
        </p:nvSpPr>
        <p:spPr>
          <a:xfrm>
            <a:off x="5690359" y="9580836"/>
            <a:ext cx="78828" cy="78828"/>
          </a:xfrm>
          <a:prstGeom prst="ellipse">
            <a:avLst/>
          </a:prstGeom>
          <a:solidFill>
            <a:srgbClr val="F3EEE3">
              <a:alpha val="28000"/>
            </a:srgbClr>
          </a:solidFill>
          <a:ln/>
        </p:spPr>
      </p:sp>
      <p:sp>
        <p:nvSpPr>
          <p:cNvPr id="43" name="Shape 41"/>
          <p:cNvSpPr/>
          <p:nvPr/>
        </p:nvSpPr>
        <p:spPr>
          <a:xfrm>
            <a:off x="5848014" y="9580836"/>
            <a:ext cx="78828" cy="78828"/>
          </a:xfrm>
          <a:prstGeom prst="ellipse">
            <a:avLst/>
          </a:prstGeom>
          <a:solidFill>
            <a:srgbClr val="F3EEE3">
              <a:alpha val="28000"/>
            </a:srgbClr>
          </a:solidFill>
          <a:ln/>
        </p:spPr>
      </p:sp>
      <p:sp>
        <p:nvSpPr>
          <p:cNvPr id="44" name="Shape 42"/>
          <p:cNvSpPr/>
          <p:nvPr/>
        </p:nvSpPr>
        <p:spPr>
          <a:xfrm>
            <a:off x="6005669" y="9580836"/>
            <a:ext cx="78828" cy="78828"/>
          </a:xfrm>
          <a:prstGeom prst="ellipse">
            <a:avLst/>
          </a:prstGeom>
          <a:solidFill>
            <a:srgbClr val="F3EEE3">
              <a:alpha val="28000"/>
            </a:srgbClr>
          </a:solidFill>
          <a:ln/>
        </p:spPr>
      </p:sp>
      <p:sp>
        <p:nvSpPr>
          <p:cNvPr id="45" name="Shape 43"/>
          <p:cNvSpPr/>
          <p:nvPr/>
        </p:nvSpPr>
        <p:spPr>
          <a:xfrm>
            <a:off x="6163324" y="9580836"/>
            <a:ext cx="78828" cy="78828"/>
          </a:xfrm>
          <a:prstGeom prst="ellipse">
            <a:avLst/>
          </a:prstGeom>
          <a:solidFill>
            <a:srgbClr val="F3EEE3">
              <a:alpha val="28000"/>
            </a:srgbClr>
          </a:solidFill>
          <a:ln/>
        </p:spPr>
      </p:sp>
      <p:sp>
        <p:nvSpPr>
          <p:cNvPr id="46" name="Shape 44"/>
          <p:cNvSpPr/>
          <p:nvPr/>
        </p:nvSpPr>
        <p:spPr>
          <a:xfrm>
            <a:off x="6320979" y="9580836"/>
            <a:ext cx="78828" cy="78828"/>
          </a:xfrm>
          <a:prstGeom prst="ellipse">
            <a:avLst/>
          </a:prstGeom>
          <a:solidFill>
            <a:srgbClr val="F3EEE3">
              <a:alpha val="28000"/>
            </a:srgbClr>
          </a:solidFill>
          <a:ln/>
        </p:spPr>
      </p:sp>
      <p:sp>
        <p:nvSpPr>
          <p:cNvPr id="47" name="Shape 45"/>
          <p:cNvSpPr/>
          <p:nvPr/>
        </p:nvSpPr>
        <p:spPr>
          <a:xfrm>
            <a:off x="6478634" y="9580836"/>
            <a:ext cx="78828" cy="78828"/>
          </a:xfrm>
          <a:prstGeom prst="ellipse">
            <a:avLst/>
          </a:prstGeom>
          <a:solidFill>
            <a:srgbClr val="F3EEE3">
              <a:alpha val="28000"/>
            </a:srgbClr>
          </a:solidFill>
          <a:ln/>
        </p:spPr>
      </p:sp>
      <p:sp>
        <p:nvSpPr>
          <p:cNvPr id="48" name="Shape 46"/>
          <p:cNvSpPr/>
          <p:nvPr/>
        </p:nvSpPr>
        <p:spPr>
          <a:xfrm>
            <a:off x="6636289" y="9580836"/>
            <a:ext cx="78828" cy="78828"/>
          </a:xfrm>
          <a:prstGeom prst="ellipse">
            <a:avLst/>
          </a:prstGeom>
          <a:solidFill>
            <a:srgbClr val="F3EEE3">
              <a:alpha val="28000"/>
            </a:srgbClr>
          </a:solidFill>
          <a:ln/>
        </p:spPr>
      </p:sp>
      <p:sp>
        <p:nvSpPr>
          <p:cNvPr id="49" name="Shape 47"/>
          <p:cNvSpPr/>
          <p:nvPr/>
        </p:nvSpPr>
        <p:spPr>
          <a:xfrm>
            <a:off x="6793944" y="9580836"/>
            <a:ext cx="78828" cy="78828"/>
          </a:xfrm>
          <a:prstGeom prst="ellipse">
            <a:avLst/>
          </a:prstGeom>
          <a:solidFill>
            <a:srgbClr val="F3EEE3">
              <a:alpha val="28000"/>
            </a:srgbClr>
          </a:solidFill>
          <a:ln/>
        </p:spPr>
      </p:sp>
      <p:sp>
        <p:nvSpPr>
          <p:cNvPr id="50" name="Shape 48"/>
          <p:cNvSpPr/>
          <p:nvPr/>
        </p:nvSpPr>
        <p:spPr>
          <a:xfrm>
            <a:off x="6951599" y="9580836"/>
            <a:ext cx="78828" cy="78828"/>
          </a:xfrm>
          <a:prstGeom prst="ellipse">
            <a:avLst/>
          </a:prstGeom>
          <a:solidFill>
            <a:srgbClr val="F3EEE3">
              <a:alpha val="28000"/>
            </a:srgbClr>
          </a:solidFill>
          <a:ln/>
        </p:spPr>
      </p:sp>
      <p:sp>
        <p:nvSpPr>
          <p:cNvPr id="51" name="Shape 49"/>
          <p:cNvSpPr/>
          <p:nvPr/>
        </p:nvSpPr>
        <p:spPr>
          <a:xfrm>
            <a:off x="7109254" y="9580836"/>
            <a:ext cx="78828" cy="78828"/>
          </a:xfrm>
          <a:prstGeom prst="ellipse">
            <a:avLst/>
          </a:prstGeom>
          <a:solidFill>
            <a:srgbClr val="F3EEE3">
              <a:alpha val="28000"/>
            </a:srgbClr>
          </a:solidFill>
          <a:ln/>
        </p:spPr>
      </p:sp>
      <p:sp>
        <p:nvSpPr>
          <p:cNvPr id="52" name="Shape 50"/>
          <p:cNvSpPr/>
          <p:nvPr/>
        </p:nvSpPr>
        <p:spPr>
          <a:xfrm>
            <a:off x="7266909" y="9580836"/>
            <a:ext cx="78828" cy="78828"/>
          </a:xfrm>
          <a:prstGeom prst="ellipse">
            <a:avLst/>
          </a:prstGeom>
          <a:solidFill>
            <a:srgbClr val="F3EEE3">
              <a:alpha val="28000"/>
            </a:srgbClr>
          </a:solidFill>
          <a:ln/>
        </p:spPr>
      </p:sp>
      <p:sp>
        <p:nvSpPr>
          <p:cNvPr id="53" name="Shape 51"/>
          <p:cNvSpPr/>
          <p:nvPr/>
        </p:nvSpPr>
        <p:spPr>
          <a:xfrm>
            <a:off x="7424564" y="9580836"/>
            <a:ext cx="78828" cy="78828"/>
          </a:xfrm>
          <a:prstGeom prst="ellipse">
            <a:avLst/>
          </a:prstGeom>
          <a:solidFill>
            <a:srgbClr val="F3EEE3">
              <a:alpha val="28000"/>
            </a:srgbClr>
          </a:solidFill>
          <a:ln/>
        </p:spPr>
      </p:sp>
      <p:sp>
        <p:nvSpPr>
          <p:cNvPr id="54" name="Shape 52"/>
          <p:cNvSpPr/>
          <p:nvPr/>
        </p:nvSpPr>
        <p:spPr>
          <a:xfrm>
            <a:off x="7582219" y="9580836"/>
            <a:ext cx="78828" cy="78828"/>
          </a:xfrm>
          <a:prstGeom prst="ellipse">
            <a:avLst/>
          </a:prstGeom>
          <a:solidFill>
            <a:srgbClr val="F3EEE3">
              <a:alpha val="28000"/>
            </a:srgbClr>
          </a:solidFill>
          <a:ln/>
        </p:spPr>
      </p:sp>
      <p:sp>
        <p:nvSpPr>
          <p:cNvPr id="55" name="Shape 53"/>
          <p:cNvSpPr/>
          <p:nvPr/>
        </p:nvSpPr>
        <p:spPr>
          <a:xfrm>
            <a:off x="7739874" y="9580836"/>
            <a:ext cx="78828" cy="78828"/>
          </a:xfrm>
          <a:prstGeom prst="ellipse">
            <a:avLst/>
          </a:prstGeom>
          <a:solidFill>
            <a:srgbClr val="F3EEE3">
              <a:alpha val="28000"/>
            </a:srgbClr>
          </a:solidFill>
          <a:ln/>
        </p:spPr>
      </p:sp>
      <p:sp>
        <p:nvSpPr>
          <p:cNvPr id="56" name="Shape 54"/>
          <p:cNvSpPr/>
          <p:nvPr/>
        </p:nvSpPr>
        <p:spPr>
          <a:xfrm>
            <a:off x="7897529" y="9580836"/>
            <a:ext cx="78828" cy="78828"/>
          </a:xfrm>
          <a:prstGeom prst="ellipse">
            <a:avLst/>
          </a:prstGeom>
          <a:solidFill>
            <a:srgbClr val="F3EEE3">
              <a:alpha val="28000"/>
            </a:srgbClr>
          </a:solidFill>
          <a:ln/>
        </p:spPr>
      </p:sp>
      <p:sp>
        <p:nvSpPr>
          <p:cNvPr id="57" name="Shape 55"/>
          <p:cNvSpPr/>
          <p:nvPr/>
        </p:nvSpPr>
        <p:spPr>
          <a:xfrm>
            <a:off x="8055184" y="9580836"/>
            <a:ext cx="78828" cy="78828"/>
          </a:xfrm>
          <a:prstGeom prst="ellipse">
            <a:avLst/>
          </a:prstGeom>
          <a:solidFill>
            <a:srgbClr val="F3EEE3">
              <a:alpha val="28000"/>
            </a:srgbClr>
          </a:solidFill>
          <a:ln/>
        </p:spPr>
      </p:sp>
      <p:sp>
        <p:nvSpPr>
          <p:cNvPr id="58" name="Shape 56"/>
          <p:cNvSpPr/>
          <p:nvPr/>
        </p:nvSpPr>
        <p:spPr>
          <a:xfrm>
            <a:off x="8199701" y="9567698"/>
            <a:ext cx="105103" cy="105103"/>
          </a:xfrm>
          <a:prstGeom prst="ellipse">
            <a:avLst/>
          </a:prstGeom>
          <a:solidFill>
            <a:srgbClr val="FF6A4D"/>
          </a:solidFill>
          <a:ln/>
        </p:spPr>
      </p:sp>
      <p:sp>
        <p:nvSpPr>
          <p:cNvPr id="59" name="Shape 57"/>
          <p:cNvSpPr/>
          <p:nvPr/>
        </p:nvSpPr>
        <p:spPr>
          <a:xfrm>
            <a:off x="8370494" y="9580836"/>
            <a:ext cx="78828" cy="78828"/>
          </a:xfrm>
          <a:prstGeom prst="ellipse">
            <a:avLst/>
          </a:prstGeom>
          <a:solidFill>
            <a:srgbClr val="F3EEE3">
              <a:alpha val="28000"/>
            </a:srgbClr>
          </a:solidFill>
          <a:ln/>
        </p:spPr>
      </p:sp>
      <p:sp>
        <p:nvSpPr>
          <p:cNvPr id="60" name="Shape 58"/>
          <p:cNvSpPr/>
          <p:nvPr/>
        </p:nvSpPr>
        <p:spPr>
          <a:xfrm>
            <a:off x="8528148" y="9580836"/>
            <a:ext cx="78828" cy="78828"/>
          </a:xfrm>
          <a:prstGeom prst="ellipse">
            <a:avLst/>
          </a:prstGeom>
          <a:solidFill>
            <a:srgbClr val="F3EEE3">
              <a:alpha val="28000"/>
            </a:srgbClr>
          </a:solidFill>
          <a:ln/>
        </p:spPr>
      </p:sp>
      <p:sp>
        <p:nvSpPr>
          <p:cNvPr id="61" name="Shape 59"/>
          <p:cNvSpPr/>
          <p:nvPr/>
        </p:nvSpPr>
        <p:spPr>
          <a:xfrm>
            <a:off x="8685803" y="9580836"/>
            <a:ext cx="78828" cy="78828"/>
          </a:xfrm>
          <a:prstGeom prst="ellipse">
            <a:avLst/>
          </a:prstGeom>
          <a:solidFill>
            <a:srgbClr val="F3EEE3">
              <a:alpha val="28000"/>
            </a:srgbClr>
          </a:solidFill>
          <a:ln/>
        </p:spPr>
      </p:sp>
      <p:sp>
        <p:nvSpPr>
          <p:cNvPr id="62" name="Shape 60"/>
          <p:cNvSpPr/>
          <p:nvPr/>
        </p:nvSpPr>
        <p:spPr>
          <a:xfrm>
            <a:off x="8843458" y="9580836"/>
            <a:ext cx="78828" cy="78828"/>
          </a:xfrm>
          <a:prstGeom prst="ellipse">
            <a:avLst/>
          </a:prstGeom>
          <a:solidFill>
            <a:srgbClr val="F3EEE3">
              <a:alpha val="28000"/>
            </a:srgbClr>
          </a:solidFill>
          <a:ln/>
        </p:spPr>
      </p:sp>
      <p:sp>
        <p:nvSpPr>
          <p:cNvPr id="63" name="Shape 61"/>
          <p:cNvSpPr/>
          <p:nvPr/>
        </p:nvSpPr>
        <p:spPr>
          <a:xfrm>
            <a:off x="9001113" y="9580836"/>
            <a:ext cx="78828" cy="78828"/>
          </a:xfrm>
          <a:prstGeom prst="ellipse">
            <a:avLst/>
          </a:prstGeom>
          <a:solidFill>
            <a:srgbClr val="F3EEE3">
              <a:alpha val="28000"/>
            </a:srgbClr>
          </a:solidFill>
          <a:ln/>
        </p:spPr>
      </p:sp>
      <p:sp>
        <p:nvSpPr>
          <p:cNvPr id="64" name="Shape 62"/>
          <p:cNvSpPr/>
          <p:nvPr/>
        </p:nvSpPr>
        <p:spPr>
          <a:xfrm>
            <a:off x="9158768" y="9580836"/>
            <a:ext cx="78828" cy="78828"/>
          </a:xfrm>
          <a:prstGeom prst="ellipse">
            <a:avLst/>
          </a:prstGeom>
          <a:solidFill>
            <a:srgbClr val="F3EEE3">
              <a:alpha val="28000"/>
            </a:srgbClr>
          </a:solidFill>
          <a:ln/>
        </p:spPr>
      </p:sp>
      <p:sp>
        <p:nvSpPr>
          <p:cNvPr id="65" name="Shape 63"/>
          <p:cNvSpPr/>
          <p:nvPr/>
        </p:nvSpPr>
        <p:spPr>
          <a:xfrm>
            <a:off x="9316423" y="9580836"/>
            <a:ext cx="78828" cy="78828"/>
          </a:xfrm>
          <a:prstGeom prst="ellipse">
            <a:avLst/>
          </a:prstGeom>
          <a:solidFill>
            <a:srgbClr val="F3EEE3">
              <a:alpha val="28000"/>
            </a:srgbClr>
          </a:solidFill>
          <a:ln/>
        </p:spPr>
      </p:sp>
      <p:sp>
        <p:nvSpPr>
          <p:cNvPr id="66" name="Shape 64"/>
          <p:cNvSpPr/>
          <p:nvPr/>
        </p:nvSpPr>
        <p:spPr>
          <a:xfrm>
            <a:off x="9474078" y="9580836"/>
            <a:ext cx="78828" cy="78828"/>
          </a:xfrm>
          <a:prstGeom prst="ellipse">
            <a:avLst/>
          </a:prstGeom>
          <a:solidFill>
            <a:srgbClr val="F3EEE3">
              <a:alpha val="28000"/>
            </a:srgbClr>
          </a:solidFill>
          <a:ln/>
        </p:spPr>
      </p:sp>
      <p:sp>
        <p:nvSpPr>
          <p:cNvPr id="67" name="Shape 65"/>
          <p:cNvSpPr/>
          <p:nvPr/>
        </p:nvSpPr>
        <p:spPr>
          <a:xfrm>
            <a:off x="9631733" y="9580836"/>
            <a:ext cx="78828" cy="78828"/>
          </a:xfrm>
          <a:prstGeom prst="ellipse">
            <a:avLst/>
          </a:prstGeom>
          <a:solidFill>
            <a:srgbClr val="F3EEE3">
              <a:alpha val="28000"/>
            </a:srgbClr>
          </a:solidFill>
          <a:ln/>
        </p:spPr>
      </p:sp>
      <p:sp>
        <p:nvSpPr>
          <p:cNvPr id="68" name="Shape 66"/>
          <p:cNvSpPr/>
          <p:nvPr/>
        </p:nvSpPr>
        <p:spPr>
          <a:xfrm>
            <a:off x="9789388" y="9580836"/>
            <a:ext cx="78828" cy="78828"/>
          </a:xfrm>
          <a:prstGeom prst="ellipse">
            <a:avLst/>
          </a:prstGeom>
          <a:solidFill>
            <a:srgbClr val="F3EEE3">
              <a:alpha val="28000"/>
            </a:srgbClr>
          </a:solidFill>
          <a:ln/>
        </p:spPr>
      </p:sp>
      <p:sp>
        <p:nvSpPr>
          <p:cNvPr id="69" name="Shape 67"/>
          <p:cNvSpPr/>
          <p:nvPr/>
        </p:nvSpPr>
        <p:spPr>
          <a:xfrm>
            <a:off x="9947043" y="9580836"/>
            <a:ext cx="78828" cy="78828"/>
          </a:xfrm>
          <a:prstGeom prst="ellipse">
            <a:avLst/>
          </a:prstGeom>
          <a:solidFill>
            <a:srgbClr val="F3EEE3">
              <a:alpha val="28000"/>
            </a:srgbClr>
          </a:solidFill>
          <a:ln/>
        </p:spPr>
      </p:sp>
      <p:sp>
        <p:nvSpPr>
          <p:cNvPr id="70" name="Text 68"/>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47/58</a:t>
            </a:r>
            <a:endParaRPr lang="en-US" sz="1800" dirty="0"/>
          </a:p>
        </p:txBody>
      </p:sp>
      <p:sp>
        <p:nvSpPr>
          <p:cNvPr id="71" name="Shape 69"/>
          <p:cNvSpPr/>
          <p:nvPr/>
        </p:nvSpPr>
        <p:spPr>
          <a:xfrm>
            <a:off x="15983712" y="9076331"/>
            <a:ext cx="1645920" cy="552301"/>
          </a:xfrm>
          <a:prstGeom prst="roundRect">
            <a:avLst>
              <a:gd name="adj" fmla="val 28000"/>
            </a:avLst>
          </a:prstGeom>
          <a:solidFill>
            <a:srgbClr val="FFFFFF">
              <a:alpha val="82000"/>
            </a:srgbClr>
          </a:solidFill>
          <a:ln/>
        </p:spPr>
      </p:sp>
      <p:pic>
        <p:nvPicPr>
          <p:cNvPr id="72" name="Moda image moda-export-watermark-81286e34-4ea2-4a5e-a18c-7026af08292b"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14161C"/>
                </a:solidFill>
                <a:latin typeface="Noto Sans JP ExtraBold" pitchFamily="34" charset="0"/>
                <a:ea typeface="Noto Sans JP ExtraBold" pitchFamily="34" charset="-122"/>
                <a:cs typeface="Noto Sans JP ExtraBold" pitchFamily="34" charset="-120"/>
              </a:rPr>
              <a:t>一般的な 知識と メーカー固有の 部分</a:t>
            </a:r>
            <a:endParaRPr lang="en-US" sz="5700" dirty="0"/>
          </a:p>
        </p:txBody>
      </p:sp>
      <p:sp>
        <p:nvSpPr>
          <p:cNvPr id="3" name="Shape 1"/>
          <p:cNvSpPr/>
          <p:nvPr/>
        </p:nvSpPr>
        <p:spPr>
          <a:xfrm>
            <a:off x="914400" y="2857500"/>
            <a:ext cx="8058150" cy="4191000"/>
          </a:xfrm>
          <a:prstGeom prst="roundRect">
            <a:avLst>
              <a:gd name="adj" fmla="val 6364"/>
            </a:avLst>
          </a:prstGeom>
          <a:solidFill>
            <a:srgbClr val="CFE8E2"/>
          </a:solidFill>
          <a:ln/>
        </p:spPr>
      </p:sp>
      <p:sp>
        <p:nvSpPr>
          <p:cNvPr id="4" name="Shape 2"/>
          <p:cNvSpPr/>
          <p:nvPr/>
        </p:nvSpPr>
        <p:spPr>
          <a:xfrm>
            <a:off x="914400" y="2857500"/>
            <a:ext cx="133350" cy="4191000"/>
          </a:xfrm>
          <a:prstGeom prst="roundRect">
            <a:avLst>
              <a:gd name="adj" fmla="val 50000"/>
            </a:avLst>
          </a:prstGeom>
          <a:solidFill>
            <a:srgbClr val="0F766E"/>
          </a:solidFill>
          <a:ln/>
        </p:spPr>
      </p:sp>
      <p:sp>
        <p:nvSpPr>
          <p:cNvPr id="5" name="Text 3"/>
          <p:cNvSpPr/>
          <p:nvPr/>
        </p:nvSpPr>
        <p:spPr>
          <a:xfrm>
            <a:off x="1371600" y="3200400"/>
            <a:ext cx="7143750" cy="952500"/>
          </a:xfrm>
          <a:prstGeom prst="rect">
            <a:avLst/>
          </a:prstGeom>
          <a:noFill/>
          <a:ln/>
        </p:spPr>
        <p:txBody>
          <a:bodyPr wrap="square" lIns="0" tIns="0" rIns="0" bIns="0" rtlCol="0" anchor="t"/>
          <a:lstStyle/>
          <a:p>
            <a:pPr algn="l" indent="0" marL="0">
              <a:buNone/>
            </a:pPr>
            <a:r>
              <a:rPr lang="en-US" sz="4200" dirty="0" spc="0" kern="0">
                <a:solidFill>
                  <a:srgbClr val="0F766E"/>
                </a:solidFill>
                <a:latin typeface="Noto Sans JP ExtraBold" pitchFamily="34" charset="0"/>
                <a:ea typeface="Noto Sans JP ExtraBold" pitchFamily="34" charset="-122"/>
                <a:cs typeface="Noto Sans JP ExtraBold" pitchFamily="34" charset="-120"/>
              </a:rPr>
              <a:t>業界の</a:t>
            </a:r>
            <a:r>
              <a:rPr lang="en-US" sz="4200" dirty="0" spc="-1" kern="0">
                <a:solidFill>
                  <a:srgbClr val="0F766E"/>
                </a:solidFill>
                <a:latin typeface="Noto Sans JP ExtraBold" pitchFamily="34" charset="0"/>
                <a:ea typeface="Noto Sans JP ExtraBold" pitchFamily="34" charset="-122"/>
                <a:cs typeface="Noto Sans JP ExtraBold" pitchFamily="34" charset="-120"/>
              </a:rPr>
              <a:t> 一般知識</a:t>
            </a:r>
            <a:endParaRPr lang="en-US" sz="4200" dirty="0"/>
          </a:p>
        </p:txBody>
      </p:sp>
      <p:sp>
        <p:nvSpPr>
          <p:cNvPr id="6" name="Text 4"/>
          <p:cNvSpPr/>
          <p:nvPr/>
        </p:nvSpPr>
        <p:spPr>
          <a:xfrm>
            <a:off x="1371600" y="4286250"/>
            <a:ext cx="7143750" cy="2286000"/>
          </a:xfrm>
          <a:prstGeom prst="rect">
            <a:avLst/>
          </a:prstGeom>
          <a:noFill/>
          <a:ln/>
        </p:spPr>
        <p:txBody>
          <a:bodyPr wrap="square" lIns="0" tIns="44406" rIns="0" bIns="-44406" rtlCol="0" anchor="t"/>
          <a:lstStyle/>
          <a:p>
            <a:pPr algn="l" indent="0" marL="0">
              <a:lnSpc>
                <a:spcPts val="4095"/>
              </a:lnSpc>
              <a:buNone/>
            </a:pPr>
            <a:r>
              <a:rPr lang="en-US" sz="3150" dirty="0" spc="0" kern="0">
                <a:solidFill>
                  <a:srgbClr val="14161C"/>
                </a:solidFill>
                <a:latin typeface="Noto Sans JP" pitchFamily="34" charset="0"/>
                <a:ea typeface="Noto Sans JP" pitchFamily="34" charset="-122"/>
                <a:cs typeface="Noto Sans JP" pitchFamily="34" charset="-120"/>
              </a:rPr>
              <a:t>噴射停止は 200〜250°C、 良い</a:t>
            </a:r>
            <a:r>
              <a:rPr lang="en-US" sz="3150" dirty="0" spc="2" kern="0">
                <a:solidFill>
                  <a:srgbClr val="14161C"/>
                </a:solidFill>
                <a:latin typeface="Noto Sans JP" pitchFamily="34" charset="0"/>
                <a:ea typeface="Noto Sans JP" pitchFamily="34" charset="-122"/>
                <a:cs typeface="Noto Sans JP" pitchFamily="34" charset="-120"/>
              </a:rPr>
              <a:t> 系は</a:t>
            </a:r>
            <a:r>
              <a:rPr lang="en-US" sz="3150" dirty="0" spc="0" kern="0">
                <a:solidFill>
                  <a:srgbClr val="14161C"/>
                </a:solidFill>
                <a:latin typeface="Noto Sans JP" pitchFamily="34" charset="0"/>
                <a:ea typeface="Noto Sans JP" pitchFamily="34" charset="-122"/>
                <a:cs typeface="Noto Sans JP" pitchFamily="34" charset="-120"/>
              </a:rPr>
              <a:t> 約180°Cから[S13]。</a:t>
            </a:r>
            <a:r>
              <a:rPr lang="en-US" sz="3150" dirty="0" spc="2" kern="0">
                <a:solidFill>
                  <a:srgbClr val="14161C"/>
                </a:solidFill>
                <a:latin typeface="Noto Sans JP" pitchFamily="34" charset="0"/>
                <a:ea typeface="Noto Sans JP" pitchFamily="34" charset="-122"/>
                <a:cs typeface="Noto Sans JP" pitchFamily="34" charset="-120"/>
              </a:rPr>
              <a:t> 加熱、 排出、</a:t>
            </a:r>
            <a:r>
              <a:rPr lang="en-US" sz="3150" dirty="0" spc="1" kern="0">
                <a:solidFill>
                  <a:srgbClr val="14161C"/>
                </a:solidFill>
                <a:latin typeface="Noto Sans JP" pitchFamily="34" charset="0"/>
                <a:ea typeface="Noto Sans JP" pitchFamily="34" charset="-122"/>
                <a:cs typeface="Noto Sans JP" pitchFamily="34" charset="-120"/>
              </a:rPr>
              <a:t> 凍結対策[S13]。 堆積物は 液膜の</a:t>
            </a:r>
            <a:r>
              <a:rPr lang="en-US" sz="3150" dirty="0" spc="-30" kern="0">
                <a:solidFill>
                  <a:srgbClr val="14161C"/>
                </a:solidFill>
                <a:latin typeface="Noto Sans JP" pitchFamily="34" charset="0"/>
                <a:ea typeface="Noto Sans JP" pitchFamily="34" charset="-122"/>
                <a:cs typeface="Noto Sans JP" pitchFamily="34" charset="-120"/>
              </a:rPr>
              <a:t> 縁で、</a:t>
            </a:r>
            <a:r>
              <a:rPr lang="en-US" sz="3150" dirty="0" spc="-6" kern="0">
                <a:solidFill>
                  <a:srgbClr val="14161C"/>
                </a:solidFill>
                <a:latin typeface="Noto Sans JP" pitchFamily="34" charset="0"/>
                <a:ea typeface="Noto Sans JP" pitchFamily="34" charset="-122"/>
                <a:cs typeface="Noto Sans JP" pitchFamily="34" charset="-120"/>
              </a:rPr>
              <a:t> ライデンフロスト未満[S4]</a:t>
            </a:r>
            <a:endParaRPr lang="en-US" sz="3150" dirty="0"/>
          </a:p>
        </p:txBody>
      </p:sp>
      <p:sp>
        <p:nvSpPr>
          <p:cNvPr id="7" name="Shape 5"/>
          <p:cNvSpPr/>
          <p:nvPr/>
        </p:nvSpPr>
        <p:spPr>
          <a:xfrm>
            <a:off x="9315450" y="2857500"/>
            <a:ext cx="8058150" cy="4191000"/>
          </a:xfrm>
          <a:prstGeom prst="roundRect">
            <a:avLst>
              <a:gd name="adj" fmla="val 6364"/>
            </a:avLst>
          </a:prstGeom>
          <a:solidFill>
            <a:srgbClr val="F8D9D0"/>
          </a:solidFill>
          <a:ln/>
        </p:spPr>
      </p:sp>
      <p:sp>
        <p:nvSpPr>
          <p:cNvPr id="8" name="Shape 6"/>
          <p:cNvSpPr/>
          <p:nvPr/>
        </p:nvSpPr>
        <p:spPr>
          <a:xfrm>
            <a:off x="9315450" y="2857500"/>
            <a:ext cx="133350" cy="4191000"/>
          </a:xfrm>
          <a:prstGeom prst="roundRect">
            <a:avLst>
              <a:gd name="adj" fmla="val 50000"/>
            </a:avLst>
          </a:prstGeom>
          <a:solidFill>
            <a:srgbClr val="E8472B"/>
          </a:solidFill>
          <a:ln/>
        </p:spPr>
      </p:sp>
      <p:sp>
        <p:nvSpPr>
          <p:cNvPr id="9" name="Text 7"/>
          <p:cNvSpPr/>
          <p:nvPr/>
        </p:nvSpPr>
        <p:spPr>
          <a:xfrm>
            <a:off x="9772650" y="3200400"/>
            <a:ext cx="7143750" cy="952500"/>
          </a:xfrm>
          <a:prstGeom prst="rect">
            <a:avLst/>
          </a:prstGeom>
          <a:noFill/>
          <a:ln/>
        </p:spPr>
        <p:txBody>
          <a:bodyPr wrap="square" lIns="0" tIns="0" rIns="0" bIns="0" rtlCol="0" anchor="t"/>
          <a:lstStyle/>
          <a:p>
            <a:pPr algn="l" indent="0" marL="0">
              <a:buNone/>
            </a:pPr>
            <a:r>
              <a:rPr lang="en-US" sz="4200" dirty="0" kern="0">
                <a:solidFill>
                  <a:srgbClr val="E8472B"/>
                </a:solidFill>
                <a:latin typeface="Noto Sans JP ExtraBold" pitchFamily="34" charset="0"/>
                <a:ea typeface="Noto Sans JP ExtraBold" pitchFamily="34" charset="-122"/>
                <a:cs typeface="Noto Sans JP ExtraBold" pitchFamily="34" charset="-120"/>
              </a:rPr>
              <a:t>メーカー固有</a:t>
            </a:r>
            <a:endParaRPr lang="en-US" sz="4200" dirty="0"/>
          </a:p>
        </p:txBody>
      </p:sp>
      <p:sp>
        <p:nvSpPr>
          <p:cNvPr id="10" name="Text 8"/>
          <p:cNvSpPr/>
          <p:nvPr/>
        </p:nvSpPr>
        <p:spPr>
          <a:xfrm>
            <a:off x="9772650" y="4286250"/>
            <a:ext cx="7143750" cy="2286000"/>
          </a:xfrm>
          <a:prstGeom prst="rect">
            <a:avLst/>
          </a:prstGeom>
          <a:noFill/>
          <a:ln/>
        </p:spPr>
        <p:txBody>
          <a:bodyPr wrap="square" lIns="0" tIns="44406" rIns="0" bIns="-44406" rtlCol="0" anchor="t"/>
          <a:lstStyle/>
          <a:p>
            <a:pPr algn="l" indent="0" marL="0">
              <a:lnSpc>
                <a:spcPts val="4095"/>
              </a:lnSpc>
              <a:buNone/>
            </a:pPr>
            <a:r>
              <a:rPr lang="en-US" sz="3150" dirty="0" spc="0" kern="0">
                <a:solidFill>
                  <a:srgbClr val="14161C"/>
                </a:solidFill>
                <a:latin typeface="Noto Sans JP" pitchFamily="34" charset="0"/>
                <a:ea typeface="Noto Sans JP" pitchFamily="34" charset="-122"/>
                <a:cs typeface="Noto Sans JP" pitchFamily="34" charset="-120"/>
              </a:rPr>
              <a:t>正確な</a:t>
            </a:r>
            <a:r>
              <a:rPr lang="en-US" sz="3150" dirty="0" spc="1" kern="0">
                <a:solidFill>
                  <a:srgbClr val="14161C"/>
                </a:solidFill>
                <a:latin typeface="Noto Sans JP" pitchFamily="34" charset="0"/>
                <a:ea typeface="Noto Sans JP" pitchFamily="34" charset="-122"/>
                <a:cs typeface="Noto Sans JP" pitchFamily="34" charset="-120"/>
              </a:rPr>
              <a:t> 閾値温度、 昇温戦略、 ノズルの 校正は</a:t>
            </a:r>
            <a:r>
              <a:rPr lang="en-US" sz="3150" dirty="0" spc="-9" kern="0">
                <a:solidFill>
                  <a:srgbClr val="14161C"/>
                </a:solidFill>
                <a:latin typeface="Noto Sans JP" pitchFamily="34" charset="0"/>
                <a:ea typeface="Noto Sans JP" pitchFamily="34" charset="-122"/>
                <a:cs typeface="Noto Sans JP" pitchFamily="34" charset="-120"/>
              </a:rPr>
              <a:t> 公表されていない。</a:t>
            </a:r>
            <a:r>
              <a:rPr lang="en-US" sz="3150" dirty="0" spc="-3" kern="0">
                <a:solidFill>
                  <a:srgbClr val="14161C"/>
                </a:solidFill>
                <a:latin typeface="Noto Sans JP" pitchFamily="34" charset="0"/>
                <a:ea typeface="Noto Sans JP" pitchFamily="34" charset="-122"/>
                <a:cs typeface="Noto Sans JP" pitchFamily="34" charset="-120"/>
              </a:rPr>
              <a:t> Boschの</a:t>
            </a:r>
            <a:r>
              <a:rPr lang="en-US" sz="3150" dirty="0" spc="8" kern="0">
                <a:solidFill>
                  <a:srgbClr val="14161C"/>
                </a:solidFill>
                <a:latin typeface="Noto Sans JP" pitchFamily="34" charset="0"/>
                <a:ea typeface="Noto Sans JP" pitchFamily="34" charset="-122"/>
                <a:cs typeface="Noto Sans JP" pitchFamily="34" charset="-120"/>
              </a:rPr>
              <a:t> パンフレットは</a:t>
            </a:r>
            <a:r>
              <a:rPr lang="en-US" sz="3150" dirty="0" spc="2" kern="0">
                <a:solidFill>
                  <a:srgbClr val="14161C"/>
                </a:solidFill>
                <a:latin typeface="Noto Sans JP" pitchFamily="34" charset="0"/>
                <a:ea typeface="Noto Sans JP" pitchFamily="34" charset="-122"/>
                <a:cs typeface="Noto Sans JP" pitchFamily="34" charset="-120"/>
              </a:rPr>
              <a:t> 加熱と</a:t>
            </a:r>
            <a:r>
              <a:rPr lang="en-US" sz="3150" dirty="0" spc="1" kern="0">
                <a:solidFill>
                  <a:srgbClr val="14161C"/>
                </a:solidFill>
                <a:latin typeface="Noto Sans JP" pitchFamily="34" charset="0"/>
                <a:ea typeface="Noto Sans JP" pitchFamily="34" charset="-122"/>
                <a:cs typeface="Noto Sans JP" pitchFamily="34" charset="-120"/>
              </a:rPr>
              <a:t> 冷却の 構成だけ[S16]</a:t>
            </a:r>
            <a:endParaRPr lang="en-US" sz="3150" dirty="0"/>
          </a:p>
        </p:txBody>
      </p:sp>
      <p:sp>
        <p:nvSpPr>
          <p:cNvPr id="11" name="Shape 9"/>
          <p:cNvSpPr/>
          <p:nvPr/>
        </p:nvSpPr>
        <p:spPr>
          <a:xfrm>
            <a:off x="914400" y="7429500"/>
            <a:ext cx="16459200" cy="1238250"/>
          </a:xfrm>
          <a:prstGeom prst="roundRect">
            <a:avLst>
              <a:gd name="adj" fmla="val 18462"/>
            </a:avLst>
          </a:prstGeom>
          <a:solidFill>
            <a:srgbClr val="E8E0CF"/>
          </a:solidFill>
          <a:ln/>
        </p:spPr>
      </p:sp>
      <p:sp>
        <p:nvSpPr>
          <p:cNvPr id="12" name="Text 10"/>
          <p:cNvSpPr/>
          <p:nvPr/>
        </p:nvSpPr>
        <p:spPr>
          <a:xfrm>
            <a:off x="1295400" y="7429500"/>
            <a:ext cx="15697200" cy="1238250"/>
          </a:xfrm>
          <a:prstGeom prst="rect">
            <a:avLst/>
          </a:prstGeom>
          <a:noFill/>
          <a:ln/>
        </p:spPr>
        <p:txBody>
          <a:bodyPr wrap="square" lIns="0" tIns="0" rIns="0" bIns="0" rtlCol="0" anchor="ctr"/>
          <a:lstStyle/>
          <a:p>
            <a:pPr algn="l" indent="0" marL="0">
              <a:buNone/>
            </a:pPr>
            <a:r>
              <a:rPr lang="en-US" sz="2850" dirty="0" spc="0" kern="0">
                <a:solidFill>
                  <a:srgbClr val="14161C"/>
                </a:solidFill>
                <a:latin typeface="Noto Sans JP SemiBold" pitchFamily="34" charset="0"/>
                <a:ea typeface="Noto Sans JP SemiBold" pitchFamily="34" charset="-122"/>
                <a:cs typeface="Noto Sans JP SemiBold" pitchFamily="34" charset="-120"/>
              </a:rPr>
              <a:t>この</a:t>
            </a:r>
            <a:r>
              <a:rPr lang="en-US" sz="2850" dirty="0" spc="-1" kern="0">
                <a:solidFill>
                  <a:srgbClr val="14161C"/>
                </a:solidFill>
                <a:latin typeface="Noto Sans JP SemiBold" pitchFamily="34" charset="0"/>
                <a:ea typeface="Noto Sans JP SemiBold" pitchFamily="34" charset="-122"/>
                <a:cs typeface="Noto Sans JP SemiBold" pitchFamily="34" charset="-120"/>
              </a:rPr>
              <a:t> 資料の</a:t>
            </a:r>
            <a:r>
              <a:rPr lang="en-US" sz="2850" dirty="0" spc="-2" kern="0">
                <a:solidFill>
                  <a:srgbClr val="14161C"/>
                </a:solidFill>
                <a:latin typeface="Noto Sans JP SemiBold" pitchFamily="34" charset="0"/>
                <a:ea typeface="Noto Sans JP SemiBold" pitchFamily="34" charset="-122"/>
                <a:cs typeface="Noto Sans JP SemiBold" pitchFamily="34" charset="-120"/>
              </a:rPr>
              <a:t> 規則:</a:t>
            </a:r>
            <a:r>
              <a:rPr lang="en-US" sz="2850" dirty="0" spc="-5" kern="0">
                <a:solidFill>
                  <a:srgbClr val="14161C"/>
                </a:solidFill>
                <a:latin typeface="Noto Sans JP SemiBold" pitchFamily="34" charset="0"/>
                <a:ea typeface="Noto Sans JP SemiBold" pitchFamily="34" charset="-122"/>
                <a:cs typeface="Noto Sans JP SemiBold" pitchFamily="34" charset="-120"/>
              </a:rPr>
              <a:t> Boschや</a:t>
            </a:r>
            <a:r>
              <a:rPr lang="en-US" sz="2850" dirty="0" spc="0" kern="0">
                <a:solidFill>
                  <a:srgbClr val="14161C"/>
                </a:solidFill>
                <a:latin typeface="Noto Sans JP SemiBold" pitchFamily="34" charset="0"/>
                <a:ea typeface="Noto Sans JP SemiBold" pitchFamily="34" charset="-122"/>
                <a:cs typeface="Noto Sans JP SemiBold" pitchFamily="34" charset="-120"/>
              </a:rPr>
              <a:t> 特定メーカーの</a:t>
            </a:r>
            <a:r>
              <a:rPr lang="en-US" sz="2850" dirty="0" spc="-2" kern="0">
                <a:solidFill>
                  <a:srgbClr val="14161C"/>
                </a:solidFill>
                <a:latin typeface="Noto Sans JP SemiBold" pitchFamily="34" charset="0"/>
                <a:ea typeface="Noto Sans JP SemiBold" pitchFamily="34" charset="-122"/>
                <a:cs typeface="Noto Sans JP SemiBold" pitchFamily="34" charset="-120"/>
              </a:rPr>
              <a:t> 内部仕様は</a:t>
            </a:r>
            <a:r>
              <a:rPr lang="en-US" sz="2850" dirty="0" spc="-1" kern="0">
                <a:solidFill>
                  <a:srgbClr val="14161C"/>
                </a:solidFill>
                <a:latin typeface="Noto Sans JP SemiBold" pitchFamily="34" charset="0"/>
                <a:ea typeface="Noto Sans JP SemiBold" pitchFamily="34" charset="-122"/>
                <a:cs typeface="Noto Sans JP SemiBold" pitchFamily="34" charset="-120"/>
              </a:rPr>
              <a:t> 推測しない</a:t>
            </a:r>
            <a:endParaRPr lang="en-US" sz="2850" dirty="0"/>
          </a:p>
        </p:txBody>
      </p:sp>
      <p:sp>
        <p:nvSpPr>
          <p:cNvPr id="13" name="Text 1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[S4]</a:t>
            </a:r>
            <a:r>
              <a:rPr lang="en-US" sz="1800" dirty="0" spc="-1" kern="0">
                <a:solidFill>
                  <a:srgbClr val="6B6A66"/>
                </a:solidFill>
                <a:latin typeface="Noto Sans JP" pitchFamily="34" charset="0"/>
                <a:ea typeface="Noto Sans JP" pitchFamily="34" charset="-122"/>
                <a:cs typeface="Noto Sans JP" pitchFamily="34" charset="-120"/>
              </a:rPr>
              <a:t> [S13]</a:t>
            </a:r>
            <a:r>
              <a:rPr lang="en-US" sz="1800" dirty="0" spc="-2" kern="0">
                <a:solidFill>
                  <a:srgbClr val="6B6A66"/>
                </a:solidFill>
                <a:latin typeface="Noto Sans JP" pitchFamily="34" charset="0"/>
                <a:ea typeface="Noto Sans JP" pitchFamily="34" charset="-122"/>
                <a:cs typeface="Noto Sans JP" pitchFamily="34" charset="-120"/>
              </a:rPr>
              <a:t> [S16]</a:t>
            </a:r>
            <a:endParaRPr lang="en-US" sz="1800" dirty="0"/>
          </a:p>
        </p:txBody>
      </p:sp>
      <p:sp>
        <p:nvSpPr>
          <p:cNvPr id="14" name="Shape 12"/>
          <p:cNvSpPr/>
          <p:nvPr/>
        </p:nvSpPr>
        <p:spPr>
          <a:xfrm>
            <a:off x="960711" y="9580836"/>
            <a:ext cx="78828" cy="78828"/>
          </a:xfrm>
          <a:prstGeom prst="ellipse">
            <a:avLst/>
          </a:prstGeom>
          <a:solidFill>
            <a:srgbClr val="14161C">
              <a:alpha val="28000"/>
            </a:srgbClr>
          </a:solidFill>
          <a:ln/>
        </p:spPr>
      </p:sp>
      <p:sp>
        <p:nvSpPr>
          <p:cNvPr id="15" name="Shape 13"/>
          <p:cNvSpPr/>
          <p:nvPr/>
        </p:nvSpPr>
        <p:spPr>
          <a:xfrm>
            <a:off x="1118366" y="9580836"/>
            <a:ext cx="78828" cy="78828"/>
          </a:xfrm>
          <a:prstGeom prst="ellipse">
            <a:avLst/>
          </a:prstGeom>
          <a:solidFill>
            <a:srgbClr val="14161C">
              <a:alpha val="28000"/>
            </a:srgbClr>
          </a:solidFill>
          <a:ln/>
        </p:spPr>
      </p:sp>
      <p:sp>
        <p:nvSpPr>
          <p:cNvPr id="16" name="Shape 14"/>
          <p:cNvSpPr/>
          <p:nvPr/>
        </p:nvSpPr>
        <p:spPr>
          <a:xfrm>
            <a:off x="1276021" y="9580836"/>
            <a:ext cx="78828" cy="78828"/>
          </a:xfrm>
          <a:prstGeom prst="ellipse">
            <a:avLst/>
          </a:prstGeom>
          <a:solidFill>
            <a:srgbClr val="14161C">
              <a:alpha val="28000"/>
            </a:srgbClr>
          </a:solidFill>
          <a:ln/>
        </p:spPr>
      </p:sp>
      <p:sp>
        <p:nvSpPr>
          <p:cNvPr id="17" name="Shape 15"/>
          <p:cNvSpPr/>
          <p:nvPr/>
        </p:nvSpPr>
        <p:spPr>
          <a:xfrm>
            <a:off x="1433676" y="9580836"/>
            <a:ext cx="78828" cy="78828"/>
          </a:xfrm>
          <a:prstGeom prst="ellipse">
            <a:avLst/>
          </a:prstGeom>
          <a:solidFill>
            <a:srgbClr val="14161C">
              <a:alpha val="28000"/>
            </a:srgbClr>
          </a:solidFill>
          <a:ln/>
        </p:spPr>
      </p:sp>
      <p:sp>
        <p:nvSpPr>
          <p:cNvPr id="18" name="Shape 16"/>
          <p:cNvSpPr/>
          <p:nvPr/>
        </p:nvSpPr>
        <p:spPr>
          <a:xfrm>
            <a:off x="1591331" y="9580836"/>
            <a:ext cx="78828" cy="78828"/>
          </a:xfrm>
          <a:prstGeom prst="ellipse">
            <a:avLst/>
          </a:prstGeom>
          <a:solidFill>
            <a:srgbClr val="14161C">
              <a:alpha val="28000"/>
            </a:srgbClr>
          </a:solidFill>
          <a:ln/>
        </p:spPr>
      </p:sp>
      <p:sp>
        <p:nvSpPr>
          <p:cNvPr id="19" name="Shape 17"/>
          <p:cNvSpPr/>
          <p:nvPr/>
        </p:nvSpPr>
        <p:spPr>
          <a:xfrm>
            <a:off x="1748986" y="9580836"/>
            <a:ext cx="78828" cy="78828"/>
          </a:xfrm>
          <a:prstGeom prst="ellipse">
            <a:avLst/>
          </a:prstGeom>
          <a:solidFill>
            <a:srgbClr val="14161C">
              <a:alpha val="28000"/>
            </a:srgbClr>
          </a:solidFill>
          <a:ln/>
        </p:spPr>
      </p:sp>
      <p:sp>
        <p:nvSpPr>
          <p:cNvPr id="20" name="Shape 18"/>
          <p:cNvSpPr/>
          <p:nvPr/>
        </p:nvSpPr>
        <p:spPr>
          <a:xfrm>
            <a:off x="1906641" y="9580836"/>
            <a:ext cx="78828" cy="78828"/>
          </a:xfrm>
          <a:prstGeom prst="ellipse">
            <a:avLst/>
          </a:prstGeom>
          <a:solidFill>
            <a:srgbClr val="14161C">
              <a:alpha val="28000"/>
            </a:srgbClr>
          </a:solidFill>
          <a:ln/>
        </p:spPr>
      </p:sp>
      <p:sp>
        <p:nvSpPr>
          <p:cNvPr id="21" name="Shape 19"/>
          <p:cNvSpPr/>
          <p:nvPr/>
        </p:nvSpPr>
        <p:spPr>
          <a:xfrm>
            <a:off x="2064296" y="9580836"/>
            <a:ext cx="78828" cy="78828"/>
          </a:xfrm>
          <a:prstGeom prst="ellipse">
            <a:avLst/>
          </a:prstGeom>
          <a:solidFill>
            <a:srgbClr val="14161C">
              <a:alpha val="28000"/>
            </a:srgbClr>
          </a:solidFill>
          <a:ln/>
        </p:spPr>
      </p:sp>
      <p:sp>
        <p:nvSpPr>
          <p:cNvPr id="22" name="Shape 20"/>
          <p:cNvSpPr/>
          <p:nvPr/>
        </p:nvSpPr>
        <p:spPr>
          <a:xfrm>
            <a:off x="2221951" y="9580836"/>
            <a:ext cx="78828" cy="78828"/>
          </a:xfrm>
          <a:prstGeom prst="ellipse">
            <a:avLst/>
          </a:prstGeom>
          <a:solidFill>
            <a:srgbClr val="14161C">
              <a:alpha val="28000"/>
            </a:srgbClr>
          </a:solidFill>
          <a:ln/>
        </p:spPr>
      </p:sp>
      <p:sp>
        <p:nvSpPr>
          <p:cNvPr id="23" name="Shape 21"/>
          <p:cNvSpPr/>
          <p:nvPr/>
        </p:nvSpPr>
        <p:spPr>
          <a:xfrm>
            <a:off x="2379606" y="9580836"/>
            <a:ext cx="78828" cy="78828"/>
          </a:xfrm>
          <a:prstGeom prst="ellipse">
            <a:avLst/>
          </a:prstGeom>
          <a:solidFill>
            <a:srgbClr val="14161C">
              <a:alpha val="28000"/>
            </a:srgbClr>
          </a:solidFill>
          <a:ln/>
        </p:spPr>
      </p:sp>
      <p:sp>
        <p:nvSpPr>
          <p:cNvPr id="24" name="Shape 22"/>
          <p:cNvSpPr/>
          <p:nvPr/>
        </p:nvSpPr>
        <p:spPr>
          <a:xfrm>
            <a:off x="2537261" y="9580836"/>
            <a:ext cx="78828" cy="78828"/>
          </a:xfrm>
          <a:prstGeom prst="ellipse">
            <a:avLst/>
          </a:prstGeom>
          <a:solidFill>
            <a:srgbClr val="14161C">
              <a:alpha val="28000"/>
            </a:srgbClr>
          </a:solidFill>
          <a:ln/>
        </p:spPr>
      </p:sp>
      <p:sp>
        <p:nvSpPr>
          <p:cNvPr id="25" name="Shape 23"/>
          <p:cNvSpPr/>
          <p:nvPr/>
        </p:nvSpPr>
        <p:spPr>
          <a:xfrm>
            <a:off x="2694916" y="9580836"/>
            <a:ext cx="78828" cy="78828"/>
          </a:xfrm>
          <a:prstGeom prst="ellipse">
            <a:avLst/>
          </a:prstGeom>
          <a:solidFill>
            <a:srgbClr val="14161C">
              <a:alpha val="28000"/>
            </a:srgbClr>
          </a:solidFill>
          <a:ln/>
        </p:spPr>
      </p:sp>
      <p:sp>
        <p:nvSpPr>
          <p:cNvPr id="26" name="Shape 24"/>
          <p:cNvSpPr/>
          <p:nvPr/>
        </p:nvSpPr>
        <p:spPr>
          <a:xfrm>
            <a:off x="2852571" y="9580836"/>
            <a:ext cx="78828" cy="78828"/>
          </a:xfrm>
          <a:prstGeom prst="ellipse">
            <a:avLst/>
          </a:prstGeom>
          <a:solidFill>
            <a:srgbClr val="14161C">
              <a:alpha val="28000"/>
            </a:srgbClr>
          </a:solidFill>
          <a:ln/>
        </p:spPr>
      </p:sp>
      <p:sp>
        <p:nvSpPr>
          <p:cNvPr id="27" name="Shape 25"/>
          <p:cNvSpPr/>
          <p:nvPr/>
        </p:nvSpPr>
        <p:spPr>
          <a:xfrm>
            <a:off x="3010225" y="9580836"/>
            <a:ext cx="78828" cy="78828"/>
          </a:xfrm>
          <a:prstGeom prst="ellipse">
            <a:avLst/>
          </a:prstGeom>
          <a:solidFill>
            <a:srgbClr val="14161C">
              <a:alpha val="28000"/>
            </a:srgbClr>
          </a:solidFill>
          <a:ln/>
        </p:spPr>
      </p:sp>
      <p:sp>
        <p:nvSpPr>
          <p:cNvPr id="28" name="Shape 26"/>
          <p:cNvSpPr/>
          <p:nvPr/>
        </p:nvSpPr>
        <p:spPr>
          <a:xfrm>
            <a:off x="3167880" y="9580836"/>
            <a:ext cx="78828" cy="78828"/>
          </a:xfrm>
          <a:prstGeom prst="ellipse">
            <a:avLst/>
          </a:prstGeom>
          <a:solidFill>
            <a:srgbClr val="14161C">
              <a:alpha val="28000"/>
            </a:srgbClr>
          </a:solidFill>
          <a:ln/>
        </p:spPr>
      </p:sp>
      <p:sp>
        <p:nvSpPr>
          <p:cNvPr id="29" name="Shape 27"/>
          <p:cNvSpPr/>
          <p:nvPr/>
        </p:nvSpPr>
        <p:spPr>
          <a:xfrm>
            <a:off x="3325535" y="9580836"/>
            <a:ext cx="78828" cy="78828"/>
          </a:xfrm>
          <a:prstGeom prst="ellipse">
            <a:avLst/>
          </a:prstGeom>
          <a:solidFill>
            <a:srgbClr val="14161C">
              <a:alpha val="28000"/>
            </a:srgbClr>
          </a:solidFill>
          <a:ln/>
        </p:spPr>
      </p:sp>
      <p:sp>
        <p:nvSpPr>
          <p:cNvPr id="30" name="Shape 28"/>
          <p:cNvSpPr/>
          <p:nvPr/>
        </p:nvSpPr>
        <p:spPr>
          <a:xfrm>
            <a:off x="3483190" y="9580836"/>
            <a:ext cx="78828" cy="78828"/>
          </a:xfrm>
          <a:prstGeom prst="ellipse">
            <a:avLst/>
          </a:prstGeom>
          <a:solidFill>
            <a:srgbClr val="14161C">
              <a:alpha val="28000"/>
            </a:srgbClr>
          </a:solidFill>
          <a:ln/>
        </p:spPr>
      </p:sp>
      <p:sp>
        <p:nvSpPr>
          <p:cNvPr id="31" name="Shape 29"/>
          <p:cNvSpPr/>
          <p:nvPr/>
        </p:nvSpPr>
        <p:spPr>
          <a:xfrm>
            <a:off x="3640845" y="9580836"/>
            <a:ext cx="78828" cy="78828"/>
          </a:xfrm>
          <a:prstGeom prst="ellipse">
            <a:avLst/>
          </a:prstGeom>
          <a:solidFill>
            <a:srgbClr val="14161C">
              <a:alpha val="28000"/>
            </a:srgbClr>
          </a:solidFill>
          <a:ln/>
        </p:spPr>
      </p:sp>
      <p:sp>
        <p:nvSpPr>
          <p:cNvPr id="32" name="Shape 30"/>
          <p:cNvSpPr/>
          <p:nvPr/>
        </p:nvSpPr>
        <p:spPr>
          <a:xfrm>
            <a:off x="3798500" y="9580836"/>
            <a:ext cx="78828" cy="78828"/>
          </a:xfrm>
          <a:prstGeom prst="ellipse">
            <a:avLst/>
          </a:prstGeom>
          <a:solidFill>
            <a:srgbClr val="14161C">
              <a:alpha val="28000"/>
            </a:srgbClr>
          </a:solidFill>
          <a:ln/>
        </p:spPr>
      </p:sp>
      <p:sp>
        <p:nvSpPr>
          <p:cNvPr id="33" name="Shape 31"/>
          <p:cNvSpPr/>
          <p:nvPr/>
        </p:nvSpPr>
        <p:spPr>
          <a:xfrm>
            <a:off x="3956155" y="9580836"/>
            <a:ext cx="78828" cy="78828"/>
          </a:xfrm>
          <a:prstGeom prst="ellipse">
            <a:avLst/>
          </a:prstGeom>
          <a:solidFill>
            <a:srgbClr val="14161C">
              <a:alpha val="28000"/>
            </a:srgbClr>
          </a:solidFill>
          <a:ln/>
        </p:spPr>
      </p:sp>
      <p:sp>
        <p:nvSpPr>
          <p:cNvPr id="34" name="Shape 32"/>
          <p:cNvSpPr/>
          <p:nvPr/>
        </p:nvSpPr>
        <p:spPr>
          <a:xfrm>
            <a:off x="4113810" y="9580836"/>
            <a:ext cx="78828" cy="78828"/>
          </a:xfrm>
          <a:prstGeom prst="ellipse">
            <a:avLst/>
          </a:prstGeom>
          <a:solidFill>
            <a:srgbClr val="14161C">
              <a:alpha val="28000"/>
            </a:srgbClr>
          </a:solidFill>
          <a:ln/>
        </p:spPr>
      </p:sp>
      <p:sp>
        <p:nvSpPr>
          <p:cNvPr id="35" name="Shape 33"/>
          <p:cNvSpPr/>
          <p:nvPr/>
        </p:nvSpPr>
        <p:spPr>
          <a:xfrm>
            <a:off x="4271465" y="9580836"/>
            <a:ext cx="78828" cy="78828"/>
          </a:xfrm>
          <a:prstGeom prst="ellipse">
            <a:avLst/>
          </a:prstGeom>
          <a:solidFill>
            <a:srgbClr val="14161C">
              <a:alpha val="28000"/>
            </a:srgbClr>
          </a:solidFill>
          <a:ln/>
        </p:spPr>
      </p:sp>
      <p:sp>
        <p:nvSpPr>
          <p:cNvPr id="36" name="Shape 34"/>
          <p:cNvSpPr/>
          <p:nvPr/>
        </p:nvSpPr>
        <p:spPr>
          <a:xfrm>
            <a:off x="4429120" y="9580836"/>
            <a:ext cx="78828" cy="78828"/>
          </a:xfrm>
          <a:prstGeom prst="ellipse">
            <a:avLst/>
          </a:prstGeom>
          <a:solidFill>
            <a:srgbClr val="14161C">
              <a:alpha val="28000"/>
            </a:srgbClr>
          </a:solidFill>
          <a:ln/>
        </p:spPr>
      </p:sp>
      <p:sp>
        <p:nvSpPr>
          <p:cNvPr id="37" name="Shape 35"/>
          <p:cNvSpPr/>
          <p:nvPr/>
        </p:nvSpPr>
        <p:spPr>
          <a:xfrm>
            <a:off x="4586775" y="9580836"/>
            <a:ext cx="78828" cy="78828"/>
          </a:xfrm>
          <a:prstGeom prst="ellipse">
            <a:avLst/>
          </a:prstGeom>
          <a:solidFill>
            <a:srgbClr val="14161C">
              <a:alpha val="28000"/>
            </a:srgbClr>
          </a:solidFill>
          <a:ln/>
        </p:spPr>
      </p:sp>
      <p:sp>
        <p:nvSpPr>
          <p:cNvPr id="38" name="Shape 36"/>
          <p:cNvSpPr/>
          <p:nvPr/>
        </p:nvSpPr>
        <p:spPr>
          <a:xfrm>
            <a:off x="4744430" y="9580836"/>
            <a:ext cx="78828" cy="78828"/>
          </a:xfrm>
          <a:prstGeom prst="ellipse">
            <a:avLst/>
          </a:prstGeom>
          <a:solidFill>
            <a:srgbClr val="14161C">
              <a:alpha val="28000"/>
            </a:srgbClr>
          </a:solidFill>
          <a:ln/>
        </p:spPr>
      </p:sp>
      <p:sp>
        <p:nvSpPr>
          <p:cNvPr id="39" name="Shape 37"/>
          <p:cNvSpPr/>
          <p:nvPr/>
        </p:nvSpPr>
        <p:spPr>
          <a:xfrm>
            <a:off x="4902085" y="9580836"/>
            <a:ext cx="78828" cy="78828"/>
          </a:xfrm>
          <a:prstGeom prst="ellipse">
            <a:avLst/>
          </a:prstGeom>
          <a:solidFill>
            <a:srgbClr val="14161C">
              <a:alpha val="28000"/>
            </a:srgbClr>
          </a:solidFill>
          <a:ln/>
        </p:spPr>
      </p:sp>
      <p:sp>
        <p:nvSpPr>
          <p:cNvPr id="40" name="Shape 38"/>
          <p:cNvSpPr/>
          <p:nvPr/>
        </p:nvSpPr>
        <p:spPr>
          <a:xfrm>
            <a:off x="5059740" y="9580836"/>
            <a:ext cx="78828" cy="78828"/>
          </a:xfrm>
          <a:prstGeom prst="ellipse">
            <a:avLst/>
          </a:prstGeom>
          <a:solidFill>
            <a:srgbClr val="14161C">
              <a:alpha val="28000"/>
            </a:srgbClr>
          </a:solidFill>
          <a:ln/>
        </p:spPr>
      </p:sp>
      <p:sp>
        <p:nvSpPr>
          <p:cNvPr id="41" name="Shape 39"/>
          <p:cNvSpPr/>
          <p:nvPr/>
        </p:nvSpPr>
        <p:spPr>
          <a:xfrm>
            <a:off x="5217395" y="9580836"/>
            <a:ext cx="78828" cy="78828"/>
          </a:xfrm>
          <a:prstGeom prst="ellipse">
            <a:avLst/>
          </a:prstGeom>
          <a:solidFill>
            <a:srgbClr val="14161C">
              <a:alpha val="28000"/>
            </a:srgbClr>
          </a:solidFill>
          <a:ln/>
        </p:spPr>
      </p:sp>
      <p:sp>
        <p:nvSpPr>
          <p:cNvPr id="42" name="Shape 40"/>
          <p:cNvSpPr/>
          <p:nvPr/>
        </p:nvSpPr>
        <p:spPr>
          <a:xfrm>
            <a:off x="5375050" y="9580836"/>
            <a:ext cx="78828" cy="78828"/>
          </a:xfrm>
          <a:prstGeom prst="ellipse">
            <a:avLst/>
          </a:prstGeom>
          <a:solidFill>
            <a:srgbClr val="14161C">
              <a:alpha val="28000"/>
            </a:srgbClr>
          </a:solidFill>
          <a:ln/>
        </p:spPr>
      </p:sp>
      <p:sp>
        <p:nvSpPr>
          <p:cNvPr id="43" name="Shape 41"/>
          <p:cNvSpPr/>
          <p:nvPr/>
        </p:nvSpPr>
        <p:spPr>
          <a:xfrm>
            <a:off x="5532705" y="9580836"/>
            <a:ext cx="78828" cy="78828"/>
          </a:xfrm>
          <a:prstGeom prst="ellipse">
            <a:avLst/>
          </a:prstGeom>
          <a:solidFill>
            <a:srgbClr val="14161C">
              <a:alpha val="28000"/>
            </a:srgbClr>
          </a:solidFill>
          <a:ln/>
        </p:spPr>
      </p:sp>
      <p:sp>
        <p:nvSpPr>
          <p:cNvPr id="44" name="Shape 42"/>
          <p:cNvSpPr/>
          <p:nvPr/>
        </p:nvSpPr>
        <p:spPr>
          <a:xfrm>
            <a:off x="5690359" y="9580836"/>
            <a:ext cx="78828" cy="78828"/>
          </a:xfrm>
          <a:prstGeom prst="ellipse">
            <a:avLst/>
          </a:prstGeom>
          <a:solidFill>
            <a:srgbClr val="14161C">
              <a:alpha val="28000"/>
            </a:srgbClr>
          </a:solidFill>
          <a:ln/>
        </p:spPr>
      </p:sp>
      <p:sp>
        <p:nvSpPr>
          <p:cNvPr id="45" name="Shape 43"/>
          <p:cNvSpPr/>
          <p:nvPr/>
        </p:nvSpPr>
        <p:spPr>
          <a:xfrm>
            <a:off x="5848014" y="9580836"/>
            <a:ext cx="78828" cy="78828"/>
          </a:xfrm>
          <a:prstGeom prst="ellipse">
            <a:avLst/>
          </a:prstGeom>
          <a:solidFill>
            <a:srgbClr val="14161C">
              <a:alpha val="28000"/>
            </a:srgbClr>
          </a:solidFill>
          <a:ln/>
        </p:spPr>
      </p:sp>
      <p:sp>
        <p:nvSpPr>
          <p:cNvPr id="46" name="Shape 44"/>
          <p:cNvSpPr/>
          <p:nvPr/>
        </p:nvSpPr>
        <p:spPr>
          <a:xfrm>
            <a:off x="6005669" y="9580836"/>
            <a:ext cx="78828" cy="78828"/>
          </a:xfrm>
          <a:prstGeom prst="ellipse">
            <a:avLst/>
          </a:prstGeom>
          <a:solidFill>
            <a:srgbClr val="14161C">
              <a:alpha val="28000"/>
            </a:srgbClr>
          </a:solidFill>
          <a:ln/>
        </p:spPr>
      </p:sp>
      <p:sp>
        <p:nvSpPr>
          <p:cNvPr id="47" name="Shape 45"/>
          <p:cNvSpPr/>
          <p:nvPr/>
        </p:nvSpPr>
        <p:spPr>
          <a:xfrm>
            <a:off x="6163324" y="9580836"/>
            <a:ext cx="78828" cy="78828"/>
          </a:xfrm>
          <a:prstGeom prst="ellipse">
            <a:avLst/>
          </a:prstGeom>
          <a:solidFill>
            <a:srgbClr val="14161C">
              <a:alpha val="28000"/>
            </a:srgbClr>
          </a:solidFill>
          <a:ln/>
        </p:spPr>
      </p:sp>
      <p:sp>
        <p:nvSpPr>
          <p:cNvPr id="48" name="Shape 46"/>
          <p:cNvSpPr/>
          <p:nvPr/>
        </p:nvSpPr>
        <p:spPr>
          <a:xfrm>
            <a:off x="6320979" y="9580836"/>
            <a:ext cx="78828" cy="78828"/>
          </a:xfrm>
          <a:prstGeom prst="ellipse">
            <a:avLst/>
          </a:prstGeom>
          <a:solidFill>
            <a:srgbClr val="14161C">
              <a:alpha val="28000"/>
            </a:srgbClr>
          </a:solidFill>
          <a:ln/>
        </p:spPr>
      </p:sp>
      <p:sp>
        <p:nvSpPr>
          <p:cNvPr id="49" name="Shape 47"/>
          <p:cNvSpPr/>
          <p:nvPr/>
        </p:nvSpPr>
        <p:spPr>
          <a:xfrm>
            <a:off x="6478634" y="9580836"/>
            <a:ext cx="78828" cy="78828"/>
          </a:xfrm>
          <a:prstGeom prst="ellipse">
            <a:avLst/>
          </a:prstGeom>
          <a:solidFill>
            <a:srgbClr val="14161C">
              <a:alpha val="28000"/>
            </a:srgbClr>
          </a:solidFill>
          <a:ln/>
        </p:spPr>
      </p:sp>
      <p:sp>
        <p:nvSpPr>
          <p:cNvPr id="50" name="Shape 48"/>
          <p:cNvSpPr/>
          <p:nvPr/>
        </p:nvSpPr>
        <p:spPr>
          <a:xfrm>
            <a:off x="6636289" y="9580836"/>
            <a:ext cx="78828" cy="78828"/>
          </a:xfrm>
          <a:prstGeom prst="ellipse">
            <a:avLst/>
          </a:prstGeom>
          <a:solidFill>
            <a:srgbClr val="14161C">
              <a:alpha val="28000"/>
            </a:srgbClr>
          </a:solidFill>
          <a:ln/>
        </p:spPr>
      </p:sp>
      <p:sp>
        <p:nvSpPr>
          <p:cNvPr id="51" name="Shape 49"/>
          <p:cNvSpPr/>
          <p:nvPr/>
        </p:nvSpPr>
        <p:spPr>
          <a:xfrm>
            <a:off x="6793944" y="9580836"/>
            <a:ext cx="78828" cy="78828"/>
          </a:xfrm>
          <a:prstGeom prst="ellipse">
            <a:avLst/>
          </a:prstGeom>
          <a:solidFill>
            <a:srgbClr val="14161C">
              <a:alpha val="28000"/>
            </a:srgbClr>
          </a:solidFill>
          <a:ln/>
        </p:spPr>
      </p:sp>
      <p:sp>
        <p:nvSpPr>
          <p:cNvPr id="52" name="Shape 50"/>
          <p:cNvSpPr/>
          <p:nvPr/>
        </p:nvSpPr>
        <p:spPr>
          <a:xfrm>
            <a:off x="6951599" y="9580836"/>
            <a:ext cx="78828" cy="78828"/>
          </a:xfrm>
          <a:prstGeom prst="ellipse">
            <a:avLst/>
          </a:prstGeom>
          <a:solidFill>
            <a:srgbClr val="14161C">
              <a:alpha val="28000"/>
            </a:srgbClr>
          </a:solidFill>
          <a:ln/>
        </p:spPr>
      </p:sp>
      <p:sp>
        <p:nvSpPr>
          <p:cNvPr id="53" name="Shape 51"/>
          <p:cNvSpPr/>
          <p:nvPr/>
        </p:nvSpPr>
        <p:spPr>
          <a:xfrm>
            <a:off x="7109254" y="9580836"/>
            <a:ext cx="78828" cy="78828"/>
          </a:xfrm>
          <a:prstGeom prst="ellipse">
            <a:avLst/>
          </a:prstGeom>
          <a:solidFill>
            <a:srgbClr val="14161C">
              <a:alpha val="28000"/>
            </a:srgbClr>
          </a:solidFill>
          <a:ln/>
        </p:spPr>
      </p:sp>
      <p:sp>
        <p:nvSpPr>
          <p:cNvPr id="54" name="Shape 52"/>
          <p:cNvSpPr/>
          <p:nvPr/>
        </p:nvSpPr>
        <p:spPr>
          <a:xfrm>
            <a:off x="7266909" y="9580836"/>
            <a:ext cx="78828" cy="78828"/>
          </a:xfrm>
          <a:prstGeom prst="ellipse">
            <a:avLst/>
          </a:prstGeom>
          <a:solidFill>
            <a:srgbClr val="14161C">
              <a:alpha val="28000"/>
            </a:srgbClr>
          </a:solidFill>
          <a:ln/>
        </p:spPr>
      </p:sp>
      <p:sp>
        <p:nvSpPr>
          <p:cNvPr id="55" name="Shape 53"/>
          <p:cNvSpPr/>
          <p:nvPr/>
        </p:nvSpPr>
        <p:spPr>
          <a:xfrm>
            <a:off x="7424564" y="9580836"/>
            <a:ext cx="78828" cy="78828"/>
          </a:xfrm>
          <a:prstGeom prst="ellipse">
            <a:avLst/>
          </a:prstGeom>
          <a:solidFill>
            <a:srgbClr val="14161C">
              <a:alpha val="28000"/>
            </a:srgbClr>
          </a:solidFill>
          <a:ln/>
        </p:spPr>
      </p:sp>
      <p:sp>
        <p:nvSpPr>
          <p:cNvPr id="56" name="Shape 54"/>
          <p:cNvSpPr/>
          <p:nvPr/>
        </p:nvSpPr>
        <p:spPr>
          <a:xfrm>
            <a:off x="7582219" y="9580836"/>
            <a:ext cx="78828" cy="78828"/>
          </a:xfrm>
          <a:prstGeom prst="ellipse">
            <a:avLst/>
          </a:prstGeom>
          <a:solidFill>
            <a:srgbClr val="14161C">
              <a:alpha val="28000"/>
            </a:srgbClr>
          </a:solidFill>
          <a:ln/>
        </p:spPr>
      </p:sp>
      <p:sp>
        <p:nvSpPr>
          <p:cNvPr id="57" name="Shape 55"/>
          <p:cNvSpPr/>
          <p:nvPr/>
        </p:nvSpPr>
        <p:spPr>
          <a:xfrm>
            <a:off x="7739874" y="9580836"/>
            <a:ext cx="78828" cy="78828"/>
          </a:xfrm>
          <a:prstGeom prst="ellipse">
            <a:avLst/>
          </a:prstGeom>
          <a:solidFill>
            <a:srgbClr val="14161C">
              <a:alpha val="28000"/>
            </a:srgbClr>
          </a:solidFill>
          <a:ln/>
        </p:spPr>
      </p:sp>
      <p:sp>
        <p:nvSpPr>
          <p:cNvPr id="58" name="Shape 56"/>
          <p:cNvSpPr/>
          <p:nvPr/>
        </p:nvSpPr>
        <p:spPr>
          <a:xfrm>
            <a:off x="7897529" y="9580836"/>
            <a:ext cx="78828" cy="78828"/>
          </a:xfrm>
          <a:prstGeom prst="ellipse">
            <a:avLst/>
          </a:prstGeom>
          <a:solidFill>
            <a:srgbClr val="14161C">
              <a:alpha val="28000"/>
            </a:srgbClr>
          </a:solidFill>
          <a:ln/>
        </p:spPr>
      </p:sp>
      <p:sp>
        <p:nvSpPr>
          <p:cNvPr id="59" name="Shape 57"/>
          <p:cNvSpPr/>
          <p:nvPr/>
        </p:nvSpPr>
        <p:spPr>
          <a:xfrm>
            <a:off x="8055184" y="9580836"/>
            <a:ext cx="78828" cy="78828"/>
          </a:xfrm>
          <a:prstGeom prst="ellipse">
            <a:avLst/>
          </a:prstGeom>
          <a:solidFill>
            <a:srgbClr val="14161C">
              <a:alpha val="28000"/>
            </a:srgbClr>
          </a:solidFill>
          <a:ln/>
        </p:spPr>
      </p:sp>
      <p:sp>
        <p:nvSpPr>
          <p:cNvPr id="60" name="Shape 58"/>
          <p:cNvSpPr/>
          <p:nvPr/>
        </p:nvSpPr>
        <p:spPr>
          <a:xfrm>
            <a:off x="8212839" y="9580836"/>
            <a:ext cx="78828" cy="78828"/>
          </a:xfrm>
          <a:prstGeom prst="ellipse">
            <a:avLst/>
          </a:prstGeom>
          <a:solidFill>
            <a:srgbClr val="14161C">
              <a:alpha val="28000"/>
            </a:srgbClr>
          </a:solidFill>
          <a:ln/>
        </p:spPr>
      </p:sp>
      <p:sp>
        <p:nvSpPr>
          <p:cNvPr id="61" name="Shape 59"/>
          <p:cNvSpPr/>
          <p:nvPr/>
        </p:nvSpPr>
        <p:spPr>
          <a:xfrm>
            <a:off x="8357356" y="9567698"/>
            <a:ext cx="105103" cy="105103"/>
          </a:xfrm>
          <a:prstGeom prst="ellipse">
            <a:avLst/>
          </a:prstGeom>
          <a:solidFill>
            <a:srgbClr val="E8472B"/>
          </a:solidFill>
          <a:ln/>
        </p:spPr>
      </p:sp>
      <p:sp>
        <p:nvSpPr>
          <p:cNvPr id="62" name="Shape 60"/>
          <p:cNvSpPr/>
          <p:nvPr/>
        </p:nvSpPr>
        <p:spPr>
          <a:xfrm>
            <a:off x="8528148" y="9580836"/>
            <a:ext cx="78828" cy="78828"/>
          </a:xfrm>
          <a:prstGeom prst="ellipse">
            <a:avLst/>
          </a:prstGeom>
          <a:solidFill>
            <a:srgbClr val="14161C">
              <a:alpha val="28000"/>
            </a:srgbClr>
          </a:solidFill>
          <a:ln/>
        </p:spPr>
      </p:sp>
      <p:sp>
        <p:nvSpPr>
          <p:cNvPr id="63" name="Shape 61"/>
          <p:cNvSpPr/>
          <p:nvPr/>
        </p:nvSpPr>
        <p:spPr>
          <a:xfrm>
            <a:off x="8685803" y="9580836"/>
            <a:ext cx="78828" cy="78828"/>
          </a:xfrm>
          <a:prstGeom prst="ellipse">
            <a:avLst/>
          </a:prstGeom>
          <a:solidFill>
            <a:srgbClr val="14161C">
              <a:alpha val="28000"/>
            </a:srgbClr>
          </a:solidFill>
          <a:ln/>
        </p:spPr>
      </p:sp>
      <p:sp>
        <p:nvSpPr>
          <p:cNvPr id="64" name="Shape 62"/>
          <p:cNvSpPr/>
          <p:nvPr/>
        </p:nvSpPr>
        <p:spPr>
          <a:xfrm>
            <a:off x="8843458" y="9580836"/>
            <a:ext cx="78828" cy="78828"/>
          </a:xfrm>
          <a:prstGeom prst="ellipse">
            <a:avLst/>
          </a:prstGeom>
          <a:solidFill>
            <a:srgbClr val="14161C">
              <a:alpha val="28000"/>
            </a:srgbClr>
          </a:solidFill>
          <a:ln/>
        </p:spPr>
      </p:sp>
      <p:sp>
        <p:nvSpPr>
          <p:cNvPr id="65" name="Shape 63"/>
          <p:cNvSpPr/>
          <p:nvPr/>
        </p:nvSpPr>
        <p:spPr>
          <a:xfrm>
            <a:off x="9001113" y="9580836"/>
            <a:ext cx="78828" cy="78828"/>
          </a:xfrm>
          <a:prstGeom prst="ellipse">
            <a:avLst/>
          </a:prstGeom>
          <a:solidFill>
            <a:srgbClr val="14161C">
              <a:alpha val="28000"/>
            </a:srgbClr>
          </a:solidFill>
          <a:ln/>
        </p:spPr>
      </p:sp>
      <p:sp>
        <p:nvSpPr>
          <p:cNvPr id="66" name="Shape 64"/>
          <p:cNvSpPr/>
          <p:nvPr/>
        </p:nvSpPr>
        <p:spPr>
          <a:xfrm>
            <a:off x="9158768" y="9580836"/>
            <a:ext cx="78828" cy="78828"/>
          </a:xfrm>
          <a:prstGeom prst="ellipse">
            <a:avLst/>
          </a:prstGeom>
          <a:solidFill>
            <a:srgbClr val="14161C">
              <a:alpha val="28000"/>
            </a:srgbClr>
          </a:solidFill>
          <a:ln/>
        </p:spPr>
      </p:sp>
      <p:sp>
        <p:nvSpPr>
          <p:cNvPr id="67" name="Shape 65"/>
          <p:cNvSpPr/>
          <p:nvPr/>
        </p:nvSpPr>
        <p:spPr>
          <a:xfrm>
            <a:off x="9316423" y="9580836"/>
            <a:ext cx="78828" cy="78828"/>
          </a:xfrm>
          <a:prstGeom prst="ellipse">
            <a:avLst/>
          </a:prstGeom>
          <a:solidFill>
            <a:srgbClr val="14161C">
              <a:alpha val="28000"/>
            </a:srgbClr>
          </a:solidFill>
          <a:ln/>
        </p:spPr>
      </p:sp>
      <p:sp>
        <p:nvSpPr>
          <p:cNvPr id="68" name="Shape 66"/>
          <p:cNvSpPr/>
          <p:nvPr/>
        </p:nvSpPr>
        <p:spPr>
          <a:xfrm>
            <a:off x="9474078" y="9580836"/>
            <a:ext cx="78828" cy="78828"/>
          </a:xfrm>
          <a:prstGeom prst="ellipse">
            <a:avLst/>
          </a:prstGeom>
          <a:solidFill>
            <a:srgbClr val="14161C">
              <a:alpha val="28000"/>
            </a:srgbClr>
          </a:solidFill>
          <a:ln/>
        </p:spPr>
      </p:sp>
      <p:sp>
        <p:nvSpPr>
          <p:cNvPr id="69" name="Shape 67"/>
          <p:cNvSpPr/>
          <p:nvPr/>
        </p:nvSpPr>
        <p:spPr>
          <a:xfrm>
            <a:off x="9631733" y="9580836"/>
            <a:ext cx="78828" cy="78828"/>
          </a:xfrm>
          <a:prstGeom prst="ellipse">
            <a:avLst/>
          </a:prstGeom>
          <a:solidFill>
            <a:srgbClr val="14161C">
              <a:alpha val="28000"/>
            </a:srgbClr>
          </a:solidFill>
          <a:ln/>
        </p:spPr>
      </p:sp>
      <p:sp>
        <p:nvSpPr>
          <p:cNvPr id="70" name="Shape 68"/>
          <p:cNvSpPr/>
          <p:nvPr/>
        </p:nvSpPr>
        <p:spPr>
          <a:xfrm>
            <a:off x="9789388" y="9580836"/>
            <a:ext cx="78828" cy="78828"/>
          </a:xfrm>
          <a:prstGeom prst="ellipse">
            <a:avLst/>
          </a:prstGeom>
          <a:solidFill>
            <a:srgbClr val="14161C">
              <a:alpha val="28000"/>
            </a:srgbClr>
          </a:solidFill>
          <a:ln/>
        </p:spPr>
      </p:sp>
      <p:sp>
        <p:nvSpPr>
          <p:cNvPr id="71" name="Shape 69"/>
          <p:cNvSpPr/>
          <p:nvPr/>
        </p:nvSpPr>
        <p:spPr>
          <a:xfrm>
            <a:off x="9947043" y="9580836"/>
            <a:ext cx="78828" cy="78828"/>
          </a:xfrm>
          <a:prstGeom prst="ellipse">
            <a:avLst/>
          </a:prstGeom>
          <a:solidFill>
            <a:srgbClr val="14161C">
              <a:alpha val="28000"/>
            </a:srgbClr>
          </a:solidFill>
          <a:ln/>
        </p:spPr>
      </p:sp>
      <p:sp>
        <p:nvSpPr>
          <p:cNvPr id="72" name="Text 70"/>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48/58</a:t>
            </a:r>
            <a:endParaRPr lang="en-US" sz="1800" dirty="0"/>
          </a:p>
        </p:txBody>
      </p:sp>
      <p:sp>
        <p:nvSpPr>
          <p:cNvPr id="73" name="Shape 71"/>
          <p:cNvSpPr/>
          <p:nvPr/>
        </p:nvSpPr>
        <p:spPr>
          <a:xfrm>
            <a:off x="15983712" y="9076331"/>
            <a:ext cx="1645920" cy="552301"/>
          </a:xfrm>
          <a:prstGeom prst="roundRect">
            <a:avLst>
              <a:gd name="adj" fmla="val 28000"/>
            </a:avLst>
          </a:prstGeom>
          <a:solidFill>
            <a:srgbClr val="FFFFFF">
              <a:alpha val="82000"/>
            </a:srgbClr>
          </a:solidFill>
          <a:ln/>
        </p:spPr>
      </p:sp>
      <p:pic>
        <p:nvPicPr>
          <p:cNvPr id="74" name="Moda image moda-export-watermark-4a7033d6-818a-468f-ac4f-1ab5d06e2ce5"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F3EEE3"/>
                </a:solidFill>
                <a:latin typeface="Noto Sans JP ExtraBold" pitchFamily="34" charset="0"/>
                <a:ea typeface="Noto Sans JP ExtraBold" pitchFamily="34" charset="-122"/>
                <a:cs typeface="Noto Sans JP ExtraBold" pitchFamily="34" charset="-120"/>
              </a:rPr>
              <a:t>温度に 関わる 現場の 不具合</a:t>
            </a:r>
            <a:endParaRPr lang="en-US" sz="5700" dirty="0"/>
          </a:p>
        </p:txBody>
      </p:sp>
      <p:sp>
        <p:nvSpPr>
          <p:cNvPr id="3" name="Shape 1"/>
          <p:cNvSpPr/>
          <p:nvPr/>
        </p:nvSpPr>
        <p:spPr>
          <a:xfrm>
            <a:off x="914400" y="3048000"/>
            <a:ext cx="3857625" cy="4953000"/>
          </a:xfrm>
          <a:prstGeom prst="roundRect">
            <a:avLst>
              <a:gd name="adj" fmla="val 6914"/>
            </a:avLst>
          </a:prstGeom>
          <a:solidFill>
            <a:srgbClr val="1E212B"/>
          </a:solidFill>
          <a:ln/>
        </p:spPr>
      </p:sp>
      <p:sp>
        <p:nvSpPr>
          <p:cNvPr id="4" name="Shape 2"/>
          <p:cNvSpPr/>
          <p:nvPr/>
        </p:nvSpPr>
        <p:spPr>
          <a:xfrm>
            <a:off x="914400" y="3048000"/>
            <a:ext cx="3857625" cy="152400"/>
          </a:xfrm>
          <a:prstGeom prst="roundRect">
            <a:avLst>
              <a:gd name="adj" fmla="val 50000"/>
            </a:avLst>
          </a:prstGeom>
          <a:solidFill>
            <a:srgbClr val="3DD6A0"/>
          </a:solidFill>
          <a:ln/>
        </p:spPr>
      </p:sp>
      <p:sp>
        <p:nvSpPr>
          <p:cNvPr id="5" name="Text 3"/>
          <p:cNvSpPr/>
          <p:nvPr/>
        </p:nvSpPr>
        <p:spPr>
          <a:xfrm>
            <a:off x="1295400" y="3543300"/>
            <a:ext cx="3095625" cy="1238250"/>
          </a:xfrm>
          <a:prstGeom prst="rect">
            <a:avLst/>
          </a:prstGeom>
          <a:noFill/>
          <a:ln/>
        </p:spPr>
        <p:txBody>
          <a:bodyPr wrap="square" lIns="0" tIns="0" rIns="0" bIns="0" rtlCol="0" anchor="ctr"/>
          <a:lstStyle/>
          <a:p>
            <a:pPr algn="l" indent="0" marL="0">
              <a:buNone/>
            </a:pPr>
            <a:r>
              <a:rPr lang="en-US" sz="7200" dirty="0" kern="0">
                <a:solidFill>
                  <a:srgbClr val="3DD6A0"/>
                </a:solidFill>
                <a:latin typeface="Noto Sans JP ExtraBold" pitchFamily="34" charset="0"/>
                <a:ea typeface="Noto Sans JP ExtraBold" pitchFamily="34" charset="-122"/>
                <a:cs typeface="Noto Sans JP ExtraBold" pitchFamily="34" charset="-120"/>
              </a:rPr>
              <a:t>01</a:t>
            </a:r>
            <a:endParaRPr lang="en-US" sz="7200" dirty="0"/>
          </a:p>
        </p:txBody>
      </p:sp>
      <p:sp>
        <p:nvSpPr>
          <p:cNvPr id="6" name="Text 4"/>
          <p:cNvSpPr/>
          <p:nvPr/>
        </p:nvSpPr>
        <p:spPr>
          <a:xfrm>
            <a:off x="1295400" y="4857750"/>
            <a:ext cx="3095625" cy="1047750"/>
          </a:xfrm>
          <a:prstGeom prst="rect">
            <a:avLst/>
          </a:prstGeom>
          <a:noFill/>
          <a:ln/>
        </p:spPr>
        <p:txBody>
          <a:bodyPr wrap="square" lIns="0" tIns="0" rIns="0" bIns="0" rtlCol="0" anchor="t"/>
          <a:lstStyle/>
          <a:p>
            <a:pPr algn="l" indent="0" marL="0">
              <a:buNone/>
            </a:pPr>
            <a:r>
              <a:rPr lang="en-US" sz="2700" b="1" dirty="0" kern="0">
                <a:solidFill>
                  <a:srgbClr val="F3EEE3"/>
                </a:solidFill>
                <a:latin typeface="Noto Sans JP" pitchFamily="34" charset="0"/>
                <a:ea typeface="Noto Sans JP" pitchFamily="34" charset="-122"/>
                <a:cs typeface="Noto Sans JP" pitchFamily="34" charset="-120"/>
              </a:rPr>
              <a:t>凍結</a:t>
            </a:r>
            <a:endParaRPr lang="en-US" sz="2700" dirty="0"/>
          </a:p>
        </p:txBody>
      </p:sp>
      <p:sp>
        <p:nvSpPr>
          <p:cNvPr id="7" name="Text 5"/>
          <p:cNvSpPr/>
          <p:nvPr/>
        </p:nvSpPr>
        <p:spPr>
          <a:xfrm>
            <a:off x="1295400"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9AA0B5"/>
                </a:solidFill>
                <a:latin typeface="Noto Sans JP" pitchFamily="34" charset="0"/>
                <a:ea typeface="Noto Sans JP" pitchFamily="34" charset="-122"/>
                <a:cs typeface="Noto Sans JP" pitchFamily="34" charset="-120"/>
              </a:rPr>
              <a:t>噴射できない。 凍結対策がなければ</a:t>
            </a:r>
            <a:r>
              <a:rPr lang="en-US" sz="2550" dirty="0" spc="-2" kern="0">
                <a:solidFill>
                  <a:srgbClr val="9AA0B5"/>
                </a:solidFill>
                <a:latin typeface="Noto Sans JP" pitchFamily="34" charset="0"/>
                <a:ea typeface="Noto Sans JP" pitchFamily="34" charset="-122"/>
                <a:cs typeface="Noto Sans JP" pitchFamily="34" charset="-120"/>
              </a:rPr>
              <a:t> 部品が</a:t>
            </a:r>
            <a:r>
              <a:rPr lang="en-US" sz="2550" dirty="0" spc="0" kern="0">
                <a:solidFill>
                  <a:srgbClr val="9AA0B5"/>
                </a:solidFill>
                <a:latin typeface="Noto Sans JP" pitchFamily="34" charset="0"/>
                <a:ea typeface="Noto Sans JP" pitchFamily="34" charset="-122"/>
                <a:cs typeface="Noto Sans JP" pitchFamily="34" charset="-120"/>
              </a:rPr>
              <a:t> 壊れる[S13]</a:t>
            </a:r>
            <a:endParaRPr lang="en-US" sz="2550" dirty="0"/>
          </a:p>
        </p:txBody>
      </p:sp>
      <p:sp>
        <p:nvSpPr>
          <p:cNvPr id="8" name="Shape 6"/>
          <p:cNvSpPr/>
          <p:nvPr/>
        </p:nvSpPr>
        <p:spPr>
          <a:xfrm>
            <a:off x="5114925" y="3048000"/>
            <a:ext cx="3857625" cy="4953000"/>
          </a:xfrm>
          <a:prstGeom prst="roundRect">
            <a:avLst>
              <a:gd name="adj" fmla="val 6914"/>
            </a:avLst>
          </a:prstGeom>
          <a:solidFill>
            <a:srgbClr val="1E212B"/>
          </a:solidFill>
          <a:ln/>
        </p:spPr>
      </p:sp>
      <p:sp>
        <p:nvSpPr>
          <p:cNvPr id="9" name="Shape 7"/>
          <p:cNvSpPr/>
          <p:nvPr/>
        </p:nvSpPr>
        <p:spPr>
          <a:xfrm>
            <a:off x="5114925" y="3048000"/>
            <a:ext cx="3857625" cy="152400"/>
          </a:xfrm>
          <a:prstGeom prst="roundRect">
            <a:avLst>
              <a:gd name="adj" fmla="val 50000"/>
            </a:avLst>
          </a:prstGeom>
          <a:solidFill>
            <a:srgbClr val="FF6A4D"/>
          </a:solidFill>
          <a:ln/>
        </p:spPr>
      </p:sp>
      <p:sp>
        <p:nvSpPr>
          <p:cNvPr id="10" name="Text 8"/>
          <p:cNvSpPr/>
          <p:nvPr/>
        </p:nvSpPr>
        <p:spPr>
          <a:xfrm>
            <a:off x="5495925" y="3543300"/>
            <a:ext cx="3095625" cy="1238250"/>
          </a:xfrm>
          <a:prstGeom prst="rect">
            <a:avLst/>
          </a:prstGeom>
          <a:noFill/>
          <a:ln/>
        </p:spPr>
        <p:txBody>
          <a:bodyPr wrap="square" lIns="0" tIns="0" rIns="0" bIns="0" rtlCol="0" anchor="ctr"/>
          <a:lstStyle/>
          <a:p>
            <a:pPr algn="l" indent="0" marL="0">
              <a:buNone/>
            </a:pPr>
            <a:r>
              <a:rPr lang="en-US" sz="7200" dirty="0" kern="0">
                <a:solidFill>
                  <a:srgbClr val="FF6A4D"/>
                </a:solidFill>
                <a:latin typeface="Noto Sans JP ExtraBold" pitchFamily="34" charset="0"/>
                <a:ea typeface="Noto Sans JP ExtraBold" pitchFamily="34" charset="-122"/>
                <a:cs typeface="Noto Sans JP ExtraBold" pitchFamily="34" charset="-120"/>
              </a:rPr>
              <a:t>02</a:t>
            </a:r>
            <a:endParaRPr lang="en-US" sz="7200" dirty="0"/>
          </a:p>
        </p:txBody>
      </p:sp>
      <p:sp>
        <p:nvSpPr>
          <p:cNvPr id="11" name="Text 9"/>
          <p:cNvSpPr/>
          <p:nvPr/>
        </p:nvSpPr>
        <p:spPr>
          <a:xfrm>
            <a:off x="5495925" y="4857750"/>
            <a:ext cx="3095625" cy="1047750"/>
          </a:xfrm>
          <a:prstGeom prst="rect">
            <a:avLst/>
          </a:prstGeom>
          <a:noFill/>
          <a:ln/>
        </p:spPr>
        <p:txBody>
          <a:bodyPr wrap="square" lIns="0" tIns="0" rIns="0" bIns="0" rtlCol="0" anchor="t"/>
          <a:lstStyle/>
          <a:p>
            <a:pPr algn="l" indent="0" marL="0">
              <a:buNone/>
            </a:pPr>
            <a:r>
              <a:rPr lang="en-US" sz="2700" b="1" dirty="0" kern="0">
                <a:solidFill>
                  <a:srgbClr val="F3EEE3"/>
                </a:solidFill>
                <a:latin typeface="Noto Sans JP" pitchFamily="34" charset="0"/>
                <a:ea typeface="Noto Sans JP" pitchFamily="34" charset="-122"/>
                <a:cs typeface="Noto Sans JP" pitchFamily="34" charset="-120"/>
              </a:rPr>
              <a:t>堆積物と 詰まり</a:t>
            </a:r>
            <a:endParaRPr lang="en-US" sz="2700" dirty="0"/>
          </a:p>
        </p:txBody>
      </p:sp>
      <p:sp>
        <p:nvSpPr>
          <p:cNvPr id="12" name="Text 10"/>
          <p:cNvSpPr/>
          <p:nvPr/>
        </p:nvSpPr>
        <p:spPr>
          <a:xfrm>
            <a:off x="5495925" y="6000750"/>
            <a:ext cx="3095625" cy="1905000"/>
          </a:xfrm>
          <a:prstGeom prst="rect">
            <a:avLst/>
          </a:prstGeom>
          <a:noFill/>
          <a:ln/>
        </p:spPr>
        <p:txBody>
          <a:bodyPr wrap="square" lIns="0" tIns="31718" rIns="0" bIns="-31718" rtlCol="0" anchor="t"/>
          <a:lstStyle/>
          <a:p>
            <a:pPr algn="l" indent="0" marL="0">
              <a:lnSpc>
                <a:spcPts val="2925"/>
              </a:lnSpc>
              <a:buNone/>
            </a:pPr>
            <a:r>
              <a:rPr lang="en-US" sz="2250" dirty="0" spc="-4" kern="0">
                <a:solidFill>
                  <a:srgbClr val="9AA0B5"/>
                </a:solidFill>
                <a:latin typeface="Noto Sans JP" pitchFamily="34" charset="0"/>
                <a:ea typeface="Noto Sans JP" pitchFamily="34" charset="-122"/>
                <a:cs typeface="Noto Sans JP" pitchFamily="34" charset="-120"/>
              </a:rPr>
              <a:t>ミキサー、</a:t>
            </a:r>
            <a:r>
              <a:rPr lang="en-US" sz="2250" dirty="0" spc="0" kern="0">
                <a:solidFill>
                  <a:srgbClr val="9AA0B5"/>
                </a:solidFill>
                <a:latin typeface="Noto Sans JP" pitchFamily="34" charset="0"/>
                <a:ea typeface="Noto Sans JP" pitchFamily="34" charset="-122"/>
                <a:cs typeface="Noto Sans JP" pitchFamily="34" charset="-120"/>
              </a:rPr>
              <a:t> 配管、</a:t>
            </a:r>
            <a:r>
              <a:rPr lang="en-US" sz="2250" dirty="0" spc="1" kern="0">
                <a:solidFill>
                  <a:srgbClr val="9AA0B5"/>
                </a:solidFill>
                <a:latin typeface="Noto Sans JP" pitchFamily="34" charset="0"/>
                <a:ea typeface="Noto Sans JP" pitchFamily="34" charset="-122"/>
                <a:cs typeface="Noto Sans JP" pitchFamily="34" charset="-120"/>
              </a:rPr>
              <a:t> ノズル上の 尿素、</a:t>
            </a:r>
            <a:r>
              <a:rPr lang="en-US" sz="2250" dirty="0" spc="-6" kern="0">
                <a:solidFill>
                  <a:srgbClr val="9AA0B5"/>
                </a:solidFill>
                <a:latin typeface="Noto Sans JP" pitchFamily="34" charset="0"/>
                <a:ea typeface="Noto Sans JP" pitchFamily="34" charset="-122"/>
                <a:cs typeface="Noto Sans JP" pitchFamily="34" charset="-120"/>
              </a:rPr>
              <a:t> ビウレット、</a:t>
            </a:r>
            <a:r>
              <a:rPr lang="en-US" sz="2250" dirty="0" spc="1" kern="0">
                <a:solidFill>
                  <a:srgbClr val="9AA0B5"/>
                </a:solidFill>
                <a:latin typeface="Noto Sans JP" pitchFamily="34" charset="0"/>
                <a:ea typeface="Noto Sans JP" pitchFamily="34" charset="-122"/>
                <a:cs typeface="Noto Sans JP" pitchFamily="34" charset="-120"/>
              </a:rPr>
              <a:t> シアヌル酸、</a:t>
            </a:r>
            <a:r>
              <a:rPr lang="en-US" sz="2250" dirty="0" spc="-16" kern="0">
                <a:solidFill>
                  <a:srgbClr val="9AA0B5"/>
                </a:solidFill>
                <a:latin typeface="Noto Sans JP" pitchFamily="34" charset="0"/>
                <a:ea typeface="Noto Sans JP" pitchFamily="34" charset="-122"/>
                <a:cs typeface="Noto Sans JP" pitchFamily="34" charset="-120"/>
              </a:rPr>
              <a:t> アンメリド[S4]</a:t>
            </a:r>
            <a:endParaRPr lang="en-US" sz="2250" dirty="0"/>
          </a:p>
        </p:txBody>
      </p:sp>
      <p:sp>
        <p:nvSpPr>
          <p:cNvPr id="13" name="Shape 11"/>
          <p:cNvSpPr/>
          <p:nvPr/>
        </p:nvSpPr>
        <p:spPr>
          <a:xfrm>
            <a:off x="9315450" y="3048000"/>
            <a:ext cx="3857625" cy="4953000"/>
          </a:xfrm>
          <a:prstGeom prst="roundRect">
            <a:avLst>
              <a:gd name="adj" fmla="val 6914"/>
            </a:avLst>
          </a:prstGeom>
          <a:solidFill>
            <a:srgbClr val="1E212B"/>
          </a:solidFill>
          <a:ln/>
        </p:spPr>
      </p:sp>
      <p:sp>
        <p:nvSpPr>
          <p:cNvPr id="14" name="Shape 12"/>
          <p:cNvSpPr/>
          <p:nvPr/>
        </p:nvSpPr>
        <p:spPr>
          <a:xfrm>
            <a:off x="9315450" y="3048000"/>
            <a:ext cx="3857625" cy="152400"/>
          </a:xfrm>
          <a:prstGeom prst="roundRect">
            <a:avLst>
              <a:gd name="adj" fmla="val 50000"/>
            </a:avLst>
          </a:prstGeom>
          <a:solidFill>
            <a:srgbClr val="7C93FF"/>
          </a:solidFill>
          <a:ln/>
        </p:spPr>
      </p:sp>
      <p:sp>
        <p:nvSpPr>
          <p:cNvPr id="15" name="Text 13"/>
          <p:cNvSpPr/>
          <p:nvPr/>
        </p:nvSpPr>
        <p:spPr>
          <a:xfrm>
            <a:off x="9696450" y="3543300"/>
            <a:ext cx="3095625" cy="1238250"/>
          </a:xfrm>
          <a:prstGeom prst="rect">
            <a:avLst/>
          </a:prstGeom>
          <a:noFill/>
          <a:ln/>
        </p:spPr>
        <p:txBody>
          <a:bodyPr wrap="square" lIns="0" tIns="0" rIns="0" bIns="0" rtlCol="0" anchor="ctr"/>
          <a:lstStyle/>
          <a:p>
            <a:pPr algn="l" indent="0" marL="0">
              <a:buNone/>
            </a:pPr>
            <a:r>
              <a:rPr lang="en-US" sz="7200" dirty="0" kern="0">
                <a:solidFill>
                  <a:srgbClr val="7C93FF"/>
                </a:solidFill>
                <a:latin typeface="Noto Sans JP ExtraBold" pitchFamily="34" charset="0"/>
                <a:ea typeface="Noto Sans JP ExtraBold" pitchFamily="34" charset="-122"/>
                <a:cs typeface="Noto Sans JP ExtraBold" pitchFamily="34" charset="-120"/>
              </a:rPr>
              <a:t>03</a:t>
            </a:r>
            <a:endParaRPr lang="en-US" sz="7200" dirty="0"/>
          </a:p>
        </p:txBody>
      </p:sp>
      <p:sp>
        <p:nvSpPr>
          <p:cNvPr id="16" name="Text 14"/>
          <p:cNvSpPr/>
          <p:nvPr/>
        </p:nvSpPr>
        <p:spPr>
          <a:xfrm>
            <a:off x="9696450" y="4857750"/>
            <a:ext cx="3095625" cy="1047750"/>
          </a:xfrm>
          <a:prstGeom prst="rect">
            <a:avLst/>
          </a:prstGeom>
          <a:noFill/>
          <a:ln/>
        </p:spPr>
        <p:txBody>
          <a:bodyPr wrap="square" lIns="0" tIns="0" rIns="0" bIns="0" rtlCol="0" anchor="t"/>
          <a:lstStyle/>
          <a:p>
            <a:pPr algn="l" indent="0" marL="0">
              <a:buNone/>
            </a:pPr>
            <a:r>
              <a:rPr lang="en-US" sz="2700" b="1" dirty="0" kern="0">
                <a:solidFill>
                  <a:srgbClr val="F3EEE3"/>
                </a:solidFill>
                <a:latin typeface="Noto Sans JP" pitchFamily="34" charset="0"/>
                <a:ea typeface="Noto Sans JP" pitchFamily="34" charset="-122"/>
                <a:cs typeface="Noto Sans JP" pitchFamily="34" charset="-120"/>
              </a:rPr>
              <a:t>NH3スリップ</a:t>
            </a:r>
            <a:endParaRPr lang="en-US" sz="2700" dirty="0"/>
          </a:p>
        </p:txBody>
      </p:sp>
      <p:sp>
        <p:nvSpPr>
          <p:cNvPr id="17" name="Text 15"/>
          <p:cNvSpPr/>
          <p:nvPr/>
        </p:nvSpPr>
        <p:spPr>
          <a:xfrm>
            <a:off x="9696450"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1" kern="0">
                <a:solidFill>
                  <a:srgbClr val="9AA0B5"/>
                </a:solidFill>
                <a:latin typeface="Noto Sans JP" pitchFamily="34" charset="0"/>
                <a:ea typeface="Noto Sans JP" pitchFamily="34" charset="-122"/>
                <a:cs typeface="Noto Sans JP" pitchFamily="34" charset="-120"/>
              </a:rPr>
              <a:t>上限10</a:t>
            </a:r>
            <a:r>
              <a:rPr lang="en-US" sz="2550" dirty="0" spc="2" kern="0">
                <a:solidFill>
                  <a:srgbClr val="9AA0B5"/>
                </a:solidFill>
                <a:latin typeface="Noto Sans JP" pitchFamily="34" charset="0"/>
                <a:ea typeface="Noto Sans JP" pitchFamily="34" charset="-122"/>
                <a:cs typeface="Noto Sans JP" pitchFamily="34" charset="-120"/>
              </a:rPr>
              <a:t> ppm。</a:t>
            </a:r>
            <a:r>
              <a:rPr lang="en-US" sz="2550" dirty="0" spc="-2" kern="0">
                <a:solidFill>
                  <a:srgbClr val="9AA0B5"/>
                </a:solidFill>
                <a:latin typeface="Noto Sans JP" pitchFamily="34" charset="0"/>
                <a:ea typeface="Noto Sans JP" pitchFamily="34" charset="-122"/>
                <a:cs typeface="Noto Sans JP" pitchFamily="34" charset="-120"/>
              </a:rPr>
              <a:t> 良い</a:t>
            </a:r>
            <a:r>
              <a:rPr lang="en-US" sz="2550" dirty="0" spc="-4" kern="0">
                <a:solidFill>
                  <a:srgbClr val="9AA0B5"/>
                </a:solidFill>
                <a:latin typeface="Noto Sans JP" pitchFamily="34" charset="0"/>
                <a:ea typeface="Noto Sans JP" pitchFamily="34" charset="-122"/>
                <a:cs typeface="Noto Sans JP" pitchFamily="34" charset="-120"/>
              </a:rPr>
              <a:t> NH3/NOx比は</a:t>
            </a:r>
            <a:r>
              <a:rPr lang="en-US" sz="2550" dirty="0" spc="0" kern="0">
                <a:solidFill>
                  <a:srgbClr val="9AA0B5"/>
                </a:solidFill>
                <a:latin typeface="Noto Sans JP" pitchFamily="34" charset="0"/>
                <a:ea typeface="Noto Sans JP" pitchFamily="34" charset="-122"/>
                <a:cs typeface="Noto Sans JP" pitchFamily="34" charset="-120"/>
              </a:rPr>
              <a:t> 0.9〜1[S14]</a:t>
            </a:r>
            <a:endParaRPr lang="en-US" sz="2550" dirty="0"/>
          </a:p>
        </p:txBody>
      </p:sp>
      <p:sp>
        <p:nvSpPr>
          <p:cNvPr id="18" name="Shape 16"/>
          <p:cNvSpPr/>
          <p:nvPr/>
        </p:nvSpPr>
        <p:spPr>
          <a:xfrm>
            <a:off x="13515975" y="3048000"/>
            <a:ext cx="3857625" cy="4953000"/>
          </a:xfrm>
          <a:prstGeom prst="roundRect">
            <a:avLst>
              <a:gd name="adj" fmla="val 6914"/>
            </a:avLst>
          </a:prstGeom>
          <a:solidFill>
            <a:srgbClr val="1E212B"/>
          </a:solidFill>
          <a:ln/>
        </p:spPr>
      </p:sp>
      <p:sp>
        <p:nvSpPr>
          <p:cNvPr id="19" name="Shape 17"/>
          <p:cNvSpPr/>
          <p:nvPr/>
        </p:nvSpPr>
        <p:spPr>
          <a:xfrm>
            <a:off x="13515975" y="3048000"/>
            <a:ext cx="3857625" cy="152400"/>
          </a:xfrm>
          <a:prstGeom prst="roundRect">
            <a:avLst>
              <a:gd name="adj" fmla="val 50000"/>
            </a:avLst>
          </a:prstGeom>
          <a:solidFill>
            <a:srgbClr val="FFB454"/>
          </a:solidFill>
          <a:ln/>
        </p:spPr>
      </p:sp>
      <p:sp>
        <p:nvSpPr>
          <p:cNvPr id="20" name="Text 18"/>
          <p:cNvSpPr/>
          <p:nvPr/>
        </p:nvSpPr>
        <p:spPr>
          <a:xfrm>
            <a:off x="13896975" y="3543300"/>
            <a:ext cx="3095625" cy="1238250"/>
          </a:xfrm>
          <a:prstGeom prst="rect">
            <a:avLst/>
          </a:prstGeom>
          <a:noFill/>
          <a:ln/>
        </p:spPr>
        <p:txBody>
          <a:bodyPr wrap="square" lIns="0" tIns="0" rIns="0" bIns="0" rtlCol="0" anchor="ctr"/>
          <a:lstStyle/>
          <a:p>
            <a:pPr algn="l" indent="0" marL="0">
              <a:buNone/>
            </a:pPr>
            <a:r>
              <a:rPr lang="en-US" sz="7200" dirty="0" kern="0">
                <a:solidFill>
                  <a:srgbClr val="FFB454"/>
                </a:solidFill>
                <a:latin typeface="Noto Sans JP ExtraBold" pitchFamily="34" charset="0"/>
                <a:ea typeface="Noto Sans JP ExtraBold" pitchFamily="34" charset="-122"/>
                <a:cs typeface="Noto Sans JP ExtraBold" pitchFamily="34" charset="-120"/>
              </a:rPr>
              <a:t>04</a:t>
            </a:r>
            <a:endParaRPr lang="en-US" sz="7200" dirty="0"/>
          </a:p>
        </p:txBody>
      </p:sp>
      <p:sp>
        <p:nvSpPr>
          <p:cNvPr id="21" name="Text 19"/>
          <p:cNvSpPr/>
          <p:nvPr/>
        </p:nvSpPr>
        <p:spPr>
          <a:xfrm>
            <a:off x="13896975" y="4857750"/>
            <a:ext cx="3095625" cy="1047750"/>
          </a:xfrm>
          <a:prstGeom prst="rect">
            <a:avLst/>
          </a:prstGeom>
          <a:noFill/>
          <a:ln/>
        </p:spPr>
        <p:txBody>
          <a:bodyPr wrap="square" lIns="0" tIns="0" rIns="0" bIns="0" rtlCol="0" anchor="t"/>
          <a:lstStyle/>
          <a:p>
            <a:pPr algn="l" indent="0" marL="0">
              <a:buNone/>
            </a:pPr>
            <a:r>
              <a:rPr lang="en-US" sz="2700" b="1" dirty="0" kern="0">
                <a:solidFill>
                  <a:srgbClr val="F3EEE3"/>
                </a:solidFill>
                <a:latin typeface="Noto Sans JP" pitchFamily="34" charset="0"/>
                <a:ea typeface="Noto Sans JP" pitchFamily="34" charset="-122"/>
                <a:cs typeface="Noto Sans JP" pitchFamily="34" charset="-120"/>
              </a:rPr>
              <a:t>タンクの 過熱</a:t>
            </a:r>
            <a:endParaRPr lang="en-US" sz="2700" dirty="0"/>
          </a:p>
        </p:txBody>
      </p:sp>
      <p:sp>
        <p:nvSpPr>
          <p:cNvPr id="22" name="Text 20"/>
          <p:cNvSpPr/>
          <p:nvPr/>
        </p:nvSpPr>
        <p:spPr>
          <a:xfrm>
            <a:off x="13896975"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9AA0B5"/>
                </a:solidFill>
                <a:latin typeface="Noto Sans JP" pitchFamily="34" charset="0"/>
                <a:ea typeface="Noto Sans JP" pitchFamily="34" charset="-122"/>
                <a:cs typeface="Noto Sans JP" pitchFamily="34" charset="-120"/>
              </a:rPr>
              <a:t>圧力上昇、</a:t>
            </a:r>
            <a:r>
              <a:rPr lang="en-US" sz="2550" dirty="0" spc="-1" kern="0">
                <a:solidFill>
                  <a:srgbClr val="9AA0B5"/>
                </a:solidFill>
                <a:latin typeface="Noto Sans JP" pitchFamily="34" charset="0"/>
                <a:ea typeface="Noto Sans JP" pitchFamily="34" charset="-122"/>
                <a:cs typeface="Noto Sans JP" pitchFamily="34" charset="-120"/>
              </a:rPr>
              <a:t> 使用期限が 短くなる[S6]</a:t>
            </a:r>
            <a:endParaRPr lang="en-US" sz="255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[S4]</a:t>
            </a:r>
            <a:r>
              <a:rPr lang="en-US" sz="1800" dirty="0" spc="-1" kern="0">
                <a:solidFill>
                  <a:srgbClr val="9AA0B5"/>
                </a:solidFill>
                <a:latin typeface="Noto Sans JP" pitchFamily="34" charset="0"/>
                <a:ea typeface="Noto Sans JP" pitchFamily="34" charset="-122"/>
                <a:cs typeface="Noto Sans JP" pitchFamily="34" charset="-120"/>
              </a:rPr>
              <a:t> [S6]</a:t>
            </a:r>
            <a:r>
              <a:rPr lang="en-US" sz="1800" dirty="0" spc="-2" kern="0">
                <a:solidFill>
                  <a:srgbClr val="9AA0B5"/>
                </a:solidFill>
                <a:latin typeface="Noto Sans JP" pitchFamily="34" charset="0"/>
                <a:ea typeface="Noto Sans JP" pitchFamily="34" charset="-122"/>
                <a:cs typeface="Noto Sans JP" pitchFamily="34" charset="-120"/>
              </a:rPr>
              <a:t> [S13]</a:t>
            </a:r>
            <a:r>
              <a:rPr lang="en-US" sz="1800" dirty="0" spc="-1" kern="0">
                <a:solidFill>
                  <a:srgbClr val="9AA0B5"/>
                </a:solidFill>
                <a:latin typeface="Noto Sans JP" pitchFamily="34" charset="0"/>
                <a:ea typeface="Noto Sans JP" pitchFamily="34" charset="-122"/>
                <a:cs typeface="Noto Sans JP" pitchFamily="34" charset="-120"/>
              </a:rPr>
              <a:t> [S14]</a:t>
            </a:r>
            <a:endParaRPr lang="en-US" sz="1800" dirty="0"/>
          </a:p>
        </p:txBody>
      </p:sp>
      <p:sp>
        <p:nvSpPr>
          <p:cNvPr id="24" name="Shape 22"/>
          <p:cNvSpPr/>
          <p:nvPr/>
        </p:nvSpPr>
        <p:spPr>
          <a:xfrm>
            <a:off x="960711" y="9580836"/>
            <a:ext cx="78828" cy="78828"/>
          </a:xfrm>
          <a:prstGeom prst="ellipse">
            <a:avLst/>
          </a:prstGeom>
          <a:solidFill>
            <a:srgbClr val="F3EEE3">
              <a:alpha val="28000"/>
            </a:srgbClr>
          </a:solidFill>
          <a:ln/>
        </p:spPr>
      </p:sp>
      <p:sp>
        <p:nvSpPr>
          <p:cNvPr id="25" name="Shape 23"/>
          <p:cNvSpPr/>
          <p:nvPr/>
        </p:nvSpPr>
        <p:spPr>
          <a:xfrm>
            <a:off x="1118366" y="9580836"/>
            <a:ext cx="78828" cy="78828"/>
          </a:xfrm>
          <a:prstGeom prst="ellipse">
            <a:avLst/>
          </a:prstGeom>
          <a:solidFill>
            <a:srgbClr val="F3EEE3">
              <a:alpha val="28000"/>
            </a:srgbClr>
          </a:solidFill>
          <a:ln/>
        </p:spPr>
      </p:sp>
      <p:sp>
        <p:nvSpPr>
          <p:cNvPr id="26" name="Shape 24"/>
          <p:cNvSpPr/>
          <p:nvPr/>
        </p:nvSpPr>
        <p:spPr>
          <a:xfrm>
            <a:off x="1276021" y="9580836"/>
            <a:ext cx="78828" cy="78828"/>
          </a:xfrm>
          <a:prstGeom prst="ellipse">
            <a:avLst/>
          </a:prstGeom>
          <a:solidFill>
            <a:srgbClr val="F3EEE3">
              <a:alpha val="28000"/>
            </a:srgbClr>
          </a:solidFill>
          <a:ln/>
        </p:spPr>
      </p:sp>
      <p:sp>
        <p:nvSpPr>
          <p:cNvPr id="27" name="Shape 25"/>
          <p:cNvSpPr/>
          <p:nvPr/>
        </p:nvSpPr>
        <p:spPr>
          <a:xfrm>
            <a:off x="1433676" y="9580836"/>
            <a:ext cx="78828" cy="78828"/>
          </a:xfrm>
          <a:prstGeom prst="ellipse">
            <a:avLst/>
          </a:prstGeom>
          <a:solidFill>
            <a:srgbClr val="F3EEE3">
              <a:alpha val="28000"/>
            </a:srgbClr>
          </a:solidFill>
          <a:ln/>
        </p:spPr>
      </p:sp>
      <p:sp>
        <p:nvSpPr>
          <p:cNvPr id="28" name="Shape 26"/>
          <p:cNvSpPr/>
          <p:nvPr/>
        </p:nvSpPr>
        <p:spPr>
          <a:xfrm>
            <a:off x="1591331" y="9580836"/>
            <a:ext cx="78828" cy="78828"/>
          </a:xfrm>
          <a:prstGeom prst="ellipse">
            <a:avLst/>
          </a:prstGeom>
          <a:solidFill>
            <a:srgbClr val="F3EEE3">
              <a:alpha val="28000"/>
            </a:srgbClr>
          </a:solidFill>
          <a:ln/>
        </p:spPr>
      </p:sp>
      <p:sp>
        <p:nvSpPr>
          <p:cNvPr id="29" name="Shape 27"/>
          <p:cNvSpPr/>
          <p:nvPr/>
        </p:nvSpPr>
        <p:spPr>
          <a:xfrm>
            <a:off x="1748986" y="9580836"/>
            <a:ext cx="78828" cy="78828"/>
          </a:xfrm>
          <a:prstGeom prst="ellipse">
            <a:avLst/>
          </a:prstGeom>
          <a:solidFill>
            <a:srgbClr val="F3EEE3">
              <a:alpha val="28000"/>
            </a:srgbClr>
          </a:solidFill>
          <a:ln/>
        </p:spPr>
      </p:sp>
      <p:sp>
        <p:nvSpPr>
          <p:cNvPr id="30" name="Shape 28"/>
          <p:cNvSpPr/>
          <p:nvPr/>
        </p:nvSpPr>
        <p:spPr>
          <a:xfrm>
            <a:off x="1906641" y="9580836"/>
            <a:ext cx="78828" cy="78828"/>
          </a:xfrm>
          <a:prstGeom prst="ellipse">
            <a:avLst/>
          </a:prstGeom>
          <a:solidFill>
            <a:srgbClr val="F3EEE3">
              <a:alpha val="28000"/>
            </a:srgbClr>
          </a:solidFill>
          <a:ln/>
        </p:spPr>
      </p:sp>
      <p:sp>
        <p:nvSpPr>
          <p:cNvPr id="31" name="Shape 29"/>
          <p:cNvSpPr/>
          <p:nvPr/>
        </p:nvSpPr>
        <p:spPr>
          <a:xfrm>
            <a:off x="2064296" y="9580836"/>
            <a:ext cx="78828" cy="78828"/>
          </a:xfrm>
          <a:prstGeom prst="ellipse">
            <a:avLst/>
          </a:prstGeom>
          <a:solidFill>
            <a:srgbClr val="F3EEE3">
              <a:alpha val="28000"/>
            </a:srgbClr>
          </a:solidFill>
          <a:ln/>
        </p:spPr>
      </p:sp>
      <p:sp>
        <p:nvSpPr>
          <p:cNvPr id="32" name="Shape 30"/>
          <p:cNvSpPr/>
          <p:nvPr/>
        </p:nvSpPr>
        <p:spPr>
          <a:xfrm>
            <a:off x="2221951" y="9580836"/>
            <a:ext cx="78828" cy="78828"/>
          </a:xfrm>
          <a:prstGeom prst="ellipse">
            <a:avLst/>
          </a:prstGeom>
          <a:solidFill>
            <a:srgbClr val="F3EEE3">
              <a:alpha val="28000"/>
            </a:srgbClr>
          </a:solidFill>
          <a:ln/>
        </p:spPr>
      </p:sp>
      <p:sp>
        <p:nvSpPr>
          <p:cNvPr id="33" name="Shape 31"/>
          <p:cNvSpPr/>
          <p:nvPr/>
        </p:nvSpPr>
        <p:spPr>
          <a:xfrm>
            <a:off x="2379606" y="9580836"/>
            <a:ext cx="78828" cy="78828"/>
          </a:xfrm>
          <a:prstGeom prst="ellipse">
            <a:avLst/>
          </a:prstGeom>
          <a:solidFill>
            <a:srgbClr val="F3EEE3">
              <a:alpha val="28000"/>
            </a:srgbClr>
          </a:solidFill>
          <a:ln/>
        </p:spPr>
      </p:sp>
      <p:sp>
        <p:nvSpPr>
          <p:cNvPr id="34" name="Shape 32"/>
          <p:cNvSpPr/>
          <p:nvPr/>
        </p:nvSpPr>
        <p:spPr>
          <a:xfrm>
            <a:off x="2537261" y="9580836"/>
            <a:ext cx="78828" cy="78828"/>
          </a:xfrm>
          <a:prstGeom prst="ellipse">
            <a:avLst/>
          </a:prstGeom>
          <a:solidFill>
            <a:srgbClr val="F3EEE3">
              <a:alpha val="28000"/>
            </a:srgbClr>
          </a:solidFill>
          <a:ln/>
        </p:spPr>
      </p:sp>
      <p:sp>
        <p:nvSpPr>
          <p:cNvPr id="35" name="Shape 33"/>
          <p:cNvSpPr/>
          <p:nvPr/>
        </p:nvSpPr>
        <p:spPr>
          <a:xfrm>
            <a:off x="2694916" y="9580836"/>
            <a:ext cx="78828" cy="78828"/>
          </a:xfrm>
          <a:prstGeom prst="ellipse">
            <a:avLst/>
          </a:prstGeom>
          <a:solidFill>
            <a:srgbClr val="F3EEE3">
              <a:alpha val="28000"/>
            </a:srgbClr>
          </a:solidFill>
          <a:ln/>
        </p:spPr>
      </p:sp>
      <p:sp>
        <p:nvSpPr>
          <p:cNvPr id="36" name="Shape 34"/>
          <p:cNvSpPr/>
          <p:nvPr/>
        </p:nvSpPr>
        <p:spPr>
          <a:xfrm>
            <a:off x="2852571" y="9580836"/>
            <a:ext cx="78828" cy="78828"/>
          </a:xfrm>
          <a:prstGeom prst="ellipse">
            <a:avLst/>
          </a:prstGeom>
          <a:solidFill>
            <a:srgbClr val="F3EEE3">
              <a:alpha val="28000"/>
            </a:srgbClr>
          </a:solidFill>
          <a:ln/>
        </p:spPr>
      </p:sp>
      <p:sp>
        <p:nvSpPr>
          <p:cNvPr id="37" name="Shape 35"/>
          <p:cNvSpPr/>
          <p:nvPr/>
        </p:nvSpPr>
        <p:spPr>
          <a:xfrm>
            <a:off x="3010225" y="9580836"/>
            <a:ext cx="78828" cy="78828"/>
          </a:xfrm>
          <a:prstGeom prst="ellipse">
            <a:avLst/>
          </a:prstGeom>
          <a:solidFill>
            <a:srgbClr val="F3EEE3">
              <a:alpha val="28000"/>
            </a:srgbClr>
          </a:solidFill>
          <a:ln/>
        </p:spPr>
      </p:sp>
      <p:sp>
        <p:nvSpPr>
          <p:cNvPr id="38" name="Shape 36"/>
          <p:cNvSpPr/>
          <p:nvPr/>
        </p:nvSpPr>
        <p:spPr>
          <a:xfrm>
            <a:off x="3167880" y="9580836"/>
            <a:ext cx="78828" cy="78828"/>
          </a:xfrm>
          <a:prstGeom prst="ellipse">
            <a:avLst/>
          </a:prstGeom>
          <a:solidFill>
            <a:srgbClr val="F3EEE3">
              <a:alpha val="28000"/>
            </a:srgbClr>
          </a:solidFill>
          <a:ln/>
        </p:spPr>
      </p:sp>
      <p:sp>
        <p:nvSpPr>
          <p:cNvPr id="39" name="Shape 37"/>
          <p:cNvSpPr/>
          <p:nvPr/>
        </p:nvSpPr>
        <p:spPr>
          <a:xfrm>
            <a:off x="3325535" y="9580836"/>
            <a:ext cx="78828" cy="78828"/>
          </a:xfrm>
          <a:prstGeom prst="ellipse">
            <a:avLst/>
          </a:prstGeom>
          <a:solidFill>
            <a:srgbClr val="F3EEE3">
              <a:alpha val="28000"/>
            </a:srgbClr>
          </a:solidFill>
          <a:ln/>
        </p:spPr>
      </p:sp>
      <p:sp>
        <p:nvSpPr>
          <p:cNvPr id="40" name="Shape 38"/>
          <p:cNvSpPr/>
          <p:nvPr/>
        </p:nvSpPr>
        <p:spPr>
          <a:xfrm>
            <a:off x="3483190" y="9580836"/>
            <a:ext cx="78828" cy="78828"/>
          </a:xfrm>
          <a:prstGeom prst="ellipse">
            <a:avLst/>
          </a:prstGeom>
          <a:solidFill>
            <a:srgbClr val="F3EEE3">
              <a:alpha val="28000"/>
            </a:srgbClr>
          </a:solidFill>
          <a:ln/>
        </p:spPr>
      </p:sp>
      <p:sp>
        <p:nvSpPr>
          <p:cNvPr id="41" name="Shape 39"/>
          <p:cNvSpPr/>
          <p:nvPr/>
        </p:nvSpPr>
        <p:spPr>
          <a:xfrm>
            <a:off x="3640845" y="9580836"/>
            <a:ext cx="78828" cy="78828"/>
          </a:xfrm>
          <a:prstGeom prst="ellipse">
            <a:avLst/>
          </a:prstGeom>
          <a:solidFill>
            <a:srgbClr val="F3EEE3">
              <a:alpha val="28000"/>
            </a:srgbClr>
          </a:solidFill>
          <a:ln/>
        </p:spPr>
      </p:sp>
      <p:sp>
        <p:nvSpPr>
          <p:cNvPr id="42" name="Shape 40"/>
          <p:cNvSpPr/>
          <p:nvPr/>
        </p:nvSpPr>
        <p:spPr>
          <a:xfrm>
            <a:off x="3798500" y="9580836"/>
            <a:ext cx="78828" cy="78828"/>
          </a:xfrm>
          <a:prstGeom prst="ellipse">
            <a:avLst/>
          </a:prstGeom>
          <a:solidFill>
            <a:srgbClr val="F3EEE3">
              <a:alpha val="28000"/>
            </a:srgbClr>
          </a:solidFill>
          <a:ln/>
        </p:spPr>
      </p:sp>
      <p:sp>
        <p:nvSpPr>
          <p:cNvPr id="43" name="Shape 41"/>
          <p:cNvSpPr/>
          <p:nvPr/>
        </p:nvSpPr>
        <p:spPr>
          <a:xfrm>
            <a:off x="3956155" y="9580836"/>
            <a:ext cx="78828" cy="78828"/>
          </a:xfrm>
          <a:prstGeom prst="ellipse">
            <a:avLst/>
          </a:prstGeom>
          <a:solidFill>
            <a:srgbClr val="F3EEE3">
              <a:alpha val="28000"/>
            </a:srgbClr>
          </a:solidFill>
          <a:ln/>
        </p:spPr>
      </p:sp>
      <p:sp>
        <p:nvSpPr>
          <p:cNvPr id="44" name="Shape 42"/>
          <p:cNvSpPr/>
          <p:nvPr/>
        </p:nvSpPr>
        <p:spPr>
          <a:xfrm>
            <a:off x="4113810" y="9580836"/>
            <a:ext cx="78828" cy="78828"/>
          </a:xfrm>
          <a:prstGeom prst="ellipse">
            <a:avLst/>
          </a:prstGeom>
          <a:solidFill>
            <a:srgbClr val="F3EEE3">
              <a:alpha val="28000"/>
            </a:srgbClr>
          </a:solidFill>
          <a:ln/>
        </p:spPr>
      </p:sp>
      <p:sp>
        <p:nvSpPr>
          <p:cNvPr id="45" name="Shape 43"/>
          <p:cNvSpPr/>
          <p:nvPr/>
        </p:nvSpPr>
        <p:spPr>
          <a:xfrm>
            <a:off x="4271465" y="9580836"/>
            <a:ext cx="78828" cy="78828"/>
          </a:xfrm>
          <a:prstGeom prst="ellipse">
            <a:avLst/>
          </a:prstGeom>
          <a:solidFill>
            <a:srgbClr val="F3EEE3">
              <a:alpha val="28000"/>
            </a:srgbClr>
          </a:solidFill>
          <a:ln/>
        </p:spPr>
      </p:sp>
      <p:sp>
        <p:nvSpPr>
          <p:cNvPr id="46" name="Shape 44"/>
          <p:cNvSpPr/>
          <p:nvPr/>
        </p:nvSpPr>
        <p:spPr>
          <a:xfrm>
            <a:off x="4429120" y="9580836"/>
            <a:ext cx="78828" cy="78828"/>
          </a:xfrm>
          <a:prstGeom prst="ellipse">
            <a:avLst/>
          </a:prstGeom>
          <a:solidFill>
            <a:srgbClr val="F3EEE3">
              <a:alpha val="28000"/>
            </a:srgbClr>
          </a:solidFill>
          <a:ln/>
        </p:spPr>
      </p:sp>
      <p:sp>
        <p:nvSpPr>
          <p:cNvPr id="47" name="Shape 45"/>
          <p:cNvSpPr/>
          <p:nvPr/>
        </p:nvSpPr>
        <p:spPr>
          <a:xfrm>
            <a:off x="4586775" y="9580836"/>
            <a:ext cx="78828" cy="78828"/>
          </a:xfrm>
          <a:prstGeom prst="ellipse">
            <a:avLst/>
          </a:prstGeom>
          <a:solidFill>
            <a:srgbClr val="F3EEE3">
              <a:alpha val="28000"/>
            </a:srgbClr>
          </a:solidFill>
          <a:ln/>
        </p:spPr>
      </p:sp>
      <p:sp>
        <p:nvSpPr>
          <p:cNvPr id="48" name="Shape 46"/>
          <p:cNvSpPr/>
          <p:nvPr/>
        </p:nvSpPr>
        <p:spPr>
          <a:xfrm>
            <a:off x="4744430" y="9580836"/>
            <a:ext cx="78828" cy="78828"/>
          </a:xfrm>
          <a:prstGeom prst="ellipse">
            <a:avLst/>
          </a:prstGeom>
          <a:solidFill>
            <a:srgbClr val="F3EEE3">
              <a:alpha val="28000"/>
            </a:srgbClr>
          </a:solidFill>
          <a:ln/>
        </p:spPr>
      </p:sp>
      <p:sp>
        <p:nvSpPr>
          <p:cNvPr id="49" name="Shape 47"/>
          <p:cNvSpPr/>
          <p:nvPr/>
        </p:nvSpPr>
        <p:spPr>
          <a:xfrm>
            <a:off x="4902085" y="9580836"/>
            <a:ext cx="78828" cy="78828"/>
          </a:xfrm>
          <a:prstGeom prst="ellipse">
            <a:avLst/>
          </a:prstGeom>
          <a:solidFill>
            <a:srgbClr val="F3EEE3">
              <a:alpha val="28000"/>
            </a:srgbClr>
          </a:solidFill>
          <a:ln/>
        </p:spPr>
      </p:sp>
      <p:sp>
        <p:nvSpPr>
          <p:cNvPr id="50" name="Shape 48"/>
          <p:cNvSpPr/>
          <p:nvPr/>
        </p:nvSpPr>
        <p:spPr>
          <a:xfrm>
            <a:off x="5059740" y="9580836"/>
            <a:ext cx="78828" cy="78828"/>
          </a:xfrm>
          <a:prstGeom prst="ellipse">
            <a:avLst/>
          </a:prstGeom>
          <a:solidFill>
            <a:srgbClr val="F3EEE3">
              <a:alpha val="28000"/>
            </a:srgbClr>
          </a:solidFill>
          <a:ln/>
        </p:spPr>
      </p:sp>
      <p:sp>
        <p:nvSpPr>
          <p:cNvPr id="51" name="Shape 49"/>
          <p:cNvSpPr/>
          <p:nvPr/>
        </p:nvSpPr>
        <p:spPr>
          <a:xfrm>
            <a:off x="5217395" y="9580836"/>
            <a:ext cx="78828" cy="78828"/>
          </a:xfrm>
          <a:prstGeom prst="ellipse">
            <a:avLst/>
          </a:prstGeom>
          <a:solidFill>
            <a:srgbClr val="F3EEE3">
              <a:alpha val="28000"/>
            </a:srgbClr>
          </a:solidFill>
          <a:ln/>
        </p:spPr>
      </p:sp>
      <p:sp>
        <p:nvSpPr>
          <p:cNvPr id="52" name="Shape 50"/>
          <p:cNvSpPr/>
          <p:nvPr/>
        </p:nvSpPr>
        <p:spPr>
          <a:xfrm>
            <a:off x="5375050" y="9580836"/>
            <a:ext cx="78828" cy="78828"/>
          </a:xfrm>
          <a:prstGeom prst="ellipse">
            <a:avLst/>
          </a:prstGeom>
          <a:solidFill>
            <a:srgbClr val="F3EEE3">
              <a:alpha val="28000"/>
            </a:srgbClr>
          </a:solidFill>
          <a:ln/>
        </p:spPr>
      </p:sp>
      <p:sp>
        <p:nvSpPr>
          <p:cNvPr id="53" name="Shape 51"/>
          <p:cNvSpPr/>
          <p:nvPr/>
        </p:nvSpPr>
        <p:spPr>
          <a:xfrm>
            <a:off x="5532705" y="9580836"/>
            <a:ext cx="78828" cy="78828"/>
          </a:xfrm>
          <a:prstGeom prst="ellipse">
            <a:avLst/>
          </a:prstGeom>
          <a:solidFill>
            <a:srgbClr val="F3EEE3">
              <a:alpha val="28000"/>
            </a:srgbClr>
          </a:solidFill>
          <a:ln/>
        </p:spPr>
      </p:sp>
      <p:sp>
        <p:nvSpPr>
          <p:cNvPr id="54" name="Shape 52"/>
          <p:cNvSpPr/>
          <p:nvPr/>
        </p:nvSpPr>
        <p:spPr>
          <a:xfrm>
            <a:off x="5690359" y="9580836"/>
            <a:ext cx="78828" cy="78828"/>
          </a:xfrm>
          <a:prstGeom prst="ellipse">
            <a:avLst/>
          </a:prstGeom>
          <a:solidFill>
            <a:srgbClr val="F3EEE3">
              <a:alpha val="28000"/>
            </a:srgbClr>
          </a:solidFill>
          <a:ln/>
        </p:spPr>
      </p:sp>
      <p:sp>
        <p:nvSpPr>
          <p:cNvPr id="55" name="Shape 53"/>
          <p:cNvSpPr/>
          <p:nvPr/>
        </p:nvSpPr>
        <p:spPr>
          <a:xfrm>
            <a:off x="5848014" y="9580836"/>
            <a:ext cx="78828" cy="78828"/>
          </a:xfrm>
          <a:prstGeom prst="ellipse">
            <a:avLst/>
          </a:prstGeom>
          <a:solidFill>
            <a:srgbClr val="F3EEE3">
              <a:alpha val="28000"/>
            </a:srgbClr>
          </a:solidFill>
          <a:ln/>
        </p:spPr>
      </p:sp>
      <p:sp>
        <p:nvSpPr>
          <p:cNvPr id="56" name="Shape 54"/>
          <p:cNvSpPr/>
          <p:nvPr/>
        </p:nvSpPr>
        <p:spPr>
          <a:xfrm>
            <a:off x="6005669" y="9580836"/>
            <a:ext cx="78828" cy="78828"/>
          </a:xfrm>
          <a:prstGeom prst="ellipse">
            <a:avLst/>
          </a:prstGeom>
          <a:solidFill>
            <a:srgbClr val="F3EEE3">
              <a:alpha val="28000"/>
            </a:srgbClr>
          </a:solidFill>
          <a:ln/>
        </p:spPr>
      </p:sp>
      <p:sp>
        <p:nvSpPr>
          <p:cNvPr id="57" name="Shape 55"/>
          <p:cNvSpPr/>
          <p:nvPr/>
        </p:nvSpPr>
        <p:spPr>
          <a:xfrm>
            <a:off x="6163324" y="9580836"/>
            <a:ext cx="78828" cy="78828"/>
          </a:xfrm>
          <a:prstGeom prst="ellipse">
            <a:avLst/>
          </a:prstGeom>
          <a:solidFill>
            <a:srgbClr val="F3EEE3">
              <a:alpha val="28000"/>
            </a:srgbClr>
          </a:solidFill>
          <a:ln/>
        </p:spPr>
      </p:sp>
      <p:sp>
        <p:nvSpPr>
          <p:cNvPr id="58" name="Shape 56"/>
          <p:cNvSpPr/>
          <p:nvPr/>
        </p:nvSpPr>
        <p:spPr>
          <a:xfrm>
            <a:off x="6320979" y="9580836"/>
            <a:ext cx="78828" cy="78828"/>
          </a:xfrm>
          <a:prstGeom prst="ellipse">
            <a:avLst/>
          </a:prstGeom>
          <a:solidFill>
            <a:srgbClr val="F3EEE3">
              <a:alpha val="28000"/>
            </a:srgbClr>
          </a:solidFill>
          <a:ln/>
        </p:spPr>
      </p:sp>
      <p:sp>
        <p:nvSpPr>
          <p:cNvPr id="59" name="Shape 57"/>
          <p:cNvSpPr/>
          <p:nvPr/>
        </p:nvSpPr>
        <p:spPr>
          <a:xfrm>
            <a:off x="6478634" y="9580836"/>
            <a:ext cx="78828" cy="78828"/>
          </a:xfrm>
          <a:prstGeom prst="ellipse">
            <a:avLst/>
          </a:prstGeom>
          <a:solidFill>
            <a:srgbClr val="F3EEE3">
              <a:alpha val="28000"/>
            </a:srgbClr>
          </a:solidFill>
          <a:ln/>
        </p:spPr>
      </p:sp>
      <p:sp>
        <p:nvSpPr>
          <p:cNvPr id="60" name="Shape 58"/>
          <p:cNvSpPr/>
          <p:nvPr/>
        </p:nvSpPr>
        <p:spPr>
          <a:xfrm>
            <a:off x="6636289" y="9580836"/>
            <a:ext cx="78828" cy="78828"/>
          </a:xfrm>
          <a:prstGeom prst="ellipse">
            <a:avLst/>
          </a:prstGeom>
          <a:solidFill>
            <a:srgbClr val="F3EEE3">
              <a:alpha val="28000"/>
            </a:srgbClr>
          </a:solidFill>
          <a:ln/>
        </p:spPr>
      </p:sp>
      <p:sp>
        <p:nvSpPr>
          <p:cNvPr id="61" name="Shape 59"/>
          <p:cNvSpPr/>
          <p:nvPr/>
        </p:nvSpPr>
        <p:spPr>
          <a:xfrm>
            <a:off x="6793944" y="9580836"/>
            <a:ext cx="78828" cy="78828"/>
          </a:xfrm>
          <a:prstGeom prst="ellipse">
            <a:avLst/>
          </a:prstGeom>
          <a:solidFill>
            <a:srgbClr val="F3EEE3">
              <a:alpha val="28000"/>
            </a:srgbClr>
          </a:solidFill>
          <a:ln/>
        </p:spPr>
      </p:sp>
      <p:sp>
        <p:nvSpPr>
          <p:cNvPr id="62" name="Shape 60"/>
          <p:cNvSpPr/>
          <p:nvPr/>
        </p:nvSpPr>
        <p:spPr>
          <a:xfrm>
            <a:off x="6951599" y="9580836"/>
            <a:ext cx="78828" cy="78828"/>
          </a:xfrm>
          <a:prstGeom prst="ellipse">
            <a:avLst/>
          </a:prstGeom>
          <a:solidFill>
            <a:srgbClr val="F3EEE3">
              <a:alpha val="28000"/>
            </a:srgbClr>
          </a:solidFill>
          <a:ln/>
        </p:spPr>
      </p:sp>
      <p:sp>
        <p:nvSpPr>
          <p:cNvPr id="63" name="Shape 61"/>
          <p:cNvSpPr/>
          <p:nvPr/>
        </p:nvSpPr>
        <p:spPr>
          <a:xfrm>
            <a:off x="7109254" y="9580836"/>
            <a:ext cx="78828" cy="78828"/>
          </a:xfrm>
          <a:prstGeom prst="ellipse">
            <a:avLst/>
          </a:prstGeom>
          <a:solidFill>
            <a:srgbClr val="F3EEE3">
              <a:alpha val="28000"/>
            </a:srgbClr>
          </a:solidFill>
          <a:ln/>
        </p:spPr>
      </p:sp>
      <p:sp>
        <p:nvSpPr>
          <p:cNvPr id="64" name="Shape 62"/>
          <p:cNvSpPr/>
          <p:nvPr/>
        </p:nvSpPr>
        <p:spPr>
          <a:xfrm>
            <a:off x="7266909" y="9580836"/>
            <a:ext cx="78828" cy="78828"/>
          </a:xfrm>
          <a:prstGeom prst="ellipse">
            <a:avLst/>
          </a:prstGeom>
          <a:solidFill>
            <a:srgbClr val="F3EEE3">
              <a:alpha val="28000"/>
            </a:srgbClr>
          </a:solidFill>
          <a:ln/>
        </p:spPr>
      </p:sp>
      <p:sp>
        <p:nvSpPr>
          <p:cNvPr id="65" name="Shape 63"/>
          <p:cNvSpPr/>
          <p:nvPr/>
        </p:nvSpPr>
        <p:spPr>
          <a:xfrm>
            <a:off x="7424564" y="9580836"/>
            <a:ext cx="78828" cy="78828"/>
          </a:xfrm>
          <a:prstGeom prst="ellipse">
            <a:avLst/>
          </a:prstGeom>
          <a:solidFill>
            <a:srgbClr val="F3EEE3">
              <a:alpha val="28000"/>
            </a:srgbClr>
          </a:solidFill>
          <a:ln/>
        </p:spPr>
      </p:sp>
      <p:sp>
        <p:nvSpPr>
          <p:cNvPr id="66" name="Shape 64"/>
          <p:cNvSpPr/>
          <p:nvPr/>
        </p:nvSpPr>
        <p:spPr>
          <a:xfrm>
            <a:off x="7582219" y="9580836"/>
            <a:ext cx="78828" cy="78828"/>
          </a:xfrm>
          <a:prstGeom prst="ellipse">
            <a:avLst/>
          </a:prstGeom>
          <a:solidFill>
            <a:srgbClr val="F3EEE3">
              <a:alpha val="28000"/>
            </a:srgbClr>
          </a:solidFill>
          <a:ln/>
        </p:spPr>
      </p:sp>
      <p:sp>
        <p:nvSpPr>
          <p:cNvPr id="67" name="Shape 65"/>
          <p:cNvSpPr/>
          <p:nvPr/>
        </p:nvSpPr>
        <p:spPr>
          <a:xfrm>
            <a:off x="7739874" y="9580836"/>
            <a:ext cx="78828" cy="78828"/>
          </a:xfrm>
          <a:prstGeom prst="ellipse">
            <a:avLst/>
          </a:prstGeom>
          <a:solidFill>
            <a:srgbClr val="F3EEE3">
              <a:alpha val="28000"/>
            </a:srgbClr>
          </a:solidFill>
          <a:ln/>
        </p:spPr>
      </p:sp>
      <p:sp>
        <p:nvSpPr>
          <p:cNvPr id="68" name="Shape 66"/>
          <p:cNvSpPr/>
          <p:nvPr/>
        </p:nvSpPr>
        <p:spPr>
          <a:xfrm>
            <a:off x="7897529" y="9580836"/>
            <a:ext cx="78828" cy="78828"/>
          </a:xfrm>
          <a:prstGeom prst="ellipse">
            <a:avLst/>
          </a:prstGeom>
          <a:solidFill>
            <a:srgbClr val="F3EEE3">
              <a:alpha val="28000"/>
            </a:srgbClr>
          </a:solidFill>
          <a:ln/>
        </p:spPr>
      </p:sp>
      <p:sp>
        <p:nvSpPr>
          <p:cNvPr id="69" name="Shape 67"/>
          <p:cNvSpPr/>
          <p:nvPr/>
        </p:nvSpPr>
        <p:spPr>
          <a:xfrm>
            <a:off x="8055184" y="9580836"/>
            <a:ext cx="78828" cy="78828"/>
          </a:xfrm>
          <a:prstGeom prst="ellipse">
            <a:avLst/>
          </a:prstGeom>
          <a:solidFill>
            <a:srgbClr val="F3EEE3">
              <a:alpha val="28000"/>
            </a:srgbClr>
          </a:solidFill>
          <a:ln/>
        </p:spPr>
      </p:sp>
      <p:sp>
        <p:nvSpPr>
          <p:cNvPr id="70" name="Shape 68"/>
          <p:cNvSpPr/>
          <p:nvPr/>
        </p:nvSpPr>
        <p:spPr>
          <a:xfrm>
            <a:off x="8212839" y="9580836"/>
            <a:ext cx="78828" cy="78828"/>
          </a:xfrm>
          <a:prstGeom prst="ellipse">
            <a:avLst/>
          </a:prstGeom>
          <a:solidFill>
            <a:srgbClr val="F3EEE3">
              <a:alpha val="28000"/>
            </a:srgbClr>
          </a:solidFill>
          <a:ln/>
        </p:spPr>
      </p:sp>
      <p:sp>
        <p:nvSpPr>
          <p:cNvPr id="71" name="Shape 69"/>
          <p:cNvSpPr/>
          <p:nvPr/>
        </p:nvSpPr>
        <p:spPr>
          <a:xfrm>
            <a:off x="8370494" y="9580836"/>
            <a:ext cx="78828" cy="78828"/>
          </a:xfrm>
          <a:prstGeom prst="ellipse">
            <a:avLst/>
          </a:prstGeom>
          <a:solidFill>
            <a:srgbClr val="F3EEE3">
              <a:alpha val="28000"/>
            </a:srgbClr>
          </a:solidFill>
          <a:ln/>
        </p:spPr>
      </p:sp>
      <p:sp>
        <p:nvSpPr>
          <p:cNvPr id="72" name="Shape 70"/>
          <p:cNvSpPr/>
          <p:nvPr/>
        </p:nvSpPr>
        <p:spPr>
          <a:xfrm>
            <a:off x="8515011" y="9567698"/>
            <a:ext cx="105103" cy="105103"/>
          </a:xfrm>
          <a:prstGeom prst="ellipse">
            <a:avLst/>
          </a:prstGeom>
          <a:solidFill>
            <a:srgbClr val="FF6A4D"/>
          </a:solidFill>
          <a:ln/>
        </p:spPr>
      </p:sp>
      <p:sp>
        <p:nvSpPr>
          <p:cNvPr id="73" name="Shape 71"/>
          <p:cNvSpPr/>
          <p:nvPr/>
        </p:nvSpPr>
        <p:spPr>
          <a:xfrm>
            <a:off x="8685803" y="9580836"/>
            <a:ext cx="78828" cy="78828"/>
          </a:xfrm>
          <a:prstGeom prst="ellipse">
            <a:avLst/>
          </a:prstGeom>
          <a:solidFill>
            <a:srgbClr val="F3EEE3">
              <a:alpha val="28000"/>
            </a:srgbClr>
          </a:solidFill>
          <a:ln/>
        </p:spPr>
      </p:sp>
      <p:sp>
        <p:nvSpPr>
          <p:cNvPr id="74" name="Shape 72"/>
          <p:cNvSpPr/>
          <p:nvPr/>
        </p:nvSpPr>
        <p:spPr>
          <a:xfrm>
            <a:off x="8843458" y="9580836"/>
            <a:ext cx="78828" cy="78828"/>
          </a:xfrm>
          <a:prstGeom prst="ellipse">
            <a:avLst/>
          </a:prstGeom>
          <a:solidFill>
            <a:srgbClr val="F3EEE3">
              <a:alpha val="28000"/>
            </a:srgbClr>
          </a:solidFill>
          <a:ln/>
        </p:spPr>
      </p:sp>
      <p:sp>
        <p:nvSpPr>
          <p:cNvPr id="75" name="Shape 73"/>
          <p:cNvSpPr/>
          <p:nvPr/>
        </p:nvSpPr>
        <p:spPr>
          <a:xfrm>
            <a:off x="9001113" y="9580836"/>
            <a:ext cx="78828" cy="78828"/>
          </a:xfrm>
          <a:prstGeom prst="ellipse">
            <a:avLst/>
          </a:prstGeom>
          <a:solidFill>
            <a:srgbClr val="F3EEE3">
              <a:alpha val="28000"/>
            </a:srgbClr>
          </a:solidFill>
          <a:ln/>
        </p:spPr>
      </p:sp>
      <p:sp>
        <p:nvSpPr>
          <p:cNvPr id="76" name="Shape 74"/>
          <p:cNvSpPr/>
          <p:nvPr/>
        </p:nvSpPr>
        <p:spPr>
          <a:xfrm>
            <a:off x="9158768" y="9580836"/>
            <a:ext cx="78828" cy="78828"/>
          </a:xfrm>
          <a:prstGeom prst="ellipse">
            <a:avLst/>
          </a:prstGeom>
          <a:solidFill>
            <a:srgbClr val="F3EEE3">
              <a:alpha val="28000"/>
            </a:srgbClr>
          </a:solidFill>
          <a:ln/>
        </p:spPr>
      </p:sp>
      <p:sp>
        <p:nvSpPr>
          <p:cNvPr id="77" name="Shape 75"/>
          <p:cNvSpPr/>
          <p:nvPr/>
        </p:nvSpPr>
        <p:spPr>
          <a:xfrm>
            <a:off x="9316423" y="9580836"/>
            <a:ext cx="78828" cy="78828"/>
          </a:xfrm>
          <a:prstGeom prst="ellipse">
            <a:avLst/>
          </a:prstGeom>
          <a:solidFill>
            <a:srgbClr val="F3EEE3">
              <a:alpha val="28000"/>
            </a:srgbClr>
          </a:solidFill>
          <a:ln/>
        </p:spPr>
      </p:sp>
      <p:sp>
        <p:nvSpPr>
          <p:cNvPr id="78" name="Shape 76"/>
          <p:cNvSpPr/>
          <p:nvPr/>
        </p:nvSpPr>
        <p:spPr>
          <a:xfrm>
            <a:off x="9474078" y="9580836"/>
            <a:ext cx="78828" cy="78828"/>
          </a:xfrm>
          <a:prstGeom prst="ellipse">
            <a:avLst/>
          </a:prstGeom>
          <a:solidFill>
            <a:srgbClr val="F3EEE3">
              <a:alpha val="28000"/>
            </a:srgbClr>
          </a:solidFill>
          <a:ln/>
        </p:spPr>
      </p:sp>
      <p:sp>
        <p:nvSpPr>
          <p:cNvPr id="79" name="Shape 77"/>
          <p:cNvSpPr/>
          <p:nvPr/>
        </p:nvSpPr>
        <p:spPr>
          <a:xfrm>
            <a:off x="9631733" y="9580836"/>
            <a:ext cx="78828" cy="78828"/>
          </a:xfrm>
          <a:prstGeom prst="ellipse">
            <a:avLst/>
          </a:prstGeom>
          <a:solidFill>
            <a:srgbClr val="F3EEE3">
              <a:alpha val="28000"/>
            </a:srgbClr>
          </a:solidFill>
          <a:ln/>
        </p:spPr>
      </p:sp>
      <p:sp>
        <p:nvSpPr>
          <p:cNvPr id="80" name="Shape 78"/>
          <p:cNvSpPr/>
          <p:nvPr/>
        </p:nvSpPr>
        <p:spPr>
          <a:xfrm>
            <a:off x="9789388" y="9580836"/>
            <a:ext cx="78828" cy="78828"/>
          </a:xfrm>
          <a:prstGeom prst="ellipse">
            <a:avLst/>
          </a:prstGeom>
          <a:solidFill>
            <a:srgbClr val="F3EEE3">
              <a:alpha val="28000"/>
            </a:srgbClr>
          </a:solidFill>
          <a:ln/>
        </p:spPr>
      </p:sp>
      <p:sp>
        <p:nvSpPr>
          <p:cNvPr id="81" name="Shape 79"/>
          <p:cNvSpPr/>
          <p:nvPr/>
        </p:nvSpPr>
        <p:spPr>
          <a:xfrm>
            <a:off x="9947043" y="9580836"/>
            <a:ext cx="78828" cy="78828"/>
          </a:xfrm>
          <a:prstGeom prst="ellipse">
            <a:avLst/>
          </a:prstGeom>
          <a:solidFill>
            <a:srgbClr val="F3EEE3">
              <a:alpha val="28000"/>
            </a:srgbClr>
          </a:solidFill>
          <a:ln/>
        </p:spPr>
      </p:sp>
      <p:sp>
        <p:nvSpPr>
          <p:cNvPr id="82" name="Text 80"/>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49/58</a:t>
            </a:r>
            <a:endParaRPr lang="en-US" sz="1800" dirty="0"/>
          </a:p>
        </p:txBody>
      </p:sp>
      <p:sp>
        <p:nvSpPr>
          <p:cNvPr id="83" name="Shape 81"/>
          <p:cNvSpPr/>
          <p:nvPr/>
        </p:nvSpPr>
        <p:spPr>
          <a:xfrm>
            <a:off x="15983712" y="9076331"/>
            <a:ext cx="1645920" cy="552301"/>
          </a:xfrm>
          <a:prstGeom prst="roundRect">
            <a:avLst>
              <a:gd name="adj" fmla="val 28000"/>
            </a:avLst>
          </a:prstGeom>
          <a:solidFill>
            <a:srgbClr val="FFFFFF">
              <a:alpha val="82000"/>
            </a:srgbClr>
          </a:solidFill>
          <a:ln/>
        </p:spPr>
      </p:sp>
      <p:pic>
        <p:nvPicPr>
          <p:cNvPr id="84" name="Moda image moda-export-watermark-bdf50be4-5527-4bf0-8fb1-88d2f07e8ecd"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14161C"/>
                </a:solidFill>
                <a:latin typeface="Noto Sans JP ExtraBold" pitchFamily="34" charset="0"/>
                <a:ea typeface="Noto Sans JP ExtraBold" pitchFamily="34" charset="-122"/>
                <a:cs typeface="Noto Sans JP ExtraBold" pitchFamily="34" charset="-120"/>
              </a:rPr>
              <a:t>8つの</a:t>
            </a:r>
            <a:r>
              <a:rPr lang="en-US" sz="5700" dirty="0" spc="0" kern="0">
                <a:solidFill>
                  <a:srgbClr val="14161C"/>
                </a:solidFill>
                <a:latin typeface="Noto Sans JP ExtraBold" pitchFamily="34" charset="0"/>
                <a:ea typeface="Noto Sans JP ExtraBold" pitchFamily="34" charset="-122"/>
                <a:cs typeface="Noto Sans JP ExtraBold" pitchFamily="34" charset="-120"/>
              </a:rPr>
              <a:t> 不確かな</a:t>
            </a:r>
            <a:r>
              <a:rPr lang="en-US" sz="5700" dirty="0" spc="-1" kern="0">
                <a:solidFill>
                  <a:srgbClr val="14161C"/>
                </a:solidFill>
                <a:latin typeface="Noto Sans JP ExtraBold" pitchFamily="34" charset="0"/>
                <a:ea typeface="Noto Sans JP ExtraBold" pitchFamily="34" charset="-122"/>
                <a:cs typeface="Noto Sans JP ExtraBold" pitchFamily="34" charset="-120"/>
              </a:rPr>
              <a:t> 点</a:t>
            </a:r>
            <a:endParaRPr lang="en-US" sz="5700" dirty="0"/>
          </a:p>
        </p:txBody>
      </p:sp>
      <p:sp>
        <p:nvSpPr>
          <p:cNvPr id="3" name="Text 1"/>
          <p:cNvSpPr/>
          <p:nvPr/>
        </p:nvSpPr>
        <p:spPr>
          <a:xfrm>
            <a:off x="914400" y="2381250"/>
            <a:ext cx="1619250" cy="981075"/>
          </a:xfrm>
          <a:prstGeom prst="rect">
            <a:avLst/>
          </a:prstGeom>
          <a:noFill/>
          <a:ln/>
        </p:spPr>
        <p:txBody>
          <a:bodyPr wrap="square" lIns="0" tIns="0" rIns="0" bIns="0" rtlCol="0" anchor="ctr"/>
          <a:lstStyle/>
          <a:p>
            <a:pPr algn="l" indent="0" marL="0">
              <a:buNone/>
            </a:pPr>
            <a:r>
              <a:rPr lang="en-US" sz="6422" dirty="0" spc="-3" kern="0">
                <a:solidFill>
                  <a:srgbClr val="0F766E"/>
                </a:solidFill>
                <a:latin typeface="Noto Sans JP ExtraBold" pitchFamily="34" charset="0"/>
                <a:ea typeface="Noto Sans JP ExtraBold" pitchFamily="34" charset="-122"/>
                <a:cs typeface="Noto Sans JP ExtraBold" pitchFamily="34" charset="-120"/>
              </a:rPr>
              <a:t>1</a:t>
            </a:r>
            <a:endParaRPr lang="en-US" sz="6422" dirty="0"/>
          </a:p>
        </p:txBody>
      </p:sp>
      <p:sp>
        <p:nvSpPr>
          <p:cNvPr id="4" name="Shape 2"/>
          <p:cNvSpPr/>
          <p:nvPr/>
        </p:nvSpPr>
        <p:spPr>
          <a:xfrm>
            <a:off x="2724150" y="2476500"/>
            <a:ext cx="14649450" cy="790575"/>
          </a:xfrm>
          <a:prstGeom prst="roundRect">
            <a:avLst>
              <a:gd name="adj" fmla="val 24096"/>
            </a:avLst>
          </a:prstGeom>
          <a:solidFill>
            <a:srgbClr val="E8E0CF"/>
          </a:solidFill>
          <a:ln/>
        </p:spPr>
      </p:sp>
      <p:sp>
        <p:nvSpPr>
          <p:cNvPr id="5" name="Text 3"/>
          <p:cNvSpPr/>
          <p:nvPr/>
        </p:nvSpPr>
        <p:spPr>
          <a:xfrm>
            <a:off x="3105150" y="2476500"/>
            <a:ext cx="14001750" cy="790575"/>
          </a:xfrm>
          <a:prstGeom prst="rect">
            <a:avLst/>
          </a:prstGeom>
          <a:noFill/>
          <a:ln/>
        </p:spPr>
        <p:txBody>
          <a:bodyPr wrap="square" lIns="0" tIns="0" rIns="0" bIns="0" rtlCol="0" anchor="ctr"/>
          <a:lstStyle/>
          <a:p>
            <a:pPr algn="l" indent="0" marL="0">
              <a:buNone/>
            </a:pPr>
            <a:r>
              <a:rPr lang="en-US" sz="2400" dirty="0" spc="-1" kern="0">
                <a:solidFill>
                  <a:srgbClr val="14161C"/>
                </a:solidFill>
                <a:latin typeface="Noto Sans JP SemiBold" pitchFamily="34" charset="0"/>
                <a:ea typeface="Noto Sans JP SemiBold" pitchFamily="34" charset="-122"/>
                <a:cs typeface="Noto Sans JP SemiBold" pitchFamily="34" charset="-120"/>
              </a:rPr>
              <a:t>規格:</a:t>
            </a:r>
            <a:r>
              <a:rPr lang="en-US" sz="2400" dirty="0" spc="4" kern="0">
                <a:solidFill>
                  <a:srgbClr val="14161C"/>
                </a:solidFill>
                <a:latin typeface="Noto Sans JP SemiBold" pitchFamily="34" charset="0"/>
                <a:ea typeface="Noto Sans JP SemiBold" pitchFamily="34" charset="-122"/>
                <a:cs typeface="Noto Sans JP SemiBold" pitchFamily="34" charset="-120"/>
              </a:rPr>
              <a:t> ISO 22241と</a:t>
            </a:r>
            <a:r>
              <a:rPr lang="en-US" sz="2400" dirty="0" spc="2" kern="0">
                <a:solidFill>
                  <a:srgbClr val="14161C"/>
                </a:solidFill>
                <a:latin typeface="Noto Sans JP SemiBold" pitchFamily="34" charset="0"/>
                <a:ea typeface="Noto Sans JP SemiBold" pitchFamily="34" charset="-122"/>
                <a:cs typeface="Noto Sans JP SemiBold" pitchFamily="34" charset="-120"/>
              </a:rPr>
              <a:t> DIN</a:t>
            </a:r>
            <a:r>
              <a:rPr lang="en-US" sz="2400" dirty="0" spc="4" kern="0">
                <a:solidFill>
                  <a:srgbClr val="14161C"/>
                </a:solidFill>
                <a:latin typeface="Noto Sans JP SemiBold" pitchFamily="34" charset="0"/>
                <a:ea typeface="Noto Sans JP SemiBold" pitchFamily="34" charset="-122"/>
                <a:cs typeface="Noto Sans JP SemiBold" pitchFamily="34" charset="-120"/>
              </a:rPr>
              <a:t> 70070は</a:t>
            </a:r>
            <a:r>
              <a:rPr lang="en-US" sz="2400" dirty="0" spc="1" kern="0">
                <a:solidFill>
                  <a:srgbClr val="14161C"/>
                </a:solidFill>
                <a:latin typeface="Noto Sans JP SemiBold" pitchFamily="34" charset="0"/>
                <a:ea typeface="Noto Sans JP SemiBold" pitchFamily="34" charset="-122"/>
                <a:cs typeface="Noto Sans JP SemiBold" pitchFamily="34" charset="-120"/>
              </a:rPr>
              <a:t> 有料文書。</a:t>
            </a:r>
            <a:r>
              <a:rPr lang="en-US" sz="2400" dirty="0" spc="4" kern="0">
                <a:solidFill>
                  <a:srgbClr val="14161C"/>
                </a:solidFill>
                <a:latin typeface="Noto Sans JP SemiBold" pitchFamily="34" charset="0"/>
                <a:ea typeface="Noto Sans JP SemiBold" pitchFamily="34" charset="-122"/>
                <a:cs typeface="Noto Sans JP SemiBold" pitchFamily="34" charset="-120"/>
              </a:rPr>
              <a:t> ISO 22241に</a:t>
            </a:r>
            <a:r>
              <a:rPr lang="en-US" sz="2400" dirty="0" spc="1" kern="0">
                <a:solidFill>
                  <a:srgbClr val="14161C"/>
                </a:solidFill>
                <a:latin typeface="Noto Sans JP SemiBold" pitchFamily="34" charset="0"/>
                <a:ea typeface="Noto Sans JP SemiBold" pitchFamily="34" charset="-122"/>
                <a:cs typeface="Noto Sans JP SemiBold" pitchFamily="34" charset="-120"/>
              </a:rPr>
              <a:t> 基づく</a:t>
            </a:r>
            <a:r>
              <a:rPr lang="en-US" sz="2400" dirty="0" spc="-3" kern="0">
                <a:solidFill>
                  <a:srgbClr val="14161C"/>
                </a:solidFill>
                <a:latin typeface="Noto Sans JP SemiBold" pitchFamily="34" charset="0"/>
                <a:ea typeface="Noto Sans JP SemiBold" pitchFamily="34" charset="-122"/>
                <a:cs typeface="Noto Sans JP SemiBold" pitchFamily="34" charset="-120"/>
              </a:rPr>
              <a:t> Cefic</a:t>
            </a:r>
            <a:r>
              <a:rPr lang="en-US" sz="2400" dirty="0" spc="3" kern="0">
                <a:solidFill>
                  <a:srgbClr val="14161C"/>
                </a:solidFill>
                <a:latin typeface="Noto Sans JP SemiBold" pitchFamily="34" charset="0"/>
                <a:ea typeface="Noto Sans JP SemiBold" pitchFamily="34" charset="-122"/>
                <a:cs typeface="Noto Sans JP SemiBold" pitchFamily="34" charset="-120"/>
              </a:rPr>
              <a:t> 2011を</a:t>
            </a:r>
            <a:r>
              <a:rPr lang="en-US" sz="2400" dirty="0" spc="4" kern="0">
                <a:solidFill>
                  <a:srgbClr val="14161C"/>
                </a:solidFill>
                <a:latin typeface="Noto Sans JP SemiBold" pitchFamily="34" charset="0"/>
                <a:ea typeface="Noto Sans JP SemiBold" pitchFamily="34" charset="-122"/>
                <a:cs typeface="Noto Sans JP SemiBold" pitchFamily="34" charset="-120"/>
              </a:rPr>
              <a:t> 使用[S6][S7]</a:t>
            </a:r>
            <a:endParaRPr lang="en-US" sz="2400" dirty="0"/>
          </a:p>
        </p:txBody>
      </p:sp>
      <p:sp>
        <p:nvSpPr>
          <p:cNvPr id="6" name="Text 4"/>
          <p:cNvSpPr/>
          <p:nvPr/>
        </p:nvSpPr>
        <p:spPr>
          <a:xfrm>
            <a:off x="914400" y="3476625"/>
            <a:ext cx="1619250" cy="981075"/>
          </a:xfrm>
          <a:prstGeom prst="rect">
            <a:avLst/>
          </a:prstGeom>
          <a:noFill/>
          <a:ln/>
        </p:spPr>
        <p:txBody>
          <a:bodyPr wrap="square" lIns="0" tIns="0" rIns="0" bIns="0" rtlCol="0" anchor="ctr"/>
          <a:lstStyle/>
          <a:p>
            <a:pPr algn="l" indent="0" marL="0">
              <a:buNone/>
            </a:pPr>
            <a:r>
              <a:rPr lang="en-US" sz="6422" dirty="0" spc="-3" kern="0">
                <a:solidFill>
                  <a:srgbClr val="E8472B"/>
                </a:solidFill>
                <a:latin typeface="Noto Sans JP ExtraBold" pitchFamily="34" charset="0"/>
                <a:ea typeface="Noto Sans JP ExtraBold" pitchFamily="34" charset="-122"/>
                <a:cs typeface="Noto Sans JP ExtraBold" pitchFamily="34" charset="-120"/>
              </a:rPr>
              <a:t>2</a:t>
            </a:r>
            <a:endParaRPr lang="en-US" sz="6422" dirty="0"/>
          </a:p>
        </p:txBody>
      </p:sp>
      <p:sp>
        <p:nvSpPr>
          <p:cNvPr id="7" name="Shape 5"/>
          <p:cNvSpPr/>
          <p:nvPr/>
        </p:nvSpPr>
        <p:spPr>
          <a:xfrm>
            <a:off x="2724150" y="3571875"/>
            <a:ext cx="14649450" cy="790575"/>
          </a:xfrm>
          <a:prstGeom prst="roundRect">
            <a:avLst>
              <a:gd name="adj" fmla="val 24096"/>
            </a:avLst>
          </a:prstGeom>
          <a:solidFill>
            <a:srgbClr val="E8E0CF"/>
          </a:solidFill>
          <a:ln/>
        </p:spPr>
      </p:sp>
      <p:sp>
        <p:nvSpPr>
          <p:cNvPr id="8" name="Text 6"/>
          <p:cNvSpPr/>
          <p:nvPr/>
        </p:nvSpPr>
        <p:spPr>
          <a:xfrm>
            <a:off x="3105150" y="3571875"/>
            <a:ext cx="14001750" cy="790575"/>
          </a:xfrm>
          <a:prstGeom prst="rect">
            <a:avLst/>
          </a:prstGeom>
          <a:noFill/>
          <a:ln/>
        </p:spPr>
        <p:txBody>
          <a:bodyPr wrap="square" lIns="0" tIns="0" rIns="0" bIns="0" rtlCol="0" anchor="ctr"/>
          <a:lstStyle/>
          <a:p>
            <a:pPr algn="l" indent="0" marL="0">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S1の</a:t>
            </a:r>
            <a:r>
              <a:rPr lang="en-US" sz="2550" dirty="0" spc="1" kern="0">
                <a:solidFill>
                  <a:srgbClr val="14161C"/>
                </a:solidFill>
                <a:latin typeface="Noto Sans JP SemiBold" pitchFamily="34" charset="0"/>
                <a:ea typeface="Noto Sans JP SemiBold" pitchFamily="34" charset="-122"/>
                <a:cs typeface="Noto Sans JP SemiBold" pitchFamily="34" charset="-120"/>
              </a:rPr>
              <a:t> グラフ: 著者と</a:t>
            </a:r>
            <a:r>
              <a:rPr lang="en-US" sz="2550" dirty="0" spc="0" kern="0">
                <a:solidFill>
                  <a:srgbClr val="14161C"/>
                </a:solidFill>
                <a:latin typeface="Noto Sans JP SemiBold" pitchFamily="34" charset="0"/>
                <a:ea typeface="Noto Sans JP SemiBold" pitchFamily="34" charset="-122"/>
                <a:cs typeface="Noto Sans JP SemiBold" pitchFamily="34" charset="-120"/>
              </a:rPr>
              <a:t> 年は 不明。</a:t>
            </a:r>
            <a:r>
              <a:rPr lang="en-US" sz="2550" dirty="0" spc="1" kern="0">
                <a:solidFill>
                  <a:srgbClr val="14161C"/>
                </a:solidFill>
                <a:latin typeface="Noto Sans JP SemiBold" pitchFamily="34" charset="0"/>
                <a:ea typeface="Noto Sans JP SemiBold" pitchFamily="34" charset="-122"/>
                <a:cs typeface="Noto Sans JP SemiBold" pitchFamily="34" charset="-120"/>
              </a:rPr>
              <a:t> 読み 取り±2%。</a:t>
            </a:r>
            <a:r>
              <a:rPr lang="en-US" sz="2550" dirty="0" spc="0" kern="0">
                <a:solidFill>
                  <a:srgbClr val="14161C"/>
                </a:solidFill>
                <a:latin typeface="Noto Sans JP SemiBold" pitchFamily="34" charset="0"/>
                <a:ea typeface="Noto Sans JP SemiBold" pitchFamily="34" charset="-122"/>
                <a:cs typeface="Noto Sans JP SemiBold" pitchFamily="34" charset="-120"/>
              </a:rPr>
              <a:t> Schaberの</a:t>
            </a:r>
            <a:r>
              <a:rPr lang="en-US" sz="2550" dirty="0" spc="1" kern="0">
                <a:solidFill>
                  <a:srgbClr val="14161C"/>
                </a:solidFill>
                <a:latin typeface="Noto Sans JP SemiBold" pitchFamily="34" charset="0"/>
                <a:ea typeface="Noto Sans JP SemiBold" pitchFamily="34" charset="-122"/>
                <a:cs typeface="Noto Sans JP SemiBold" pitchFamily="34" charset="-120"/>
              </a:rPr>
              <a:t> 4領域と</a:t>
            </a:r>
            <a:r>
              <a:rPr lang="en-US" sz="2550" dirty="0" spc="0" kern="0">
                <a:solidFill>
                  <a:srgbClr val="14161C"/>
                </a:solidFill>
                <a:latin typeface="Noto Sans JP SemiBold" pitchFamily="34" charset="0"/>
                <a:ea typeface="Noto Sans JP SemiBold" pitchFamily="34" charset="-122"/>
                <a:cs typeface="Noto Sans JP SemiBold" pitchFamily="34" charset="-120"/>
              </a:rPr>
              <a:t> 合うが 未確認[S1][S3]</a:t>
            </a:r>
            <a:endParaRPr lang="en-US" sz="2550" dirty="0"/>
          </a:p>
        </p:txBody>
      </p:sp>
      <p:sp>
        <p:nvSpPr>
          <p:cNvPr id="9" name="Text 7"/>
          <p:cNvSpPr/>
          <p:nvPr/>
        </p:nvSpPr>
        <p:spPr>
          <a:xfrm>
            <a:off x="914400" y="4572000"/>
            <a:ext cx="1619250" cy="981075"/>
          </a:xfrm>
          <a:prstGeom prst="rect">
            <a:avLst/>
          </a:prstGeom>
          <a:noFill/>
          <a:ln/>
        </p:spPr>
        <p:txBody>
          <a:bodyPr wrap="square" lIns="0" tIns="0" rIns="0" bIns="0" rtlCol="0" anchor="ctr"/>
          <a:lstStyle/>
          <a:p>
            <a:pPr algn="l" indent="0" marL="0">
              <a:buNone/>
            </a:pPr>
            <a:r>
              <a:rPr lang="en-US" sz="6422" dirty="0" spc="-3" kern="0">
                <a:solidFill>
                  <a:srgbClr val="1F3FD1"/>
                </a:solidFill>
                <a:latin typeface="Noto Sans JP ExtraBold" pitchFamily="34" charset="0"/>
                <a:ea typeface="Noto Sans JP ExtraBold" pitchFamily="34" charset="-122"/>
                <a:cs typeface="Noto Sans JP ExtraBold" pitchFamily="34" charset="-120"/>
              </a:rPr>
              <a:t>3</a:t>
            </a:r>
            <a:endParaRPr lang="en-US" sz="6422" dirty="0"/>
          </a:p>
        </p:txBody>
      </p:sp>
      <p:sp>
        <p:nvSpPr>
          <p:cNvPr id="10" name="Shape 8"/>
          <p:cNvSpPr/>
          <p:nvPr/>
        </p:nvSpPr>
        <p:spPr>
          <a:xfrm>
            <a:off x="2724150" y="4667250"/>
            <a:ext cx="14649450" cy="790575"/>
          </a:xfrm>
          <a:prstGeom prst="roundRect">
            <a:avLst>
              <a:gd name="adj" fmla="val 24096"/>
            </a:avLst>
          </a:prstGeom>
          <a:solidFill>
            <a:srgbClr val="E8E0CF"/>
          </a:solidFill>
          <a:ln/>
        </p:spPr>
      </p:sp>
      <p:sp>
        <p:nvSpPr>
          <p:cNvPr id="11" name="Text 9"/>
          <p:cNvSpPr/>
          <p:nvPr/>
        </p:nvSpPr>
        <p:spPr>
          <a:xfrm>
            <a:off x="3105150" y="4667250"/>
            <a:ext cx="14001750" cy="790575"/>
          </a:xfrm>
          <a:prstGeom prst="rect">
            <a:avLst/>
          </a:prstGeom>
          <a:noFill/>
          <a:ln/>
        </p:spPr>
        <p:txBody>
          <a:bodyPr wrap="square" lIns="0" tIns="0" rIns="0" bIns="0" rtlCol="0" anchor="ctr"/>
          <a:lstStyle/>
          <a:p>
            <a:pPr algn="l" indent="0" marL="0">
              <a:buNone/>
            </a:pPr>
            <a:r>
              <a:rPr lang="en-US" sz="2250" dirty="0" spc="0" kern="0">
                <a:solidFill>
                  <a:srgbClr val="14161C"/>
                </a:solidFill>
                <a:latin typeface="Noto Sans JP SemiBold" pitchFamily="34" charset="0"/>
                <a:ea typeface="Noto Sans JP SemiBold" pitchFamily="34" charset="-122"/>
                <a:cs typeface="Noto Sans JP SemiBold" pitchFamily="34" charset="-120"/>
              </a:rPr>
              <a:t>実験条件が</a:t>
            </a:r>
            <a:r>
              <a:rPr lang="en-US" sz="2250" dirty="0" spc="-1" kern="0">
                <a:solidFill>
                  <a:srgbClr val="14161C"/>
                </a:solidFill>
                <a:latin typeface="Noto Sans JP SemiBold" pitchFamily="34" charset="0"/>
                <a:ea typeface="Noto Sans JP SemiBold" pitchFamily="34" charset="-122"/>
                <a:cs typeface="Noto Sans JP SemiBold" pitchFamily="34" charset="-120"/>
              </a:rPr>
              <a:t> 異なる （開放容器、</a:t>
            </a:r>
            <a:r>
              <a:rPr lang="en-US" sz="2250" dirty="0" spc="-22" kern="0">
                <a:solidFill>
                  <a:srgbClr val="14161C"/>
                </a:solidFill>
                <a:latin typeface="Noto Sans JP SemiBold" pitchFamily="34" charset="0"/>
                <a:ea typeface="Noto Sans JP SemiBold" pitchFamily="34" charset="-122"/>
                <a:cs typeface="Noto Sans JP SemiBold" pitchFamily="34" charset="-120"/>
              </a:rPr>
              <a:t> TGA、</a:t>
            </a:r>
            <a:r>
              <a:rPr lang="en-US" sz="2250" dirty="0" spc="0" kern="0">
                <a:solidFill>
                  <a:srgbClr val="14161C"/>
                </a:solidFill>
                <a:latin typeface="Noto Sans JP SemiBold" pitchFamily="34" charset="0"/>
                <a:ea typeface="Noto Sans JP SemiBold" pitchFamily="34" charset="-122"/>
                <a:cs typeface="Noto Sans JP SemiBold" pitchFamily="34" charset="-120"/>
              </a:rPr>
              <a:t> DSC、</a:t>
            </a:r>
            <a:r>
              <a:rPr lang="en-US" sz="2250" dirty="0" spc="-1" kern="0">
                <a:solidFill>
                  <a:srgbClr val="14161C"/>
                </a:solidFill>
                <a:latin typeface="Noto Sans JP SemiBold" pitchFamily="34" charset="0"/>
                <a:ea typeface="Noto Sans JP SemiBold" pitchFamily="34" charset="-122"/>
                <a:cs typeface="Noto Sans JP SemiBold" pitchFamily="34" charset="-120"/>
              </a:rPr>
              <a:t> 試験台、</a:t>
            </a:r>
            <a:r>
              <a:rPr lang="en-US" sz="2250" dirty="0" spc="0" kern="0">
                <a:solidFill>
                  <a:srgbClr val="14161C"/>
                </a:solidFill>
                <a:latin typeface="Noto Sans JP SemiBold" pitchFamily="34" charset="0"/>
                <a:ea typeface="Noto Sans JP SemiBold" pitchFamily="34" charset="-122"/>
                <a:cs typeface="Noto Sans JP SemiBold" pitchFamily="34" charset="-120"/>
              </a:rPr>
              <a:t> エンジン）ので</a:t>
            </a:r>
            <a:r>
              <a:rPr lang="en-US" sz="2250" dirty="0" spc="-2" kern="0">
                <a:solidFill>
                  <a:srgbClr val="14161C"/>
                </a:solidFill>
                <a:latin typeface="Noto Sans JP SemiBold" pitchFamily="34" charset="0"/>
                <a:ea typeface="Noto Sans JP SemiBold" pitchFamily="34" charset="-122"/>
                <a:cs typeface="Noto Sans JP SemiBold" pitchFamily="34" charset="-120"/>
              </a:rPr>
              <a:t> 直接は</a:t>
            </a:r>
            <a:r>
              <a:rPr lang="en-US" sz="2250" dirty="0" spc="1" kern="0">
                <a:solidFill>
                  <a:srgbClr val="14161C"/>
                </a:solidFill>
                <a:latin typeface="Noto Sans JP SemiBold" pitchFamily="34" charset="0"/>
                <a:ea typeface="Noto Sans JP SemiBold" pitchFamily="34" charset="-122"/>
                <a:cs typeface="Noto Sans JP SemiBold" pitchFamily="34" charset="-120"/>
              </a:rPr>
              <a:t> 比べられない[S3][S4]</a:t>
            </a:r>
            <a:endParaRPr lang="en-US" sz="2250" dirty="0"/>
          </a:p>
        </p:txBody>
      </p:sp>
      <p:sp>
        <p:nvSpPr>
          <p:cNvPr id="12" name="Text 10"/>
          <p:cNvSpPr/>
          <p:nvPr/>
        </p:nvSpPr>
        <p:spPr>
          <a:xfrm>
            <a:off x="914400" y="5667375"/>
            <a:ext cx="1619250" cy="981075"/>
          </a:xfrm>
          <a:prstGeom prst="rect">
            <a:avLst/>
          </a:prstGeom>
          <a:noFill/>
          <a:ln/>
        </p:spPr>
        <p:txBody>
          <a:bodyPr wrap="square" lIns="0" tIns="0" rIns="0" bIns="0" rtlCol="0" anchor="ctr"/>
          <a:lstStyle/>
          <a:p>
            <a:pPr algn="l" indent="0" marL="0">
              <a:buNone/>
            </a:pPr>
            <a:r>
              <a:rPr lang="en-US" sz="6422" dirty="0" spc="-3" kern="0">
                <a:solidFill>
                  <a:srgbClr val="B45309"/>
                </a:solidFill>
                <a:latin typeface="Noto Sans JP ExtraBold" pitchFamily="34" charset="0"/>
                <a:ea typeface="Noto Sans JP ExtraBold" pitchFamily="34" charset="-122"/>
                <a:cs typeface="Noto Sans JP ExtraBold" pitchFamily="34" charset="-120"/>
              </a:rPr>
              <a:t>4</a:t>
            </a:r>
            <a:endParaRPr lang="en-US" sz="6422" dirty="0"/>
          </a:p>
        </p:txBody>
      </p:sp>
      <p:sp>
        <p:nvSpPr>
          <p:cNvPr id="13" name="Shape 11"/>
          <p:cNvSpPr/>
          <p:nvPr/>
        </p:nvSpPr>
        <p:spPr>
          <a:xfrm>
            <a:off x="2724150" y="5762625"/>
            <a:ext cx="14649450" cy="790575"/>
          </a:xfrm>
          <a:prstGeom prst="roundRect">
            <a:avLst>
              <a:gd name="adj" fmla="val 24096"/>
            </a:avLst>
          </a:prstGeom>
          <a:solidFill>
            <a:srgbClr val="E8E0CF"/>
          </a:solidFill>
          <a:ln/>
        </p:spPr>
      </p:sp>
      <p:sp>
        <p:nvSpPr>
          <p:cNvPr id="14" name="Text 12"/>
          <p:cNvSpPr/>
          <p:nvPr/>
        </p:nvSpPr>
        <p:spPr>
          <a:xfrm>
            <a:off x="3105150" y="5762625"/>
            <a:ext cx="14001750" cy="790575"/>
          </a:xfrm>
          <a:prstGeom prst="rect">
            <a:avLst/>
          </a:prstGeom>
          <a:noFill/>
          <a:ln/>
        </p:spPr>
        <p:txBody>
          <a:bodyPr wrap="square" lIns="0" tIns="0" rIns="0" bIns="0" rtlCol="0" anchor="ctr"/>
          <a:lstStyle/>
          <a:p>
            <a:pPr algn="l" indent="0" marL="0">
              <a:buNone/>
            </a:pPr>
            <a:r>
              <a:rPr lang="en-US" sz="2400" dirty="0" spc="0" kern="0">
                <a:solidFill>
                  <a:srgbClr val="14161C"/>
                </a:solidFill>
                <a:latin typeface="Noto Sans JP SemiBold" pitchFamily="34" charset="0"/>
                <a:ea typeface="Noto Sans JP SemiBold" pitchFamily="34" charset="-122"/>
                <a:cs typeface="Noto Sans JP SemiBold" pitchFamily="34" charset="-120"/>
              </a:rPr>
              <a:t>読める 数値がないもの:</a:t>
            </a:r>
            <a:r>
              <a:rPr lang="en-US" sz="2400" dirty="0" spc="-11" kern="0">
                <a:solidFill>
                  <a:srgbClr val="14161C"/>
                </a:solidFill>
                <a:latin typeface="Noto Sans JP SemiBold" pitchFamily="34" charset="0"/>
                <a:ea typeface="Noto Sans JP SemiBold" pitchFamily="34" charset="-122"/>
                <a:cs typeface="Noto Sans JP SemiBold" pitchFamily="34" charset="-120"/>
              </a:rPr>
              <a:t> ライデンフロスト、</a:t>
            </a:r>
            <a:r>
              <a:rPr lang="en-US" sz="2400" dirty="0" spc="2" kern="0">
                <a:solidFill>
                  <a:srgbClr val="14161C"/>
                </a:solidFill>
                <a:latin typeface="Noto Sans JP SemiBold" pitchFamily="34" charset="0"/>
                <a:ea typeface="Noto Sans JP SemiBold" pitchFamily="34" charset="-122"/>
                <a:cs typeface="Noto Sans JP SemiBold" pitchFamily="34" charset="-120"/>
              </a:rPr>
              <a:t> NH3の</a:t>
            </a:r>
            <a:r>
              <a:rPr lang="en-US" sz="2400" dirty="0" spc="1" kern="0">
                <a:solidFill>
                  <a:srgbClr val="14161C"/>
                </a:solidFill>
                <a:latin typeface="Noto Sans JP SemiBold" pitchFamily="34" charset="0"/>
                <a:ea typeface="Noto Sans JP SemiBold" pitchFamily="34" charset="-122"/>
                <a:cs typeface="Noto Sans JP SemiBold" pitchFamily="34" charset="-120"/>
              </a:rPr>
              <a:t> 強い 酸化、 解凍、70°Cの</a:t>
            </a:r>
            <a:r>
              <a:rPr lang="en-US" sz="2400" dirty="0" spc="2" kern="0">
                <a:solidFill>
                  <a:srgbClr val="14161C"/>
                </a:solidFill>
                <a:latin typeface="Noto Sans JP SemiBold" pitchFamily="34" charset="0"/>
                <a:ea typeface="Noto Sans JP SemiBold" pitchFamily="34" charset="-122"/>
                <a:cs typeface="Noto Sans JP SemiBold" pitchFamily="34" charset="-120"/>
              </a:rPr>
              <a:t> 目安、</a:t>
            </a:r>
            <a:r>
              <a:rPr lang="en-US" sz="2400" dirty="0" spc="1" kern="0">
                <a:solidFill>
                  <a:srgbClr val="14161C"/>
                </a:solidFill>
                <a:latin typeface="Noto Sans JP SemiBold" pitchFamily="34" charset="0"/>
                <a:ea typeface="Noto Sans JP SemiBold" pitchFamily="34" charset="-122"/>
                <a:cs typeface="Noto Sans JP SemiBold" pitchFamily="34" charset="-120"/>
              </a:rPr>
              <a:t> 尿素−水の</a:t>
            </a:r>
            <a:r>
              <a:rPr lang="en-US" sz="2400" dirty="0" spc="2" kern="0">
                <a:solidFill>
                  <a:srgbClr val="14161C"/>
                </a:solidFill>
                <a:latin typeface="Noto Sans JP SemiBold" pitchFamily="34" charset="0"/>
                <a:ea typeface="Noto Sans JP SemiBold" pitchFamily="34" charset="-122"/>
                <a:cs typeface="Noto Sans JP SemiBold" pitchFamily="34" charset="-120"/>
              </a:rPr>
              <a:t> 相図</a:t>
            </a:r>
            <a:endParaRPr lang="en-US" sz="2400" dirty="0"/>
          </a:p>
        </p:txBody>
      </p:sp>
      <p:sp>
        <p:nvSpPr>
          <p:cNvPr id="15" name="Text 13"/>
          <p:cNvSpPr/>
          <p:nvPr/>
        </p:nvSpPr>
        <p:spPr>
          <a:xfrm>
            <a:off x="914400" y="6762750"/>
            <a:ext cx="1619250" cy="981075"/>
          </a:xfrm>
          <a:prstGeom prst="rect">
            <a:avLst/>
          </a:prstGeom>
          <a:noFill/>
          <a:ln/>
        </p:spPr>
        <p:txBody>
          <a:bodyPr wrap="square" lIns="0" tIns="0" rIns="0" bIns="0" rtlCol="0" anchor="ctr"/>
          <a:lstStyle/>
          <a:p>
            <a:pPr algn="l" indent="0" marL="0">
              <a:buNone/>
            </a:pPr>
            <a:r>
              <a:rPr lang="en-US" sz="6422" dirty="0" spc="-3" kern="0">
                <a:solidFill>
                  <a:srgbClr val="0F766E"/>
                </a:solidFill>
                <a:latin typeface="Noto Sans JP ExtraBold" pitchFamily="34" charset="0"/>
                <a:ea typeface="Noto Sans JP ExtraBold" pitchFamily="34" charset="-122"/>
                <a:cs typeface="Noto Sans JP ExtraBold" pitchFamily="34" charset="-120"/>
              </a:rPr>
              <a:t>5</a:t>
            </a:r>
            <a:endParaRPr lang="en-US" sz="6422" dirty="0"/>
          </a:p>
        </p:txBody>
      </p:sp>
      <p:sp>
        <p:nvSpPr>
          <p:cNvPr id="16" name="Shape 14"/>
          <p:cNvSpPr/>
          <p:nvPr/>
        </p:nvSpPr>
        <p:spPr>
          <a:xfrm>
            <a:off x="2724150" y="6858000"/>
            <a:ext cx="14649450" cy="790575"/>
          </a:xfrm>
          <a:prstGeom prst="roundRect">
            <a:avLst>
              <a:gd name="adj" fmla="val 24096"/>
            </a:avLst>
          </a:prstGeom>
          <a:solidFill>
            <a:srgbClr val="E8E0CF"/>
          </a:solidFill>
          <a:ln/>
        </p:spPr>
      </p:sp>
      <p:sp>
        <p:nvSpPr>
          <p:cNvPr id="17" name="Text 15"/>
          <p:cNvSpPr/>
          <p:nvPr/>
        </p:nvSpPr>
        <p:spPr>
          <a:xfrm>
            <a:off x="3105150" y="6858000"/>
            <a:ext cx="14001750" cy="790575"/>
          </a:xfrm>
          <a:prstGeom prst="rect">
            <a:avLst/>
          </a:prstGeom>
          <a:noFill/>
          <a:ln/>
        </p:spPr>
        <p:txBody>
          <a:bodyPr wrap="square" lIns="0" tIns="0" rIns="0" bIns="0" rtlCol="0" anchor="ctr"/>
          <a:lstStyle/>
          <a:p>
            <a:pPr algn="l" indent="0" marL="0">
              <a:buNone/>
            </a:pPr>
            <a:r>
              <a:rPr lang="en-US" sz="2700" dirty="0" spc="-7" kern="0">
                <a:solidFill>
                  <a:srgbClr val="14161C"/>
                </a:solidFill>
                <a:latin typeface="Noto Sans JP SemiBold" pitchFamily="34" charset="0"/>
                <a:ea typeface="Noto Sans JP SemiBold" pitchFamily="34" charset="-122"/>
                <a:cs typeface="Noto Sans JP SemiBold" pitchFamily="34" charset="-120"/>
              </a:rPr>
              <a:t>Ceficは</a:t>
            </a:r>
            <a:r>
              <a:rPr lang="en-US" sz="2700" dirty="0" spc="-1" kern="0">
                <a:solidFill>
                  <a:srgbClr val="14161C"/>
                </a:solidFill>
                <a:latin typeface="Noto Sans JP SemiBold" pitchFamily="34" charset="0"/>
                <a:ea typeface="Noto Sans JP SemiBold" pitchFamily="34" charset="-122"/>
                <a:cs typeface="Noto Sans JP SemiBold" pitchFamily="34" charset="-120"/>
              </a:rPr>
              <a:t> 凍結時の</a:t>
            </a:r>
            <a:r>
              <a:rPr lang="en-US" sz="2700" dirty="0" spc="0" kern="0">
                <a:solidFill>
                  <a:srgbClr val="14161C"/>
                </a:solidFill>
                <a:latin typeface="Noto Sans JP SemiBold" pitchFamily="34" charset="0"/>
                <a:ea typeface="Noto Sans JP SemiBold" pitchFamily="34" charset="-122"/>
                <a:cs typeface="Noto Sans JP SemiBold" pitchFamily="34" charset="-120"/>
              </a:rPr>
              <a:t> 膨張に 2つの</a:t>
            </a:r>
            <a:r>
              <a:rPr lang="en-US" sz="2700" dirty="0" spc="-1" kern="0">
                <a:solidFill>
                  <a:srgbClr val="14161C"/>
                </a:solidFill>
                <a:latin typeface="Noto Sans JP SemiBold" pitchFamily="34" charset="0"/>
                <a:ea typeface="Noto Sans JP SemiBold" pitchFamily="34" charset="-122"/>
                <a:cs typeface="Noto Sans JP SemiBold" pitchFamily="34" charset="-120"/>
              </a:rPr>
              <a:t> 数字を</a:t>
            </a:r>
            <a:r>
              <a:rPr lang="en-US" sz="2700" dirty="0" spc="0" kern="0">
                <a:solidFill>
                  <a:srgbClr val="14161C"/>
                </a:solidFill>
                <a:latin typeface="Noto Sans JP SemiBold" pitchFamily="34" charset="0"/>
                <a:ea typeface="Noto Sans JP SemiBold" pitchFamily="34" charset="-122"/>
                <a:cs typeface="Noto Sans JP SemiBold" pitchFamily="34" charset="-120"/>
              </a:rPr>
              <a:t> 書く</a:t>
            </a:r>
            <a:r>
              <a:rPr lang="en-US" sz="2700" dirty="0" spc="1" kern="0">
                <a:solidFill>
                  <a:srgbClr val="14161C"/>
                </a:solidFill>
                <a:latin typeface="Noto Sans JP SemiBold" pitchFamily="34" charset="0"/>
                <a:ea typeface="Noto Sans JP SemiBold" pitchFamily="34" charset="-122"/>
                <a:cs typeface="Noto Sans JP SemiBold" pitchFamily="34" charset="-120"/>
              </a:rPr>
              <a:t> （7%と</a:t>
            </a:r>
            <a:r>
              <a:rPr lang="en-US" sz="2700" dirty="0" spc="2" kern="0">
                <a:solidFill>
                  <a:srgbClr val="14161C"/>
                </a:solidFill>
                <a:latin typeface="Noto Sans JP SemiBold" pitchFamily="34" charset="0"/>
                <a:ea typeface="Noto Sans JP SemiBold" pitchFamily="34" charset="-122"/>
                <a:cs typeface="Noto Sans JP SemiBold" pitchFamily="34" charset="-120"/>
              </a:rPr>
              <a:t> 係数1.05）[S6]</a:t>
            </a:r>
            <a:endParaRPr lang="en-US" sz="2700" dirty="0"/>
          </a:p>
        </p:txBody>
      </p:sp>
      <p:sp>
        <p:nvSpPr>
          <p:cNvPr id="18" name="Text 16"/>
          <p:cNvSpPr/>
          <p:nvPr/>
        </p:nvSpPr>
        <p:spPr>
          <a:xfrm>
            <a:off x="914400" y="7858125"/>
            <a:ext cx="1619250" cy="981075"/>
          </a:xfrm>
          <a:prstGeom prst="rect">
            <a:avLst/>
          </a:prstGeom>
          <a:noFill/>
          <a:ln/>
        </p:spPr>
        <p:txBody>
          <a:bodyPr wrap="square" lIns="0" tIns="0" rIns="0" bIns="0" rtlCol="0" anchor="ctr"/>
          <a:lstStyle/>
          <a:p>
            <a:pPr algn="l" indent="0" marL="0">
              <a:buNone/>
            </a:pPr>
            <a:r>
              <a:rPr lang="en-US" sz="6422" dirty="0" spc="-3" kern="0">
                <a:solidFill>
                  <a:srgbClr val="E8472B"/>
                </a:solidFill>
                <a:latin typeface="Noto Sans JP ExtraBold" pitchFamily="34" charset="0"/>
                <a:ea typeface="Noto Sans JP ExtraBold" pitchFamily="34" charset="-122"/>
                <a:cs typeface="Noto Sans JP ExtraBold" pitchFamily="34" charset="-120"/>
              </a:rPr>
              <a:t>6</a:t>
            </a:r>
            <a:endParaRPr lang="en-US" sz="6422" dirty="0"/>
          </a:p>
        </p:txBody>
      </p:sp>
      <p:sp>
        <p:nvSpPr>
          <p:cNvPr id="19" name="Shape 17"/>
          <p:cNvSpPr/>
          <p:nvPr/>
        </p:nvSpPr>
        <p:spPr>
          <a:xfrm>
            <a:off x="2724150" y="7953375"/>
            <a:ext cx="14649450" cy="790575"/>
          </a:xfrm>
          <a:prstGeom prst="roundRect">
            <a:avLst>
              <a:gd name="adj" fmla="val 24096"/>
            </a:avLst>
          </a:prstGeom>
          <a:solidFill>
            <a:srgbClr val="E8E0CF"/>
          </a:solidFill>
          <a:ln/>
        </p:spPr>
      </p:sp>
      <p:sp>
        <p:nvSpPr>
          <p:cNvPr id="20" name="Text 18"/>
          <p:cNvSpPr/>
          <p:nvPr/>
        </p:nvSpPr>
        <p:spPr>
          <a:xfrm>
            <a:off x="3105150" y="7953375"/>
            <a:ext cx="14001750" cy="790575"/>
          </a:xfrm>
          <a:prstGeom prst="rect">
            <a:avLst/>
          </a:prstGeom>
          <a:noFill/>
          <a:ln/>
        </p:spPr>
        <p:txBody>
          <a:bodyPr wrap="square" lIns="0" tIns="0" rIns="0" bIns="0" rtlCol="0" anchor="ctr"/>
          <a:lstStyle/>
          <a:p>
            <a:pPr algn="l" indent="0" marL="0">
              <a:buNone/>
            </a:pPr>
            <a:r>
              <a:rPr lang="en-US" sz="2700" dirty="0" spc="0" kern="0">
                <a:solidFill>
                  <a:srgbClr val="14161C"/>
                </a:solidFill>
                <a:latin typeface="Noto Sans JP SemiBold" pitchFamily="34" charset="0"/>
                <a:ea typeface="Noto Sans JP SemiBold" pitchFamily="34" charset="-122"/>
                <a:cs typeface="Noto Sans JP SemiBold" pitchFamily="34" charset="-120"/>
              </a:rPr>
              <a:t>良い・悪いの</a:t>
            </a:r>
            <a:r>
              <a:rPr lang="en-US" sz="2700" dirty="0" spc="-1" kern="0">
                <a:solidFill>
                  <a:srgbClr val="14161C"/>
                </a:solidFill>
                <a:latin typeface="Noto Sans JP SemiBold" pitchFamily="34" charset="0"/>
                <a:ea typeface="Noto Sans JP SemiBold" pitchFamily="34" charset="-122"/>
                <a:cs typeface="Noto Sans JP SemiBold" pitchFamily="34" charset="-120"/>
              </a:rPr>
              <a:t> 分類と</a:t>
            </a:r>
            <a:r>
              <a:rPr lang="en-US" sz="2700" dirty="0" spc="0" kern="0">
                <a:solidFill>
                  <a:srgbClr val="14161C"/>
                </a:solidFill>
                <a:latin typeface="Noto Sans JP SemiBold" pitchFamily="34" charset="0"/>
                <a:ea typeface="Noto Sans JP SemiBold" pitchFamily="34" charset="-122"/>
                <a:cs typeface="Noto Sans JP SemiBold" pitchFamily="34" charset="-120"/>
              </a:rPr>
              <a:t> リスクマップはこの</a:t>
            </a:r>
            <a:r>
              <a:rPr lang="en-US" sz="2700" dirty="0" spc="-1" kern="0">
                <a:solidFill>
                  <a:srgbClr val="14161C"/>
                </a:solidFill>
                <a:latin typeface="Noto Sans JP SemiBold" pitchFamily="34" charset="0"/>
                <a:ea typeface="Noto Sans JP SemiBold" pitchFamily="34" charset="-122"/>
                <a:cs typeface="Noto Sans JP SemiBold" pitchFamily="34" charset="-120"/>
              </a:rPr>
              <a:t> 資料の</a:t>
            </a:r>
            <a:r>
              <a:rPr lang="en-US" sz="2700" dirty="0" spc="0" kern="0">
                <a:solidFill>
                  <a:srgbClr val="14161C"/>
                </a:solidFill>
                <a:latin typeface="Noto Sans JP SemiBold" pitchFamily="34" charset="0"/>
                <a:ea typeface="Noto Sans JP SemiBold" pitchFamily="34" charset="-122"/>
                <a:cs typeface="Noto Sans JP SemiBold" pitchFamily="34" charset="-120"/>
              </a:rPr>
              <a:t> 推論</a:t>
            </a:r>
            <a:endParaRPr lang="en-US" sz="2700" dirty="0"/>
          </a:p>
        </p:txBody>
      </p:sp>
      <p:sp>
        <p:nvSpPr>
          <p:cNvPr id="21"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r>
              <a:rPr lang="en-US" sz="1800" dirty="0" spc="-1" kern="0">
                <a:solidFill>
                  <a:srgbClr val="6B6A66"/>
                </a:solidFill>
                <a:latin typeface="Noto Sans JP" pitchFamily="34" charset="0"/>
                <a:ea typeface="Noto Sans JP" pitchFamily="34" charset="-122"/>
                <a:cs typeface="Noto Sans JP" pitchFamily="34" charset="-120"/>
              </a:rPr>
              <a:t> [S3]</a:t>
            </a:r>
            <a:r>
              <a:rPr lang="en-US" sz="1800" dirty="0" spc="-2" kern="0">
                <a:solidFill>
                  <a:srgbClr val="6B6A66"/>
                </a:solidFill>
                <a:latin typeface="Noto Sans JP" pitchFamily="34" charset="0"/>
                <a:ea typeface="Noto Sans JP" pitchFamily="34" charset="-122"/>
                <a:cs typeface="Noto Sans JP" pitchFamily="34" charset="-120"/>
              </a:rPr>
              <a:t> [S4]</a:t>
            </a:r>
            <a:r>
              <a:rPr lang="en-US" sz="1800" dirty="0" spc="-1" kern="0">
                <a:solidFill>
                  <a:srgbClr val="6B6A66"/>
                </a:solidFill>
                <a:latin typeface="Noto Sans JP" pitchFamily="34" charset="0"/>
                <a:ea typeface="Noto Sans JP" pitchFamily="34" charset="-122"/>
                <a:cs typeface="Noto Sans JP" pitchFamily="34" charset="-120"/>
              </a:rPr>
              <a:t> [S6]</a:t>
            </a:r>
            <a:r>
              <a:rPr lang="en-US" sz="1800" dirty="0" spc="-2" kern="0">
                <a:solidFill>
                  <a:srgbClr val="6B6A66"/>
                </a:solidFill>
                <a:latin typeface="Noto Sans JP" pitchFamily="34" charset="0"/>
                <a:ea typeface="Noto Sans JP" pitchFamily="34" charset="-122"/>
                <a:cs typeface="Noto Sans JP" pitchFamily="34" charset="-120"/>
              </a:rPr>
              <a:t> [S7]</a:t>
            </a:r>
            <a:endParaRPr lang="en-US" sz="1800" dirty="0"/>
          </a:p>
        </p:txBody>
      </p:sp>
      <p:sp>
        <p:nvSpPr>
          <p:cNvPr id="22" name="Shape 20"/>
          <p:cNvSpPr/>
          <p:nvPr/>
        </p:nvSpPr>
        <p:spPr>
          <a:xfrm>
            <a:off x="960711" y="9580836"/>
            <a:ext cx="78828" cy="78828"/>
          </a:xfrm>
          <a:prstGeom prst="ellipse">
            <a:avLst/>
          </a:prstGeom>
          <a:solidFill>
            <a:srgbClr val="14161C">
              <a:alpha val="28000"/>
            </a:srgbClr>
          </a:solidFill>
          <a:ln/>
        </p:spPr>
      </p:sp>
      <p:sp>
        <p:nvSpPr>
          <p:cNvPr id="23" name="Shape 21"/>
          <p:cNvSpPr/>
          <p:nvPr/>
        </p:nvSpPr>
        <p:spPr>
          <a:xfrm>
            <a:off x="1118366" y="9580836"/>
            <a:ext cx="78828" cy="78828"/>
          </a:xfrm>
          <a:prstGeom prst="ellipse">
            <a:avLst/>
          </a:prstGeom>
          <a:solidFill>
            <a:srgbClr val="14161C">
              <a:alpha val="28000"/>
            </a:srgbClr>
          </a:solidFill>
          <a:ln/>
        </p:spPr>
      </p:sp>
      <p:sp>
        <p:nvSpPr>
          <p:cNvPr id="24" name="Shape 22"/>
          <p:cNvSpPr/>
          <p:nvPr/>
        </p:nvSpPr>
        <p:spPr>
          <a:xfrm>
            <a:off x="1276021" y="9580836"/>
            <a:ext cx="78828" cy="78828"/>
          </a:xfrm>
          <a:prstGeom prst="ellipse">
            <a:avLst/>
          </a:prstGeom>
          <a:solidFill>
            <a:srgbClr val="14161C">
              <a:alpha val="28000"/>
            </a:srgbClr>
          </a:solidFill>
          <a:ln/>
        </p:spPr>
      </p:sp>
      <p:sp>
        <p:nvSpPr>
          <p:cNvPr id="25" name="Shape 23"/>
          <p:cNvSpPr/>
          <p:nvPr/>
        </p:nvSpPr>
        <p:spPr>
          <a:xfrm>
            <a:off x="1433676" y="9580836"/>
            <a:ext cx="78828" cy="78828"/>
          </a:xfrm>
          <a:prstGeom prst="ellipse">
            <a:avLst/>
          </a:prstGeom>
          <a:solidFill>
            <a:srgbClr val="14161C">
              <a:alpha val="28000"/>
            </a:srgbClr>
          </a:solidFill>
          <a:ln/>
        </p:spPr>
      </p:sp>
      <p:sp>
        <p:nvSpPr>
          <p:cNvPr id="26" name="Shape 24"/>
          <p:cNvSpPr/>
          <p:nvPr/>
        </p:nvSpPr>
        <p:spPr>
          <a:xfrm>
            <a:off x="1591331" y="9580836"/>
            <a:ext cx="78828" cy="78828"/>
          </a:xfrm>
          <a:prstGeom prst="ellipse">
            <a:avLst/>
          </a:prstGeom>
          <a:solidFill>
            <a:srgbClr val="14161C">
              <a:alpha val="28000"/>
            </a:srgbClr>
          </a:solidFill>
          <a:ln/>
        </p:spPr>
      </p:sp>
      <p:sp>
        <p:nvSpPr>
          <p:cNvPr id="27" name="Shape 25"/>
          <p:cNvSpPr/>
          <p:nvPr/>
        </p:nvSpPr>
        <p:spPr>
          <a:xfrm>
            <a:off x="1748986" y="9580836"/>
            <a:ext cx="78828" cy="78828"/>
          </a:xfrm>
          <a:prstGeom prst="ellipse">
            <a:avLst/>
          </a:prstGeom>
          <a:solidFill>
            <a:srgbClr val="14161C">
              <a:alpha val="28000"/>
            </a:srgbClr>
          </a:solidFill>
          <a:ln/>
        </p:spPr>
      </p:sp>
      <p:sp>
        <p:nvSpPr>
          <p:cNvPr id="28" name="Shape 26"/>
          <p:cNvSpPr/>
          <p:nvPr/>
        </p:nvSpPr>
        <p:spPr>
          <a:xfrm>
            <a:off x="1906641" y="9580836"/>
            <a:ext cx="78828" cy="78828"/>
          </a:xfrm>
          <a:prstGeom prst="ellipse">
            <a:avLst/>
          </a:prstGeom>
          <a:solidFill>
            <a:srgbClr val="14161C">
              <a:alpha val="28000"/>
            </a:srgbClr>
          </a:solidFill>
          <a:ln/>
        </p:spPr>
      </p:sp>
      <p:sp>
        <p:nvSpPr>
          <p:cNvPr id="29" name="Shape 27"/>
          <p:cNvSpPr/>
          <p:nvPr/>
        </p:nvSpPr>
        <p:spPr>
          <a:xfrm>
            <a:off x="2064296" y="9580836"/>
            <a:ext cx="78828" cy="78828"/>
          </a:xfrm>
          <a:prstGeom prst="ellipse">
            <a:avLst/>
          </a:prstGeom>
          <a:solidFill>
            <a:srgbClr val="14161C">
              <a:alpha val="28000"/>
            </a:srgbClr>
          </a:solidFill>
          <a:ln/>
        </p:spPr>
      </p:sp>
      <p:sp>
        <p:nvSpPr>
          <p:cNvPr id="30" name="Shape 28"/>
          <p:cNvSpPr/>
          <p:nvPr/>
        </p:nvSpPr>
        <p:spPr>
          <a:xfrm>
            <a:off x="2221951" y="9580836"/>
            <a:ext cx="78828" cy="78828"/>
          </a:xfrm>
          <a:prstGeom prst="ellipse">
            <a:avLst/>
          </a:prstGeom>
          <a:solidFill>
            <a:srgbClr val="14161C">
              <a:alpha val="28000"/>
            </a:srgbClr>
          </a:solidFill>
          <a:ln/>
        </p:spPr>
      </p:sp>
      <p:sp>
        <p:nvSpPr>
          <p:cNvPr id="31" name="Shape 29"/>
          <p:cNvSpPr/>
          <p:nvPr/>
        </p:nvSpPr>
        <p:spPr>
          <a:xfrm>
            <a:off x="2379606" y="9580836"/>
            <a:ext cx="78828" cy="78828"/>
          </a:xfrm>
          <a:prstGeom prst="ellipse">
            <a:avLst/>
          </a:prstGeom>
          <a:solidFill>
            <a:srgbClr val="14161C">
              <a:alpha val="28000"/>
            </a:srgbClr>
          </a:solidFill>
          <a:ln/>
        </p:spPr>
      </p:sp>
      <p:sp>
        <p:nvSpPr>
          <p:cNvPr id="32" name="Shape 30"/>
          <p:cNvSpPr/>
          <p:nvPr/>
        </p:nvSpPr>
        <p:spPr>
          <a:xfrm>
            <a:off x="2537261" y="9580836"/>
            <a:ext cx="78828" cy="78828"/>
          </a:xfrm>
          <a:prstGeom prst="ellipse">
            <a:avLst/>
          </a:prstGeom>
          <a:solidFill>
            <a:srgbClr val="14161C">
              <a:alpha val="28000"/>
            </a:srgbClr>
          </a:solidFill>
          <a:ln/>
        </p:spPr>
      </p:sp>
      <p:sp>
        <p:nvSpPr>
          <p:cNvPr id="33" name="Shape 31"/>
          <p:cNvSpPr/>
          <p:nvPr/>
        </p:nvSpPr>
        <p:spPr>
          <a:xfrm>
            <a:off x="2694916" y="9580836"/>
            <a:ext cx="78828" cy="78828"/>
          </a:xfrm>
          <a:prstGeom prst="ellipse">
            <a:avLst/>
          </a:prstGeom>
          <a:solidFill>
            <a:srgbClr val="14161C">
              <a:alpha val="28000"/>
            </a:srgbClr>
          </a:solidFill>
          <a:ln/>
        </p:spPr>
      </p:sp>
      <p:sp>
        <p:nvSpPr>
          <p:cNvPr id="34" name="Shape 32"/>
          <p:cNvSpPr/>
          <p:nvPr/>
        </p:nvSpPr>
        <p:spPr>
          <a:xfrm>
            <a:off x="2852571" y="9580836"/>
            <a:ext cx="78828" cy="78828"/>
          </a:xfrm>
          <a:prstGeom prst="ellipse">
            <a:avLst/>
          </a:prstGeom>
          <a:solidFill>
            <a:srgbClr val="14161C">
              <a:alpha val="28000"/>
            </a:srgbClr>
          </a:solidFill>
          <a:ln/>
        </p:spPr>
      </p:sp>
      <p:sp>
        <p:nvSpPr>
          <p:cNvPr id="35" name="Shape 33"/>
          <p:cNvSpPr/>
          <p:nvPr/>
        </p:nvSpPr>
        <p:spPr>
          <a:xfrm>
            <a:off x="3010225" y="9580836"/>
            <a:ext cx="78828" cy="78828"/>
          </a:xfrm>
          <a:prstGeom prst="ellipse">
            <a:avLst/>
          </a:prstGeom>
          <a:solidFill>
            <a:srgbClr val="14161C">
              <a:alpha val="28000"/>
            </a:srgbClr>
          </a:solidFill>
          <a:ln/>
        </p:spPr>
      </p:sp>
      <p:sp>
        <p:nvSpPr>
          <p:cNvPr id="36" name="Shape 34"/>
          <p:cNvSpPr/>
          <p:nvPr/>
        </p:nvSpPr>
        <p:spPr>
          <a:xfrm>
            <a:off x="3167880" y="9580836"/>
            <a:ext cx="78828" cy="78828"/>
          </a:xfrm>
          <a:prstGeom prst="ellipse">
            <a:avLst/>
          </a:prstGeom>
          <a:solidFill>
            <a:srgbClr val="14161C">
              <a:alpha val="28000"/>
            </a:srgbClr>
          </a:solidFill>
          <a:ln/>
        </p:spPr>
      </p:sp>
      <p:sp>
        <p:nvSpPr>
          <p:cNvPr id="37" name="Shape 35"/>
          <p:cNvSpPr/>
          <p:nvPr/>
        </p:nvSpPr>
        <p:spPr>
          <a:xfrm>
            <a:off x="3325535" y="9580836"/>
            <a:ext cx="78828" cy="78828"/>
          </a:xfrm>
          <a:prstGeom prst="ellipse">
            <a:avLst/>
          </a:prstGeom>
          <a:solidFill>
            <a:srgbClr val="14161C">
              <a:alpha val="28000"/>
            </a:srgbClr>
          </a:solidFill>
          <a:ln/>
        </p:spPr>
      </p:sp>
      <p:sp>
        <p:nvSpPr>
          <p:cNvPr id="38" name="Shape 36"/>
          <p:cNvSpPr/>
          <p:nvPr/>
        </p:nvSpPr>
        <p:spPr>
          <a:xfrm>
            <a:off x="3483190" y="9580836"/>
            <a:ext cx="78828" cy="78828"/>
          </a:xfrm>
          <a:prstGeom prst="ellipse">
            <a:avLst/>
          </a:prstGeom>
          <a:solidFill>
            <a:srgbClr val="14161C">
              <a:alpha val="28000"/>
            </a:srgbClr>
          </a:solidFill>
          <a:ln/>
        </p:spPr>
      </p:sp>
      <p:sp>
        <p:nvSpPr>
          <p:cNvPr id="39" name="Shape 37"/>
          <p:cNvSpPr/>
          <p:nvPr/>
        </p:nvSpPr>
        <p:spPr>
          <a:xfrm>
            <a:off x="3640845" y="9580836"/>
            <a:ext cx="78828" cy="78828"/>
          </a:xfrm>
          <a:prstGeom prst="ellipse">
            <a:avLst/>
          </a:prstGeom>
          <a:solidFill>
            <a:srgbClr val="14161C">
              <a:alpha val="28000"/>
            </a:srgbClr>
          </a:solidFill>
          <a:ln/>
        </p:spPr>
      </p:sp>
      <p:sp>
        <p:nvSpPr>
          <p:cNvPr id="40" name="Shape 38"/>
          <p:cNvSpPr/>
          <p:nvPr/>
        </p:nvSpPr>
        <p:spPr>
          <a:xfrm>
            <a:off x="3798500" y="9580836"/>
            <a:ext cx="78828" cy="78828"/>
          </a:xfrm>
          <a:prstGeom prst="ellipse">
            <a:avLst/>
          </a:prstGeom>
          <a:solidFill>
            <a:srgbClr val="14161C">
              <a:alpha val="28000"/>
            </a:srgbClr>
          </a:solidFill>
          <a:ln/>
        </p:spPr>
      </p:sp>
      <p:sp>
        <p:nvSpPr>
          <p:cNvPr id="41" name="Shape 39"/>
          <p:cNvSpPr/>
          <p:nvPr/>
        </p:nvSpPr>
        <p:spPr>
          <a:xfrm>
            <a:off x="3956155" y="9580836"/>
            <a:ext cx="78828" cy="78828"/>
          </a:xfrm>
          <a:prstGeom prst="ellipse">
            <a:avLst/>
          </a:prstGeom>
          <a:solidFill>
            <a:srgbClr val="14161C">
              <a:alpha val="28000"/>
            </a:srgbClr>
          </a:solidFill>
          <a:ln/>
        </p:spPr>
      </p:sp>
      <p:sp>
        <p:nvSpPr>
          <p:cNvPr id="42" name="Shape 40"/>
          <p:cNvSpPr/>
          <p:nvPr/>
        </p:nvSpPr>
        <p:spPr>
          <a:xfrm>
            <a:off x="4113810" y="9580836"/>
            <a:ext cx="78828" cy="78828"/>
          </a:xfrm>
          <a:prstGeom prst="ellipse">
            <a:avLst/>
          </a:prstGeom>
          <a:solidFill>
            <a:srgbClr val="14161C">
              <a:alpha val="28000"/>
            </a:srgbClr>
          </a:solidFill>
          <a:ln/>
        </p:spPr>
      </p:sp>
      <p:sp>
        <p:nvSpPr>
          <p:cNvPr id="43" name="Shape 41"/>
          <p:cNvSpPr/>
          <p:nvPr/>
        </p:nvSpPr>
        <p:spPr>
          <a:xfrm>
            <a:off x="4271465" y="9580836"/>
            <a:ext cx="78828" cy="78828"/>
          </a:xfrm>
          <a:prstGeom prst="ellipse">
            <a:avLst/>
          </a:prstGeom>
          <a:solidFill>
            <a:srgbClr val="14161C">
              <a:alpha val="28000"/>
            </a:srgbClr>
          </a:solidFill>
          <a:ln/>
        </p:spPr>
      </p:sp>
      <p:sp>
        <p:nvSpPr>
          <p:cNvPr id="44" name="Shape 42"/>
          <p:cNvSpPr/>
          <p:nvPr/>
        </p:nvSpPr>
        <p:spPr>
          <a:xfrm>
            <a:off x="4429120" y="9580836"/>
            <a:ext cx="78828" cy="78828"/>
          </a:xfrm>
          <a:prstGeom prst="ellipse">
            <a:avLst/>
          </a:prstGeom>
          <a:solidFill>
            <a:srgbClr val="14161C">
              <a:alpha val="28000"/>
            </a:srgbClr>
          </a:solidFill>
          <a:ln/>
        </p:spPr>
      </p:sp>
      <p:sp>
        <p:nvSpPr>
          <p:cNvPr id="45" name="Shape 43"/>
          <p:cNvSpPr/>
          <p:nvPr/>
        </p:nvSpPr>
        <p:spPr>
          <a:xfrm>
            <a:off x="4586775" y="9580836"/>
            <a:ext cx="78828" cy="78828"/>
          </a:xfrm>
          <a:prstGeom prst="ellipse">
            <a:avLst/>
          </a:prstGeom>
          <a:solidFill>
            <a:srgbClr val="14161C">
              <a:alpha val="28000"/>
            </a:srgbClr>
          </a:solidFill>
          <a:ln/>
        </p:spPr>
      </p:sp>
      <p:sp>
        <p:nvSpPr>
          <p:cNvPr id="46" name="Shape 44"/>
          <p:cNvSpPr/>
          <p:nvPr/>
        </p:nvSpPr>
        <p:spPr>
          <a:xfrm>
            <a:off x="4744430" y="9580836"/>
            <a:ext cx="78828" cy="78828"/>
          </a:xfrm>
          <a:prstGeom prst="ellipse">
            <a:avLst/>
          </a:prstGeom>
          <a:solidFill>
            <a:srgbClr val="14161C">
              <a:alpha val="28000"/>
            </a:srgbClr>
          </a:solidFill>
          <a:ln/>
        </p:spPr>
      </p:sp>
      <p:sp>
        <p:nvSpPr>
          <p:cNvPr id="47" name="Shape 45"/>
          <p:cNvSpPr/>
          <p:nvPr/>
        </p:nvSpPr>
        <p:spPr>
          <a:xfrm>
            <a:off x="4902085" y="9580836"/>
            <a:ext cx="78828" cy="78828"/>
          </a:xfrm>
          <a:prstGeom prst="ellipse">
            <a:avLst/>
          </a:prstGeom>
          <a:solidFill>
            <a:srgbClr val="14161C">
              <a:alpha val="28000"/>
            </a:srgbClr>
          </a:solidFill>
          <a:ln/>
        </p:spPr>
      </p:sp>
      <p:sp>
        <p:nvSpPr>
          <p:cNvPr id="48" name="Shape 46"/>
          <p:cNvSpPr/>
          <p:nvPr/>
        </p:nvSpPr>
        <p:spPr>
          <a:xfrm>
            <a:off x="5059740" y="9580836"/>
            <a:ext cx="78828" cy="78828"/>
          </a:xfrm>
          <a:prstGeom prst="ellipse">
            <a:avLst/>
          </a:prstGeom>
          <a:solidFill>
            <a:srgbClr val="14161C">
              <a:alpha val="28000"/>
            </a:srgbClr>
          </a:solidFill>
          <a:ln/>
        </p:spPr>
      </p:sp>
      <p:sp>
        <p:nvSpPr>
          <p:cNvPr id="49" name="Shape 47"/>
          <p:cNvSpPr/>
          <p:nvPr/>
        </p:nvSpPr>
        <p:spPr>
          <a:xfrm>
            <a:off x="5217395" y="9580836"/>
            <a:ext cx="78828" cy="78828"/>
          </a:xfrm>
          <a:prstGeom prst="ellipse">
            <a:avLst/>
          </a:prstGeom>
          <a:solidFill>
            <a:srgbClr val="14161C">
              <a:alpha val="28000"/>
            </a:srgbClr>
          </a:solidFill>
          <a:ln/>
        </p:spPr>
      </p:sp>
      <p:sp>
        <p:nvSpPr>
          <p:cNvPr id="50" name="Shape 48"/>
          <p:cNvSpPr/>
          <p:nvPr/>
        </p:nvSpPr>
        <p:spPr>
          <a:xfrm>
            <a:off x="5375050" y="9580836"/>
            <a:ext cx="78828" cy="78828"/>
          </a:xfrm>
          <a:prstGeom prst="ellipse">
            <a:avLst/>
          </a:prstGeom>
          <a:solidFill>
            <a:srgbClr val="14161C">
              <a:alpha val="28000"/>
            </a:srgbClr>
          </a:solidFill>
          <a:ln/>
        </p:spPr>
      </p:sp>
      <p:sp>
        <p:nvSpPr>
          <p:cNvPr id="51" name="Shape 49"/>
          <p:cNvSpPr/>
          <p:nvPr/>
        </p:nvSpPr>
        <p:spPr>
          <a:xfrm>
            <a:off x="5532705" y="9580836"/>
            <a:ext cx="78828" cy="78828"/>
          </a:xfrm>
          <a:prstGeom prst="ellipse">
            <a:avLst/>
          </a:prstGeom>
          <a:solidFill>
            <a:srgbClr val="14161C">
              <a:alpha val="28000"/>
            </a:srgbClr>
          </a:solidFill>
          <a:ln/>
        </p:spPr>
      </p:sp>
      <p:sp>
        <p:nvSpPr>
          <p:cNvPr id="52" name="Shape 50"/>
          <p:cNvSpPr/>
          <p:nvPr/>
        </p:nvSpPr>
        <p:spPr>
          <a:xfrm>
            <a:off x="5690359" y="9580836"/>
            <a:ext cx="78828" cy="78828"/>
          </a:xfrm>
          <a:prstGeom prst="ellipse">
            <a:avLst/>
          </a:prstGeom>
          <a:solidFill>
            <a:srgbClr val="14161C">
              <a:alpha val="28000"/>
            </a:srgbClr>
          </a:solidFill>
          <a:ln/>
        </p:spPr>
      </p:sp>
      <p:sp>
        <p:nvSpPr>
          <p:cNvPr id="53" name="Shape 51"/>
          <p:cNvSpPr/>
          <p:nvPr/>
        </p:nvSpPr>
        <p:spPr>
          <a:xfrm>
            <a:off x="5848014" y="9580836"/>
            <a:ext cx="78828" cy="78828"/>
          </a:xfrm>
          <a:prstGeom prst="ellipse">
            <a:avLst/>
          </a:prstGeom>
          <a:solidFill>
            <a:srgbClr val="14161C">
              <a:alpha val="28000"/>
            </a:srgbClr>
          </a:solidFill>
          <a:ln/>
        </p:spPr>
      </p:sp>
      <p:sp>
        <p:nvSpPr>
          <p:cNvPr id="54" name="Shape 52"/>
          <p:cNvSpPr/>
          <p:nvPr/>
        </p:nvSpPr>
        <p:spPr>
          <a:xfrm>
            <a:off x="6005669" y="9580836"/>
            <a:ext cx="78828" cy="78828"/>
          </a:xfrm>
          <a:prstGeom prst="ellipse">
            <a:avLst/>
          </a:prstGeom>
          <a:solidFill>
            <a:srgbClr val="14161C">
              <a:alpha val="28000"/>
            </a:srgbClr>
          </a:solidFill>
          <a:ln/>
        </p:spPr>
      </p:sp>
      <p:sp>
        <p:nvSpPr>
          <p:cNvPr id="55" name="Shape 53"/>
          <p:cNvSpPr/>
          <p:nvPr/>
        </p:nvSpPr>
        <p:spPr>
          <a:xfrm>
            <a:off x="6163324" y="9580836"/>
            <a:ext cx="78828" cy="78828"/>
          </a:xfrm>
          <a:prstGeom prst="ellipse">
            <a:avLst/>
          </a:prstGeom>
          <a:solidFill>
            <a:srgbClr val="14161C">
              <a:alpha val="28000"/>
            </a:srgbClr>
          </a:solidFill>
          <a:ln/>
        </p:spPr>
      </p:sp>
      <p:sp>
        <p:nvSpPr>
          <p:cNvPr id="56" name="Shape 54"/>
          <p:cNvSpPr/>
          <p:nvPr/>
        </p:nvSpPr>
        <p:spPr>
          <a:xfrm>
            <a:off x="6320979" y="9580836"/>
            <a:ext cx="78828" cy="78828"/>
          </a:xfrm>
          <a:prstGeom prst="ellipse">
            <a:avLst/>
          </a:prstGeom>
          <a:solidFill>
            <a:srgbClr val="14161C">
              <a:alpha val="28000"/>
            </a:srgbClr>
          </a:solidFill>
          <a:ln/>
        </p:spPr>
      </p:sp>
      <p:sp>
        <p:nvSpPr>
          <p:cNvPr id="57" name="Shape 55"/>
          <p:cNvSpPr/>
          <p:nvPr/>
        </p:nvSpPr>
        <p:spPr>
          <a:xfrm>
            <a:off x="6478634" y="9580836"/>
            <a:ext cx="78828" cy="78828"/>
          </a:xfrm>
          <a:prstGeom prst="ellipse">
            <a:avLst/>
          </a:prstGeom>
          <a:solidFill>
            <a:srgbClr val="14161C">
              <a:alpha val="28000"/>
            </a:srgbClr>
          </a:solidFill>
          <a:ln/>
        </p:spPr>
      </p:sp>
      <p:sp>
        <p:nvSpPr>
          <p:cNvPr id="58" name="Shape 56"/>
          <p:cNvSpPr/>
          <p:nvPr/>
        </p:nvSpPr>
        <p:spPr>
          <a:xfrm>
            <a:off x="6636289" y="9580836"/>
            <a:ext cx="78828" cy="78828"/>
          </a:xfrm>
          <a:prstGeom prst="ellipse">
            <a:avLst/>
          </a:prstGeom>
          <a:solidFill>
            <a:srgbClr val="14161C">
              <a:alpha val="28000"/>
            </a:srgbClr>
          </a:solidFill>
          <a:ln/>
        </p:spPr>
      </p:sp>
      <p:sp>
        <p:nvSpPr>
          <p:cNvPr id="59" name="Shape 57"/>
          <p:cNvSpPr/>
          <p:nvPr/>
        </p:nvSpPr>
        <p:spPr>
          <a:xfrm>
            <a:off x="6793944" y="9580836"/>
            <a:ext cx="78828" cy="78828"/>
          </a:xfrm>
          <a:prstGeom prst="ellipse">
            <a:avLst/>
          </a:prstGeom>
          <a:solidFill>
            <a:srgbClr val="14161C">
              <a:alpha val="28000"/>
            </a:srgbClr>
          </a:solidFill>
          <a:ln/>
        </p:spPr>
      </p:sp>
      <p:sp>
        <p:nvSpPr>
          <p:cNvPr id="60" name="Shape 58"/>
          <p:cNvSpPr/>
          <p:nvPr/>
        </p:nvSpPr>
        <p:spPr>
          <a:xfrm>
            <a:off x="6951599" y="9580836"/>
            <a:ext cx="78828" cy="78828"/>
          </a:xfrm>
          <a:prstGeom prst="ellipse">
            <a:avLst/>
          </a:prstGeom>
          <a:solidFill>
            <a:srgbClr val="14161C">
              <a:alpha val="28000"/>
            </a:srgbClr>
          </a:solidFill>
          <a:ln/>
        </p:spPr>
      </p:sp>
      <p:sp>
        <p:nvSpPr>
          <p:cNvPr id="61" name="Shape 59"/>
          <p:cNvSpPr/>
          <p:nvPr/>
        </p:nvSpPr>
        <p:spPr>
          <a:xfrm>
            <a:off x="7109254" y="9580836"/>
            <a:ext cx="78828" cy="78828"/>
          </a:xfrm>
          <a:prstGeom prst="ellipse">
            <a:avLst/>
          </a:prstGeom>
          <a:solidFill>
            <a:srgbClr val="14161C">
              <a:alpha val="28000"/>
            </a:srgbClr>
          </a:solidFill>
          <a:ln/>
        </p:spPr>
      </p:sp>
      <p:sp>
        <p:nvSpPr>
          <p:cNvPr id="62" name="Shape 60"/>
          <p:cNvSpPr/>
          <p:nvPr/>
        </p:nvSpPr>
        <p:spPr>
          <a:xfrm>
            <a:off x="7266909" y="9580836"/>
            <a:ext cx="78828" cy="78828"/>
          </a:xfrm>
          <a:prstGeom prst="ellipse">
            <a:avLst/>
          </a:prstGeom>
          <a:solidFill>
            <a:srgbClr val="14161C">
              <a:alpha val="28000"/>
            </a:srgbClr>
          </a:solidFill>
          <a:ln/>
        </p:spPr>
      </p:sp>
      <p:sp>
        <p:nvSpPr>
          <p:cNvPr id="63" name="Shape 61"/>
          <p:cNvSpPr/>
          <p:nvPr/>
        </p:nvSpPr>
        <p:spPr>
          <a:xfrm>
            <a:off x="7424564" y="9580836"/>
            <a:ext cx="78828" cy="78828"/>
          </a:xfrm>
          <a:prstGeom prst="ellipse">
            <a:avLst/>
          </a:prstGeom>
          <a:solidFill>
            <a:srgbClr val="14161C">
              <a:alpha val="28000"/>
            </a:srgbClr>
          </a:solidFill>
          <a:ln/>
        </p:spPr>
      </p:sp>
      <p:sp>
        <p:nvSpPr>
          <p:cNvPr id="64" name="Shape 62"/>
          <p:cNvSpPr/>
          <p:nvPr/>
        </p:nvSpPr>
        <p:spPr>
          <a:xfrm>
            <a:off x="7582219" y="9580836"/>
            <a:ext cx="78828" cy="78828"/>
          </a:xfrm>
          <a:prstGeom prst="ellipse">
            <a:avLst/>
          </a:prstGeom>
          <a:solidFill>
            <a:srgbClr val="14161C">
              <a:alpha val="28000"/>
            </a:srgbClr>
          </a:solidFill>
          <a:ln/>
        </p:spPr>
      </p:sp>
      <p:sp>
        <p:nvSpPr>
          <p:cNvPr id="65" name="Shape 63"/>
          <p:cNvSpPr/>
          <p:nvPr/>
        </p:nvSpPr>
        <p:spPr>
          <a:xfrm>
            <a:off x="7739874" y="9580836"/>
            <a:ext cx="78828" cy="78828"/>
          </a:xfrm>
          <a:prstGeom prst="ellipse">
            <a:avLst/>
          </a:prstGeom>
          <a:solidFill>
            <a:srgbClr val="14161C">
              <a:alpha val="28000"/>
            </a:srgbClr>
          </a:solidFill>
          <a:ln/>
        </p:spPr>
      </p:sp>
      <p:sp>
        <p:nvSpPr>
          <p:cNvPr id="66" name="Shape 64"/>
          <p:cNvSpPr/>
          <p:nvPr/>
        </p:nvSpPr>
        <p:spPr>
          <a:xfrm>
            <a:off x="7897529" y="9580836"/>
            <a:ext cx="78828" cy="78828"/>
          </a:xfrm>
          <a:prstGeom prst="ellipse">
            <a:avLst/>
          </a:prstGeom>
          <a:solidFill>
            <a:srgbClr val="14161C">
              <a:alpha val="28000"/>
            </a:srgbClr>
          </a:solidFill>
          <a:ln/>
        </p:spPr>
      </p:sp>
      <p:sp>
        <p:nvSpPr>
          <p:cNvPr id="67" name="Shape 65"/>
          <p:cNvSpPr/>
          <p:nvPr/>
        </p:nvSpPr>
        <p:spPr>
          <a:xfrm>
            <a:off x="8055184" y="9580836"/>
            <a:ext cx="78828" cy="78828"/>
          </a:xfrm>
          <a:prstGeom prst="ellipse">
            <a:avLst/>
          </a:prstGeom>
          <a:solidFill>
            <a:srgbClr val="14161C">
              <a:alpha val="28000"/>
            </a:srgbClr>
          </a:solidFill>
          <a:ln/>
        </p:spPr>
      </p:sp>
      <p:sp>
        <p:nvSpPr>
          <p:cNvPr id="68" name="Shape 66"/>
          <p:cNvSpPr/>
          <p:nvPr/>
        </p:nvSpPr>
        <p:spPr>
          <a:xfrm>
            <a:off x="8212839" y="9580836"/>
            <a:ext cx="78828" cy="78828"/>
          </a:xfrm>
          <a:prstGeom prst="ellipse">
            <a:avLst/>
          </a:prstGeom>
          <a:solidFill>
            <a:srgbClr val="14161C">
              <a:alpha val="28000"/>
            </a:srgbClr>
          </a:solidFill>
          <a:ln/>
        </p:spPr>
      </p:sp>
      <p:sp>
        <p:nvSpPr>
          <p:cNvPr id="69" name="Shape 67"/>
          <p:cNvSpPr/>
          <p:nvPr/>
        </p:nvSpPr>
        <p:spPr>
          <a:xfrm>
            <a:off x="8370494" y="9580836"/>
            <a:ext cx="78828" cy="78828"/>
          </a:xfrm>
          <a:prstGeom prst="ellipse">
            <a:avLst/>
          </a:prstGeom>
          <a:solidFill>
            <a:srgbClr val="14161C">
              <a:alpha val="28000"/>
            </a:srgbClr>
          </a:solidFill>
          <a:ln/>
        </p:spPr>
      </p:sp>
      <p:sp>
        <p:nvSpPr>
          <p:cNvPr id="70" name="Shape 68"/>
          <p:cNvSpPr/>
          <p:nvPr/>
        </p:nvSpPr>
        <p:spPr>
          <a:xfrm>
            <a:off x="8528148" y="9580836"/>
            <a:ext cx="78828" cy="78828"/>
          </a:xfrm>
          <a:prstGeom prst="ellipse">
            <a:avLst/>
          </a:prstGeom>
          <a:solidFill>
            <a:srgbClr val="14161C">
              <a:alpha val="28000"/>
            </a:srgbClr>
          </a:solidFill>
          <a:ln/>
        </p:spPr>
      </p:sp>
      <p:sp>
        <p:nvSpPr>
          <p:cNvPr id="71" name="Shape 69"/>
          <p:cNvSpPr/>
          <p:nvPr/>
        </p:nvSpPr>
        <p:spPr>
          <a:xfrm>
            <a:off x="8672665" y="9567698"/>
            <a:ext cx="105103" cy="105103"/>
          </a:xfrm>
          <a:prstGeom prst="ellipse">
            <a:avLst/>
          </a:prstGeom>
          <a:solidFill>
            <a:srgbClr val="E8472B"/>
          </a:solidFill>
          <a:ln/>
        </p:spPr>
      </p:sp>
      <p:sp>
        <p:nvSpPr>
          <p:cNvPr id="72" name="Shape 70"/>
          <p:cNvSpPr/>
          <p:nvPr/>
        </p:nvSpPr>
        <p:spPr>
          <a:xfrm>
            <a:off x="8843458" y="9580836"/>
            <a:ext cx="78828" cy="78828"/>
          </a:xfrm>
          <a:prstGeom prst="ellipse">
            <a:avLst/>
          </a:prstGeom>
          <a:solidFill>
            <a:srgbClr val="14161C">
              <a:alpha val="28000"/>
            </a:srgbClr>
          </a:solidFill>
          <a:ln/>
        </p:spPr>
      </p:sp>
      <p:sp>
        <p:nvSpPr>
          <p:cNvPr id="73" name="Shape 71"/>
          <p:cNvSpPr/>
          <p:nvPr/>
        </p:nvSpPr>
        <p:spPr>
          <a:xfrm>
            <a:off x="9001113" y="9580836"/>
            <a:ext cx="78828" cy="78828"/>
          </a:xfrm>
          <a:prstGeom prst="ellipse">
            <a:avLst/>
          </a:prstGeom>
          <a:solidFill>
            <a:srgbClr val="14161C">
              <a:alpha val="28000"/>
            </a:srgbClr>
          </a:solidFill>
          <a:ln/>
        </p:spPr>
      </p:sp>
      <p:sp>
        <p:nvSpPr>
          <p:cNvPr id="74" name="Shape 72"/>
          <p:cNvSpPr/>
          <p:nvPr/>
        </p:nvSpPr>
        <p:spPr>
          <a:xfrm>
            <a:off x="9158768" y="9580836"/>
            <a:ext cx="78828" cy="78828"/>
          </a:xfrm>
          <a:prstGeom prst="ellipse">
            <a:avLst/>
          </a:prstGeom>
          <a:solidFill>
            <a:srgbClr val="14161C">
              <a:alpha val="28000"/>
            </a:srgbClr>
          </a:solidFill>
          <a:ln/>
        </p:spPr>
      </p:sp>
      <p:sp>
        <p:nvSpPr>
          <p:cNvPr id="75" name="Shape 73"/>
          <p:cNvSpPr/>
          <p:nvPr/>
        </p:nvSpPr>
        <p:spPr>
          <a:xfrm>
            <a:off x="9316423" y="9580836"/>
            <a:ext cx="78828" cy="78828"/>
          </a:xfrm>
          <a:prstGeom prst="ellipse">
            <a:avLst/>
          </a:prstGeom>
          <a:solidFill>
            <a:srgbClr val="14161C">
              <a:alpha val="28000"/>
            </a:srgbClr>
          </a:solidFill>
          <a:ln/>
        </p:spPr>
      </p:sp>
      <p:sp>
        <p:nvSpPr>
          <p:cNvPr id="76" name="Shape 74"/>
          <p:cNvSpPr/>
          <p:nvPr/>
        </p:nvSpPr>
        <p:spPr>
          <a:xfrm>
            <a:off x="9474078" y="9580836"/>
            <a:ext cx="78828" cy="78828"/>
          </a:xfrm>
          <a:prstGeom prst="ellipse">
            <a:avLst/>
          </a:prstGeom>
          <a:solidFill>
            <a:srgbClr val="14161C">
              <a:alpha val="28000"/>
            </a:srgbClr>
          </a:solidFill>
          <a:ln/>
        </p:spPr>
      </p:sp>
      <p:sp>
        <p:nvSpPr>
          <p:cNvPr id="77" name="Shape 75"/>
          <p:cNvSpPr/>
          <p:nvPr/>
        </p:nvSpPr>
        <p:spPr>
          <a:xfrm>
            <a:off x="9631733" y="9580836"/>
            <a:ext cx="78828" cy="78828"/>
          </a:xfrm>
          <a:prstGeom prst="ellipse">
            <a:avLst/>
          </a:prstGeom>
          <a:solidFill>
            <a:srgbClr val="14161C">
              <a:alpha val="28000"/>
            </a:srgbClr>
          </a:solidFill>
          <a:ln/>
        </p:spPr>
      </p:sp>
      <p:sp>
        <p:nvSpPr>
          <p:cNvPr id="78" name="Shape 76"/>
          <p:cNvSpPr/>
          <p:nvPr/>
        </p:nvSpPr>
        <p:spPr>
          <a:xfrm>
            <a:off x="9789388" y="9580836"/>
            <a:ext cx="78828" cy="78828"/>
          </a:xfrm>
          <a:prstGeom prst="ellipse">
            <a:avLst/>
          </a:prstGeom>
          <a:solidFill>
            <a:srgbClr val="14161C">
              <a:alpha val="28000"/>
            </a:srgbClr>
          </a:solidFill>
          <a:ln/>
        </p:spPr>
      </p:sp>
      <p:sp>
        <p:nvSpPr>
          <p:cNvPr id="79" name="Shape 77"/>
          <p:cNvSpPr/>
          <p:nvPr/>
        </p:nvSpPr>
        <p:spPr>
          <a:xfrm>
            <a:off x="9947043" y="9580836"/>
            <a:ext cx="78828" cy="78828"/>
          </a:xfrm>
          <a:prstGeom prst="ellipse">
            <a:avLst/>
          </a:prstGeom>
          <a:solidFill>
            <a:srgbClr val="14161C">
              <a:alpha val="28000"/>
            </a:srgbClr>
          </a:solidFill>
          <a:ln/>
        </p:spPr>
      </p:sp>
      <p:sp>
        <p:nvSpPr>
          <p:cNvPr id="80" name="Text 78"/>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50/58</a:t>
            </a:r>
            <a:endParaRPr lang="en-US" sz="1800" dirty="0"/>
          </a:p>
        </p:txBody>
      </p:sp>
      <p:sp>
        <p:nvSpPr>
          <p:cNvPr id="81" name="Shape 79"/>
          <p:cNvSpPr/>
          <p:nvPr/>
        </p:nvSpPr>
        <p:spPr>
          <a:xfrm>
            <a:off x="15983712" y="9076331"/>
            <a:ext cx="1645920" cy="552301"/>
          </a:xfrm>
          <a:prstGeom prst="roundRect">
            <a:avLst>
              <a:gd name="adj" fmla="val 28000"/>
            </a:avLst>
          </a:prstGeom>
          <a:solidFill>
            <a:srgbClr val="FFFFFF">
              <a:alpha val="82000"/>
            </a:srgbClr>
          </a:solidFill>
          <a:ln/>
        </p:spPr>
      </p:sp>
      <p:pic>
        <p:nvPicPr>
          <p:cNvPr id="82" name="Moda image moda-export-watermark-cc5bfcd7-e223-4d52-ad6c-aacad1a610a7"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F3EEE3"/>
                </a:solidFill>
                <a:latin typeface="Noto Sans JP ExtraBold" pitchFamily="34" charset="0"/>
                <a:ea typeface="Noto Sans JP ExtraBold" pitchFamily="34" charset="-122"/>
                <a:cs typeface="Noto Sans JP ExtraBold" pitchFamily="34" charset="-120"/>
              </a:rPr>
              <a:t>要約だけを 読んだ 出典</a:t>
            </a:r>
            <a:endParaRPr lang="en-US" sz="5700" dirty="0"/>
          </a:p>
        </p:txBody>
      </p:sp>
      <p:sp>
        <p:nvSpPr>
          <p:cNvPr id="3" name="Shape 1"/>
          <p:cNvSpPr/>
          <p:nvPr/>
        </p:nvSpPr>
        <p:spPr>
          <a:xfrm>
            <a:off x="914400" y="2762250"/>
            <a:ext cx="16459200" cy="1333500"/>
          </a:xfrm>
          <a:prstGeom prst="roundRect">
            <a:avLst>
              <a:gd name="adj" fmla="val 14286"/>
            </a:avLst>
          </a:prstGeom>
          <a:solidFill>
            <a:srgbClr val="1E212B"/>
          </a:solidFill>
          <a:ln w="19050">
            <a:solidFill>
              <a:srgbClr val="2C3040"/>
            </a:solidFill>
            <a:prstDash val="solid"/>
          </a:ln>
        </p:spPr>
      </p:sp>
      <p:sp>
        <p:nvSpPr>
          <p:cNvPr id="4" name="Shape 2"/>
          <p:cNvSpPr/>
          <p:nvPr/>
        </p:nvSpPr>
        <p:spPr>
          <a:xfrm>
            <a:off x="914400" y="2762250"/>
            <a:ext cx="133350" cy="1333500"/>
          </a:xfrm>
          <a:prstGeom prst="roundRect">
            <a:avLst>
              <a:gd name="adj" fmla="val 50000"/>
            </a:avLst>
          </a:prstGeom>
          <a:solidFill>
            <a:srgbClr val="3DD6A0"/>
          </a:solidFill>
          <a:ln/>
        </p:spPr>
      </p:sp>
      <p:sp>
        <p:nvSpPr>
          <p:cNvPr id="5" name="Text 3"/>
          <p:cNvSpPr/>
          <p:nvPr/>
        </p:nvSpPr>
        <p:spPr>
          <a:xfrm>
            <a:off x="1295400" y="2762250"/>
            <a:ext cx="5905500" cy="1333500"/>
          </a:xfrm>
          <a:prstGeom prst="rect">
            <a:avLst/>
          </a:prstGeom>
          <a:noFill/>
          <a:ln/>
        </p:spPr>
        <p:txBody>
          <a:bodyPr wrap="square" lIns="0" tIns="37976" rIns="0" bIns="-37976" rtlCol="0" anchor="ctr"/>
          <a:lstStyle/>
          <a:p>
            <a:pPr algn="l" indent="0" marL="0">
              <a:lnSpc>
                <a:spcPts val="3450"/>
              </a:lnSpc>
              <a:buNone/>
            </a:pPr>
            <a:r>
              <a:rPr lang="en-US" sz="3000" dirty="0" spc="-12" kern="0">
                <a:solidFill>
                  <a:srgbClr val="3DD6A0"/>
                </a:solidFill>
                <a:latin typeface="Noto Sans JP ExtraBold" pitchFamily="34" charset="0"/>
                <a:ea typeface="Noto Sans JP ExtraBold" pitchFamily="34" charset="-122"/>
                <a:cs typeface="Noto Sans JP ExtraBold" pitchFamily="34" charset="-120"/>
              </a:rPr>
              <a:t>Kuntz</a:t>
            </a:r>
            <a:r>
              <a:rPr lang="en-US" sz="3000" dirty="0" spc="-3" kern="0">
                <a:solidFill>
                  <a:srgbClr val="3DD6A0"/>
                </a:solidFill>
                <a:latin typeface="Noto Sans JP ExtraBold" pitchFamily="34" charset="0"/>
                <a:ea typeface="Noto Sans JP ExtraBold" pitchFamily="34" charset="-122"/>
                <a:cs typeface="Noto Sans JP ExtraBold" pitchFamily="34" charset="-120"/>
              </a:rPr>
              <a:t> 2021、</a:t>
            </a:r>
            <a:r>
              <a:rPr lang="en-US" sz="3000" dirty="0" spc="0" kern="0">
                <a:solidFill>
                  <a:srgbClr val="3DD6A0"/>
                </a:solidFill>
                <a:latin typeface="Noto Sans JP ExtraBold" pitchFamily="34" charset="0"/>
                <a:ea typeface="Noto Sans JP ExtraBold" pitchFamily="34" charset="-122"/>
                <a:cs typeface="Noto Sans JP ExtraBold" pitchFamily="34" charset="-120"/>
              </a:rPr>
              <a:t> Weeks</a:t>
            </a:r>
            <a:r>
              <a:rPr lang="en-US" sz="3000" dirty="0" spc="-3" kern="0">
                <a:solidFill>
                  <a:srgbClr val="3DD6A0"/>
                </a:solidFill>
                <a:latin typeface="Noto Sans JP ExtraBold" pitchFamily="34" charset="0"/>
                <a:ea typeface="Noto Sans JP ExtraBold" pitchFamily="34" charset="-122"/>
                <a:cs typeface="Noto Sans JP ExtraBold" pitchFamily="34" charset="-120"/>
              </a:rPr>
              <a:t> 2015</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4" kern="0">
                <a:solidFill>
                  <a:srgbClr val="F3EEE3"/>
                </a:solidFill>
                <a:latin typeface="Noto Sans JP" pitchFamily="34" charset="0"/>
                <a:ea typeface="Noto Sans JP" pitchFamily="34" charset="-122"/>
                <a:cs typeface="Noto Sans JP" pitchFamily="34" charset="-120"/>
              </a:rPr>
              <a:t>要約ページのみ[S9][S10]</a:t>
            </a:r>
            <a:endParaRPr lang="en-US" sz="2700" dirty="0"/>
          </a:p>
        </p:txBody>
      </p:sp>
      <p:sp>
        <p:nvSpPr>
          <p:cNvPr id="7" name="Shape 5"/>
          <p:cNvSpPr/>
          <p:nvPr/>
        </p:nvSpPr>
        <p:spPr>
          <a:xfrm>
            <a:off x="914400" y="4229100"/>
            <a:ext cx="16459200" cy="1333500"/>
          </a:xfrm>
          <a:prstGeom prst="roundRect">
            <a:avLst>
              <a:gd name="adj" fmla="val 14286"/>
            </a:avLst>
          </a:prstGeom>
          <a:solidFill>
            <a:srgbClr val="1E212B"/>
          </a:solidFill>
          <a:ln w="19050">
            <a:solidFill>
              <a:srgbClr val="2C3040"/>
            </a:solidFill>
            <a:prstDash val="solid"/>
          </a:ln>
        </p:spPr>
      </p:sp>
      <p:sp>
        <p:nvSpPr>
          <p:cNvPr id="8" name="Shape 6"/>
          <p:cNvSpPr/>
          <p:nvPr/>
        </p:nvSpPr>
        <p:spPr>
          <a:xfrm>
            <a:off x="914400" y="4229100"/>
            <a:ext cx="133350" cy="1333500"/>
          </a:xfrm>
          <a:prstGeom prst="roundRect">
            <a:avLst>
              <a:gd name="adj" fmla="val 50000"/>
            </a:avLst>
          </a:prstGeom>
          <a:solidFill>
            <a:srgbClr val="FF6A4D"/>
          </a:solidFill>
          <a:ln/>
        </p:spPr>
      </p:sp>
      <p:sp>
        <p:nvSpPr>
          <p:cNvPr id="9" name="Text 7"/>
          <p:cNvSpPr/>
          <p:nvPr/>
        </p:nvSpPr>
        <p:spPr>
          <a:xfrm>
            <a:off x="1295400" y="4229100"/>
            <a:ext cx="5905500" cy="1333500"/>
          </a:xfrm>
          <a:prstGeom prst="rect">
            <a:avLst/>
          </a:prstGeom>
          <a:noFill/>
          <a:ln/>
        </p:spPr>
        <p:txBody>
          <a:bodyPr wrap="square" lIns="0" tIns="37976" rIns="0" bIns="-37976" rtlCol="0" anchor="ctr"/>
          <a:lstStyle/>
          <a:p>
            <a:pPr algn="l" indent="0" marL="0">
              <a:lnSpc>
                <a:spcPts val="3450"/>
              </a:lnSpc>
              <a:buNone/>
            </a:pPr>
            <a:r>
              <a:rPr lang="en-US" sz="3000" dirty="0" spc="-14" kern="0">
                <a:solidFill>
                  <a:srgbClr val="FF6A4D"/>
                </a:solidFill>
                <a:latin typeface="Noto Sans JP ExtraBold" pitchFamily="34" charset="0"/>
                <a:ea typeface="Noto Sans JP ExtraBold" pitchFamily="34" charset="-122"/>
                <a:cs typeface="Noto Sans JP ExtraBold" pitchFamily="34" charset="-120"/>
              </a:rPr>
              <a:t>Mazari</a:t>
            </a:r>
            <a:r>
              <a:rPr lang="en-US" sz="3000" dirty="0" spc="-2" kern="0">
                <a:solidFill>
                  <a:srgbClr val="FF6A4D"/>
                </a:solidFill>
                <a:latin typeface="Noto Sans JP ExtraBold" pitchFamily="34" charset="0"/>
                <a:ea typeface="Noto Sans JP ExtraBold" pitchFamily="34" charset="-122"/>
                <a:cs typeface="Noto Sans JP ExtraBold" pitchFamily="34" charset="-120"/>
              </a:rPr>
              <a:t> 2025、</a:t>
            </a:r>
            <a:r>
              <a:rPr lang="en-US" sz="3000" dirty="0" spc="-1" kern="0">
                <a:solidFill>
                  <a:srgbClr val="FF6A4D"/>
                </a:solidFill>
                <a:latin typeface="Noto Sans JP ExtraBold" pitchFamily="34" charset="0"/>
                <a:ea typeface="Noto Sans JP ExtraBold" pitchFamily="34" charset="-122"/>
                <a:cs typeface="Noto Sans JP ExtraBold" pitchFamily="34" charset="-120"/>
              </a:rPr>
              <a:t> Smith</a:t>
            </a:r>
            <a:r>
              <a:rPr lang="en-US" sz="3000" dirty="0" spc="-3" kern="0">
                <a:solidFill>
                  <a:srgbClr val="FF6A4D"/>
                </a:solidFill>
                <a:latin typeface="Noto Sans JP ExtraBold" pitchFamily="34" charset="0"/>
                <a:ea typeface="Noto Sans JP ExtraBold" pitchFamily="34" charset="-122"/>
                <a:cs typeface="Noto Sans JP ExtraBold" pitchFamily="34" charset="-120"/>
              </a:rPr>
              <a:t> 2014</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4" kern="0">
                <a:solidFill>
                  <a:srgbClr val="F3EEE3"/>
                </a:solidFill>
                <a:latin typeface="Noto Sans JP" pitchFamily="34" charset="0"/>
                <a:ea typeface="Noto Sans JP" pitchFamily="34" charset="-122"/>
                <a:cs typeface="Noto Sans JP" pitchFamily="34" charset="-120"/>
              </a:rPr>
              <a:t>要約ページのみ[S11][S12]</a:t>
            </a:r>
            <a:endParaRPr lang="en-US" sz="2700" dirty="0"/>
          </a:p>
        </p:txBody>
      </p:sp>
      <p:sp>
        <p:nvSpPr>
          <p:cNvPr id="11" name="Shape 9"/>
          <p:cNvSpPr/>
          <p:nvPr/>
        </p:nvSpPr>
        <p:spPr>
          <a:xfrm>
            <a:off x="914400" y="5695950"/>
            <a:ext cx="16459200" cy="1333500"/>
          </a:xfrm>
          <a:prstGeom prst="roundRect">
            <a:avLst>
              <a:gd name="adj" fmla="val 14286"/>
            </a:avLst>
          </a:prstGeom>
          <a:solidFill>
            <a:srgbClr val="1E212B"/>
          </a:solidFill>
          <a:ln w="19050">
            <a:solidFill>
              <a:srgbClr val="2C3040"/>
            </a:solidFill>
            <a:prstDash val="solid"/>
          </a:ln>
        </p:spPr>
      </p:sp>
      <p:sp>
        <p:nvSpPr>
          <p:cNvPr id="12" name="Shape 10"/>
          <p:cNvSpPr/>
          <p:nvPr/>
        </p:nvSpPr>
        <p:spPr>
          <a:xfrm>
            <a:off x="914400" y="5695950"/>
            <a:ext cx="133350" cy="1333500"/>
          </a:xfrm>
          <a:prstGeom prst="roundRect">
            <a:avLst>
              <a:gd name="adj" fmla="val 50000"/>
            </a:avLst>
          </a:prstGeom>
          <a:solidFill>
            <a:srgbClr val="7C93FF"/>
          </a:solidFill>
          <a:ln/>
        </p:spPr>
      </p:sp>
      <p:sp>
        <p:nvSpPr>
          <p:cNvPr id="13" name="Text 11"/>
          <p:cNvSpPr/>
          <p:nvPr/>
        </p:nvSpPr>
        <p:spPr>
          <a:xfrm>
            <a:off x="1295400" y="5695950"/>
            <a:ext cx="5905500" cy="1333500"/>
          </a:xfrm>
          <a:prstGeom prst="rect">
            <a:avLst/>
          </a:prstGeom>
          <a:noFill/>
          <a:ln/>
        </p:spPr>
        <p:txBody>
          <a:bodyPr wrap="square" lIns="0" tIns="37976" rIns="0" bIns="-37976" rtlCol="0" anchor="ctr"/>
          <a:lstStyle/>
          <a:p>
            <a:pPr algn="l" indent="0" marL="0">
              <a:lnSpc>
                <a:spcPts val="3450"/>
              </a:lnSpc>
              <a:buNone/>
            </a:pPr>
            <a:r>
              <a:rPr lang="en-US" sz="3000" dirty="0" spc="-14" kern="0">
                <a:solidFill>
                  <a:srgbClr val="7C93FF"/>
                </a:solidFill>
                <a:latin typeface="Noto Sans JP ExtraBold" pitchFamily="34" charset="0"/>
                <a:ea typeface="Noto Sans JP ExtraBold" pitchFamily="34" charset="-122"/>
                <a:cs typeface="Noto Sans JP ExtraBold" pitchFamily="34" charset="-120"/>
              </a:rPr>
              <a:t>Govindarajan</a:t>
            </a:r>
            <a:r>
              <a:rPr lang="en-US" sz="3000" dirty="0" spc="-4" kern="0">
                <a:solidFill>
                  <a:srgbClr val="7C93FF"/>
                </a:solidFill>
                <a:latin typeface="Noto Sans JP ExtraBold" pitchFamily="34" charset="0"/>
                <a:ea typeface="Noto Sans JP ExtraBold" pitchFamily="34" charset="-122"/>
                <a:cs typeface="Noto Sans JP ExtraBold" pitchFamily="34" charset="-120"/>
              </a:rPr>
              <a:t> 2024、</a:t>
            </a:r>
            <a:r>
              <a:rPr lang="en-US" sz="3000" dirty="0" spc="-1" kern="0">
                <a:solidFill>
                  <a:srgbClr val="7C93FF"/>
                </a:solidFill>
                <a:latin typeface="Noto Sans JP ExtraBold" pitchFamily="34" charset="0"/>
                <a:ea typeface="Noto Sans JP ExtraBold" pitchFamily="34" charset="-122"/>
                <a:cs typeface="Noto Sans JP ExtraBold" pitchFamily="34" charset="-120"/>
              </a:rPr>
              <a:t> Obuchi</a:t>
            </a:r>
            <a:r>
              <a:rPr lang="en-US" sz="3000" dirty="0" spc="-3" kern="0">
                <a:solidFill>
                  <a:srgbClr val="7C93FF"/>
                </a:solidFill>
                <a:latin typeface="Noto Sans JP ExtraBold" pitchFamily="34" charset="0"/>
                <a:ea typeface="Noto Sans JP ExtraBold" pitchFamily="34" charset="-122"/>
                <a:cs typeface="Noto Sans JP ExtraBold" pitchFamily="34" charset="-120"/>
              </a:rPr>
              <a:t> 2021</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4" kern="0">
                <a:solidFill>
                  <a:srgbClr val="F3EEE3"/>
                </a:solidFill>
                <a:latin typeface="Noto Sans JP" pitchFamily="34" charset="0"/>
                <a:ea typeface="Noto Sans JP" pitchFamily="34" charset="-122"/>
                <a:cs typeface="Noto Sans JP" pitchFamily="34" charset="-120"/>
              </a:rPr>
              <a:t>要約ページのみ[S15][S17]</a:t>
            </a:r>
            <a:endParaRPr lang="en-US" sz="2700" dirty="0"/>
          </a:p>
        </p:txBody>
      </p:sp>
      <p:sp>
        <p:nvSpPr>
          <p:cNvPr id="15" name="Shape 13"/>
          <p:cNvSpPr/>
          <p:nvPr/>
        </p:nvSpPr>
        <p:spPr>
          <a:xfrm>
            <a:off x="914400" y="7162800"/>
            <a:ext cx="16459200" cy="1333500"/>
          </a:xfrm>
          <a:prstGeom prst="roundRect">
            <a:avLst>
              <a:gd name="adj" fmla="val 14286"/>
            </a:avLst>
          </a:prstGeom>
          <a:solidFill>
            <a:srgbClr val="1E212B"/>
          </a:solidFill>
          <a:ln w="19050">
            <a:solidFill>
              <a:srgbClr val="2C3040"/>
            </a:solidFill>
            <a:prstDash val="solid"/>
          </a:ln>
        </p:spPr>
      </p:sp>
      <p:sp>
        <p:nvSpPr>
          <p:cNvPr id="16" name="Shape 14"/>
          <p:cNvSpPr/>
          <p:nvPr/>
        </p:nvSpPr>
        <p:spPr>
          <a:xfrm>
            <a:off x="914400" y="7162800"/>
            <a:ext cx="133350" cy="1333500"/>
          </a:xfrm>
          <a:prstGeom prst="roundRect">
            <a:avLst>
              <a:gd name="adj" fmla="val 50000"/>
            </a:avLst>
          </a:prstGeom>
          <a:solidFill>
            <a:srgbClr val="FFB454"/>
          </a:solidFill>
          <a:ln/>
        </p:spPr>
      </p:sp>
      <p:sp>
        <p:nvSpPr>
          <p:cNvPr id="17" name="Text 15"/>
          <p:cNvSpPr/>
          <p:nvPr/>
        </p:nvSpPr>
        <p:spPr>
          <a:xfrm>
            <a:off x="1295400" y="7162800"/>
            <a:ext cx="5905500" cy="1333500"/>
          </a:xfrm>
          <a:prstGeom prst="rect">
            <a:avLst/>
          </a:prstGeom>
          <a:noFill/>
          <a:ln/>
        </p:spPr>
        <p:txBody>
          <a:bodyPr wrap="square" lIns="0" tIns="37976" rIns="0" bIns="-37976" rtlCol="0" anchor="ctr"/>
          <a:lstStyle/>
          <a:p>
            <a:pPr algn="l" indent="0" marL="0">
              <a:lnSpc>
                <a:spcPts val="3450"/>
              </a:lnSpc>
              <a:buNone/>
            </a:pPr>
            <a:r>
              <a:rPr lang="en-US" sz="3000" dirty="0" spc="-6" kern="0">
                <a:solidFill>
                  <a:srgbClr val="FFB454"/>
                </a:solidFill>
                <a:latin typeface="Noto Sans JP ExtraBold" pitchFamily="34" charset="0"/>
                <a:ea typeface="Noto Sans JP ExtraBold" pitchFamily="34" charset="-122"/>
                <a:cs typeface="Noto Sans JP ExtraBold" pitchFamily="34" charset="-120"/>
              </a:rPr>
              <a:t>DieselNet</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12" kern="0">
                <a:solidFill>
                  <a:srgbClr val="F3EEE3"/>
                </a:solidFill>
                <a:latin typeface="Noto Sans JP" pitchFamily="34" charset="0"/>
                <a:ea typeface="Noto Sans JP" pitchFamily="34" charset="-122"/>
                <a:cs typeface="Noto Sans JP" pitchFamily="34" charset="-120"/>
              </a:rPr>
              <a:t>公開されている</a:t>
            </a:r>
            <a:r>
              <a:rPr lang="en-US" sz="2700" dirty="0" spc="0" kern="0">
                <a:solidFill>
                  <a:srgbClr val="F3EEE3"/>
                </a:solidFill>
                <a:latin typeface="Noto Sans JP" pitchFamily="34" charset="0"/>
                <a:ea typeface="Noto Sans JP" pitchFamily="34" charset="-122"/>
                <a:cs typeface="Noto Sans JP" pitchFamily="34" charset="-120"/>
              </a:rPr>
              <a:t> プレビュー部分のみ[S13][S14]</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[S9]</a:t>
            </a:r>
            <a:r>
              <a:rPr lang="en-US" sz="1800" dirty="0" spc="-1" kern="0">
                <a:solidFill>
                  <a:srgbClr val="9AA0B5"/>
                </a:solidFill>
                <a:latin typeface="Noto Sans JP" pitchFamily="34" charset="0"/>
                <a:ea typeface="Noto Sans JP" pitchFamily="34" charset="-122"/>
                <a:cs typeface="Noto Sans JP" pitchFamily="34" charset="-120"/>
              </a:rPr>
              <a:t> [S10]</a:t>
            </a:r>
            <a:r>
              <a:rPr lang="en-US" sz="1800" dirty="0" spc="-2" kern="0">
                <a:solidFill>
                  <a:srgbClr val="9AA0B5"/>
                </a:solidFill>
                <a:latin typeface="Noto Sans JP" pitchFamily="34" charset="0"/>
                <a:ea typeface="Noto Sans JP" pitchFamily="34" charset="-122"/>
                <a:cs typeface="Noto Sans JP" pitchFamily="34" charset="-120"/>
              </a:rPr>
              <a:t> [S11]</a:t>
            </a:r>
            <a:r>
              <a:rPr lang="en-US" sz="1800" dirty="0" spc="-1" kern="0">
                <a:solidFill>
                  <a:srgbClr val="9AA0B5"/>
                </a:solidFill>
                <a:latin typeface="Noto Sans JP" pitchFamily="34" charset="0"/>
                <a:ea typeface="Noto Sans JP" pitchFamily="34" charset="-122"/>
                <a:cs typeface="Noto Sans JP" pitchFamily="34" charset="-120"/>
              </a:rPr>
              <a:t> [S12]</a:t>
            </a:r>
            <a:r>
              <a:rPr lang="en-US" sz="1800" dirty="0" spc="-2" kern="0">
                <a:solidFill>
                  <a:srgbClr val="9AA0B5"/>
                </a:solidFill>
                <a:latin typeface="Noto Sans JP" pitchFamily="34" charset="0"/>
                <a:ea typeface="Noto Sans JP" pitchFamily="34" charset="-122"/>
                <a:cs typeface="Noto Sans JP" pitchFamily="34" charset="-120"/>
              </a:rPr>
              <a:t> [S13]</a:t>
            </a:r>
            <a:r>
              <a:rPr lang="en-US" sz="1800" dirty="0" spc="-1" kern="0">
                <a:solidFill>
                  <a:srgbClr val="9AA0B5"/>
                </a:solidFill>
                <a:latin typeface="Noto Sans JP" pitchFamily="34" charset="0"/>
                <a:ea typeface="Noto Sans JP" pitchFamily="34" charset="-122"/>
                <a:cs typeface="Noto Sans JP" pitchFamily="34" charset="-120"/>
              </a:rPr>
              <a:t> [S14]</a:t>
            </a:r>
            <a:r>
              <a:rPr lang="en-US" sz="1800" dirty="0" spc="-2" kern="0">
                <a:solidFill>
                  <a:srgbClr val="9AA0B5"/>
                </a:solidFill>
                <a:latin typeface="Noto Sans JP" pitchFamily="34" charset="0"/>
                <a:ea typeface="Noto Sans JP" pitchFamily="34" charset="-122"/>
                <a:cs typeface="Noto Sans JP" pitchFamily="34" charset="-120"/>
              </a:rPr>
              <a:t> [S15]</a:t>
            </a:r>
            <a:r>
              <a:rPr lang="en-US" sz="1800" dirty="0" spc="-1" kern="0">
                <a:solidFill>
                  <a:srgbClr val="9AA0B5"/>
                </a:solidFill>
                <a:latin typeface="Noto Sans JP" pitchFamily="34" charset="0"/>
                <a:ea typeface="Noto Sans JP" pitchFamily="34" charset="-122"/>
                <a:cs typeface="Noto Sans JP" pitchFamily="34" charset="-120"/>
              </a:rPr>
              <a:t> [S17]</a:t>
            </a:r>
            <a:endParaRPr lang="en-US" sz="1800" dirty="0"/>
          </a:p>
        </p:txBody>
      </p:sp>
      <p:sp>
        <p:nvSpPr>
          <p:cNvPr id="20" name="Shape 18"/>
          <p:cNvSpPr/>
          <p:nvPr/>
        </p:nvSpPr>
        <p:spPr>
          <a:xfrm>
            <a:off x="960711" y="9580836"/>
            <a:ext cx="78828" cy="78828"/>
          </a:xfrm>
          <a:prstGeom prst="ellipse">
            <a:avLst/>
          </a:prstGeom>
          <a:solidFill>
            <a:srgbClr val="F3EEE3">
              <a:alpha val="28000"/>
            </a:srgbClr>
          </a:solidFill>
          <a:ln/>
        </p:spPr>
      </p:sp>
      <p:sp>
        <p:nvSpPr>
          <p:cNvPr id="21" name="Shape 19"/>
          <p:cNvSpPr/>
          <p:nvPr/>
        </p:nvSpPr>
        <p:spPr>
          <a:xfrm>
            <a:off x="1118366" y="9580836"/>
            <a:ext cx="78828" cy="78828"/>
          </a:xfrm>
          <a:prstGeom prst="ellipse">
            <a:avLst/>
          </a:prstGeom>
          <a:solidFill>
            <a:srgbClr val="F3EEE3">
              <a:alpha val="28000"/>
            </a:srgbClr>
          </a:solidFill>
          <a:ln/>
        </p:spPr>
      </p:sp>
      <p:sp>
        <p:nvSpPr>
          <p:cNvPr id="22" name="Shape 20"/>
          <p:cNvSpPr/>
          <p:nvPr/>
        </p:nvSpPr>
        <p:spPr>
          <a:xfrm>
            <a:off x="1276021" y="9580836"/>
            <a:ext cx="78828" cy="78828"/>
          </a:xfrm>
          <a:prstGeom prst="ellipse">
            <a:avLst/>
          </a:prstGeom>
          <a:solidFill>
            <a:srgbClr val="F3EEE3">
              <a:alpha val="28000"/>
            </a:srgbClr>
          </a:solidFill>
          <a:ln/>
        </p:spPr>
      </p:sp>
      <p:sp>
        <p:nvSpPr>
          <p:cNvPr id="23" name="Shape 21"/>
          <p:cNvSpPr/>
          <p:nvPr/>
        </p:nvSpPr>
        <p:spPr>
          <a:xfrm>
            <a:off x="1433676" y="9580836"/>
            <a:ext cx="78828" cy="78828"/>
          </a:xfrm>
          <a:prstGeom prst="ellipse">
            <a:avLst/>
          </a:prstGeom>
          <a:solidFill>
            <a:srgbClr val="F3EEE3">
              <a:alpha val="28000"/>
            </a:srgbClr>
          </a:solidFill>
          <a:ln/>
        </p:spPr>
      </p:sp>
      <p:sp>
        <p:nvSpPr>
          <p:cNvPr id="24" name="Shape 22"/>
          <p:cNvSpPr/>
          <p:nvPr/>
        </p:nvSpPr>
        <p:spPr>
          <a:xfrm>
            <a:off x="1591331" y="9580836"/>
            <a:ext cx="78828" cy="78828"/>
          </a:xfrm>
          <a:prstGeom prst="ellipse">
            <a:avLst/>
          </a:prstGeom>
          <a:solidFill>
            <a:srgbClr val="F3EEE3">
              <a:alpha val="28000"/>
            </a:srgbClr>
          </a:solidFill>
          <a:ln/>
        </p:spPr>
      </p:sp>
      <p:sp>
        <p:nvSpPr>
          <p:cNvPr id="25" name="Shape 23"/>
          <p:cNvSpPr/>
          <p:nvPr/>
        </p:nvSpPr>
        <p:spPr>
          <a:xfrm>
            <a:off x="1748986" y="9580836"/>
            <a:ext cx="78828" cy="78828"/>
          </a:xfrm>
          <a:prstGeom prst="ellipse">
            <a:avLst/>
          </a:prstGeom>
          <a:solidFill>
            <a:srgbClr val="F3EEE3">
              <a:alpha val="28000"/>
            </a:srgbClr>
          </a:solidFill>
          <a:ln/>
        </p:spPr>
      </p:sp>
      <p:sp>
        <p:nvSpPr>
          <p:cNvPr id="26" name="Shape 24"/>
          <p:cNvSpPr/>
          <p:nvPr/>
        </p:nvSpPr>
        <p:spPr>
          <a:xfrm>
            <a:off x="1906641" y="9580836"/>
            <a:ext cx="78828" cy="78828"/>
          </a:xfrm>
          <a:prstGeom prst="ellipse">
            <a:avLst/>
          </a:prstGeom>
          <a:solidFill>
            <a:srgbClr val="F3EEE3">
              <a:alpha val="28000"/>
            </a:srgbClr>
          </a:solidFill>
          <a:ln/>
        </p:spPr>
      </p:sp>
      <p:sp>
        <p:nvSpPr>
          <p:cNvPr id="27" name="Shape 25"/>
          <p:cNvSpPr/>
          <p:nvPr/>
        </p:nvSpPr>
        <p:spPr>
          <a:xfrm>
            <a:off x="2064296" y="9580836"/>
            <a:ext cx="78828" cy="78828"/>
          </a:xfrm>
          <a:prstGeom prst="ellipse">
            <a:avLst/>
          </a:prstGeom>
          <a:solidFill>
            <a:srgbClr val="F3EEE3">
              <a:alpha val="28000"/>
            </a:srgbClr>
          </a:solidFill>
          <a:ln/>
        </p:spPr>
      </p:sp>
      <p:sp>
        <p:nvSpPr>
          <p:cNvPr id="28" name="Shape 26"/>
          <p:cNvSpPr/>
          <p:nvPr/>
        </p:nvSpPr>
        <p:spPr>
          <a:xfrm>
            <a:off x="2221951" y="9580836"/>
            <a:ext cx="78828" cy="78828"/>
          </a:xfrm>
          <a:prstGeom prst="ellipse">
            <a:avLst/>
          </a:prstGeom>
          <a:solidFill>
            <a:srgbClr val="F3EEE3">
              <a:alpha val="28000"/>
            </a:srgbClr>
          </a:solidFill>
          <a:ln/>
        </p:spPr>
      </p:sp>
      <p:sp>
        <p:nvSpPr>
          <p:cNvPr id="29" name="Shape 27"/>
          <p:cNvSpPr/>
          <p:nvPr/>
        </p:nvSpPr>
        <p:spPr>
          <a:xfrm>
            <a:off x="2379606" y="9580836"/>
            <a:ext cx="78828" cy="78828"/>
          </a:xfrm>
          <a:prstGeom prst="ellipse">
            <a:avLst/>
          </a:prstGeom>
          <a:solidFill>
            <a:srgbClr val="F3EEE3">
              <a:alpha val="28000"/>
            </a:srgbClr>
          </a:solidFill>
          <a:ln/>
        </p:spPr>
      </p:sp>
      <p:sp>
        <p:nvSpPr>
          <p:cNvPr id="30" name="Shape 28"/>
          <p:cNvSpPr/>
          <p:nvPr/>
        </p:nvSpPr>
        <p:spPr>
          <a:xfrm>
            <a:off x="2537261" y="9580836"/>
            <a:ext cx="78828" cy="78828"/>
          </a:xfrm>
          <a:prstGeom prst="ellipse">
            <a:avLst/>
          </a:prstGeom>
          <a:solidFill>
            <a:srgbClr val="F3EEE3">
              <a:alpha val="28000"/>
            </a:srgbClr>
          </a:solidFill>
          <a:ln/>
        </p:spPr>
      </p:sp>
      <p:sp>
        <p:nvSpPr>
          <p:cNvPr id="31" name="Shape 29"/>
          <p:cNvSpPr/>
          <p:nvPr/>
        </p:nvSpPr>
        <p:spPr>
          <a:xfrm>
            <a:off x="2694916" y="9580836"/>
            <a:ext cx="78828" cy="78828"/>
          </a:xfrm>
          <a:prstGeom prst="ellipse">
            <a:avLst/>
          </a:prstGeom>
          <a:solidFill>
            <a:srgbClr val="F3EEE3">
              <a:alpha val="28000"/>
            </a:srgbClr>
          </a:solidFill>
          <a:ln/>
        </p:spPr>
      </p:sp>
      <p:sp>
        <p:nvSpPr>
          <p:cNvPr id="32" name="Shape 30"/>
          <p:cNvSpPr/>
          <p:nvPr/>
        </p:nvSpPr>
        <p:spPr>
          <a:xfrm>
            <a:off x="2852571" y="9580836"/>
            <a:ext cx="78828" cy="78828"/>
          </a:xfrm>
          <a:prstGeom prst="ellipse">
            <a:avLst/>
          </a:prstGeom>
          <a:solidFill>
            <a:srgbClr val="F3EEE3">
              <a:alpha val="28000"/>
            </a:srgbClr>
          </a:solidFill>
          <a:ln/>
        </p:spPr>
      </p:sp>
      <p:sp>
        <p:nvSpPr>
          <p:cNvPr id="33" name="Shape 31"/>
          <p:cNvSpPr/>
          <p:nvPr/>
        </p:nvSpPr>
        <p:spPr>
          <a:xfrm>
            <a:off x="3010225" y="9580836"/>
            <a:ext cx="78828" cy="78828"/>
          </a:xfrm>
          <a:prstGeom prst="ellipse">
            <a:avLst/>
          </a:prstGeom>
          <a:solidFill>
            <a:srgbClr val="F3EEE3">
              <a:alpha val="28000"/>
            </a:srgbClr>
          </a:solidFill>
          <a:ln/>
        </p:spPr>
      </p:sp>
      <p:sp>
        <p:nvSpPr>
          <p:cNvPr id="34" name="Shape 32"/>
          <p:cNvSpPr/>
          <p:nvPr/>
        </p:nvSpPr>
        <p:spPr>
          <a:xfrm>
            <a:off x="3167880" y="9580836"/>
            <a:ext cx="78828" cy="78828"/>
          </a:xfrm>
          <a:prstGeom prst="ellipse">
            <a:avLst/>
          </a:prstGeom>
          <a:solidFill>
            <a:srgbClr val="F3EEE3">
              <a:alpha val="28000"/>
            </a:srgbClr>
          </a:solidFill>
          <a:ln/>
        </p:spPr>
      </p:sp>
      <p:sp>
        <p:nvSpPr>
          <p:cNvPr id="35" name="Shape 33"/>
          <p:cNvSpPr/>
          <p:nvPr/>
        </p:nvSpPr>
        <p:spPr>
          <a:xfrm>
            <a:off x="3325535" y="9580836"/>
            <a:ext cx="78828" cy="78828"/>
          </a:xfrm>
          <a:prstGeom prst="ellipse">
            <a:avLst/>
          </a:prstGeom>
          <a:solidFill>
            <a:srgbClr val="F3EEE3">
              <a:alpha val="28000"/>
            </a:srgbClr>
          </a:solidFill>
          <a:ln/>
        </p:spPr>
      </p:sp>
      <p:sp>
        <p:nvSpPr>
          <p:cNvPr id="36" name="Shape 34"/>
          <p:cNvSpPr/>
          <p:nvPr/>
        </p:nvSpPr>
        <p:spPr>
          <a:xfrm>
            <a:off x="3483190" y="9580836"/>
            <a:ext cx="78828" cy="78828"/>
          </a:xfrm>
          <a:prstGeom prst="ellipse">
            <a:avLst/>
          </a:prstGeom>
          <a:solidFill>
            <a:srgbClr val="F3EEE3">
              <a:alpha val="28000"/>
            </a:srgbClr>
          </a:solidFill>
          <a:ln/>
        </p:spPr>
      </p:sp>
      <p:sp>
        <p:nvSpPr>
          <p:cNvPr id="37" name="Shape 35"/>
          <p:cNvSpPr/>
          <p:nvPr/>
        </p:nvSpPr>
        <p:spPr>
          <a:xfrm>
            <a:off x="3640845" y="9580836"/>
            <a:ext cx="78828" cy="78828"/>
          </a:xfrm>
          <a:prstGeom prst="ellipse">
            <a:avLst/>
          </a:prstGeom>
          <a:solidFill>
            <a:srgbClr val="F3EEE3">
              <a:alpha val="28000"/>
            </a:srgbClr>
          </a:solidFill>
          <a:ln/>
        </p:spPr>
      </p:sp>
      <p:sp>
        <p:nvSpPr>
          <p:cNvPr id="38" name="Shape 36"/>
          <p:cNvSpPr/>
          <p:nvPr/>
        </p:nvSpPr>
        <p:spPr>
          <a:xfrm>
            <a:off x="3798500" y="9580836"/>
            <a:ext cx="78828" cy="78828"/>
          </a:xfrm>
          <a:prstGeom prst="ellipse">
            <a:avLst/>
          </a:prstGeom>
          <a:solidFill>
            <a:srgbClr val="F3EEE3">
              <a:alpha val="28000"/>
            </a:srgbClr>
          </a:solidFill>
          <a:ln/>
        </p:spPr>
      </p:sp>
      <p:sp>
        <p:nvSpPr>
          <p:cNvPr id="39" name="Shape 37"/>
          <p:cNvSpPr/>
          <p:nvPr/>
        </p:nvSpPr>
        <p:spPr>
          <a:xfrm>
            <a:off x="3956155" y="9580836"/>
            <a:ext cx="78828" cy="78828"/>
          </a:xfrm>
          <a:prstGeom prst="ellipse">
            <a:avLst/>
          </a:prstGeom>
          <a:solidFill>
            <a:srgbClr val="F3EEE3">
              <a:alpha val="28000"/>
            </a:srgbClr>
          </a:solidFill>
          <a:ln/>
        </p:spPr>
      </p:sp>
      <p:sp>
        <p:nvSpPr>
          <p:cNvPr id="40" name="Shape 38"/>
          <p:cNvSpPr/>
          <p:nvPr/>
        </p:nvSpPr>
        <p:spPr>
          <a:xfrm>
            <a:off x="4113810" y="9580836"/>
            <a:ext cx="78828" cy="78828"/>
          </a:xfrm>
          <a:prstGeom prst="ellipse">
            <a:avLst/>
          </a:prstGeom>
          <a:solidFill>
            <a:srgbClr val="F3EEE3">
              <a:alpha val="28000"/>
            </a:srgbClr>
          </a:solidFill>
          <a:ln/>
        </p:spPr>
      </p:sp>
      <p:sp>
        <p:nvSpPr>
          <p:cNvPr id="41" name="Shape 39"/>
          <p:cNvSpPr/>
          <p:nvPr/>
        </p:nvSpPr>
        <p:spPr>
          <a:xfrm>
            <a:off x="4271465" y="9580836"/>
            <a:ext cx="78828" cy="78828"/>
          </a:xfrm>
          <a:prstGeom prst="ellipse">
            <a:avLst/>
          </a:prstGeom>
          <a:solidFill>
            <a:srgbClr val="F3EEE3">
              <a:alpha val="28000"/>
            </a:srgbClr>
          </a:solidFill>
          <a:ln/>
        </p:spPr>
      </p:sp>
      <p:sp>
        <p:nvSpPr>
          <p:cNvPr id="42" name="Shape 40"/>
          <p:cNvSpPr/>
          <p:nvPr/>
        </p:nvSpPr>
        <p:spPr>
          <a:xfrm>
            <a:off x="4429120" y="9580836"/>
            <a:ext cx="78828" cy="78828"/>
          </a:xfrm>
          <a:prstGeom prst="ellipse">
            <a:avLst/>
          </a:prstGeom>
          <a:solidFill>
            <a:srgbClr val="F3EEE3">
              <a:alpha val="28000"/>
            </a:srgbClr>
          </a:solidFill>
          <a:ln/>
        </p:spPr>
      </p:sp>
      <p:sp>
        <p:nvSpPr>
          <p:cNvPr id="43" name="Shape 41"/>
          <p:cNvSpPr/>
          <p:nvPr/>
        </p:nvSpPr>
        <p:spPr>
          <a:xfrm>
            <a:off x="4586775" y="9580836"/>
            <a:ext cx="78828" cy="78828"/>
          </a:xfrm>
          <a:prstGeom prst="ellipse">
            <a:avLst/>
          </a:prstGeom>
          <a:solidFill>
            <a:srgbClr val="F3EEE3">
              <a:alpha val="28000"/>
            </a:srgbClr>
          </a:solidFill>
          <a:ln/>
        </p:spPr>
      </p:sp>
      <p:sp>
        <p:nvSpPr>
          <p:cNvPr id="44" name="Shape 42"/>
          <p:cNvSpPr/>
          <p:nvPr/>
        </p:nvSpPr>
        <p:spPr>
          <a:xfrm>
            <a:off x="4744430" y="9580836"/>
            <a:ext cx="78828" cy="78828"/>
          </a:xfrm>
          <a:prstGeom prst="ellipse">
            <a:avLst/>
          </a:prstGeom>
          <a:solidFill>
            <a:srgbClr val="F3EEE3">
              <a:alpha val="28000"/>
            </a:srgbClr>
          </a:solidFill>
          <a:ln/>
        </p:spPr>
      </p:sp>
      <p:sp>
        <p:nvSpPr>
          <p:cNvPr id="45" name="Shape 43"/>
          <p:cNvSpPr/>
          <p:nvPr/>
        </p:nvSpPr>
        <p:spPr>
          <a:xfrm>
            <a:off x="4902085" y="9580836"/>
            <a:ext cx="78828" cy="78828"/>
          </a:xfrm>
          <a:prstGeom prst="ellipse">
            <a:avLst/>
          </a:prstGeom>
          <a:solidFill>
            <a:srgbClr val="F3EEE3">
              <a:alpha val="28000"/>
            </a:srgbClr>
          </a:solidFill>
          <a:ln/>
        </p:spPr>
      </p:sp>
      <p:sp>
        <p:nvSpPr>
          <p:cNvPr id="46" name="Shape 44"/>
          <p:cNvSpPr/>
          <p:nvPr/>
        </p:nvSpPr>
        <p:spPr>
          <a:xfrm>
            <a:off x="5059740" y="9580836"/>
            <a:ext cx="78828" cy="78828"/>
          </a:xfrm>
          <a:prstGeom prst="ellipse">
            <a:avLst/>
          </a:prstGeom>
          <a:solidFill>
            <a:srgbClr val="F3EEE3">
              <a:alpha val="28000"/>
            </a:srgbClr>
          </a:solidFill>
          <a:ln/>
        </p:spPr>
      </p:sp>
      <p:sp>
        <p:nvSpPr>
          <p:cNvPr id="47" name="Shape 45"/>
          <p:cNvSpPr/>
          <p:nvPr/>
        </p:nvSpPr>
        <p:spPr>
          <a:xfrm>
            <a:off x="5217395" y="9580836"/>
            <a:ext cx="78828" cy="78828"/>
          </a:xfrm>
          <a:prstGeom prst="ellipse">
            <a:avLst/>
          </a:prstGeom>
          <a:solidFill>
            <a:srgbClr val="F3EEE3">
              <a:alpha val="28000"/>
            </a:srgbClr>
          </a:solidFill>
          <a:ln/>
        </p:spPr>
      </p:sp>
      <p:sp>
        <p:nvSpPr>
          <p:cNvPr id="48" name="Shape 46"/>
          <p:cNvSpPr/>
          <p:nvPr/>
        </p:nvSpPr>
        <p:spPr>
          <a:xfrm>
            <a:off x="5375050" y="9580836"/>
            <a:ext cx="78828" cy="78828"/>
          </a:xfrm>
          <a:prstGeom prst="ellipse">
            <a:avLst/>
          </a:prstGeom>
          <a:solidFill>
            <a:srgbClr val="F3EEE3">
              <a:alpha val="28000"/>
            </a:srgbClr>
          </a:solidFill>
          <a:ln/>
        </p:spPr>
      </p:sp>
      <p:sp>
        <p:nvSpPr>
          <p:cNvPr id="49" name="Shape 47"/>
          <p:cNvSpPr/>
          <p:nvPr/>
        </p:nvSpPr>
        <p:spPr>
          <a:xfrm>
            <a:off x="5532705" y="9580836"/>
            <a:ext cx="78828" cy="78828"/>
          </a:xfrm>
          <a:prstGeom prst="ellipse">
            <a:avLst/>
          </a:prstGeom>
          <a:solidFill>
            <a:srgbClr val="F3EEE3">
              <a:alpha val="28000"/>
            </a:srgbClr>
          </a:solidFill>
          <a:ln/>
        </p:spPr>
      </p:sp>
      <p:sp>
        <p:nvSpPr>
          <p:cNvPr id="50" name="Shape 48"/>
          <p:cNvSpPr/>
          <p:nvPr/>
        </p:nvSpPr>
        <p:spPr>
          <a:xfrm>
            <a:off x="5690359" y="9580836"/>
            <a:ext cx="78828" cy="78828"/>
          </a:xfrm>
          <a:prstGeom prst="ellipse">
            <a:avLst/>
          </a:prstGeom>
          <a:solidFill>
            <a:srgbClr val="F3EEE3">
              <a:alpha val="28000"/>
            </a:srgbClr>
          </a:solidFill>
          <a:ln/>
        </p:spPr>
      </p:sp>
      <p:sp>
        <p:nvSpPr>
          <p:cNvPr id="51" name="Shape 49"/>
          <p:cNvSpPr/>
          <p:nvPr/>
        </p:nvSpPr>
        <p:spPr>
          <a:xfrm>
            <a:off x="5848014" y="9580836"/>
            <a:ext cx="78828" cy="78828"/>
          </a:xfrm>
          <a:prstGeom prst="ellipse">
            <a:avLst/>
          </a:prstGeom>
          <a:solidFill>
            <a:srgbClr val="F3EEE3">
              <a:alpha val="28000"/>
            </a:srgbClr>
          </a:solidFill>
          <a:ln/>
        </p:spPr>
      </p:sp>
      <p:sp>
        <p:nvSpPr>
          <p:cNvPr id="52" name="Shape 50"/>
          <p:cNvSpPr/>
          <p:nvPr/>
        </p:nvSpPr>
        <p:spPr>
          <a:xfrm>
            <a:off x="6005669" y="9580836"/>
            <a:ext cx="78828" cy="78828"/>
          </a:xfrm>
          <a:prstGeom prst="ellipse">
            <a:avLst/>
          </a:prstGeom>
          <a:solidFill>
            <a:srgbClr val="F3EEE3">
              <a:alpha val="28000"/>
            </a:srgbClr>
          </a:solidFill>
          <a:ln/>
        </p:spPr>
      </p:sp>
      <p:sp>
        <p:nvSpPr>
          <p:cNvPr id="53" name="Shape 51"/>
          <p:cNvSpPr/>
          <p:nvPr/>
        </p:nvSpPr>
        <p:spPr>
          <a:xfrm>
            <a:off x="6163324" y="9580836"/>
            <a:ext cx="78828" cy="78828"/>
          </a:xfrm>
          <a:prstGeom prst="ellipse">
            <a:avLst/>
          </a:prstGeom>
          <a:solidFill>
            <a:srgbClr val="F3EEE3">
              <a:alpha val="28000"/>
            </a:srgbClr>
          </a:solidFill>
          <a:ln/>
        </p:spPr>
      </p:sp>
      <p:sp>
        <p:nvSpPr>
          <p:cNvPr id="54" name="Shape 52"/>
          <p:cNvSpPr/>
          <p:nvPr/>
        </p:nvSpPr>
        <p:spPr>
          <a:xfrm>
            <a:off x="6320979" y="9580836"/>
            <a:ext cx="78828" cy="78828"/>
          </a:xfrm>
          <a:prstGeom prst="ellipse">
            <a:avLst/>
          </a:prstGeom>
          <a:solidFill>
            <a:srgbClr val="F3EEE3">
              <a:alpha val="28000"/>
            </a:srgbClr>
          </a:solidFill>
          <a:ln/>
        </p:spPr>
      </p:sp>
      <p:sp>
        <p:nvSpPr>
          <p:cNvPr id="55" name="Shape 53"/>
          <p:cNvSpPr/>
          <p:nvPr/>
        </p:nvSpPr>
        <p:spPr>
          <a:xfrm>
            <a:off x="6478634" y="9580836"/>
            <a:ext cx="78828" cy="78828"/>
          </a:xfrm>
          <a:prstGeom prst="ellipse">
            <a:avLst/>
          </a:prstGeom>
          <a:solidFill>
            <a:srgbClr val="F3EEE3">
              <a:alpha val="28000"/>
            </a:srgbClr>
          </a:solidFill>
          <a:ln/>
        </p:spPr>
      </p:sp>
      <p:sp>
        <p:nvSpPr>
          <p:cNvPr id="56" name="Shape 54"/>
          <p:cNvSpPr/>
          <p:nvPr/>
        </p:nvSpPr>
        <p:spPr>
          <a:xfrm>
            <a:off x="6636289" y="9580836"/>
            <a:ext cx="78828" cy="78828"/>
          </a:xfrm>
          <a:prstGeom prst="ellipse">
            <a:avLst/>
          </a:prstGeom>
          <a:solidFill>
            <a:srgbClr val="F3EEE3">
              <a:alpha val="28000"/>
            </a:srgbClr>
          </a:solidFill>
          <a:ln/>
        </p:spPr>
      </p:sp>
      <p:sp>
        <p:nvSpPr>
          <p:cNvPr id="57" name="Shape 55"/>
          <p:cNvSpPr/>
          <p:nvPr/>
        </p:nvSpPr>
        <p:spPr>
          <a:xfrm>
            <a:off x="6793944" y="9580836"/>
            <a:ext cx="78828" cy="78828"/>
          </a:xfrm>
          <a:prstGeom prst="ellipse">
            <a:avLst/>
          </a:prstGeom>
          <a:solidFill>
            <a:srgbClr val="F3EEE3">
              <a:alpha val="28000"/>
            </a:srgbClr>
          </a:solidFill>
          <a:ln/>
        </p:spPr>
      </p:sp>
      <p:sp>
        <p:nvSpPr>
          <p:cNvPr id="58" name="Shape 56"/>
          <p:cNvSpPr/>
          <p:nvPr/>
        </p:nvSpPr>
        <p:spPr>
          <a:xfrm>
            <a:off x="6951599" y="9580836"/>
            <a:ext cx="78828" cy="78828"/>
          </a:xfrm>
          <a:prstGeom prst="ellipse">
            <a:avLst/>
          </a:prstGeom>
          <a:solidFill>
            <a:srgbClr val="F3EEE3">
              <a:alpha val="28000"/>
            </a:srgbClr>
          </a:solidFill>
          <a:ln/>
        </p:spPr>
      </p:sp>
      <p:sp>
        <p:nvSpPr>
          <p:cNvPr id="59" name="Shape 57"/>
          <p:cNvSpPr/>
          <p:nvPr/>
        </p:nvSpPr>
        <p:spPr>
          <a:xfrm>
            <a:off x="7109254" y="9580836"/>
            <a:ext cx="78828" cy="78828"/>
          </a:xfrm>
          <a:prstGeom prst="ellipse">
            <a:avLst/>
          </a:prstGeom>
          <a:solidFill>
            <a:srgbClr val="F3EEE3">
              <a:alpha val="28000"/>
            </a:srgbClr>
          </a:solidFill>
          <a:ln/>
        </p:spPr>
      </p:sp>
      <p:sp>
        <p:nvSpPr>
          <p:cNvPr id="60" name="Shape 58"/>
          <p:cNvSpPr/>
          <p:nvPr/>
        </p:nvSpPr>
        <p:spPr>
          <a:xfrm>
            <a:off x="7266909" y="9580836"/>
            <a:ext cx="78828" cy="78828"/>
          </a:xfrm>
          <a:prstGeom prst="ellipse">
            <a:avLst/>
          </a:prstGeom>
          <a:solidFill>
            <a:srgbClr val="F3EEE3">
              <a:alpha val="28000"/>
            </a:srgbClr>
          </a:solidFill>
          <a:ln/>
        </p:spPr>
      </p:sp>
      <p:sp>
        <p:nvSpPr>
          <p:cNvPr id="61" name="Shape 59"/>
          <p:cNvSpPr/>
          <p:nvPr/>
        </p:nvSpPr>
        <p:spPr>
          <a:xfrm>
            <a:off x="7424564" y="9580836"/>
            <a:ext cx="78828" cy="78828"/>
          </a:xfrm>
          <a:prstGeom prst="ellipse">
            <a:avLst/>
          </a:prstGeom>
          <a:solidFill>
            <a:srgbClr val="F3EEE3">
              <a:alpha val="28000"/>
            </a:srgbClr>
          </a:solidFill>
          <a:ln/>
        </p:spPr>
      </p:sp>
      <p:sp>
        <p:nvSpPr>
          <p:cNvPr id="62" name="Shape 60"/>
          <p:cNvSpPr/>
          <p:nvPr/>
        </p:nvSpPr>
        <p:spPr>
          <a:xfrm>
            <a:off x="7582219" y="9580836"/>
            <a:ext cx="78828" cy="78828"/>
          </a:xfrm>
          <a:prstGeom prst="ellipse">
            <a:avLst/>
          </a:prstGeom>
          <a:solidFill>
            <a:srgbClr val="F3EEE3">
              <a:alpha val="28000"/>
            </a:srgbClr>
          </a:solidFill>
          <a:ln/>
        </p:spPr>
      </p:sp>
      <p:sp>
        <p:nvSpPr>
          <p:cNvPr id="63" name="Shape 61"/>
          <p:cNvSpPr/>
          <p:nvPr/>
        </p:nvSpPr>
        <p:spPr>
          <a:xfrm>
            <a:off x="7739874" y="9580836"/>
            <a:ext cx="78828" cy="78828"/>
          </a:xfrm>
          <a:prstGeom prst="ellipse">
            <a:avLst/>
          </a:prstGeom>
          <a:solidFill>
            <a:srgbClr val="F3EEE3">
              <a:alpha val="28000"/>
            </a:srgbClr>
          </a:solidFill>
          <a:ln/>
        </p:spPr>
      </p:sp>
      <p:sp>
        <p:nvSpPr>
          <p:cNvPr id="64" name="Shape 62"/>
          <p:cNvSpPr/>
          <p:nvPr/>
        </p:nvSpPr>
        <p:spPr>
          <a:xfrm>
            <a:off x="7897529" y="9580836"/>
            <a:ext cx="78828" cy="78828"/>
          </a:xfrm>
          <a:prstGeom prst="ellipse">
            <a:avLst/>
          </a:prstGeom>
          <a:solidFill>
            <a:srgbClr val="F3EEE3">
              <a:alpha val="28000"/>
            </a:srgbClr>
          </a:solidFill>
          <a:ln/>
        </p:spPr>
      </p:sp>
      <p:sp>
        <p:nvSpPr>
          <p:cNvPr id="65" name="Shape 63"/>
          <p:cNvSpPr/>
          <p:nvPr/>
        </p:nvSpPr>
        <p:spPr>
          <a:xfrm>
            <a:off x="8055184" y="9580836"/>
            <a:ext cx="78828" cy="78828"/>
          </a:xfrm>
          <a:prstGeom prst="ellipse">
            <a:avLst/>
          </a:prstGeom>
          <a:solidFill>
            <a:srgbClr val="F3EEE3">
              <a:alpha val="28000"/>
            </a:srgbClr>
          </a:solidFill>
          <a:ln/>
        </p:spPr>
      </p:sp>
      <p:sp>
        <p:nvSpPr>
          <p:cNvPr id="66" name="Shape 64"/>
          <p:cNvSpPr/>
          <p:nvPr/>
        </p:nvSpPr>
        <p:spPr>
          <a:xfrm>
            <a:off x="8212839" y="9580836"/>
            <a:ext cx="78828" cy="78828"/>
          </a:xfrm>
          <a:prstGeom prst="ellipse">
            <a:avLst/>
          </a:prstGeom>
          <a:solidFill>
            <a:srgbClr val="F3EEE3">
              <a:alpha val="28000"/>
            </a:srgbClr>
          </a:solidFill>
          <a:ln/>
        </p:spPr>
      </p:sp>
      <p:sp>
        <p:nvSpPr>
          <p:cNvPr id="67" name="Shape 65"/>
          <p:cNvSpPr/>
          <p:nvPr/>
        </p:nvSpPr>
        <p:spPr>
          <a:xfrm>
            <a:off x="8370494" y="9580836"/>
            <a:ext cx="78828" cy="78828"/>
          </a:xfrm>
          <a:prstGeom prst="ellipse">
            <a:avLst/>
          </a:prstGeom>
          <a:solidFill>
            <a:srgbClr val="F3EEE3">
              <a:alpha val="28000"/>
            </a:srgbClr>
          </a:solidFill>
          <a:ln/>
        </p:spPr>
      </p:sp>
      <p:sp>
        <p:nvSpPr>
          <p:cNvPr id="68" name="Shape 66"/>
          <p:cNvSpPr/>
          <p:nvPr/>
        </p:nvSpPr>
        <p:spPr>
          <a:xfrm>
            <a:off x="8528148" y="9580836"/>
            <a:ext cx="78828" cy="78828"/>
          </a:xfrm>
          <a:prstGeom prst="ellipse">
            <a:avLst/>
          </a:prstGeom>
          <a:solidFill>
            <a:srgbClr val="F3EEE3">
              <a:alpha val="28000"/>
            </a:srgbClr>
          </a:solidFill>
          <a:ln/>
        </p:spPr>
      </p:sp>
      <p:sp>
        <p:nvSpPr>
          <p:cNvPr id="69" name="Shape 67"/>
          <p:cNvSpPr/>
          <p:nvPr/>
        </p:nvSpPr>
        <p:spPr>
          <a:xfrm>
            <a:off x="8685803" y="9580836"/>
            <a:ext cx="78828" cy="78828"/>
          </a:xfrm>
          <a:prstGeom prst="ellipse">
            <a:avLst/>
          </a:prstGeom>
          <a:solidFill>
            <a:srgbClr val="F3EEE3">
              <a:alpha val="28000"/>
            </a:srgbClr>
          </a:solidFill>
          <a:ln/>
        </p:spPr>
      </p:sp>
      <p:sp>
        <p:nvSpPr>
          <p:cNvPr id="70" name="Shape 68"/>
          <p:cNvSpPr/>
          <p:nvPr/>
        </p:nvSpPr>
        <p:spPr>
          <a:xfrm>
            <a:off x="8830320" y="9567698"/>
            <a:ext cx="105103" cy="105103"/>
          </a:xfrm>
          <a:prstGeom prst="ellipse">
            <a:avLst/>
          </a:prstGeom>
          <a:solidFill>
            <a:srgbClr val="FF6A4D"/>
          </a:solidFill>
          <a:ln/>
        </p:spPr>
      </p:sp>
      <p:sp>
        <p:nvSpPr>
          <p:cNvPr id="71" name="Shape 69"/>
          <p:cNvSpPr/>
          <p:nvPr/>
        </p:nvSpPr>
        <p:spPr>
          <a:xfrm>
            <a:off x="9001113" y="9580836"/>
            <a:ext cx="78828" cy="78828"/>
          </a:xfrm>
          <a:prstGeom prst="ellipse">
            <a:avLst/>
          </a:prstGeom>
          <a:solidFill>
            <a:srgbClr val="F3EEE3">
              <a:alpha val="28000"/>
            </a:srgbClr>
          </a:solidFill>
          <a:ln/>
        </p:spPr>
      </p:sp>
      <p:sp>
        <p:nvSpPr>
          <p:cNvPr id="72" name="Shape 70"/>
          <p:cNvSpPr/>
          <p:nvPr/>
        </p:nvSpPr>
        <p:spPr>
          <a:xfrm>
            <a:off x="9158768" y="9580836"/>
            <a:ext cx="78828" cy="78828"/>
          </a:xfrm>
          <a:prstGeom prst="ellipse">
            <a:avLst/>
          </a:prstGeom>
          <a:solidFill>
            <a:srgbClr val="F3EEE3">
              <a:alpha val="28000"/>
            </a:srgbClr>
          </a:solidFill>
          <a:ln/>
        </p:spPr>
      </p:sp>
      <p:sp>
        <p:nvSpPr>
          <p:cNvPr id="73" name="Shape 71"/>
          <p:cNvSpPr/>
          <p:nvPr/>
        </p:nvSpPr>
        <p:spPr>
          <a:xfrm>
            <a:off x="9316423" y="9580836"/>
            <a:ext cx="78828" cy="78828"/>
          </a:xfrm>
          <a:prstGeom prst="ellipse">
            <a:avLst/>
          </a:prstGeom>
          <a:solidFill>
            <a:srgbClr val="F3EEE3">
              <a:alpha val="28000"/>
            </a:srgbClr>
          </a:solidFill>
          <a:ln/>
        </p:spPr>
      </p:sp>
      <p:sp>
        <p:nvSpPr>
          <p:cNvPr id="74" name="Shape 72"/>
          <p:cNvSpPr/>
          <p:nvPr/>
        </p:nvSpPr>
        <p:spPr>
          <a:xfrm>
            <a:off x="9474078" y="9580836"/>
            <a:ext cx="78828" cy="78828"/>
          </a:xfrm>
          <a:prstGeom prst="ellipse">
            <a:avLst/>
          </a:prstGeom>
          <a:solidFill>
            <a:srgbClr val="F3EEE3">
              <a:alpha val="28000"/>
            </a:srgbClr>
          </a:solidFill>
          <a:ln/>
        </p:spPr>
      </p:sp>
      <p:sp>
        <p:nvSpPr>
          <p:cNvPr id="75" name="Shape 73"/>
          <p:cNvSpPr/>
          <p:nvPr/>
        </p:nvSpPr>
        <p:spPr>
          <a:xfrm>
            <a:off x="9631733" y="9580836"/>
            <a:ext cx="78828" cy="78828"/>
          </a:xfrm>
          <a:prstGeom prst="ellipse">
            <a:avLst/>
          </a:prstGeom>
          <a:solidFill>
            <a:srgbClr val="F3EEE3">
              <a:alpha val="28000"/>
            </a:srgbClr>
          </a:solidFill>
          <a:ln/>
        </p:spPr>
      </p:sp>
      <p:sp>
        <p:nvSpPr>
          <p:cNvPr id="76" name="Shape 74"/>
          <p:cNvSpPr/>
          <p:nvPr/>
        </p:nvSpPr>
        <p:spPr>
          <a:xfrm>
            <a:off x="9789388" y="9580836"/>
            <a:ext cx="78828" cy="78828"/>
          </a:xfrm>
          <a:prstGeom prst="ellipse">
            <a:avLst/>
          </a:prstGeom>
          <a:solidFill>
            <a:srgbClr val="F3EEE3">
              <a:alpha val="28000"/>
            </a:srgbClr>
          </a:solidFill>
          <a:ln/>
        </p:spPr>
      </p:sp>
      <p:sp>
        <p:nvSpPr>
          <p:cNvPr id="77" name="Shape 75"/>
          <p:cNvSpPr/>
          <p:nvPr/>
        </p:nvSpPr>
        <p:spPr>
          <a:xfrm>
            <a:off x="9947043" y="9580836"/>
            <a:ext cx="78828" cy="78828"/>
          </a:xfrm>
          <a:prstGeom prst="ellipse">
            <a:avLst/>
          </a:prstGeom>
          <a:solidFill>
            <a:srgbClr val="F3EEE3">
              <a:alpha val="28000"/>
            </a:srgbClr>
          </a:solidFill>
          <a:ln/>
        </p:spPr>
      </p:sp>
      <p:sp>
        <p:nvSpPr>
          <p:cNvPr id="78" name="Text 76"/>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51/58</a:t>
            </a:r>
            <a:endParaRPr lang="en-US" sz="1800" dirty="0"/>
          </a:p>
        </p:txBody>
      </p:sp>
      <p:sp>
        <p:nvSpPr>
          <p:cNvPr id="79" name="Shape 77"/>
          <p:cNvSpPr/>
          <p:nvPr/>
        </p:nvSpPr>
        <p:spPr>
          <a:xfrm>
            <a:off x="15983712" y="9076331"/>
            <a:ext cx="1645920" cy="552301"/>
          </a:xfrm>
          <a:prstGeom prst="roundRect">
            <a:avLst>
              <a:gd name="adj" fmla="val 28000"/>
            </a:avLst>
          </a:prstGeom>
          <a:solidFill>
            <a:srgbClr val="FFFFFF">
              <a:alpha val="82000"/>
            </a:srgbClr>
          </a:solidFill>
          <a:ln/>
        </p:spPr>
      </p:sp>
      <p:pic>
        <p:nvPicPr>
          <p:cNvPr id="80" name="Moda image moda-export-watermark-cb410f17-c241-41ff-b209-47f7cea93a41"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0" kern="0">
                <a:solidFill>
                  <a:srgbClr val="14161C"/>
                </a:solidFill>
                <a:latin typeface="Noto Sans JP ExtraBold" pitchFamily="34" charset="0"/>
                <a:ea typeface="Noto Sans JP ExtraBold" pitchFamily="34" charset="-122"/>
                <a:cs typeface="Noto Sans JP ExtraBold" pitchFamily="34" charset="-120"/>
              </a:rPr>
              <a:t>数値を</a:t>
            </a:r>
            <a:r>
              <a:rPr lang="en-US" sz="5700" dirty="0" spc="-19" kern="0">
                <a:solidFill>
                  <a:srgbClr val="14161C"/>
                </a:solidFill>
                <a:latin typeface="Noto Sans JP ExtraBold" pitchFamily="34" charset="0"/>
                <a:ea typeface="Noto Sans JP ExtraBold" pitchFamily="34" charset="-122"/>
                <a:cs typeface="Noto Sans JP ExtraBold" pitchFamily="34" charset="-120"/>
              </a:rPr>
              <a:t> 埋めるより</a:t>
            </a:r>
            <a:r>
              <a:rPr lang="en-US" sz="5700" dirty="0" spc="0" kern="0">
                <a:solidFill>
                  <a:srgbClr val="14161C"/>
                </a:solidFill>
                <a:latin typeface="Noto Sans JP ExtraBold" pitchFamily="34" charset="0"/>
                <a:ea typeface="Noto Sans JP ExtraBold" pitchFamily="34" charset="-122"/>
                <a:cs typeface="Noto Sans JP ExtraBold" pitchFamily="34" charset="-120"/>
              </a:rPr>
              <a:t> 「未確認」と 書く</a:t>
            </a:r>
            <a:endParaRPr lang="en-US" sz="5700" dirty="0"/>
          </a:p>
        </p:txBody>
      </p:sp>
      <p:sp>
        <p:nvSpPr>
          <p:cNvPr id="3" name="Shape 1"/>
          <p:cNvSpPr/>
          <p:nvPr/>
        </p:nvSpPr>
        <p:spPr>
          <a:xfrm>
            <a:off x="914400" y="2952750"/>
            <a:ext cx="152400" cy="4000500"/>
          </a:xfrm>
          <a:prstGeom prst="roundRect">
            <a:avLst>
              <a:gd name="adj" fmla="val 50000"/>
            </a:avLst>
          </a:prstGeom>
          <a:solidFill>
            <a:srgbClr val="0F766E"/>
          </a:solidFill>
          <a:ln/>
        </p:spPr>
      </p:sp>
      <p:sp>
        <p:nvSpPr>
          <p:cNvPr id="4" name="Text 2"/>
          <p:cNvSpPr/>
          <p:nvPr/>
        </p:nvSpPr>
        <p:spPr>
          <a:xfrm>
            <a:off x="1485900" y="2857500"/>
            <a:ext cx="15811500" cy="4191000"/>
          </a:xfrm>
          <a:prstGeom prst="rect">
            <a:avLst/>
          </a:prstGeom>
          <a:noFill/>
          <a:ln/>
        </p:spPr>
        <p:txBody>
          <a:bodyPr wrap="square" lIns="0" tIns="100489" rIns="0" bIns="-100489" rtlCol="0" anchor="ctr"/>
          <a:lstStyle/>
          <a:p>
            <a:pPr algn="l" indent="0" marL="0">
              <a:lnSpc>
                <a:spcPts val="7728"/>
              </a:lnSpc>
              <a:buNone/>
            </a:pPr>
            <a:r>
              <a:rPr lang="en-US" sz="6900" dirty="0" spc="0" kern="0">
                <a:solidFill>
                  <a:srgbClr val="14161C"/>
                </a:solidFill>
                <a:latin typeface="Noto Sans JP ExtraBold" pitchFamily="34" charset="0"/>
                <a:ea typeface="Noto Sans JP ExtraBold" pitchFamily="34" charset="-122"/>
                <a:cs typeface="Noto Sans JP ExtraBold" pitchFamily="34" charset="-120"/>
              </a:rPr>
              <a:t>読める 出典がない</a:t>
            </a:r>
            <a:r>
              <a:rPr lang="en-US" sz="6900" dirty="0" spc="-1" kern="0">
                <a:solidFill>
                  <a:srgbClr val="14161C"/>
                </a:solidFill>
                <a:latin typeface="Noto Sans JP ExtraBold" pitchFamily="34" charset="0"/>
                <a:ea typeface="Noto Sans JP ExtraBold" pitchFamily="34" charset="-122"/>
                <a:cs typeface="Noto Sans JP ExtraBold" pitchFamily="34" charset="-120"/>
              </a:rPr>
              <a:t> 箇所は、</a:t>
            </a:r>
            <a:r>
              <a:rPr lang="en-US" sz="6900" dirty="0" spc="0" kern="0">
                <a:solidFill>
                  <a:srgbClr val="14161C"/>
                </a:solidFill>
                <a:latin typeface="Noto Sans JP ExtraBold" pitchFamily="34" charset="0"/>
                <a:ea typeface="Noto Sans JP ExtraBold" pitchFamily="34" charset="-122"/>
                <a:cs typeface="Noto Sans JP ExtraBold" pitchFamily="34" charset="-120"/>
              </a:rPr>
              <a:t> 「</a:t>
            </a:r>
            <a:pPr algn="l" indent="0" marL="0">
              <a:lnSpc>
                <a:spcPts val="7728"/>
              </a:lnSpc>
              <a:buNone/>
            </a:pPr>
            <a:r>
              <a:rPr lang="en-US" sz="6900" dirty="0" kern="0">
                <a:solidFill>
                  <a:srgbClr val="0F766E"/>
                </a:solidFill>
                <a:latin typeface="Noto Sans JP ExtraBold" pitchFamily="34" charset="0"/>
                <a:ea typeface="Noto Sans JP ExtraBold" pitchFamily="34" charset="-122"/>
                <a:cs typeface="Noto Sans JP ExtraBold" pitchFamily="34" charset="-120"/>
              </a:rPr>
              <a:t>未確認</a:t>
            </a:r>
            <a:pPr algn="l" indent="0" marL="0">
              <a:lnSpc>
                <a:spcPts val="7728"/>
              </a:lnSpc>
              <a:buNone/>
            </a:pPr>
            <a:r>
              <a:rPr lang="en-US" sz="6900" dirty="0" spc="0" kern="0">
                <a:solidFill>
                  <a:srgbClr val="14161C"/>
                </a:solidFill>
                <a:latin typeface="Noto Sans JP ExtraBold" pitchFamily="34" charset="0"/>
                <a:ea typeface="Noto Sans JP ExtraBold" pitchFamily="34" charset="-122"/>
                <a:cs typeface="Noto Sans JP ExtraBold" pitchFamily="34" charset="-120"/>
              </a:rPr>
              <a:t>」と</a:t>
            </a:r>
            <a:r>
              <a:rPr lang="en-US" sz="6900" dirty="0" spc="-121" kern="0">
                <a:solidFill>
                  <a:srgbClr val="14161C"/>
                </a:solidFill>
                <a:latin typeface="Noto Sans JP ExtraBold" pitchFamily="34" charset="0"/>
                <a:ea typeface="Noto Sans JP ExtraBold" pitchFamily="34" charset="-122"/>
                <a:cs typeface="Noto Sans JP ExtraBold" pitchFamily="34" charset="-120"/>
              </a:rPr>
              <a:t> 書き、</a:t>
            </a:r>
            <a:r>
              <a:rPr lang="en-US" sz="6900" dirty="0" spc="-1" kern="0">
                <a:solidFill>
                  <a:srgbClr val="14161C"/>
                </a:solidFill>
                <a:latin typeface="Noto Sans JP ExtraBold" pitchFamily="34" charset="0"/>
                <a:ea typeface="Noto Sans JP ExtraBold" pitchFamily="34" charset="-122"/>
                <a:cs typeface="Noto Sans JP ExtraBold" pitchFamily="34" charset="-120"/>
              </a:rPr>
              <a:t> 数値は</a:t>
            </a:r>
            <a:r>
              <a:rPr lang="en-US" sz="6900" dirty="0" spc="0" kern="0">
                <a:solidFill>
                  <a:srgbClr val="14161C"/>
                </a:solidFill>
                <a:latin typeface="Noto Sans JP ExtraBold" pitchFamily="34" charset="0"/>
                <a:ea typeface="Noto Sans JP ExtraBold" pitchFamily="34" charset="-122"/>
                <a:cs typeface="Noto Sans JP ExtraBold" pitchFamily="34" charset="-120"/>
              </a:rPr>
              <a:t> 入れない</a:t>
            </a:r>
            <a:endParaRPr lang="en-US" sz="6900" dirty="0"/>
          </a:p>
        </p:txBody>
      </p:sp>
      <p:sp>
        <p:nvSpPr>
          <p:cNvPr id="5" name="Text 3"/>
          <p:cNvSpPr/>
          <p:nvPr/>
        </p:nvSpPr>
        <p:spPr>
          <a:xfrm>
            <a:off x="1485900" y="7429500"/>
            <a:ext cx="15811500" cy="609600"/>
          </a:xfrm>
          <a:prstGeom prst="rect">
            <a:avLst/>
          </a:prstGeom>
          <a:noFill/>
          <a:ln/>
        </p:spPr>
        <p:txBody>
          <a:bodyPr wrap="square" lIns="0" tIns="0" rIns="0" bIns="0" rtlCol="0" anchor="t"/>
          <a:lstStyle/>
          <a:p>
            <a:pPr algn="l" indent="0" marL="0">
              <a:buNone/>
            </a:pPr>
            <a:r>
              <a:rPr lang="en-US" sz="2700" dirty="0" spc="0" kern="0">
                <a:solidFill>
                  <a:srgbClr val="6B6A66"/>
                </a:solidFill>
                <a:latin typeface="Noto Sans JP" pitchFamily="34" charset="0"/>
                <a:ea typeface="Noto Sans JP" pitchFamily="34" charset="-122"/>
                <a:cs typeface="Noto Sans JP" pitchFamily="34" charset="-120"/>
              </a:rPr>
              <a:t>ラベル:</a:t>
            </a:r>
            <a:r>
              <a:rPr lang="en-US" sz="2700" dirty="0" spc="1" kern="0">
                <a:solidFill>
                  <a:srgbClr val="6B6A66"/>
                </a:solidFill>
                <a:latin typeface="Noto Sans JP" pitchFamily="34" charset="0"/>
                <a:ea typeface="Noto Sans JP" pitchFamily="34" charset="-122"/>
                <a:cs typeface="Noto Sans JP" pitchFamily="34" charset="-120"/>
              </a:rPr>
              <a:t> 出典の</a:t>
            </a:r>
            <a:r>
              <a:rPr lang="en-US" sz="2700" dirty="0" spc="2" kern="0">
                <a:solidFill>
                  <a:srgbClr val="6B6A66"/>
                </a:solidFill>
                <a:latin typeface="Noto Sans JP" pitchFamily="34" charset="0"/>
                <a:ea typeface="Noto Sans JP" pitchFamily="34" charset="-122"/>
                <a:cs typeface="Noto Sans JP" pitchFamily="34" charset="-120"/>
              </a:rPr>
              <a:t> 数値、</a:t>
            </a:r>
            <a:r>
              <a:rPr lang="en-US" sz="2700" dirty="0" spc="1" kern="0">
                <a:solidFill>
                  <a:srgbClr val="6B6A66"/>
                </a:solidFill>
                <a:latin typeface="Noto Sans JP" pitchFamily="34" charset="0"/>
                <a:ea typeface="Noto Sans JP" pitchFamily="34" charset="-122"/>
                <a:cs typeface="Noto Sans JP" pitchFamily="34" charset="-120"/>
              </a:rPr>
              <a:t> 推測、 未確認</a:t>
            </a:r>
            <a:endParaRPr lang="en-US" sz="2700" dirty="0"/>
          </a:p>
        </p:txBody>
      </p:sp>
      <p:sp>
        <p:nvSpPr>
          <p:cNvPr id="6" name="Text 4"/>
          <p:cNvSpPr/>
          <p:nvPr/>
        </p:nvSpPr>
        <p:spPr>
          <a:xfrm>
            <a:off x="1485900" y="8096250"/>
            <a:ext cx="15811500" cy="609600"/>
          </a:xfrm>
          <a:prstGeom prst="rect">
            <a:avLst/>
          </a:prstGeom>
          <a:noFill/>
          <a:ln/>
        </p:spPr>
        <p:txBody>
          <a:bodyPr wrap="square" lIns="0" tIns="0" rIns="0" bIns="0" rtlCol="0" anchor="t"/>
          <a:lstStyle/>
          <a:p>
            <a:pPr algn="l" indent="0" marL="0">
              <a:buNone/>
            </a:pPr>
            <a:r>
              <a:rPr lang="en-US" sz="2700" dirty="0" spc="0" kern="0">
                <a:solidFill>
                  <a:srgbClr val="6B6A66"/>
                </a:solidFill>
                <a:latin typeface="Noto Sans JP" pitchFamily="34" charset="0"/>
                <a:ea typeface="Noto Sans JP" pitchFamily="34" charset="-122"/>
                <a:cs typeface="Noto Sans JP" pitchFamily="34" charset="-120"/>
              </a:rPr>
              <a:t>資料の</a:t>
            </a:r>
            <a:r>
              <a:rPr lang="en-US" sz="2700" dirty="0" spc="1" kern="0">
                <a:solidFill>
                  <a:srgbClr val="6B6A66"/>
                </a:solidFill>
                <a:latin typeface="Noto Sans JP" pitchFamily="34" charset="0"/>
                <a:ea typeface="Noto Sans JP" pitchFamily="34" charset="-122"/>
                <a:cs typeface="Noto Sans JP" pitchFamily="34" charset="-120"/>
              </a:rPr>
              <a:t> 利用者は 自分の</a:t>
            </a:r>
            <a:r>
              <a:rPr lang="en-US" sz="2700" dirty="0" spc="-13" kern="0">
                <a:solidFill>
                  <a:srgbClr val="6B6A66"/>
                </a:solidFill>
                <a:latin typeface="Noto Sans JP" pitchFamily="34" charset="0"/>
                <a:ea typeface="Noto Sans JP" pitchFamily="34" charset="-122"/>
                <a:cs typeface="Noto Sans JP" pitchFamily="34" charset="-120"/>
              </a:rPr>
              <a:t> システムの</a:t>
            </a:r>
            <a:r>
              <a:rPr lang="en-US" sz="2700" dirty="0" spc="2" kern="0">
                <a:solidFill>
                  <a:srgbClr val="6B6A66"/>
                </a:solidFill>
                <a:latin typeface="Noto Sans JP" pitchFamily="34" charset="0"/>
                <a:ea typeface="Noto Sans JP" pitchFamily="34" charset="-122"/>
                <a:cs typeface="Noto Sans JP" pitchFamily="34" charset="-120"/>
              </a:rPr>
              <a:t> 数値を</a:t>
            </a:r>
            <a:r>
              <a:rPr lang="en-US" sz="2700" dirty="0" spc="1" kern="0">
                <a:solidFill>
                  <a:srgbClr val="6B6A66"/>
                </a:solidFill>
                <a:latin typeface="Noto Sans JP" pitchFamily="34" charset="0"/>
                <a:ea typeface="Noto Sans JP" pitchFamily="34" charset="-122"/>
                <a:cs typeface="Noto Sans JP" pitchFamily="34" charset="-120"/>
              </a:rPr>
              <a:t> 調べる 必要がある</a:t>
            </a:r>
            <a:endParaRPr lang="en-US" sz="2700" dirty="0"/>
          </a:p>
        </p:txBody>
      </p:sp>
      <p:sp>
        <p:nvSpPr>
          <p:cNvPr id="7" name="Text 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endParaRPr lang="en-US" sz="1800" dirty="0"/>
          </a:p>
        </p:txBody>
      </p:sp>
      <p:sp>
        <p:nvSpPr>
          <p:cNvPr id="8" name="Shape 6"/>
          <p:cNvSpPr/>
          <p:nvPr/>
        </p:nvSpPr>
        <p:spPr>
          <a:xfrm>
            <a:off x="960711" y="9580836"/>
            <a:ext cx="78828" cy="78828"/>
          </a:xfrm>
          <a:prstGeom prst="ellipse">
            <a:avLst/>
          </a:prstGeom>
          <a:solidFill>
            <a:srgbClr val="14161C">
              <a:alpha val="28000"/>
            </a:srgbClr>
          </a:solidFill>
          <a:ln/>
        </p:spPr>
      </p:sp>
      <p:sp>
        <p:nvSpPr>
          <p:cNvPr id="9" name="Shape 7"/>
          <p:cNvSpPr/>
          <p:nvPr/>
        </p:nvSpPr>
        <p:spPr>
          <a:xfrm>
            <a:off x="1118366" y="9580836"/>
            <a:ext cx="78828" cy="78828"/>
          </a:xfrm>
          <a:prstGeom prst="ellipse">
            <a:avLst/>
          </a:prstGeom>
          <a:solidFill>
            <a:srgbClr val="14161C">
              <a:alpha val="28000"/>
            </a:srgbClr>
          </a:solidFill>
          <a:ln/>
        </p:spPr>
      </p:sp>
      <p:sp>
        <p:nvSpPr>
          <p:cNvPr id="10" name="Shape 8"/>
          <p:cNvSpPr/>
          <p:nvPr/>
        </p:nvSpPr>
        <p:spPr>
          <a:xfrm>
            <a:off x="1276021" y="9580836"/>
            <a:ext cx="78828" cy="78828"/>
          </a:xfrm>
          <a:prstGeom prst="ellipse">
            <a:avLst/>
          </a:prstGeom>
          <a:solidFill>
            <a:srgbClr val="14161C">
              <a:alpha val="28000"/>
            </a:srgbClr>
          </a:solidFill>
          <a:ln/>
        </p:spPr>
      </p:sp>
      <p:sp>
        <p:nvSpPr>
          <p:cNvPr id="11" name="Shape 9"/>
          <p:cNvSpPr/>
          <p:nvPr/>
        </p:nvSpPr>
        <p:spPr>
          <a:xfrm>
            <a:off x="1433676" y="9580836"/>
            <a:ext cx="78828" cy="78828"/>
          </a:xfrm>
          <a:prstGeom prst="ellipse">
            <a:avLst/>
          </a:prstGeom>
          <a:solidFill>
            <a:srgbClr val="14161C">
              <a:alpha val="28000"/>
            </a:srgbClr>
          </a:solidFill>
          <a:ln/>
        </p:spPr>
      </p:sp>
      <p:sp>
        <p:nvSpPr>
          <p:cNvPr id="12" name="Shape 10"/>
          <p:cNvSpPr/>
          <p:nvPr/>
        </p:nvSpPr>
        <p:spPr>
          <a:xfrm>
            <a:off x="1591331" y="9580836"/>
            <a:ext cx="78828" cy="78828"/>
          </a:xfrm>
          <a:prstGeom prst="ellipse">
            <a:avLst/>
          </a:prstGeom>
          <a:solidFill>
            <a:srgbClr val="14161C">
              <a:alpha val="28000"/>
            </a:srgbClr>
          </a:solidFill>
          <a:ln/>
        </p:spPr>
      </p:sp>
      <p:sp>
        <p:nvSpPr>
          <p:cNvPr id="13" name="Shape 11"/>
          <p:cNvSpPr/>
          <p:nvPr/>
        </p:nvSpPr>
        <p:spPr>
          <a:xfrm>
            <a:off x="1748986" y="9580836"/>
            <a:ext cx="78828" cy="78828"/>
          </a:xfrm>
          <a:prstGeom prst="ellipse">
            <a:avLst/>
          </a:prstGeom>
          <a:solidFill>
            <a:srgbClr val="14161C">
              <a:alpha val="28000"/>
            </a:srgbClr>
          </a:solidFill>
          <a:ln/>
        </p:spPr>
      </p:sp>
      <p:sp>
        <p:nvSpPr>
          <p:cNvPr id="14" name="Shape 12"/>
          <p:cNvSpPr/>
          <p:nvPr/>
        </p:nvSpPr>
        <p:spPr>
          <a:xfrm>
            <a:off x="1906641" y="9580836"/>
            <a:ext cx="78828" cy="78828"/>
          </a:xfrm>
          <a:prstGeom prst="ellipse">
            <a:avLst/>
          </a:prstGeom>
          <a:solidFill>
            <a:srgbClr val="14161C">
              <a:alpha val="28000"/>
            </a:srgbClr>
          </a:solidFill>
          <a:ln/>
        </p:spPr>
      </p:sp>
      <p:sp>
        <p:nvSpPr>
          <p:cNvPr id="15" name="Shape 13"/>
          <p:cNvSpPr/>
          <p:nvPr/>
        </p:nvSpPr>
        <p:spPr>
          <a:xfrm>
            <a:off x="2064296" y="9580836"/>
            <a:ext cx="78828" cy="78828"/>
          </a:xfrm>
          <a:prstGeom prst="ellipse">
            <a:avLst/>
          </a:prstGeom>
          <a:solidFill>
            <a:srgbClr val="14161C">
              <a:alpha val="28000"/>
            </a:srgbClr>
          </a:solidFill>
          <a:ln/>
        </p:spPr>
      </p:sp>
      <p:sp>
        <p:nvSpPr>
          <p:cNvPr id="16" name="Shape 14"/>
          <p:cNvSpPr/>
          <p:nvPr/>
        </p:nvSpPr>
        <p:spPr>
          <a:xfrm>
            <a:off x="2221951" y="9580836"/>
            <a:ext cx="78828" cy="78828"/>
          </a:xfrm>
          <a:prstGeom prst="ellipse">
            <a:avLst/>
          </a:prstGeom>
          <a:solidFill>
            <a:srgbClr val="14161C">
              <a:alpha val="28000"/>
            </a:srgbClr>
          </a:solidFill>
          <a:ln/>
        </p:spPr>
      </p:sp>
      <p:sp>
        <p:nvSpPr>
          <p:cNvPr id="17" name="Shape 15"/>
          <p:cNvSpPr/>
          <p:nvPr/>
        </p:nvSpPr>
        <p:spPr>
          <a:xfrm>
            <a:off x="2379606" y="9580836"/>
            <a:ext cx="78828" cy="78828"/>
          </a:xfrm>
          <a:prstGeom prst="ellipse">
            <a:avLst/>
          </a:prstGeom>
          <a:solidFill>
            <a:srgbClr val="14161C">
              <a:alpha val="28000"/>
            </a:srgbClr>
          </a:solidFill>
          <a:ln/>
        </p:spPr>
      </p:sp>
      <p:sp>
        <p:nvSpPr>
          <p:cNvPr id="18" name="Shape 16"/>
          <p:cNvSpPr/>
          <p:nvPr/>
        </p:nvSpPr>
        <p:spPr>
          <a:xfrm>
            <a:off x="2537261" y="9580836"/>
            <a:ext cx="78828" cy="78828"/>
          </a:xfrm>
          <a:prstGeom prst="ellipse">
            <a:avLst/>
          </a:prstGeom>
          <a:solidFill>
            <a:srgbClr val="14161C">
              <a:alpha val="28000"/>
            </a:srgbClr>
          </a:solidFill>
          <a:ln/>
        </p:spPr>
      </p:sp>
      <p:sp>
        <p:nvSpPr>
          <p:cNvPr id="19" name="Shape 17"/>
          <p:cNvSpPr/>
          <p:nvPr/>
        </p:nvSpPr>
        <p:spPr>
          <a:xfrm>
            <a:off x="2694916" y="9580836"/>
            <a:ext cx="78828" cy="78828"/>
          </a:xfrm>
          <a:prstGeom prst="ellipse">
            <a:avLst/>
          </a:prstGeom>
          <a:solidFill>
            <a:srgbClr val="14161C">
              <a:alpha val="28000"/>
            </a:srgbClr>
          </a:solidFill>
          <a:ln/>
        </p:spPr>
      </p:sp>
      <p:sp>
        <p:nvSpPr>
          <p:cNvPr id="20" name="Shape 18"/>
          <p:cNvSpPr/>
          <p:nvPr/>
        </p:nvSpPr>
        <p:spPr>
          <a:xfrm>
            <a:off x="2852571" y="9580836"/>
            <a:ext cx="78828" cy="78828"/>
          </a:xfrm>
          <a:prstGeom prst="ellipse">
            <a:avLst/>
          </a:prstGeom>
          <a:solidFill>
            <a:srgbClr val="14161C">
              <a:alpha val="28000"/>
            </a:srgbClr>
          </a:solidFill>
          <a:ln/>
        </p:spPr>
      </p:sp>
      <p:sp>
        <p:nvSpPr>
          <p:cNvPr id="21" name="Shape 19"/>
          <p:cNvSpPr/>
          <p:nvPr/>
        </p:nvSpPr>
        <p:spPr>
          <a:xfrm>
            <a:off x="3010225" y="9580836"/>
            <a:ext cx="78828" cy="78828"/>
          </a:xfrm>
          <a:prstGeom prst="ellipse">
            <a:avLst/>
          </a:prstGeom>
          <a:solidFill>
            <a:srgbClr val="14161C">
              <a:alpha val="28000"/>
            </a:srgbClr>
          </a:solidFill>
          <a:ln/>
        </p:spPr>
      </p:sp>
      <p:sp>
        <p:nvSpPr>
          <p:cNvPr id="22" name="Shape 20"/>
          <p:cNvSpPr/>
          <p:nvPr/>
        </p:nvSpPr>
        <p:spPr>
          <a:xfrm>
            <a:off x="3167880" y="9580836"/>
            <a:ext cx="78828" cy="78828"/>
          </a:xfrm>
          <a:prstGeom prst="ellipse">
            <a:avLst/>
          </a:prstGeom>
          <a:solidFill>
            <a:srgbClr val="14161C">
              <a:alpha val="28000"/>
            </a:srgbClr>
          </a:solidFill>
          <a:ln/>
        </p:spPr>
      </p:sp>
      <p:sp>
        <p:nvSpPr>
          <p:cNvPr id="23" name="Shape 21"/>
          <p:cNvSpPr/>
          <p:nvPr/>
        </p:nvSpPr>
        <p:spPr>
          <a:xfrm>
            <a:off x="3325535" y="9580836"/>
            <a:ext cx="78828" cy="78828"/>
          </a:xfrm>
          <a:prstGeom prst="ellipse">
            <a:avLst/>
          </a:prstGeom>
          <a:solidFill>
            <a:srgbClr val="14161C">
              <a:alpha val="28000"/>
            </a:srgbClr>
          </a:solidFill>
          <a:ln/>
        </p:spPr>
      </p:sp>
      <p:sp>
        <p:nvSpPr>
          <p:cNvPr id="24" name="Shape 22"/>
          <p:cNvSpPr/>
          <p:nvPr/>
        </p:nvSpPr>
        <p:spPr>
          <a:xfrm>
            <a:off x="3483190" y="9580836"/>
            <a:ext cx="78828" cy="78828"/>
          </a:xfrm>
          <a:prstGeom prst="ellipse">
            <a:avLst/>
          </a:prstGeom>
          <a:solidFill>
            <a:srgbClr val="14161C">
              <a:alpha val="28000"/>
            </a:srgbClr>
          </a:solidFill>
          <a:ln/>
        </p:spPr>
      </p:sp>
      <p:sp>
        <p:nvSpPr>
          <p:cNvPr id="25" name="Shape 23"/>
          <p:cNvSpPr/>
          <p:nvPr/>
        </p:nvSpPr>
        <p:spPr>
          <a:xfrm>
            <a:off x="3640845" y="9580836"/>
            <a:ext cx="78828" cy="78828"/>
          </a:xfrm>
          <a:prstGeom prst="ellipse">
            <a:avLst/>
          </a:prstGeom>
          <a:solidFill>
            <a:srgbClr val="14161C">
              <a:alpha val="28000"/>
            </a:srgbClr>
          </a:solidFill>
          <a:ln/>
        </p:spPr>
      </p:sp>
      <p:sp>
        <p:nvSpPr>
          <p:cNvPr id="26" name="Shape 24"/>
          <p:cNvSpPr/>
          <p:nvPr/>
        </p:nvSpPr>
        <p:spPr>
          <a:xfrm>
            <a:off x="3798500" y="9580836"/>
            <a:ext cx="78828" cy="78828"/>
          </a:xfrm>
          <a:prstGeom prst="ellipse">
            <a:avLst/>
          </a:prstGeom>
          <a:solidFill>
            <a:srgbClr val="14161C">
              <a:alpha val="28000"/>
            </a:srgbClr>
          </a:solidFill>
          <a:ln/>
        </p:spPr>
      </p:sp>
      <p:sp>
        <p:nvSpPr>
          <p:cNvPr id="27" name="Shape 25"/>
          <p:cNvSpPr/>
          <p:nvPr/>
        </p:nvSpPr>
        <p:spPr>
          <a:xfrm>
            <a:off x="3956155" y="9580836"/>
            <a:ext cx="78828" cy="78828"/>
          </a:xfrm>
          <a:prstGeom prst="ellipse">
            <a:avLst/>
          </a:prstGeom>
          <a:solidFill>
            <a:srgbClr val="14161C">
              <a:alpha val="28000"/>
            </a:srgbClr>
          </a:solidFill>
          <a:ln/>
        </p:spPr>
      </p:sp>
      <p:sp>
        <p:nvSpPr>
          <p:cNvPr id="28" name="Shape 26"/>
          <p:cNvSpPr/>
          <p:nvPr/>
        </p:nvSpPr>
        <p:spPr>
          <a:xfrm>
            <a:off x="4113810" y="9580836"/>
            <a:ext cx="78828" cy="78828"/>
          </a:xfrm>
          <a:prstGeom prst="ellipse">
            <a:avLst/>
          </a:prstGeom>
          <a:solidFill>
            <a:srgbClr val="14161C">
              <a:alpha val="28000"/>
            </a:srgbClr>
          </a:solidFill>
          <a:ln/>
        </p:spPr>
      </p:sp>
      <p:sp>
        <p:nvSpPr>
          <p:cNvPr id="29" name="Shape 27"/>
          <p:cNvSpPr/>
          <p:nvPr/>
        </p:nvSpPr>
        <p:spPr>
          <a:xfrm>
            <a:off x="4271465" y="9580836"/>
            <a:ext cx="78828" cy="78828"/>
          </a:xfrm>
          <a:prstGeom prst="ellipse">
            <a:avLst/>
          </a:prstGeom>
          <a:solidFill>
            <a:srgbClr val="14161C">
              <a:alpha val="28000"/>
            </a:srgbClr>
          </a:solidFill>
          <a:ln/>
        </p:spPr>
      </p:sp>
      <p:sp>
        <p:nvSpPr>
          <p:cNvPr id="30" name="Shape 28"/>
          <p:cNvSpPr/>
          <p:nvPr/>
        </p:nvSpPr>
        <p:spPr>
          <a:xfrm>
            <a:off x="4429120" y="9580836"/>
            <a:ext cx="78828" cy="78828"/>
          </a:xfrm>
          <a:prstGeom prst="ellipse">
            <a:avLst/>
          </a:prstGeom>
          <a:solidFill>
            <a:srgbClr val="14161C">
              <a:alpha val="28000"/>
            </a:srgbClr>
          </a:solidFill>
          <a:ln/>
        </p:spPr>
      </p:sp>
      <p:sp>
        <p:nvSpPr>
          <p:cNvPr id="31" name="Shape 29"/>
          <p:cNvSpPr/>
          <p:nvPr/>
        </p:nvSpPr>
        <p:spPr>
          <a:xfrm>
            <a:off x="4586775" y="9580836"/>
            <a:ext cx="78828" cy="78828"/>
          </a:xfrm>
          <a:prstGeom prst="ellipse">
            <a:avLst/>
          </a:prstGeom>
          <a:solidFill>
            <a:srgbClr val="14161C">
              <a:alpha val="28000"/>
            </a:srgbClr>
          </a:solidFill>
          <a:ln/>
        </p:spPr>
      </p:sp>
      <p:sp>
        <p:nvSpPr>
          <p:cNvPr id="32" name="Shape 30"/>
          <p:cNvSpPr/>
          <p:nvPr/>
        </p:nvSpPr>
        <p:spPr>
          <a:xfrm>
            <a:off x="4744430" y="9580836"/>
            <a:ext cx="78828" cy="78828"/>
          </a:xfrm>
          <a:prstGeom prst="ellipse">
            <a:avLst/>
          </a:prstGeom>
          <a:solidFill>
            <a:srgbClr val="14161C">
              <a:alpha val="28000"/>
            </a:srgbClr>
          </a:solidFill>
          <a:ln/>
        </p:spPr>
      </p:sp>
      <p:sp>
        <p:nvSpPr>
          <p:cNvPr id="33" name="Shape 31"/>
          <p:cNvSpPr/>
          <p:nvPr/>
        </p:nvSpPr>
        <p:spPr>
          <a:xfrm>
            <a:off x="4902085" y="9580836"/>
            <a:ext cx="78828" cy="78828"/>
          </a:xfrm>
          <a:prstGeom prst="ellipse">
            <a:avLst/>
          </a:prstGeom>
          <a:solidFill>
            <a:srgbClr val="14161C">
              <a:alpha val="28000"/>
            </a:srgbClr>
          </a:solidFill>
          <a:ln/>
        </p:spPr>
      </p:sp>
      <p:sp>
        <p:nvSpPr>
          <p:cNvPr id="34" name="Shape 32"/>
          <p:cNvSpPr/>
          <p:nvPr/>
        </p:nvSpPr>
        <p:spPr>
          <a:xfrm>
            <a:off x="5059740" y="9580836"/>
            <a:ext cx="78828" cy="78828"/>
          </a:xfrm>
          <a:prstGeom prst="ellipse">
            <a:avLst/>
          </a:prstGeom>
          <a:solidFill>
            <a:srgbClr val="14161C">
              <a:alpha val="28000"/>
            </a:srgbClr>
          </a:solidFill>
          <a:ln/>
        </p:spPr>
      </p:sp>
      <p:sp>
        <p:nvSpPr>
          <p:cNvPr id="35" name="Shape 33"/>
          <p:cNvSpPr/>
          <p:nvPr/>
        </p:nvSpPr>
        <p:spPr>
          <a:xfrm>
            <a:off x="5217395" y="9580836"/>
            <a:ext cx="78828" cy="78828"/>
          </a:xfrm>
          <a:prstGeom prst="ellipse">
            <a:avLst/>
          </a:prstGeom>
          <a:solidFill>
            <a:srgbClr val="14161C">
              <a:alpha val="28000"/>
            </a:srgbClr>
          </a:solidFill>
          <a:ln/>
        </p:spPr>
      </p:sp>
      <p:sp>
        <p:nvSpPr>
          <p:cNvPr id="36" name="Shape 34"/>
          <p:cNvSpPr/>
          <p:nvPr/>
        </p:nvSpPr>
        <p:spPr>
          <a:xfrm>
            <a:off x="5375050" y="9580836"/>
            <a:ext cx="78828" cy="78828"/>
          </a:xfrm>
          <a:prstGeom prst="ellipse">
            <a:avLst/>
          </a:prstGeom>
          <a:solidFill>
            <a:srgbClr val="14161C">
              <a:alpha val="28000"/>
            </a:srgbClr>
          </a:solidFill>
          <a:ln/>
        </p:spPr>
      </p:sp>
      <p:sp>
        <p:nvSpPr>
          <p:cNvPr id="37" name="Shape 35"/>
          <p:cNvSpPr/>
          <p:nvPr/>
        </p:nvSpPr>
        <p:spPr>
          <a:xfrm>
            <a:off x="5532705" y="9580836"/>
            <a:ext cx="78828" cy="78828"/>
          </a:xfrm>
          <a:prstGeom prst="ellipse">
            <a:avLst/>
          </a:prstGeom>
          <a:solidFill>
            <a:srgbClr val="14161C">
              <a:alpha val="28000"/>
            </a:srgbClr>
          </a:solidFill>
          <a:ln/>
        </p:spPr>
      </p:sp>
      <p:sp>
        <p:nvSpPr>
          <p:cNvPr id="38" name="Shape 36"/>
          <p:cNvSpPr/>
          <p:nvPr/>
        </p:nvSpPr>
        <p:spPr>
          <a:xfrm>
            <a:off x="5690359" y="9580836"/>
            <a:ext cx="78828" cy="78828"/>
          </a:xfrm>
          <a:prstGeom prst="ellipse">
            <a:avLst/>
          </a:prstGeom>
          <a:solidFill>
            <a:srgbClr val="14161C">
              <a:alpha val="28000"/>
            </a:srgbClr>
          </a:solidFill>
          <a:ln/>
        </p:spPr>
      </p:sp>
      <p:sp>
        <p:nvSpPr>
          <p:cNvPr id="39" name="Shape 37"/>
          <p:cNvSpPr/>
          <p:nvPr/>
        </p:nvSpPr>
        <p:spPr>
          <a:xfrm>
            <a:off x="5848014" y="9580836"/>
            <a:ext cx="78828" cy="78828"/>
          </a:xfrm>
          <a:prstGeom prst="ellipse">
            <a:avLst/>
          </a:prstGeom>
          <a:solidFill>
            <a:srgbClr val="14161C">
              <a:alpha val="28000"/>
            </a:srgbClr>
          </a:solidFill>
          <a:ln/>
        </p:spPr>
      </p:sp>
      <p:sp>
        <p:nvSpPr>
          <p:cNvPr id="40" name="Shape 38"/>
          <p:cNvSpPr/>
          <p:nvPr/>
        </p:nvSpPr>
        <p:spPr>
          <a:xfrm>
            <a:off x="6005669" y="9580836"/>
            <a:ext cx="78828" cy="78828"/>
          </a:xfrm>
          <a:prstGeom prst="ellipse">
            <a:avLst/>
          </a:prstGeom>
          <a:solidFill>
            <a:srgbClr val="14161C">
              <a:alpha val="28000"/>
            </a:srgbClr>
          </a:solidFill>
          <a:ln/>
        </p:spPr>
      </p:sp>
      <p:sp>
        <p:nvSpPr>
          <p:cNvPr id="41" name="Shape 39"/>
          <p:cNvSpPr/>
          <p:nvPr/>
        </p:nvSpPr>
        <p:spPr>
          <a:xfrm>
            <a:off x="6163324" y="9580836"/>
            <a:ext cx="78828" cy="78828"/>
          </a:xfrm>
          <a:prstGeom prst="ellipse">
            <a:avLst/>
          </a:prstGeom>
          <a:solidFill>
            <a:srgbClr val="14161C">
              <a:alpha val="28000"/>
            </a:srgbClr>
          </a:solidFill>
          <a:ln/>
        </p:spPr>
      </p:sp>
      <p:sp>
        <p:nvSpPr>
          <p:cNvPr id="42" name="Shape 40"/>
          <p:cNvSpPr/>
          <p:nvPr/>
        </p:nvSpPr>
        <p:spPr>
          <a:xfrm>
            <a:off x="6320979" y="9580836"/>
            <a:ext cx="78828" cy="78828"/>
          </a:xfrm>
          <a:prstGeom prst="ellipse">
            <a:avLst/>
          </a:prstGeom>
          <a:solidFill>
            <a:srgbClr val="14161C">
              <a:alpha val="28000"/>
            </a:srgbClr>
          </a:solidFill>
          <a:ln/>
        </p:spPr>
      </p:sp>
      <p:sp>
        <p:nvSpPr>
          <p:cNvPr id="43" name="Shape 41"/>
          <p:cNvSpPr/>
          <p:nvPr/>
        </p:nvSpPr>
        <p:spPr>
          <a:xfrm>
            <a:off x="6478634" y="9580836"/>
            <a:ext cx="78828" cy="78828"/>
          </a:xfrm>
          <a:prstGeom prst="ellipse">
            <a:avLst/>
          </a:prstGeom>
          <a:solidFill>
            <a:srgbClr val="14161C">
              <a:alpha val="28000"/>
            </a:srgbClr>
          </a:solidFill>
          <a:ln/>
        </p:spPr>
      </p:sp>
      <p:sp>
        <p:nvSpPr>
          <p:cNvPr id="44" name="Shape 42"/>
          <p:cNvSpPr/>
          <p:nvPr/>
        </p:nvSpPr>
        <p:spPr>
          <a:xfrm>
            <a:off x="6636289" y="9580836"/>
            <a:ext cx="78828" cy="78828"/>
          </a:xfrm>
          <a:prstGeom prst="ellipse">
            <a:avLst/>
          </a:prstGeom>
          <a:solidFill>
            <a:srgbClr val="14161C">
              <a:alpha val="28000"/>
            </a:srgbClr>
          </a:solidFill>
          <a:ln/>
        </p:spPr>
      </p:sp>
      <p:sp>
        <p:nvSpPr>
          <p:cNvPr id="45" name="Shape 43"/>
          <p:cNvSpPr/>
          <p:nvPr/>
        </p:nvSpPr>
        <p:spPr>
          <a:xfrm>
            <a:off x="6793944" y="9580836"/>
            <a:ext cx="78828" cy="78828"/>
          </a:xfrm>
          <a:prstGeom prst="ellipse">
            <a:avLst/>
          </a:prstGeom>
          <a:solidFill>
            <a:srgbClr val="14161C">
              <a:alpha val="28000"/>
            </a:srgbClr>
          </a:solidFill>
          <a:ln/>
        </p:spPr>
      </p:sp>
      <p:sp>
        <p:nvSpPr>
          <p:cNvPr id="46" name="Shape 44"/>
          <p:cNvSpPr/>
          <p:nvPr/>
        </p:nvSpPr>
        <p:spPr>
          <a:xfrm>
            <a:off x="6951599" y="9580836"/>
            <a:ext cx="78828" cy="78828"/>
          </a:xfrm>
          <a:prstGeom prst="ellipse">
            <a:avLst/>
          </a:prstGeom>
          <a:solidFill>
            <a:srgbClr val="14161C">
              <a:alpha val="28000"/>
            </a:srgbClr>
          </a:solidFill>
          <a:ln/>
        </p:spPr>
      </p:sp>
      <p:sp>
        <p:nvSpPr>
          <p:cNvPr id="47" name="Shape 45"/>
          <p:cNvSpPr/>
          <p:nvPr/>
        </p:nvSpPr>
        <p:spPr>
          <a:xfrm>
            <a:off x="7109254" y="9580836"/>
            <a:ext cx="78828" cy="78828"/>
          </a:xfrm>
          <a:prstGeom prst="ellipse">
            <a:avLst/>
          </a:prstGeom>
          <a:solidFill>
            <a:srgbClr val="14161C">
              <a:alpha val="28000"/>
            </a:srgbClr>
          </a:solidFill>
          <a:ln/>
        </p:spPr>
      </p:sp>
      <p:sp>
        <p:nvSpPr>
          <p:cNvPr id="48" name="Shape 46"/>
          <p:cNvSpPr/>
          <p:nvPr/>
        </p:nvSpPr>
        <p:spPr>
          <a:xfrm>
            <a:off x="7266909" y="9580836"/>
            <a:ext cx="78828" cy="78828"/>
          </a:xfrm>
          <a:prstGeom prst="ellipse">
            <a:avLst/>
          </a:prstGeom>
          <a:solidFill>
            <a:srgbClr val="14161C">
              <a:alpha val="28000"/>
            </a:srgbClr>
          </a:solidFill>
          <a:ln/>
        </p:spPr>
      </p:sp>
      <p:sp>
        <p:nvSpPr>
          <p:cNvPr id="49" name="Shape 47"/>
          <p:cNvSpPr/>
          <p:nvPr/>
        </p:nvSpPr>
        <p:spPr>
          <a:xfrm>
            <a:off x="7424564" y="9580836"/>
            <a:ext cx="78828" cy="78828"/>
          </a:xfrm>
          <a:prstGeom prst="ellipse">
            <a:avLst/>
          </a:prstGeom>
          <a:solidFill>
            <a:srgbClr val="14161C">
              <a:alpha val="28000"/>
            </a:srgbClr>
          </a:solidFill>
          <a:ln/>
        </p:spPr>
      </p:sp>
      <p:sp>
        <p:nvSpPr>
          <p:cNvPr id="50" name="Shape 48"/>
          <p:cNvSpPr/>
          <p:nvPr/>
        </p:nvSpPr>
        <p:spPr>
          <a:xfrm>
            <a:off x="7582219" y="9580836"/>
            <a:ext cx="78828" cy="78828"/>
          </a:xfrm>
          <a:prstGeom prst="ellipse">
            <a:avLst/>
          </a:prstGeom>
          <a:solidFill>
            <a:srgbClr val="14161C">
              <a:alpha val="28000"/>
            </a:srgbClr>
          </a:solidFill>
          <a:ln/>
        </p:spPr>
      </p:sp>
      <p:sp>
        <p:nvSpPr>
          <p:cNvPr id="51" name="Shape 49"/>
          <p:cNvSpPr/>
          <p:nvPr/>
        </p:nvSpPr>
        <p:spPr>
          <a:xfrm>
            <a:off x="7739874" y="9580836"/>
            <a:ext cx="78828" cy="78828"/>
          </a:xfrm>
          <a:prstGeom prst="ellipse">
            <a:avLst/>
          </a:prstGeom>
          <a:solidFill>
            <a:srgbClr val="14161C">
              <a:alpha val="28000"/>
            </a:srgbClr>
          </a:solidFill>
          <a:ln/>
        </p:spPr>
      </p:sp>
      <p:sp>
        <p:nvSpPr>
          <p:cNvPr id="52" name="Shape 50"/>
          <p:cNvSpPr/>
          <p:nvPr/>
        </p:nvSpPr>
        <p:spPr>
          <a:xfrm>
            <a:off x="7897529" y="9580836"/>
            <a:ext cx="78828" cy="78828"/>
          </a:xfrm>
          <a:prstGeom prst="ellipse">
            <a:avLst/>
          </a:prstGeom>
          <a:solidFill>
            <a:srgbClr val="14161C">
              <a:alpha val="28000"/>
            </a:srgbClr>
          </a:solidFill>
          <a:ln/>
        </p:spPr>
      </p:sp>
      <p:sp>
        <p:nvSpPr>
          <p:cNvPr id="53" name="Shape 51"/>
          <p:cNvSpPr/>
          <p:nvPr/>
        </p:nvSpPr>
        <p:spPr>
          <a:xfrm>
            <a:off x="8055184" y="9580836"/>
            <a:ext cx="78828" cy="78828"/>
          </a:xfrm>
          <a:prstGeom prst="ellipse">
            <a:avLst/>
          </a:prstGeom>
          <a:solidFill>
            <a:srgbClr val="14161C">
              <a:alpha val="28000"/>
            </a:srgbClr>
          </a:solidFill>
          <a:ln/>
        </p:spPr>
      </p:sp>
      <p:sp>
        <p:nvSpPr>
          <p:cNvPr id="54" name="Shape 52"/>
          <p:cNvSpPr/>
          <p:nvPr/>
        </p:nvSpPr>
        <p:spPr>
          <a:xfrm>
            <a:off x="8212839" y="9580836"/>
            <a:ext cx="78828" cy="78828"/>
          </a:xfrm>
          <a:prstGeom prst="ellipse">
            <a:avLst/>
          </a:prstGeom>
          <a:solidFill>
            <a:srgbClr val="14161C">
              <a:alpha val="28000"/>
            </a:srgbClr>
          </a:solidFill>
          <a:ln/>
        </p:spPr>
      </p:sp>
      <p:sp>
        <p:nvSpPr>
          <p:cNvPr id="55" name="Shape 53"/>
          <p:cNvSpPr/>
          <p:nvPr/>
        </p:nvSpPr>
        <p:spPr>
          <a:xfrm>
            <a:off x="8370494" y="9580836"/>
            <a:ext cx="78828" cy="78828"/>
          </a:xfrm>
          <a:prstGeom prst="ellipse">
            <a:avLst/>
          </a:prstGeom>
          <a:solidFill>
            <a:srgbClr val="14161C">
              <a:alpha val="28000"/>
            </a:srgbClr>
          </a:solidFill>
          <a:ln/>
        </p:spPr>
      </p:sp>
      <p:sp>
        <p:nvSpPr>
          <p:cNvPr id="56" name="Shape 54"/>
          <p:cNvSpPr/>
          <p:nvPr/>
        </p:nvSpPr>
        <p:spPr>
          <a:xfrm>
            <a:off x="8528148" y="9580836"/>
            <a:ext cx="78828" cy="78828"/>
          </a:xfrm>
          <a:prstGeom prst="ellipse">
            <a:avLst/>
          </a:prstGeom>
          <a:solidFill>
            <a:srgbClr val="14161C">
              <a:alpha val="28000"/>
            </a:srgbClr>
          </a:solidFill>
          <a:ln/>
        </p:spPr>
      </p:sp>
      <p:sp>
        <p:nvSpPr>
          <p:cNvPr id="57" name="Shape 55"/>
          <p:cNvSpPr/>
          <p:nvPr/>
        </p:nvSpPr>
        <p:spPr>
          <a:xfrm>
            <a:off x="8685803" y="9580836"/>
            <a:ext cx="78828" cy="78828"/>
          </a:xfrm>
          <a:prstGeom prst="ellipse">
            <a:avLst/>
          </a:prstGeom>
          <a:solidFill>
            <a:srgbClr val="14161C">
              <a:alpha val="28000"/>
            </a:srgbClr>
          </a:solidFill>
          <a:ln/>
        </p:spPr>
      </p:sp>
      <p:sp>
        <p:nvSpPr>
          <p:cNvPr id="58" name="Shape 56"/>
          <p:cNvSpPr/>
          <p:nvPr/>
        </p:nvSpPr>
        <p:spPr>
          <a:xfrm>
            <a:off x="8843458" y="9580836"/>
            <a:ext cx="78828" cy="78828"/>
          </a:xfrm>
          <a:prstGeom prst="ellipse">
            <a:avLst/>
          </a:prstGeom>
          <a:solidFill>
            <a:srgbClr val="14161C">
              <a:alpha val="28000"/>
            </a:srgbClr>
          </a:solidFill>
          <a:ln/>
        </p:spPr>
      </p:sp>
      <p:sp>
        <p:nvSpPr>
          <p:cNvPr id="59" name="Shape 57"/>
          <p:cNvSpPr/>
          <p:nvPr/>
        </p:nvSpPr>
        <p:spPr>
          <a:xfrm>
            <a:off x="8987975" y="9567698"/>
            <a:ext cx="105103" cy="105103"/>
          </a:xfrm>
          <a:prstGeom prst="ellipse">
            <a:avLst/>
          </a:prstGeom>
          <a:solidFill>
            <a:srgbClr val="E8472B"/>
          </a:solidFill>
          <a:ln/>
        </p:spPr>
      </p:sp>
      <p:sp>
        <p:nvSpPr>
          <p:cNvPr id="60" name="Shape 58"/>
          <p:cNvSpPr/>
          <p:nvPr/>
        </p:nvSpPr>
        <p:spPr>
          <a:xfrm>
            <a:off x="9158768" y="9580836"/>
            <a:ext cx="78828" cy="78828"/>
          </a:xfrm>
          <a:prstGeom prst="ellipse">
            <a:avLst/>
          </a:prstGeom>
          <a:solidFill>
            <a:srgbClr val="14161C">
              <a:alpha val="28000"/>
            </a:srgbClr>
          </a:solidFill>
          <a:ln/>
        </p:spPr>
      </p:sp>
      <p:sp>
        <p:nvSpPr>
          <p:cNvPr id="61" name="Shape 59"/>
          <p:cNvSpPr/>
          <p:nvPr/>
        </p:nvSpPr>
        <p:spPr>
          <a:xfrm>
            <a:off x="9316423" y="9580836"/>
            <a:ext cx="78828" cy="78828"/>
          </a:xfrm>
          <a:prstGeom prst="ellipse">
            <a:avLst/>
          </a:prstGeom>
          <a:solidFill>
            <a:srgbClr val="14161C">
              <a:alpha val="28000"/>
            </a:srgbClr>
          </a:solidFill>
          <a:ln/>
        </p:spPr>
      </p:sp>
      <p:sp>
        <p:nvSpPr>
          <p:cNvPr id="62" name="Shape 60"/>
          <p:cNvSpPr/>
          <p:nvPr/>
        </p:nvSpPr>
        <p:spPr>
          <a:xfrm>
            <a:off x="9474078" y="9580836"/>
            <a:ext cx="78828" cy="78828"/>
          </a:xfrm>
          <a:prstGeom prst="ellipse">
            <a:avLst/>
          </a:prstGeom>
          <a:solidFill>
            <a:srgbClr val="14161C">
              <a:alpha val="28000"/>
            </a:srgbClr>
          </a:solidFill>
          <a:ln/>
        </p:spPr>
      </p:sp>
      <p:sp>
        <p:nvSpPr>
          <p:cNvPr id="63" name="Shape 61"/>
          <p:cNvSpPr/>
          <p:nvPr/>
        </p:nvSpPr>
        <p:spPr>
          <a:xfrm>
            <a:off x="9631733" y="9580836"/>
            <a:ext cx="78828" cy="78828"/>
          </a:xfrm>
          <a:prstGeom prst="ellipse">
            <a:avLst/>
          </a:prstGeom>
          <a:solidFill>
            <a:srgbClr val="14161C">
              <a:alpha val="28000"/>
            </a:srgbClr>
          </a:solidFill>
          <a:ln/>
        </p:spPr>
      </p:sp>
      <p:sp>
        <p:nvSpPr>
          <p:cNvPr id="64" name="Shape 62"/>
          <p:cNvSpPr/>
          <p:nvPr/>
        </p:nvSpPr>
        <p:spPr>
          <a:xfrm>
            <a:off x="9789388" y="9580836"/>
            <a:ext cx="78828" cy="78828"/>
          </a:xfrm>
          <a:prstGeom prst="ellipse">
            <a:avLst/>
          </a:prstGeom>
          <a:solidFill>
            <a:srgbClr val="14161C">
              <a:alpha val="28000"/>
            </a:srgbClr>
          </a:solidFill>
          <a:ln/>
        </p:spPr>
      </p:sp>
      <p:sp>
        <p:nvSpPr>
          <p:cNvPr id="65" name="Shape 63"/>
          <p:cNvSpPr/>
          <p:nvPr/>
        </p:nvSpPr>
        <p:spPr>
          <a:xfrm>
            <a:off x="9947043" y="9580836"/>
            <a:ext cx="78828" cy="78828"/>
          </a:xfrm>
          <a:prstGeom prst="ellipse">
            <a:avLst/>
          </a:prstGeom>
          <a:solidFill>
            <a:srgbClr val="14161C">
              <a:alpha val="28000"/>
            </a:srgbClr>
          </a:solidFill>
          <a:ln/>
        </p:spPr>
      </p:sp>
      <p:sp>
        <p:nvSpPr>
          <p:cNvPr id="66" name="Text 6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52/58</a:t>
            </a:r>
            <a:endParaRPr lang="en-US" sz="1800" dirty="0"/>
          </a:p>
        </p:txBody>
      </p:sp>
      <p:sp>
        <p:nvSpPr>
          <p:cNvPr id="67" name="Shape 65"/>
          <p:cNvSpPr/>
          <p:nvPr/>
        </p:nvSpPr>
        <p:spPr>
          <a:xfrm>
            <a:off x="15983712" y="9076331"/>
            <a:ext cx="1645920" cy="552301"/>
          </a:xfrm>
          <a:prstGeom prst="roundRect">
            <a:avLst>
              <a:gd name="adj" fmla="val 28000"/>
            </a:avLst>
          </a:prstGeom>
          <a:solidFill>
            <a:srgbClr val="FFFFFF">
              <a:alpha val="82000"/>
            </a:srgbClr>
          </a:solidFill>
          <a:ln/>
        </p:spPr>
      </p:sp>
      <p:pic>
        <p:nvPicPr>
          <p:cNvPr id="68" name="Moda image moda-export-watermark-fc8d3e43-c01c-4fcb-9e56-1aeba36100ed"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91" kern="0">
                <a:solidFill>
                  <a:srgbClr val="F3EEE3"/>
                </a:solidFill>
                <a:latin typeface="Noto Sans JP ExtraBold" pitchFamily="34" charset="0"/>
                <a:ea typeface="Noto Sans JP ExtraBold" pitchFamily="34" charset="-122"/>
                <a:cs typeface="Noto Sans JP ExtraBold" pitchFamily="34" charset="-120"/>
              </a:rPr>
              <a:t>覚えておく</a:t>
            </a:r>
            <a:r>
              <a:rPr lang="en-US" sz="5700" dirty="0" spc="0" kern="0">
                <a:solidFill>
                  <a:srgbClr val="F3EEE3"/>
                </a:solidFill>
                <a:latin typeface="Noto Sans JP ExtraBold" pitchFamily="34" charset="0"/>
                <a:ea typeface="Noto Sans JP ExtraBold" pitchFamily="34" charset="-122"/>
                <a:cs typeface="Noto Sans JP ExtraBold" pitchFamily="34" charset="-120"/>
              </a:rPr>
              <a:t> 6つのこと</a:t>
            </a:r>
            <a:endParaRPr lang="en-US" sz="5700" dirty="0"/>
          </a:p>
        </p:txBody>
      </p:sp>
      <p:sp>
        <p:nvSpPr>
          <p:cNvPr id="3" name="Text 1"/>
          <p:cNvSpPr/>
          <p:nvPr/>
        </p:nvSpPr>
        <p:spPr>
          <a:xfrm>
            <a:off x="914400" y="2381250"/>
            <a:ext cx="1619250" cy="981075"/>
          </a:xfrm>
          <a:prstGeom prst="rect">
            <a:avLst/>
          </a:prstGeom>
          <a:noFill/>
          <a:ln/>
        </p:spPr>
        <p:txBody>
          <a:bodyPr wrap="square" lIns="0" tIns="0" rIns="0" bIns="0" rtlCol="0" anchor="ctr"/>
          <a:lstStyle/>
          <a:p>
            <a:pPr algn="l" indent="0" marL="0">
              <a:buNone/>
            </a:pPr>
            <a:r>
              <a:rPr lang="en-US" sz="6422" dirty="0" spc="-3" kern="0">
                <a:solidFill>
                  <a:srgbClr val="3DD6A0"/>
                </a:solidFill>
                <a:latin typeface="Noto Sans JP ExtraBold" pitchFamily="34" charset="0"/>
                <a:ea typeface="Noto Sans JP ExtraBold" pitchFamily="34" charset="-122"/>
                <a:cs typeface="Noto Sans JP ExtraBold" pitchFamily="34" charset="-120"/>
              </a:rPr>
              <a:t>1</a:t>
            </a:r>
            <a:endParaRPr lang="en-US" sz="6422" dirty="0"/>
          </a:p>
        </p:txBody>
      </p:sp>
      <p:sp>
        <p:nvSpPr>
          <p:cNvPr id="4" name="Shape 2"/>
          <p:cNvSpPr/>
          <p:nvPr/>
        </p:nvSpPr>
        <p:spPr>
          <a:xfrm>
            <a:off x="2724150" y="2476500"/>
            <a:ext cx="14649450" cy="790575"/>
          </a:xfrm>
          <a:prstGeom prst="roundRect">
            <a:avLst>
              <a:gd name="adj" fmla="val 24096"/>
            </a:avLst>
          </a:prstGeom>
          <a:solidFill>
            <a:srgbClr val="1E212B"/>
          </a:solidFill>
          <a:ln/>
        </p:spPr>
      </p:sp>
      <p:sp>
        <p:nvSpPr>
          <p:cNvPr id="5" name="Text 3"/>
          <p:cNvSpPr/>
          <p:nvPr/>
        </p:nvSpPr>
        <p:spPr>
          <a:xfrm>
            <a:off x="3105150" y="2476500"/>
            <a:ext cx="14001750" cy="7905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SemiBold" pitchFamily="34" charset="0"/>
                <a:ea typeface="Noto Sans JP SemiBold" pitchFamily="34" charset="-122"/>
                <a:cs typeface="Noto Sans JP SemiBold" pitchFamily="34" charset="-120"/>
              </a:rPr>
              <a:t>AdBlue共晶32.5%：-11.5°Cから 結晶化、</a:t>
            </a:r>
            <a:r>
              <a:rPr lang="en-US" sz="2700" dirty="0" spc="1" kern="0">
                <a:solidFill>
                  <a:srgbClr val="F3EEE3"/>
                </a:solidFill>
                <a:latin typeface="Noto Sans JP SemiBold" pitchFamily="34" charset="0"/>
                <a:ea typeface="Noto Sans JP SemiBold" pitchFamily="34" charset="-122"/>
                <a:cs typeface="Noto Sans JP SemiBold" pitchFamily="34" charset="-120"/>
              </a:rPr>
              <a:t> 約7%膨張。-5〜25°Cに</a:t>
            </a:r>
            <a:r>
              <a:rPr lang="en-US" sz="2700" dirty="0" spc="0" kern="0">
                <a:solidFill>
                  <a:srgbClr val="F3EEE3"/>
                </a:solidFill>
                <a:latin typeface="Noto Sans JP SemiBold" pitchFamily="34" charset="0"/>
                <a:ea typeface="Noto Sans JP SemiBold" pitchFamily="34" charset="-122"/>
                <a:cs typeface="Noto Sans JP SemiBold" pitchFamily="34" charset="-120"/>
              </a:rPr>
              <a:t> 保つ[S6]</a:t>
            </a:r>
            <a:endParaRPr lang="en-US" sz="2700" dirty="0"/>
          </a:p>
        </p:txBody>
      </p:sp>
      <p:sp>
        <p:nvSpPr>
          <p:cNvPr id="6" name="Text 4"/>
          <p:cNvSpPr/>
          <p:nvPr/>
        </p:nvSpPr>
        <p:spPr>
          <a:xfrm>
            <a:off x="914400" y="3476625"/>
            <a:ext cx="1619250" cy="981075"/>
          </a:xfrm>
          <a:prstGeom prst="rect">
            <a:avLst/>
          </a:prstGeom>
          <a:noFill/>
          <a:ln/>
        </p:spPr>
        <p:txBody>
          <a:bodyPr wrap="square" lIns="0" tIns="0" rIns="0" bIns="0" rtlCol="0" anchor="ctr"/>
          <a:lstStyle/>
          <a:p>
            <a:pPr algn="l" indent="0" marL="0">
              <a:buNone/>
            </a:pPr>
            <a:r>
              <a:rPr lang="en-US" sz="6422" dirty="0" spc="-3" kern="0">
                <a:solidFill>
                  <a:srgbClr val="FF6A4D"/>
                </a:solidFill>
                <a:latin typeface="Noto Sans JP ExtraBold" pitchFamily="34" charset="0"/>
                <a:ea typeface="Noto Sans JP ExtraBold" pitchFamily="34" charset="-122"/>
                <a:cs typeface="Noto Sans JP ExtraBold" pitchFamily="34" charset="-120"/>
              </a:rPr>
              <a:t>2</a:t>
            </a:r>
            <a:endParaRPr lang="en-US" sz="6422" dirty="0"/>
          </a:p>
        </p:txBody>
      </p:sp>
      <p:sp>
        <p:nvSpPr>
          <p:cNvPr id="7" name="Shape 5"/>
          <p:cNvSpPr/>
          <p:nvPr/>
        </p:nvSpPr>
        <p:spPr>
          <a:xfrm>
            <a:off x="2724150" y="3571875"/>
            <a:ext cx="14649450" cy="790575"/>
          </a:xfrm>
          <a:prstGeom prst="roundRect">
            <a:avLst>
              <a:gd name="adj" fmla="val 24096"/>
            </a:avLst>
          </a:prstGeom>
          <a:solidFill>
            <a:srgbClr val="1E212B"/>
          </a:solidFill>
          <a:ln/>
        </p:spPr>
      </p:sp>
      <p:sp>
        <p:nvSpPr>
          <p:cNvPr id="8" name="Text 6"/>
          <p:cNvSpPr/>
          <p:nvPr/>
        </p:nvSpPr>
        <p:spPr>
          <a:xfrm>
            <a:off x="3105150" y="3571875"/>
            <a:ext cx="14001750" cy="7905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SemiBold" pitchFamily="34" charset="0"/>
                <a:ea typeface="Noto Sans JP SemiBold" pitchFamily="34" charset="-122"/>
                <a:cs typeface="Noto Sans JP SemiBold" pitchFamily="34" charset="-120"/>
              </a:rPr>
              <a:t>使用期限は</a:t>
            </a:r>
            <a:r>
              <a:rPr lang="en-US" sz="2700" dirty="0" spc="1" kern="0">
                <a:solidFill>
                  <a:srgbClr val="F3EEE3"/>
                </a:solidFill>
                <a:latin typeface="Noto Sans JP SemiBold" pitchFamily="34" charset="0"/>
                <a:ea typeface="Noto Sans JP SemiBold" pitchFamily="34" charset="-122"/>
                <a:cs typeface="Noto Sans JP SemiBold" pitchFamily="34" charset="-120"/>
              </a:rPr>
              <a:t> 10/25/30/35°C以下で</a:t>
            </a:r>
            <a:r>
              <a:rPr lang="en-US" sz="2700" dirty="0" spc="2" kern="0">
                <a:solidFill>
                  <a:srgbClr val="F3EEE3"/>
                </a:solidFill>
                <a:latin typeface="Noto Sans JP SemiBold" pitchFamily="34" charset="0"/>
                <a:ea typeface="Noto Sans JP SemiBold" pitchFamily="34" charset="-122"/>
                <a:cs typeface="Noto Sans JP SemiBold" pitchFamily="34" charset="-120"/>
              </a:rPr>
              <a:t> 36/18/12/6か 月[S6]</a:t>
            </a:r>
            <a:endParaRPr lang="en-US" sz="2700" dirty="0"/>
          </a:p>
        </p:txBody>
      </p:sp>
      <p:sp>
        <p:nvSpPr>
          <p:cNvPr id="9" name="Text 7"/>
          <p:cNvSpPr/>
          <p:nvPr/>
        </p:nvSpPr>
        <p:spPr>
          <a:xfrm>
            <a:off x="914400" y="4572000"/>
            <a:ext cx="1619250" cy="981075"/>
          </a:xfrm>
          <a:prstGeom prst="rect">
            <a:avLst/>
          </a:prstGeom>
          <a:noFill/>
          <a:ln/>
        </p:spPr>
        <p:txBody>
          <a:bodyPr wrap="square" lIns="0" tIns="0" rIns="0" bIns="0" rtlCol="0" anchor="ctr"/>
          <a:lstStyle/>
          <a:p>
            <a:pPr algn="l" indent="0" marL="0">
              <a:buNone/>
            </a:pPr>
            <a:r>
              <a:rPr lang="en-US" sz="6422" dirty="0" spc="-3" kern="0">
                <a:solidFill>
                  <a:srgbClr val="7C93FF"/>
                </a:solidFill>
                <a:latin typeface="Noto Sans JP ExtraBold" pitchFamily="34" charset="0"/>
                <a:ea typeface="Noto Sans JP ExtraBold" pitchFamily="34" charset="-122"/>
                <a:cs typeface="Noto Sans JP ExtraBold" pitchFamily="34" charset="-120"/>
              </a:rPr>
              <a:t>3</a:t>
            </a:r>
            <a:endParaRPr lang="en-US" sz="6422" dirty="0"/>
          </a:p>
        </p:txBody>
      </p:sp>
      <p:sp>
        <p:nvSpPr>
          <p:cNvPr id="10" name="Shape 8"/>
          <p:cNvSpPr/>
          <p:nvPr/>
        </p:nvSpPr>
        <p:spPr>
          <a:xfrm>
            <a:off x="2724150" y="4667250"/>
            <a:ext cx="14649450" cy="790575"/>
          </a:xfrm>
          <a:prstGeom prst="roundRect">
            <a:avLst>
              <a:gd name="adj" fmla="val 24096"/>
            </a:avLst>
          </a:prstGeom>
          <a:solidFill>
            <a:srgbClr val="1E212B"/>
          </a:solidFill>
          <a:ln/>
        </p:spPr>
      </p:sp>
      <p:sp>
        <p:nvSpPr>
          <p:cNvPr id="11" name="Text 9"/>
          <p:cNvSpPr/>
          <p:nvPr/>
        </p:nvSpPr>
        <p:spPr>
          <a:xfrm>
            <a:off x="3105150" y="4667250"/>
            <a:ext cx="14001750" cy="7905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SemiBold" pitchFamily="34" charset="0"/>
                <a:ea typeface="Noto Sans JP SemiBold" pitchFamily="34" charset="-122"/>
                <a:cs typeface="Noto Sans JP SemiBold" pitchFamily="34" charset="-120"/>
              </a:rPr>
              <a:t>水は</a:t>
            </a:r>
            <a:r>
              <a:rPr lang="en-US" sz="2700" dirty="0" spc="1" kern="0">
                <a:solidFill>
                  <a:srgbClr val="F3EEE3"/>
                </a:solidFill>
                <a:latin typeface="Noto Sans JP SemiBold" pitchFamily="34" charset="0"/>
                <a:ea typeface="Noto Sans JP SemiBold" pitchFamily="34" charset="-122"/>
                <a:cs typeface="Noto Sans JP SemiBold" pitchFamily="34" charset="-120"/>
              </a:rPr>
              <a:t> 20〜100°C、</a:t>
            </a:r>
            <a:r>
              <a:rPr lang="en-US" sz="2700" dirty="0" spc="0" kern="0">
                <a:solidFill>
                  <a:srgbClr val="F3EEE3"/>
                </a:solidFill>
                <a:latin typeface="Noto Sans JP SemiBold" pitchFamily="34" charset="0"/>
                <a:ea typeface="Noto Sans JP SemiBold" pitchFamily="34" charset="-122"/>
                <a:cs typeface="Noto Sans JP SemiBold" pitchFamily="34" charset="-120"/>
              </a:rPr>
              <a:t> 尿素は</a:t>
            </a:r>
            <a:r>
              <a:rPr lang="en-US" sz="2700" dirty="0" spc="1" kern="0">
                <a:solidFill>
                  <a:srgbClr val="F3EEE3"/>
                </a:solidFill>
                <a:latin typeface="Noto Sans JP SemiBold" pitchFamily="34" charset="0"/>
                <a:ea typeface="Noto Sans JP SemiBold" pitchFamily="34" charset="-122"/>
                <a:cs typeface="Noto Sans JP SemiBold" pitchFamily="34" charset="-120"/>
              </a:rPr>
              <a:t> 132〜133°Cで 溶融、120〜230°Cで</a:t>
            </a:r>
            <a:r>
              <a:rPr lang="en-US" sz="2700" dirty="0" spc="2" kern="0">
                <a:solidFill>
                  <a:srgbClr val="F3EEE3"/>
                </a:solidFill>
                <a:latin typeface="Noto Sans JP SemiBold" pitchFamily="34" charset="0"/>
                <a:ea typeface="Noto Sans JP SemiBold" pitchFamily="34" charset="-122"/>
                <a:cs typeface="Noto Sans JP SemiBold" pitchFamily="34" charset="-120"/>
              </a:rPr>
              <a:t> 分解[S3][S11]</a:t>
            </a:r>
            <a:endParaRPr lang="en-US" sz="2700" dirty="0"/>
          </a:p>
        </p:txBody>
      </p:sp>
      <p:sp>
        <p:nvSpPr>
          <p:cNvPr id="12" name="Text 10"/>
          <p:cNvSpPr/>
          <p:nvPr/>
        </p:nvSpPr>
        <p:spPr>
          <a:xfrm>
            <a:off x="914400" y="5667375"/>
            <a:ext cx="1619250" cy="981075"/>
          </a:xfrm>
          <a:prstGeom prst="rect">
            <a:avLst/>
          </a:prstGeom>
          <a:noFill/>
          <a:ln/>
        </p:spPr>
        <p:txBody>
          <a:bodyPr wrap="square" lIns="0" tIns="0" rIns="0" bIns="0" rtlCol="0" anchor="ctr"/>
          <a:lstStyle/>
          <a:p>
            <a:pPr algn="l" indent="0" marL="0">
              <a:buNone/>
            </a:pPr>
            <a:r>
              <a:rPr lang="en-US" sz="6422" dirty="0" spc="-3" kern="0">
                <a:solidFill>
                  <a:srgbClr val="FFB454"/>
                </a:solidFill>
                <a:latin typeface="Noto Sans JP ExtraBold" pitchFamily="34" charset="0"/>
                <a:ea typeface="Noto Sans JP ExtraBold" pitchFamily="34" charset="-122"/>
                <a:cs typeface="Noto Sans JP ExtraBold" pitchFamily="34" charset="-120"/>
              </a:rPr>
              <a:t>4</a:t>
            </a:r>
            <a:endParaRPr lang="en-US" sz="6422" dirty="0"/>
          </a:p>
        </p:txBody>
      </p:sp>
      <p:sp>
        <p:nvSpPr>
          <p:cNvPr id="13" name="Shape 11"/>
          <p:cNvSpPr/>
          <p:nvPr/>
        </p:nvSpPr>
        <p:spPr>
          <a:xfrm>
            <a:off x="2724150" y="5762625"/>
            <a:ext cx="14649450" cy="790575"/>
          </a:xfrm>
          <a:prstGeom prst="roundRect">
            <a:avLst>
              <a:gd name="adj" fmla="val 24096"/>
            </a:avLst>
          </a:prstGeom>
          <a:solidFill>
            <a:srgbClr val="1E212B"/>
          </a:solidFill>
          <a:ln/>
        </p:spPr>
      </p:sp>
      <p:sp>
        <p:nvSpPr>
          <p:cNvPr id="14" name="Text 12"/>
          <p:cNvSpPr/>
          <p:nvPr/>
        </p:nvSpPr>
        <p:spPr>
          <a:xfrm>
            <a:off x="3105150" y="5762625"/>
            <a:ext cx="14001750" cy="790575"/>
          </a:xfrm>
          <a:prstGeom prst="rect">
            <a:avLst/>
          </a:prstGeom>
          <a:noFill/>
          <a:ln/>
        </p:spPr>
        <p:txBody>
          <a:bodyPr wrap="square" lIns="0" tIns="0" rIns="0" bIns="0" rtlCol="0" anchor="ctr"/>
          <a:lstStyle/>
          <a:p>
            <a:pPr algn="l" indent="0" marL="0">
              <a:buNone/>
            </a:pPr>
            <a:r>
              <a:rPr lang="en-US" sz="2250" dirty="0" spc="0" kern="0">
                <a:solidFill>
                  <a:srgbClr val="F3EEE3"/>
                </a:solidFill>
                <a:latin typeface="Noto Sans JP SemiBold" pitchFamily="34" charset="0"/>
                <a:ea typeface="Noto Sans JP SemiBold" pitchFamily="34" charset="-122"/>
                <a:cs typeface="Noto Sans JP SemiBold" pitchFamily="34" charset="-120"/>
              </a:rPr>
              <a:t>ビウレットは</a:t>
            </a:r>
            <a:r>
              <a:rPr lang="en-US" sz="2250" dirty="0" spc="2" kern="0">
                <a:solidFill>
                  <a:srgbClr val="F3EEE3"/>
                </a:solidFill>
                <a:latin typeface="Noto Sans JP SemiBold" pitchFamily="34" charset="0"/>
                <a:ea typeface="Noto Sans JP SemiBold" pitchFamily="34" charset="-122"/>
                <a:cs typeface="Noto Sans JP SemiBold" pitchFamily="34" charset="-120"/>
              </a:rPr>
              <a:t> 約190°Cが</a:t>
            </a:r>
            <a:r>
              <a:rPr lang="en-US" sz="2250" dirty="0" spc="-42" kern="0">
                <a:solidFill>
                  <a:srgbClr val="F3EEE3"/>
                </a:solidFill>
                <a:latin typeface="Noto Sans JP SemiBold" pitchFamily="34" charset="0"/>
                <a:ea typeface="Noto Sans JP SemiBold" pitchFamily="34" charset="-122"/>
                <a:cs typeface="Noto Sans JP SemiBold" pitchFamily="34" charset="-120"/>
              </a:rPr>
              <a:t> ピーク、</a:t>
            </a:r>
            <a:r>
              <a:rPr lang="en-US" sz="2250" dirty="0" spc="-1" kern="0">
                <a:solidFill>
                  <a:srgbClr val="F3EEE3"/>
                </a:solidFill>
                <a:latin typeface="Noto Sans JP SemiBold" pitchFamily="34" charset="0"/>
                <a:ea typeface="Noto Sans JP SemiBold" pitchFamily="34" charset="-122"/>
                <a:cs typeface="Noto Sans JP SemiBold" pitchFamily="34" charset="-120"/>
              </a:rPr>
              <a:t> シアヌル酸は</a:t>
            </a:r>
            <a:r>
              <a:rPr lang="en-US" sz="2250" dirty="0" spc="3" kern="0">
                <a:solidFill>
                  <a:srgbClr val="F3EEE3"/>
                </a:solidFill>
                <a:latin typeface="Noto Sans JP SemiBold" pitchFamily="34" charset="0"/>
                <a:ea typeface="Noto Sans JP SemiBold" pitchFamily="34" charset="-122"/>
                <a:cs typeface="Noto Sans JP SemiBold" pitchFamily="34" charset="-120"/>
              </a:rPr>
              <a:t> 225〜325°Cで</a:t>
            </a:r>
            <a:r>
              <a:rPr lang="en-US" sz="2250" dirty="0" spc="-2" kern="0">
                <a:solidFill>
                  <a:srgbClr val="F3EEE3"/>
                </a:solidFill>
                <a:latin typeface="Noto Sans JP SemiBold" pitchFamily="34" charset="0"/>
                <a:ea typeface="Noto Sans JP SemiBold" pitchFamily="34" charset="-122"/>
                <a:cs typeface="Noto Sans JP SemiBold" pitchFamily="34" charset="-120"/>
              </a:rPr>
              <a:t> 優勢、</a:t>
            </a:r>
            <a:r>
              <a:rPr lang="en-US" sz="2250" dirty="0" spc="-23" kern="0">
                <a:solidFill>
                  <a:srgbClr val="F3EEE3"/>
                </a:solidFill>
                <a:latin typeface="Noto Sans JP SemiBold" pitchFamily="34" charset="0"/>
                <a:ea typeface="Noto Sans JP SemiBold" pitchFamily="34" charset="-122"/>
                <a:cs typeface="Noto Sans JP SemiBold" pitchFamily="34" charset="-120"/>
              </a:rPr>
              <a:t> アンメリドは</a:t>
            </a:r>
            <a:r>
              <a:rPr lang="en-US" sz="2250" dirty="0" spc="1" kern="0">
                <a:solidFill>
                  <a:srgbClr val="F3EEE3"/>
                </a:solidFill>
                <a:latin typeface="Noto Sans JP SemiBold" pitchFamily="34" charset="0"/>
                <a:ea typeface="Noto Sans JP SemiBold" pitchFamily="34" charset="-122"/>
                <a:cs typeface="Noto Sans JP SemiBold" pitchFamily="34" charset="-120"/>
              </a:rPr>
              <a:t> 約360°Cまで 安定[S3][S4]</a:t>
            </a:r>
            <a:endParaRPr lang="en-US" sz="2250" dirty="0"/>
          </a:p>
        </p:txBody>
      </p:sp>
      <p:sp>
        <p:nvSpPr>
          <p:cNvPr id="15" name="Text 13"/>
          <p:cNvSpPr/>
          <p:nvPr/>
        </p:nvSpPr>
        <p:spPr>
          <a:xfrm>
            <a:off x="914400" y="6762750"/>
            <a:ext cx="1619250" cy="981075"/>
          </a:xfrm>
          <a:prstGeom prst="rect">
            <a:avLst/>
          </a:prstGeom>
          <a:noFill/>
          <a:ln/>
        </p:spPr>
        <p:txBody>
          <a:bodyPr wrap="square" lIns="0" tIns="0" rIns="0" bIns="0" rtlCol="0" anchor="ctr"/>
          <a:lstStyle/>
          <a:p>
            <a:pPr algn="l" indent="0" marL="0">
              <a:buNone/>
            </a:pPr>
            <a:r>
              <a:rPr lang="en-US" sz="6422" dirty="0" spc="-3" kern="0">
                <a:solidFill>
                  <a:srgbClr val="3DD6A0"/>
                </a:solidFill>
                <a:latin typeface="Noto Sans JP ExtraBold" pitchFamily="34" charset="0"/>
                <a:ea typeface="Noto Sans JP ExtraBold" pitchFamily="34" charset="-122"/>
                <a:cs typeface="Noto Sans JP ExtraBold" pitchFamily="34" charset="-120"/>
              </a:rPr>
              <a:t>5</a:t>
            </a:r>
            <a:endParaRPr lang="en-US" sz="6422" dirty="0"/>
          </a:p>
        </p:txBody>
      </p:sp>
      <p:sp>
        <p:nvSpPr>
          <p:cNvPr id="16" name="Shape 14"/>
          <p:cNvSpPr/>
          <p:nvPr/>
        </p:nvSpPr>
        <p:spPr>
          <a:xfrm>
            <a:off x="2724150" y="6858000"/>
            <a:ext cx="14649450" cy="790575"/>
          </a:xfrm>
          <a:prstGeom prst="roundRect">
            <a:avLst>
              <a:gd name="adj" fmla="val 24096"/>
            </a:avLst>
          </a:prstGeom>
          <a:solidFill>
            <a:srgbClr val="1E212B"/>
          </a:solidFill>
          <a:ln/>
        </p:spPr>
      </p:sp>
      <p:sp>
        <p:nvSpPr>
          <p:cNvPr id="17" name="Text 15"/>
          <p:cNvSpPr/>
          <p:nvPr/>
        </p:nvSpPr>
        <p:spPr>
          <a:xfrm>
            <a:off x="3105150" y="6858000"/>
            <a:ext cx="14001750" cy="790575"/>
          </a:xfrm>
          <a:prstGeom prst="rect">
            <a:avLst/>
          </a:prstGeom>
          <a:noFill/>
          <a:ln/>
        </p:spPr>
        <p:txBody>
          <a:bodyPr wrap="square" lIns="0" tIns="0" rIns="0" bIns="0" rtlCol="0" anchor="ctr"/>
          <a:lstStyle/>
          <a:p>
            <a:pPr algn="l" indent="0" marL="0">
              <a:buNone/>
            </a:pPr>
            <a:r>
              <a:rPr lang="en-US" sz="2250" dirty="0" spc="0" kern="0">
                <a:solidFill>
                  <a:srgbClr val="F3EEE3"/>
                </a:solidFill>
                <a:latin typeface="Noto Sans JP SemiBold" pitchFamily="34" charset="0"/>
                <a:ea typeface="Noto Sans JP SemiBold" pitchFamily="34" charset="-122"/>
                <a:cs typeface="Noto Sans JP SemiBold" pitchFamily="34" charset="-120"/>
              </a:rPr>
              <a:t>堆積物は</a:t>
            </a:r>
            <a:r>
              <a:rPr lang="en-US" sz="2250" dirty="0" spc="-1" kern="0">
                <a:solidFill>
                  <a:srgbClr val="F3EEE3"/>
                </a:solidFill>
                <a:latin typeface="Noto Sans JP SemiBold" pitchFamily="34" charset="0"/>
                <a:ea typeface="Noto Sans JP SemiBold" pitchFamily="34" charset="-122"/>
                <a:cs typeface="Noto Sans JP SemiBold" pitchFamily="34" charset="-120"/>
              </a:rPr>
              <a:t> 壁の 液膜の</a:t>
            </a:r>
            <a:r>
              <a:rPr lang="en-US" sz="2250" dirty="0" spc="-19" kern="0">
                <a:solidFill>
                  <a:srgbClr val="F3EEE3"/>
                </a:solidFill>
                <a:latin typeface="Noto Sans JP SemiBold" pitchFamily="34" charset="0"/>
                <a:ea typeface="Noto Sans JP SemiBold" pitchFamily="34" charset="-122"/>
                <a:cs typeface="Noto Sans JP SemiBold" pitchFamily="34" charset="-120"/>
              </a:rPr>
              <a:t> 問題で、</a:t>
            </a:r>
            <a:r>
              <a:rPr lang="en-US" sz="2250" dirty="0" spc="-12" kern="0">
                <a:solidFill>
                  <a:srgbClr val="F3EEE3"/>
                </a:solidFill>
                <a:latin typeface="Noto Sans JP SemiBold" pitchFamily="34" charset="0"/>
                <a:ea typeface="Noto Sans JP SemiBold" pitchFamily="34" charset="-122"/>
                <a:cs typeface="Noto Sans JP SemiBold" pitchFamily="34" charset="-120"/>
              </a:rPr>
              <a:t> ライデンフロスト温度まで。</a:t>
            </a:r>
            <a:r>
              <a:rPr lang="en-US" sz="2250" dirty="0" spc="2" kern="0">
                <a:solidFill>
                  <a:srgbClr val="F3EEE3"/>
                </a:solidFill>
                <a:latin typeface="Noto Sans JP SemiBold" pitchFamily="34" charset="0"/>
                <a:ea typeface="Noto Sans JP SemiBold" pitchFamily="34" charset="-122"/>
                <a:cs typeface="Noto Sans JP SemiBold" pitchFamily="34" charset="-120"/>
              </a:rPr>
              <a:t> 400°C超でも 700°Cまで</a:t>
            </a:r>
            <a:r>
              <a:rPr lang="en-US" sz="2250" dirty="0" spc="1" kern="0">
                <a:solidFill>
                  <a:srgbClr val="F3EEE3"/>
                </a:solidFill>
                <a:latin typeface="Noto Sans JP SemiBold" pitchFamily="34" charset="0"/>
                <a:ea typeface="Noto Sans JP SemiBold" pitchFamily="34" charset="-122"/>
                <a:cs typeface="Noto Sans JP SemiBold" pitchFamily="34" charset="-120"/>
              </a:rPr>
              <a:t> 残渣がある[S12][S4]</a:t>
            </a:r>
            <a:endParaRPr lang="en-US" sz="2250" dirty="0"/>
          </a:p>
        </p:txBody>
      </p:sp>
      <p:sp>
        <p:nvSpPr>
          <p:cNvPr id="18" name="Text 16"/>
          <p:cNvSpPr/>
          <p:nvPr/>
        </p:nvSpPr>
        <p:spPr>
          <a:xfrm>
            <a:off x="914400" y="7858125"/>
            <a:ext cx="1619250" cy="981075"/>
          </a:xfrm>
          <a:prstGeom prst="rect">
            <a:avLst/>
          </a:prstGeom>
          <a:noFill/>
          <a:ln/>
        </p:spPr>
        <p:txBody>
          <a:bodyPr wrap="square" lIns="0" tIns="0" rIns="0" bIns="0" rtlCol="0" anchor="ctr"/>
          <a:lstStyle/>
          <a:p>
            <a:pPr algn="l" indent="0" marL="0">
              <a:buNone/>
            </a:pPr>
            <a:r>
              <a:rPr lang="en-US" sz="6422" dirty="0" spc="-3" kern="0">
                <a:solidFill>
                  <a:srgbClr val="FF6A4D"/>
                </a:solidFill>
                <a:latin typeface="Noto Sans JP ExtraBold" pitchFamily="34" charset="0"/>
                <a:ea typeface="Noto Sans JP ExtraBold" pitchFamily="34" charset="-122"/>
                <a:cs typeface="Noto Sans JP ExtraBold" pitchFamily="34" charset="-120"/>
              </a:rPr>
              <a:t>6</a:t>
            </a:r>
            <a:endParaRPr lang="en-US" sz="6422" dirty="0"/>
          </a:p>
        </p:txBody>
      </p:sp>
      <p:sp>
        <p:nvSpPr>
          <p:cNvPr id="19" name="Shape 17"/>
          <p:cNvSpPr/>
          <p:nvPr/>
        </p:nvSpPr>
        <p:spPr>
          <a:xfrm>
            <a:off x="2724150" y="7953375"/>
            <a:ext cx="14649450" cy="790575"/>
          </a:xfrm>
          <a:prstGeom prst="roundRect">
            <a:avLst>
              <a:gd name="adj" fmla="val 24096"/>
            </a:avLst>
          </a:prstGeom>
          <a:solidFill>
            <a:srgbClr val="1E212B"/>
          </a:solidFill>
          <a:ln/>
        </p:spPr>
      </p:sp>
      <p:sp>
        <p:nvSpPr>
          <p:cNvPr id="20" name="Text 18"/>
          <p:cNvSpPr/>
          <p:nvPr/>
        </p:nvSpPr>
        <p:spPr>
          <a:xfrm>
            <a:off x="3105150" y="7953375"/>
            <a:ext cx="14001750" cy="7905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SemiBold" pitchFamily="34" charset="0"/>
                <a:ea typeface="Noto Sans JP SemiBold" pitchFamily="34" charset="-122"/>
                <a:cs typeface="Noto Sans JP SemiBold" pitchFamily="34" charset="-120"/>
              </a:rPr>
              <a:t>噴射停止の</a:t>
            </a:r>
            <a:r>
              <a:rPr lang="en-US" sz="2700" dirty="0" spc="-1" kern="0">
                <a:solidFill>
                  <a:srgbClr val="F3EEE3"/>
                </a:solidFill>
                <a:latin typeface="Noto Sans JP SemiBold" pitchFamily="34" charset="0"/>
                <a:ea typeface="Noto Sans JP SemiBold" pitchFamily="34" charset="-122"/>
                <a:cs typeface="Noto Sans JP SemiBold" pitchFamily="34" charset="-120"/>
              </a:rPr>
              <a:t> 閾値は</a:t>
            </a:r>
            <a:r>
              <a:rPr lang="en-US" sz="2700" dirty="0" spc="2" kern="0">
                <a:solidFill>
                  <a:srgbClr val="F3EEE3"/>
                </a:solidFill>
                <a:latin typeface="Noto Sans JP SemiBold" pitchFamily="34" charset="0"/>
                <a:ea typeface="Noto Sans JP SemiBold" pitchFamily="34" charset="-122"/>
                <a:cs typeface="Noto Sans JP SemiBold" pitchFamily="34" charset="-120"/>
              </a:rPr>
              <a:t> 200〜250°C、</a:t>
            </a:r>
            <a:r>
              <a:rPr lang="en-US" sz="2700" dirty="0" spc="-2" kern="0">
                <a:solidFill>
                  <a:srgbClr val="F3EEE3"/>
                </a:solidFill>
                <a:latin typeface="Noto Sans JP SemiBold" pitchFamily="34" charset="0"/>
                <a:ea typeface="Noto Sans JP SemiBold" pitchFamily="34" charset="-122"/>
                <a:cs typeface="Noto Sans JP SemiBold" pitchFamily="34" charset="-120"/>
              </a:rPr>
              <a:t> 良い</a:t>
            </a:r>
            <a:r>
              <a:rPr lang="en-US" sz="2700" dirty="0" spc="-1" kern="0">
                <a:solidFill>
                  <a:srgbClr val="F3EEE3"/>
                </a:solidFill>
                <a:latin typeface="Noto Sans JP SemiBold" pitchFamily="34" charset="0"/>
                <a:ea typeface="Noto Sans JP SemiBold" pitchFamily="34" charset="-122"/>
                <a:cs typeface="Noto Sans JP SemiBold" pitchFamily="34" charset="-120"/>
              </a:rPr>
              <a:t> 系は</a:t>
            </a:r>
            <a:r>
              <a:rPr lang="en-US" sz="2700" dirty="0" spc="1" kern="0">
                <a:solidFill>
                  <a:srgbClr val="F3EEE3"/>
                </a:solidFill>
                <a:latin typeface="Noto Sans JP SemiBold" pitchFamily="34" charset="0"/>
                <a:ea typeface="Noto Sans JP SemiBold" pitchFamily="34" charset="-122"/>
                <a:cs typeface="Noto Sans JP SemiBold" pitchFamily="34" charset="-120"/>
              </a:rPr>
              <a:t> 約180°Cから[S13]</a:t>
            </a:r>
            <a:endParaRPr lang="en-US" sz="2700" dirty="0"/>
          </a:p>
        </p:txBody>
      </p:sp>
      <p:sp>
        <p:nvSpPr>
          <p:cNvPr id="21"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[S3]</a:t>
            </a:r>
            <a:r>
              <a:rPr lang="en-US" sz="1800" dirty="0" spc="-1" kern="0">
                <a:solidFill>
                  <a:srgbClr val="9AA0B5"/>
                </a:solidFill>
                <a:latin typeface="Noto Sans JP" pitchFamily="34" charset="0"/>
                <a:ea typeface="Noto Sans JP" pitchFamily="34" charset="-122"/>
                <a:cs typeface="Noto Sans JP" pitchFamily="34" charset="-120"/>
              </a:rPr>
              <a:t> [S4]</a:t>
            </a:r>
            <a:r>
              <a:rPr lang="en-US" sz="1800" dirty="0" spc="-2" kern="0">
                <a:solidFill>
                  <a:srgbClr val="9AA0B5"/>
                </a:solidFill>
                <a:latin typeface="Noto Sans JP" pitchFamily="34" charset="0"/>
                <a:ea typeface="Noto Sans JP" pitchFamily="34" charset="-122"/>
                <a:cs typeface="Noto Sans JP" pitchFamily="34" charset="-120"/>
              </a:rPr>
              <a:t> [S6]</a:t>
            </a:r>
            <a:r>
              <a:rPr lang="en-US" sz="1800" dirty="0" spc="-1" kern="0">
                <a:solidFill>
                  <a:srgbClr val="9AA0B5"/>
                </a:solidFill>
                <a:latin typeface="Noto Sans JP" pitchFamily="34" charset="0"/>
                <a:ea typeface="Noto Sans JP" pitchFamily="34" charset="-122"/>
                <a:cs typeface="Noto Sans JP" pitchFamily="34" charset="-120"/>
              </a:rPr>
              <a:t> [S11]</a:t>
            </a:r>
            <a:r>
              <a:rPr lang="en-US" sz="1800" dirty="0" spc="-2" kern="0">
                <a:solidFill>
                  <a:srgbClr val="9AA0B5"/>
                </a:solidFill>
                <a:latin typeface="Noto Sans JP" pitchFamily="34" charset="0"/>
                <a:ea typeface="Noto Sans JP" pitchFamily="34" charset="-122"/>
                <a:cs typeface="Noto Sans JP" pitchFamily="34" charset="-120"/>
              </a:rPr>
              <a:t> [S12]</a:t>
            </a:r>
            <a:r>
              <a:rPr lang="en-US" sz="1800" dirty="0" spc="-1" kern="0">
                <a:solidFill>
                  <a:srgbClr val="9AA0B5"/>
                </a:solidFill>
                <a:latin typeface="Noto Sans JP" pitchFamily="34" charset="0"/>
                <a:ea typeface="Noto Sans JP" pitchFamily="34" charset="-122"/>
                <a:cs typeface="Noto Sans JP" pitchFamily="34" charset="-120"/>
              </a:rPr>
              <a:t> [S13]</a:t>
            </a:r>
            <a:endParaRPr lang="en-US" sz="1800" dirty="0"/>
          </a:p>
        </p:txBody>
      </p:sp>
      <p:sp>
        <p:nvSpPr>
          <p:cNvPr id="22" name="Shape 20"/>
          <p:cNvSpPr/>
          <p:nvPr/>
        </p:nvSpPr>
        <p:spPr>
          <a:xfrm>
            <a:off x="960711" y="9580836"/>
            <a:ext cx="78828" cy="78828"/>
          </a:xfrm>
          <a:prstGeom prst="ellipse">
            <a:avLst/>
          </a:prstGeom>
          <a:solidFill>
            <a:srgbClr val="F3EEE3">
              <a:alpha val="28000"/>
            </a:srgbClr>
          </a:solidFill>
          <a:ln/>
        </p:spPr>
      </p:sp>
      <p:sp>
        <p:nvSpPr>
          <p:cNvPr id="23" name="Shape 21"/>
          <p:cNvSpPr/>
          <p:nvPr/>
        </p:nvSpPr>
        <p:spPr>
          <a:xfrm>
            <a:off x="1118366" y="9580836"/>
            <a:ext cx="78828" cy="78828"/>
          </a:xfrm>
          <a:prstGeom prst="ellipse">
            <a:avLst/>
          </a:prstGeom>
          <a:solidFill>
            <a:srgbClr val="F3EEE3">
              <a:alpha val="28000"/>
            </a:srgbClr>
          </a:solidFill>
          <a:ln/>
        </p:spPr>
      </p:sp>
      <p:sp>
        <p:nvSpPr>
          <p:cNvPr id="24" name="Shape 22"/>
          <p:cNvSpPr/>
          <p:nvPr/>
        </p:nvSpPr>
        <p:spPr>
          <a:xfrm>
            <a:off x="1276021" y="9580836"/>
            <a:ext cx="78828" cy="78828"/>
          </a:xfrm>
          <a:prstGeom prst="ellipse">
            <a:avLst/>
          </a:prstGeom>
          <a:solidFill>
            <a:srgbClr val="F3EEE3">
              <a:alpha val="28000"/>
            </a:srgbClr>
          </a:solidFill>
          <a:ln/>
        </p:spPr>
      </p:sp>
      <p:sp>
        <p:nvSpPr>
          <p:cNvPr id="25" name="Shape 23"/>
          <p:cNvSpPr/>
          <p:nvPr/>
        </p:nvSpPr>
        <p:spPr>
          <a:xfrm>
            <a:off x="1433676" y="9580836"/>
            <a:ext cx="78828" cy="78828"/>
          </a:xfrm>
          <a:prstGeom prst="ellipse">
            <a:avLst/>
          </a:prstGeom>
          <a:solidFill>
            <a:srgbClr val="F3EEE3">
              <a:alpha val="28000"/>
            </a:srgbClr>
          </a:solidFill>
          <a:ln/>
        </p:spPr>
      </p:sp>
      <p:sp>
        <p:nvSpPr>
          <p:cNvPr id="26" name="Shape 24"/>
          <p:cNvSpPr/>
          <p:nvPr/>
        </p:nvSpPr>
        <p:spPr>
          <a:xfrm>
            <a:off x="1591331" y="9580836"/>
            <a:ext cx="78828" cy="78828"/>
          </a:xfrm>
          <a:prstGeom prst="ellipse">
            <a:avLst/>
          </a:prstGeom>
          <a:solidFill>
            <a:srgbClr val="F3EEE3">
              <a:alpha val="28000"/>
            </a:srgbClr>
          </a:solidFill>
          <a:ln/>
        </p:spPr>
      </p:sp>
      <p:sp>
        <p:nvSpPr>
          <p:cNvPr id="27" name="Shape 25"/>
          <p:cNvSpPr/>
          <p:nvPr/>
        </p:nvSpPr>
        <p:spPr>
          <a:xfrm>
            <a:off x="1748986" y="9580836"/>
            <a:ext cx="78828" cy="78828"/>
          </a:xfrm>
          <a:prstGeom prst="ellipse">
            <a:avLst/>
          </a:prstGeom>
          <a:solidFill>
            <a:srgbClr val="F3EEE3">
              <a:alpha val="28000"/>
            </a:srgbClr>
          </a:solidFill>
          <a:ln/>
        </p:spPr>
      </p:sp>
      <p:sp>
        <p:nvSpPr>
          <p:cNvPr id="28" name="Shape 26"/>
          <p:cNvSpPr/>
          <p:nvPr/>
        </p:nvSpPr>
        <p:spPr>
          <a:xfrm>
            <a:off x="1906641" y="9580836"/>
            <a:ext cx="78828" cy="78828"/>
          </a:xfrm>
          <a:prstGeom prst="ellipse">
            <a:avLst/>
          </a:prstGeom>
          <a:solidFill>
            <a:srgbClr val="F3EEE3">
              <a:alpha val="28000"/>
            </a:srgbClr>
          </a:solidFill>
          <a:ln/>
        </p:spPr>
      </p:sp>
      <p:sp>
        <p:nvSpPr>
          <p:cNvPr id="29" name="Shape 27"/>
          <p:cNvSpPr/>
          <p:nvPr/>
        </p:nvSpPr>
        <p:spPr>
          <a:xfrm>
            <a:off x="2064296" y="9580836"/>
            <a:ext cx="78828" cy="78828"/>
          </a:xfrm>
          <a:prstGeom prst="ellipse">
            <a:avLst/>
          </a:prstGeom>
          <a:solidFill>
            <a:srgbClr val="F3EEE3">
              <a:alpha val="28000"/>
            </a:srgbClr>
          </a:solidFill>
          <a:ln/>
        </p:spPr>
      </p:sp>
      <p:sp>
        <p:nvSpPr>
          <p:cNvPr id="30" name="Shape 28"/>
          <p:cNvSpPr/>
          <p:nvPr/>
        </p:nvSpPr>
        <p:spPr>
          <a:xfrm>
            <a:off x="2221951" y="9580836"/>
            <a:ext cx="78828" cy="78828"/>
          </a:xfrm>
          <a:prstGeom prst="ellipse">
            <a:avLst/>
          </a:prstGeom>
          <a:solidFill>
            <a:srgbClr val="F3EEE3">
              <a:alpha val="28000"/>
            </a:srgbClr>
          </a:solidFill>
          <a:ln/>
        </p:spPr>
      </p:sp>
      <p:sp>
        <p:nvSpPr>
          <p:cNvPr id="31" name="Shape 29"/>
          <p:cNvSpPr/>
          <p:nvPr/>
        </p:nvSpPr>
        <p:spPr>
          <a:xfrm>
            <a:off x="2379606" y="9580836"/>
            <a:ext cx="78828" cy="78828"/>
          </a:xfrm>
          <a:prstGeom prst="ellipse">
            <a:avLst/>
          </a:prstGeom>
          <a:solidFill>
            <a:srgbClr val="F3EEE3">
              <a:alpha val="28000"/>
            </a:srgbClr>
          </a:solidFill>
          <a:ln/>
        </p:spPr>
      </p:sp>
      <p:sp>
        <p:nvSpPr>
          <p:cNvPr id="32" name="Shape 30"/>
          <p:cNvSpPr/>
          <p:nvPr/>
        </p:nvSpPr>
        <p:spPr>
          <a:xfrm>
            <a:off x="2537261" y="9580836"/>
            <a:ext cx="78828" cy="78828"/>
          </a:xfrm>
          <a:prstGeom prst="ellipse">
            <a:avLst/>
          </a:prstGeom>
          <a:solidFill>
            <a:srgbClr val="F3EEE3">
              <a:alpha val="28000"/>
            </a:srgbClr>
          </a:solidFill>
          <a:ln/>
        </p:spPr>
      </p:sp>
      <p:sp>
        <p:nvSpPr>
          <p:cNvPr id="33" name="Shape 31"/>
          <p:cNvSpPr/>
          <p:nvPr/>
        </p:nvSpPr>
        <p:spPr>
          <a:xfrm>
            <a:off x="2694916" y="9580836"/>
            <a:ext cx="78828" cy="78828"/>
          </a:xfrm>
          <a:prstGeom prst="ellipse">
            <a:avLst/>
          </a:prstGeom>
          <a:solidFill>
            <a:srgbClr val="F3EEE3">
              <a:alpha val="28000"/>
            </a:srgbClr>
          </a:solidFill>
          <a:ln/>
        </p:spPr>
      </p:sp>
      <p:sp>
        <p:nvSpPr>
          <p:cNvPr id="34" name="Shape 32"/>
          <p:cNvSpPr/>
          <p:nvPr/>
        </p:nvSpPr>
        <p:spPr>
          <a:xfrm>
            <a:off x="2852571" y="9580836"/>
            <a:ext cx="78828" cy="78828"/>
          </a:xfrm>
          <a:prstGeom prst="ellipse">
            <a:avLst/>
          </a:prstGeom>
          <a:solidFill>
            <a:srgbClr val="F3EEE3">
              <a:alpha val="28000"/>
            </a:srgbClr>
          </a:solidFill>
          <a:ln/>
        </p:spPr>
      </p:sp>
      <p:sp>
        <p:nvSpPr>
          <p:cNvPr id="35" name="Shape 33"/>
          <p:cNvSpPr/>
          <p:nvPr/>
        </p:nvSpPr>
        <p:spPr>
          <a:xfrm>
            <a:off x="3010225" y="9580836"/>
            <a:ext cx="78828" cy="78828"/>
          </a:xfrm>
          <a:prstGeom prst="ellipse">
            <a:avLst/>
          </a:prstGeom>
          <a:solidFill>
            <a:srgbClr val="F3EEE3">
              <a:alpha val="28000"/>
            </a:srgbClr>
          </a:solidFill>
          <a:ln/>
        </p:spPr>
      </p:sp>
      <p:sp>
        <p:nvSpPr>
          <p:cNvPr id="36" name="Shape 34"/>
          <p:cNvSpPr/>
          <p:nvPr/>
        </p:nvSpPr>
        <p:spPr>
          <a:xfrm>
            <a:off x="3167880" y="9580836"/>
            <a:ext cx="78828" cy="78828"/>
          </a:xfrm>
          <a:prstGeom prst="ellipse">
            <a:avLst/>
          </a:prstGeom>
          <a:solidFill>
            <a:srgbClr val="F3EEE3">
              <a:alpha val="28000"/>
            </a:srgbClr>
          </a:solidFill>
          <a:ln/>
        </p:spPr>
      </p:sp>
      <p:sp>
        <p:nvSpPr>
          <p:cNvPr id="37" name="Shape 35"/>
          <p:cNvSpPr/>
          <p:nvPr/>
        </p:nvSpPr>
        <p:spPr>
          <a:xfrm>
            <a:off x="3325535" y="9580836"/>
            <a:ext cx="78828" cy="78828"/>
          </a:xfrm>
          <a:prstGeom prst="ellipse">
            <a:avLst/>
          </a:prstGeom>
          <a:solidFill>
            <a:srgbClr val="F3EEE3">
              <a:alpha val="28000"/>
            </a:srgbClr>
          </a:solidFill>
          <a:ln/>
        </p:spPr>
      </p:sp>
      <p:sp>
        <p:nvSpPr>
          <p:cNvPr id="38" name="Shape 36"/>
          <p:cNvSpPr/>
          <p:nvPr/>
        </p:nvSpPr>
        <p:spPr>
          <a:xfrm>
            <a:off x="3483190" y="9580836"/>
            <a:ext cx="78828" cy="78828"/>
          </a:xfrm>
          <a:prstGeom prst="ellipse">
            <a:avLst/>
          </a:prstGeom>
          <a:solidFill>
            <a:srgbClr val="F3EEE3">
              <a:alpha val="28000"/>
            </a:srgbClr>
          </a:solidFill>
          <a:ln/>
        </p:spPr>
      </p:sp>
      <p:sp>
        <p:nvSpPr>
          <p:cNvPr id="39" name="Shape 37"/>
          <p:cNvSpPr/>
          <p:nvPr/>
        </p:nvSpPr>
        <p:spPr>
          <a:xfrm>
            <a:off x="3640845" y="9580836"/>
            <a:ext cx="78828" cy="78828"/>
          </a:xfrm>
          <a:prstGeom prst="ellipse">
            <a:avLst/>
          </a:prstGeom>
          <a:solidFill>
            <a:srgbClr val="F3EEE3">
              <a:alpha val="28000"/>
            </a:srgbClr>
          </a:solidFill>
          <a:ln/>
        </p:spPr>
      </p:sp>
      <p:sp>
        <p:nvSpPr>
          <p:cNvPr id="40" name="Shape 38"/>
          <p:cNvSpPr/>
          <p:nvPr/>
        </p:nvSpPr>
        <p:spPr>
          <a:xfrm>
            <a:off x="3798500" y="9580836"/>
            <a:ext cx="78828" cy="78828"/>
          </a:xfrm>
          <a:prstGeom prst="ellipse">
            <a:avLst/>
          </a:prstGeom>
          <a:solidFill>
            <a:srgbClr val="F3EEE3">
              <a:alpha val="28000"/>
            </a:srgbClr>
          </a:solidFill>
          <a:ln/>
        </p:spPr>
      </p:sp>
      <p:sp>
        <p:nvSpPr>
          <p:cNvPr id="41" name="Shape 39"/>
          <p:cNvSpPr/>
          <p:nvPr/>
        </p:nvSpPr>
        <p:spPr>
          <a:xfrm>
            <a:off x="3956155" y="9580836"/>
            <a:ext cx="78828" cy="78828"/>
          </a:xfrm>
          <a:prstGeom prst="ellipse">
            <a:avLst/>
          </a:prstGeom>
          <a:solidFill>
            <a:srgbClr val="F3EEE3">
              <a:alpha val="28000"/>
            </a:srgbClr>
          </a:solidFill>
          <a:ln/>
        </p:spPr>
      </p:sp>
      <p:sp>
        <p:nvSpPr>
          <p:cNvPr id="42" name="Shape 40"/>
          <p:cNvSpPr/>
          <p:nvPr/>
        </p:nvSpPr>
        <p:spPr>
          <a:xfrm>
            <a:off x="4113810" y="9580836"/>
            <a:ext cx="78828" cy="78828"/>
          </a:xfrm>
          <a:prstGeom prst="ellipse">
            <a:avLst/>
          </a:prstGeom>
          <a:solidFill>
            <a:srgbClr val="F3EEE3">
              <a:alpha val="28000"/>
            </a:srgbClr>
          </a:solidFill>
          <a:ln/>
        </p:spPr>
      </p:sp>
      <p:sp>
        <p:nvSpPr>
          <p:cNvPr id="43" name="Shape 41"/>
          <p:cNvSpPr/>
          <p:nvPr/>
        </p:nvSpPr>
        <p:spPr>
          <a:xfrm>
            <a:off x="4271465" y="9580836"/>
            <a:ext cx="78828" cy="78828"/>
          </a:xfrm>
          <a:prstGeom prst="ellipse">
            <a:avLst/>
          </a:prstGeom>
          <a:solidFill>
            <a:srgbClr val="F3EEE3">
              <a:alpha val="28000"/>
            </a:srgbClr>
          </a:solidFill>
          <a:ln/>
        </p:spPr>
      </p:sp>
      <p:sp>
        <p:nvSpPr>
          <p:cNvPr id="44" name="Shape 42"/>
          <p:cNvSpPr/>
          <p:nvPr/>
        </p:nvSpPr>
        <p:spPr>
          <a:xfrm>
            <a:off x="4429120" y="9580836"/>
            <a:ext cx="78828" cy="78828"/>
          </a:xfrm>
          <a:prstGeom prst="ellipse">
            <a:avLst/>
          </a:prstGeom>
          <a:solidFill>
            <a:srgbClr val="F3EEE3">
              <a:alpha val="28000"/>
            </a:srgbClr>
          </a:solidFill>
          <a:ln/>
        </p:spPr>
      </p:sp>
      <p:sp>
        <p:nvSpPr>
          <p:cNvPr id="45" name="Shape 43"/>
          <p:cNvSpPr/>
          <p:nvPr/>
        </p:nvSpPr>
        <p:spPr>
          <a:xfrm>
            <a:off x="4586775" y="9580836"/>
            <a:ext cx="78828" cy="78828"/>
          </a:xfrm>
          <a:prstGeom prst="ellipse">
            <a:avLst/>
          </a:prstGeom>
          <a:solidFill>
            <a:srgbClr val="F3EEE3">
              <a:alpha val="28000"/>
            </a:srgbClr>
          </a:solidFill>
          <a:ln/>
        </p:spPr>
      </p:sp>
      <p:sp>
        <p:nvSpPr>
          <p:cNvPr id="46" name="Shape 44"/>
          <p:cNvSpPr/>
          <p:nvPr/>
        </p:nvSpPr>
        <p:spPr>
          <a:xfrm>
            <a:off x="4744430" y="9580836"/>
            <a:ext cx="78828" cy="78828"/>
          </a:xfrm>
          <a:prstGeom prst="ellipse">
            <a:avLst/>
          </a:prstGeom>
          <a:solidFill>
            <a:srgbClr val="F3EEE3">
              <a:alpha val="28000"/>
            </a:srgbClr>
          </a:solidFill>
          <a:ln/>
        </p:spPr>
      </p:sp>
      <p:sp>
        <p:nvSpPr>
          <p:cNvPr id="47" name="Shape 45"/>
          <p:cNvSpPr/>
          <p:nvPr/>
        </p:nvSpPr>
        <p:spPr>
          <a:xfrm>
            <a:off x="4902085" y="9580836"/>
            <a:ext cx="78828" cy="78828"/>
          </a:xfrm>
          <a:prstGeom prst="ellipse">
            <a:avLst/>
          </a:prstGeom>
          <a:solidFill>
            <a:srgbClr val="F3EEE3">
              <a:alpha val="28000"/>
            </a:srgbClr>
          </a:solidFill>
          <a:ln/>
        </p:spPr>
      </p:sp>
      <p:sp>
        <p:nvSpPr>
          <p:cNvPr id="48" name="Shape 46"/>
          <p:cNvSpPr/>
          <p:nvPr/>
        </p:nvSpPr>
        <p:spPr>
          <a:xfrm>
            <a:off x="5059740" y="9580836"/>
            <a:ext cx="78828" cy="78828"/>
          </a:xfrm>
          <a:prstGeom prst="ellipse">
            <a:avLst/>
          </a:prstGeom>
          <a:solidFill>
            <a:srgbClr val="F3EEE3">
              <a:alpha val="28000"/>
            </a:srgbClr>
          </a:solidFill>
          <a:ln/>
        </p:spPr>
      </p:sp>
      <p:sp>
        <p:nvSpPr>
          <p:cNvPr id="49" name="Shape 47"/>
          <p:cNvSpPr/>
          <p:nvPr/>
        </p:nvSpPr>
        <p:spPr>
          <a:xfrm>
            <a:off x="5217395" y="9580836"/>
            <a:ext cx="78828" cy="78828"/>
          </a:xfrm>
          <a:prstGeom prst="ellipse">
            <a:avLst/>
          </a:prstGeom>
          <a:solidFill>
            <a:srgbClr val="F3EEE3">
              <a:alpha val="28000"/>
            </a:srgbClr>
          </a:solidFill>
          <a:ln/>
        </p:spPr>
      </p:sp>
      <p:sp>
        <p:nvSpPr>
          <p:cNvPr id="50" name="Shape 48"/>
          <p:cNvSpPr/>
          <p:nvPr/>
        </p:nvSpPr>
        <p:spPr>
          <a:xfrm>
            <a:off x="5375050" y="9580836"/>
            <a:ext cx="78828" cy="78828"/>
          </a:xfrm>
          <a:prstGeom prst="ellipse">
            <a:avLst/>
          </a:prstGeom>
          <a:solidFill>
            <a:srgbClr val="F3EEE3">
              <a:alpha val="28000"/>
            </a:srgbClr>
          </a:solidFill>
          <a:ln/>
        </p:spPr>
      </p:sp>
      <p:sp>
        <p:nvSpPr>
          <p:cNvPr id="51" name="Shape 49"/>
          <p:cNvSpPr/>
          <p:nvPr/>
        </p:nvSpPr>
        <p:spPr>
          <a:xfrm>
            <a:off x="5532705" y="9580836"/>
            <a:ext cx="78828" cy="78828"/>
          </a:xfrm>
          <a:prstGeom prst="ellipse">
            <a:avLst/>
          </a:prstGeom>
          <a:solidFill>
            <a:srgbClr val="F3EEE3">
              <a:alpha val="28000"/>
            </a:srgbClr>
          </a:solidFill>
          <a:ln/>
        </p:spPr>
      </p:sp>
      <p:sp>
        <p:nvSpPr>
          <p:cNvPr id="52" name="Shape 50"/>
          <p:cNvSpPr/>
          <p:nvPr/>
        </p:nvSpPr>
        <p:spPr>
          <a:xfrm>
            <a:off x="5690359" y="9580836"/>
            <a:ext cx="78828" cy="78828"/>
          </a:xfrm>
          <a:prstGeom prst="ellipse">
            <a:avLst/>
          </a:prstGeom>
          <a:solidFill>
            <a:srgbClr val="F3EEE3">
              <a:alpha val="28000"/>
            </a:srgbClr>
          </a:solidFill>
          <a:ln/>
        </p:spPr>
      </p:sp>
      <p:sp>
        <p:nvSpPr>
          <p:cNvPr id="53" name="Shape 51"/>
          <p:cNvSpPr/>
          <p:nvPr/>
        </p:nvSpPr>
        <p:spPr>
          <a:xfrm>
            <a:off x="5848014" y="9580836"/>
            <a:ext cx="78828" cy="78828"/>
          </a:xfrm>
          <a:prstGeom prst="ellipse">
            <a:avLst/>
          </a:prstGeom>
          <a:solidFill>
            <a:srgbClr val="F3EEE3">
              <a:alpha val="28000"/>
            </a:srgbClr>
          </a:solidFill>
          <a:ln/>
        </p:spPr>
      </p:sp>
      <p:sp>
        <p:nvSpPr>
          <p:cNvPr id="54" name="Shape 52"/>
          <p:cNvSpPr/>
          <p:nvPr/>
        </p:nvSpPr>
        <p:spPr>
          <a:xfrm>
            <a:off x="6005669" y="9580836"/>
            <a:ext cx="78828" cy="78828"/>
          </a:xfrm>
          <a:prstGeom prst="ellipse">
            <a:avLst/>
          </a:prstGeom>
          <a:solidFill>
            <a:srgbClr val="F3EEE3">
              <a:alpha val="28000"/>
            </a:srgbClr>
          </a:solidFill>
          <a:ln/>
        </p:spPr>
      </p:sp>
      <p:sp>
        <p:nvSpPr>
          <p:cNvPr id="55" name="Shape 53"/>
          <p:cNvSpPr/>
          <p:nvPr/>
        </p:nvSpPr>
        <p:spPr>
          <a:xfrm>
            <a:off x="6163324" y="9580836"/>
            <a:ext cx="78828" cy="78828"/>
          </a:xfrm>
          <a:prstGeom prst="ellipse">
            <a:avLst/>
          </a:prstGeom>
          <a:solidFill>
            <a:srgbClr val="F3EEE3">
              <a:alpha val="28000"/>
            </a:srgbClr>
          </a:solidFill>
          <a:ln/>
        </p:spPr>
      </p:sp>
      <p:sp>
        <p:nvSpPr>
          <p:cNvPr id="56" name="Shape 54"/>
          <p:cNvSpPr/>
          <p:nvPr/>
        </p:nvSpPr>
        <p:spPr>
          <a:xfrm>
            <a:off x="6320979" y="9580836"/>
            <a:ext cx="78828" cy="78828"/>
          </a:xfrm>
          <a:prstGeom prst="ellipse">
            <a:avLst/>
          </a:prstGeom>
          <a:solidFill>
            <a:srgbClr val="F3EEE3">
              <a:alpha val="28000"/>
            </a:srgbClr>
          </a:solidFill>
          <a:ln/>
        </p:spPr>
      </p:sp>
      <p:sp>
        <p:nvSpPr>
          <p:cNvPr id="57" name="Shape 55"/>
          <p:cNvSpPr/>
          <p:nvPr/>
        </p:nvSpPr>
        <p:spPr>
          <a:xfrm>
            <a:off x="6478634" y="9580836"/>
            <a:ext cx="78828" cy="78828"/>
          </a:xfrm>
          <a:prstGeom prst="ellipse">
            <a:avLst/>
          </a:prstGeom>
          <a:solidFill>
            <a:srgbClr val="F3EEE3">
              <a:alpha val="28000"/>
            </a:srgbClr>
          </a:solidFill>
          <a:ln/>
        </p:spPr>
      </p:sp>
      <p:sp>
        <p:nvSpPr>
          <p:cNvPr id="58" name="Shape 56"/>
          <p:cNvSpPr/>
          <p:nvPr/>
        </p:nvSpPr>
        <p:spPr>
          <a:xfrm>
            <a:off x="6636289" y="9580836"/>
            <a:ext cx="78828" cy="78828"/>
          </a:xfrm>
          <a:prstGeom prst="ellipse">
            <a:avLst/>
          </a:prstGeom>
          <a:solidFill>
            <a:srgbClr val="F3EEE3">
              <a:alpha val="28000"/>
            </a:srgbClr>
          </a:solidFill>
          <a:ln/>
        </p:spPr>
      </p:sp>
      <p:sp>
        <p:nvSpPr>
          <p:cNvPr id="59" name="Shape 57"/>
          <p:cNvSpPr/>
          <p:nvPr/>
        </p:nvSpPr>
        <p:spPr>
          <a:xfrm>
            <a:off x="6793944" y="9580836"/>
            <a:ext cx="78828" cy="78828"/>
          </a:xfrm>
          <a:prstGeom prst="ellipse">
            <a:avLst/>
          </a:prstGeom>
          <a:solidFill>
            <a:srgbClr val="F3EEE3">
              <a:alpha val="28000"/>
            </a:srgbClr>
          </a:solidFill>
          <a:ln/>
        </p:spPr>
      </p:sp>
      <p:sp>
        <p:nvSpPr>
          <p:cNvPr id="60" name="Shape 58"/>
          <p:cNvSpPr/>
          <p:nvPr/>
        </p:nvSpPr>
        <p:spPr>
          <a:xfrm>
            <a:off x="6951599" y="9580836"/>
            <a:ext cx="78828" cy="78828"/>
          </a:xfrm>
          <a:prstGeom prst="ellipse">
            <a:avLst/>
          </a:prstGeom>
          <a:solidFill>
            <a:srgbClr val="F3EEE3">
              <a:alpha val="28000"/>
            </a:srgbClr>
          </a:solidFill>
          <a:ln/>
        </p:spPr>
      </p:sp>
      <p:sp>
        <p:nvSpPr>
          <p:cNvPr id="61" name="Shape 59"/>
          <p:cNvSpPr/>
          <p:nvPr/>
        </p:nvSpPr>
        <p:spPr>
          <a:xfrm>
            <a:off x="7109254" y="9580836"/>
            <a:ext cx="78828" cy="78828"/>
          </a:xfrm>
          <a:prstGeom prst="ellipse">
            <a:avLst/>
          </a:prstGeom>
          <a:solidFill>
            <a:srgbClr val="F3EEE3">
              <a:alpha val="28000"/>
            </a:srgbClr>
          </a:solidFill>
          <a:ln/>
        </p:spPr>
      </p:sp>
      <p:sp>
        <p:nvSpPr>
          <p:cNvPr id="62" name="Shape 60"/>
          <p:cNvSpPr/>
          <p:nvPr/>
        </p:nvSpPr>
        <p:spPr>
          <a:xfrm>
            <a:off x="7266909" y="9580836"/>
            <a:ext cx="78828" cy="78828"/>
          </a:xfrm>
          <a:prstGeom prst="ellipse">
            <a:avLst/>
          </a:prstGeom>
          <a:solidFill>
            <a:srgbClr val="F3EEE3">
              <a:alpha val="28000"/>
            </a:srgbClr>
          </a:solidFill>
          <a:ln/>
        </p:spPr>
      </p:sp>
      <p:sp>
        <p:nvSpPr>
          <p:cNvPr id="63" name="Shape 61"/>
          <p:cNvSpPr/>
          <p:nvPr/>
        </p:nvSpPr>
        <p:spPr>
          <a:xfrm>
            <a:off x="7424564" y="9580836"/>
            <a:ext cx="78828" cy="78828"/>
          </a:xfrm>
          <a:prstGeom prst="ellipse">
            <a:avLst/>
          </a:prstGeom>
          <a:solidFill>
            <a:srgbClr val="F3EEE3">
              <a:alpha val="28000"/>
            </a:srgbClr>
          </a:solidFill>
          <a:ln/>
        </p:spPr>
      </p:sp>
      <p:sp>
        <p:nvSpPr>
          <p:cNvPr id="64" name="Shape 62"/>
          <p:cNvSpPr/>
          <p:nvPr/>
        </p:nvSpPr>
        <p:spPr>
          <a:xfrm>
            <a:off x="7582219" y="9580836"/>
            <a:ext cx="78828" cy="78828"/>
          </a:xfrm>
          <a:prstGeom prst="ellipse">
            <a:avLst/>
          </a:prstGeom>
          <a:solidFill>
            <a:srgbClr val="F3EEE3">
              <a:alpha val="28000"/>
            </a:srgbClr>
          </a:solidFill>
          <a:ln/>
        </p:spPr>
      </p:sp>
      <p:sp>
        <p:nvSpPr>
          <p:cNvPr id="65" name="Shape 63"/>
          <p:cNvSpPr/>
          <p:nvPr/>
        </p:nvSpPr>
        <p:spPr>
          <a:xfrm>
            <a:off x="7739874" y="9580836"/>
            <a:ext cx="78828" cy="78828"/>
          </a:xfrm>
          <a:prstGeom prst="ellipse">
            <a:avLst/>
          </a:prstGeom>
          <a:solidFill>
            <a:srgbClr val="F3EEE3">
              <a:alpha val="28000"/>
            </a:srgbClr>
          </a:solidFill>
          <a:ln/>
        </p:spPr>
      </p:sp>
      <p:sp>
        <p:nvSpPr>
          <p:cNvPr id="66" name="Shape 64"/>
          <p:cNvSpPr/>
          <p:nvPr/>
        </p:nvSpPr>
        <p:spPr>
          <a:xfrm>
            <a:off x="7897529" y="9580836"/>
            <a:ext cx="78828" cy="78828"/>
          </a:xfrm>
          <a:prstGeom prst="ellipse">
            <a:avLst/>
          </a:prstGeom>
          <a:solidFill>
            <a:srgbClr val="F3EEE3">
              <a:alpha val="28000"/>
            </a:srgbClr>
          </a:solidFill>
          <a:ln/>
        </p:spPr>
      </p:sp>
      <p:sp>
        <p:nvSpPr>
          <p:cNvPr id="67" name="Shape 65"/>
          <p:cNvSpPr/>
          <p:nvPr/>
        </p:nvSpPr>
        <p:spPr>
          <a:xfrm>
            <a:off x="8055184" y="9580836"/>
            <a:ext cx="78828" cy="78828"/>
          </a:xfrm>
          <a:prstGeom prst="ellipse">
            <a:avLst/>
          </a:prstGeom>
          <a:solidFill>
            <a:srgbClr val="F3EEE3">
              <a:alpha val="28000"/>
            </a:srgbClr>
          </a:solidFill>
          <a:ln/>
        </p:spPr>
      </p:sp>
      <p:sp>
        <p:nvSpPr>
          <p:cNvPr id="68" name="Shape 66"/>
          <p:cNvSpPr/>
          <p:nvPr/>
        </p:nvSpPr>
        <p:spPr>
          <a:xfrm>
            <a:off x="8212839" y="9580836"/>
            <a:ext cx="78828" cy="78828"/>
          </a:xfrm>
          <a:prstGeom prst="ellipse">
            <a:avLst/>
          </a:prstGeom>
          <a:solidFill>
            <a:srgbClr val="F3EEE3">
              <a:alpha val="28000"/>
            </a:srgbClr>
          </a:solidFill>
          <a:ln/>
        </p:spPr>
      </p:sp>
      <p:sp>
        <p:nvSpPr>
          <p:cNvPr id="69" name="Shape 67"/>
          <p:cNvSpPr/>
          <p:nvPr/>
        </p:nvSpPr>
        <p:spPr>
          <a:xfrm>
            <a:off x="8370494" y="9580836"/>
            <a:ext cx="78828" cy="78828"/>
          </a:xfrm>
          <a:prstGeom prst="ellipse">
            <a:avLst/>
          </a:prstGeom>
          <a:solidFill>
            <a:srgbClr val="F3EEE3">
              <a:alpha val="28000"/>
            </a:srgbClr>
          </a:solidFill>
          <a:ln/>
        </p:spPr>
      </p:sp>
      <p:sp>
        <p:nvSpPr>
          <p:cNvPr id="70" name="Shape 68"/>
          <p:cNvSpPr/>
          <p:nvPr/>
        </p:nvSpPr>
        <p:spPr>
          <a:xfrm>
            <a:off x="8528148" y="9580836"/>
            <a:ext cx="78828" cy="78828"/>
          </a:xfrm>
          <a:prstGeom prst="ellipse">
            <a:avLst/>
          </a:prstGeom>
          <a:solidFill>
            <a:srgbClr val="F3EEE3">
              <a:alpha val="28000"/>
            </a:srgbClr>
          </a:solidFill>
          <a:ln/>
        </p:spPr>
      </p:sp>
      <p:sp>
        <p:nvSpPr>
          <p:cNvPr id="71" name="Shape 69"/>
          <p:cNvSpPr/>
          <p:nvPr/>
        </p:nvSpPr>
        <p:spPr>
          <a:xfrm>
            <a:off x="8685803" y="9580836"/>
            <a:ext cx="78828" cy="78828"/>
          </a:xfrm>
          <a:prstGeom prst="ellipse">
            <a:avLst/>
          </a:prstGeom>
          <a:solidFill>
            <a:srgbClr val="F3EEE3">
              <a:alpha val="28000"/>
            </a:srgbClr>
          </a:solidFill>
          <a:ln/>
        </p:spPr>
      </p:sp>
      <p:sp>
        <p:nvSpPr>
          <p:cNvPr id="72" name="Shape 70"/>
          <p:cNvSpPr/>
          <p:nvPr/>
        </p:nvSpPr>
        <p:spPr>
          <a:xfrm>
            <a:off x="8843458" y="9580836"/>
            <a:ext cx="78828" cy="78828"/>
          </a:xfrm>
          <a:prstGeom prst="ellipse">
            <a:avLst/>
          </a:prstGeom>
          <a:solidFill>
            <a:srgbClr val="F3EEE3">
              <a:alpha val="28000"/>
            </a:srgbClr>
          </a:solidFill>
          <a:ln/>
        </p:spPr>
      </p:sp>
      <p:sp>
        <p:nvSpPr>
          <p:cNvPr id="73" name="Shape 71"/>
          <p:cNvSpPr/>
          <p:nvPr/>
        </p:nvSpPr>
        <p:spPr>
          <a:xfrm>
            <a:off x="9001113" y="9580836"/>
            <a:ext cx="78828" cy="78828"/>
          </a:xfrm>
          <a:prstGeom prst="ellipse">
            <a:avLst/>
          </a:prstGeom>
          <a:solidFill>
            <a:srgbClr val="F3EEE3">
              <a:alpha val="28000"/>
            </a:srgbClr>
          </a:solidFill>
          <a:ln/>
        </p:spPr>
      </p:sp>
      <p:sp>
        <p:nvSpPr>
          <p:cNvPr id="74" name="Shape 72"/>
          <p:cNvSpPr/>
          <p:nvPr/>
        </p:nvSpPr>
        <p:spPr>
          <a:xfrm>
            <a:off x="9145630" y="9567698"/>
            <a:ext cx="105103" cy="105103"/>
          </a:xfrm>
          <a:prstGeom prst="ellipse">
            <a:avLst/>
          </a:prstGeom>
          <a:solidFill>
            <a:srgbClr val="FF6A4D"/>
          </a:solidFill>
          <a:ln/>
        </p:spPr>
      </p:sp>
      <p:sp>
        <p:nvSpPr>
          <p:cNvPr id="75" name="Shape 73"/>
          <p:cNvSpPr/>
          <p:nvPr/>
        </p:nvSpPr>
        <p:spPr>
          <a:xfrm>
            <a:off x="9316423" y="9580836"/>
            <a:ext cx="78828" cy="78828"/>
          </a:xfrm>
          <a:prstGeom prst="ellipse">
            <a:avLst/>
          </a:prstGeom>
          <a:solidFill>
            <a:srgbClr val="F3EEE3">
              <a:alpha val="28000"/>
            </a:srgbClr>
          </a:solidFill>
          <a:ln/>
        </p:spPr>
      </p:sp>
      <p:sp>
        <p:nvSpPr>
          <p:cNvPr id="76" name="Shape 74"/>
          <p:cNvSpPr/>
          <p:nvPr/>
        </p:nvSpPr>
        <p:spPr>
          <a:xfrm>
            <a:off x="9474078" y="9580836"/>
            <a:ext cx="78828" cy="78828"/>
          </a:xfrm>
          <a:prstGeom prst="ellipse">
            <a:avLst/>
          </a:prstGeom>
          <a:solidFill>
            <a:srgbClr val="F3EEE3">
              <a:alpha val="28000"/>
            </a:srgbClr>
          </a:solidFill>
          <a:ln/>
        </p:spPr>
      </p:sp>
      <p:sp>
        <p:nvSpPr>
          <p:cNvPr id="77" name="Shape 75"/>
          <p:cNvSpPr/>
          <p:nvPr/>
        </p:nvSpPr>
        <p:spPr>
          <a:xfrm>
            <a:off x="9631733" y="9580836"/>
            <a:ext cx="78828" cy="78828"/>
          </a:xfrm>
          <a:prstGeom prst="ellipse">
            <a:avLst/>
          </a:prstGeom>
          <a:solidFill>
            <a:srgbClr val="F3EEE3">
              <a:alpha val="28000"/>
            </a:srgbClr>
          </a:solidFill>
          <a:ln/>
        </p:spPr>
      </p:sp>
      <p:sp>
        <p:nvSpPr>
          <p:cNvPr id="78" name="Shape 76"/>
          <p:cNvSpPr/>
          <p:nvPr/>
        </p:nvSpPr>
        <p:spPr>
          <a:xfrm>
            <a:off x="9789388" y="9580836"/>
            <a:ext cx="78828" cy="78828"/>
          </a:xfrm>
          <a:prstGeom prst="ellipse">
            <a:avLst/>
          </a:prstGeom>
          <a:solidFill>
            <a:srgbClr val="F3EEE3">
              <a:alpha val="28000"/>
            </a:srgbClr>
          </a:solidFill>
          <a:ln/>
        </p:spPr>
      </p:sp>
      <p:sp>
        <p:nvSpPr>
          <p:cNvPr id="79" name="Shape 77"/>
          <p:cNvSpPr/>
          <p:nvPr/>
        </p:nvSpPr>
        <p:spPr>
          <a:xfrm>
            <a:off x="9947043" y="9580836"/>
            <a:ext cx="78828" cy="78828"/>
          </a:xfrm>
          <a:prstGeom prst="ellipse">
            <a:avLst/>
          </a:prstGeom>
          <a:solidFill>
            <a:srgbClr val="F3EEE3">
              <a:alpha val="28000"/>
            </a:srgbClr>
          </a:solidFill>
          <a:ln/>
        </p:spPr>
      </p:sp>
      <p:sp>
        <p:nvSpPr>
          <p:cNvPr id="80" name="Text 78"/>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53/58</a:t>
            </a:r>
            <a:endParaRPr lang="en-US" sz="1800" dirty="0"/>
          </a:p>
        </p:txBody>
      </p:sp>
      <p:sp>
        <p:nvSpPr>
          <p:cNvPr id="81" name="Shape 79"/>
          <p:cNvSpPr/>
          <p:nvPr/>
        </p:nvSpPr>
        <p:spPr>
          <a:xfrm>
            <a:off x="15983712" y="9076331"/>
            <a:ext cx="1645920" cy="552301"/>
          </a:xfrm>
          <a:prstGeom prst="roundRect">
            <a:avLst>
              <a:gd name="adj" fmla="val 28000"/>
            </a:avLst>
          </a:prstGeom>
          <a:solidFill>
            <a:srgbClr val="FFFFFF">
              <a:alpha val="82000"/>
            </a:srgbClr>
          </a:solidFill>
          <a:ln/>
        </p:spPr>
      </p:sp>
      <p:pic>
        <p:nvPicPr>
          <p:cNvPr id="82" name="Moda image moda-export-watermark-457d34d6-9120-4380-9a47-193993ea093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14161C"/>
                </a:solidFill>
                <a:latin typeface="Noto Sans JP ExtraBold" pitchFamily="34" charset="0"/>
                <a:ea typeface="Noto Sans JP ExtraBold" pitchFamily="34" charset="-122"/>
                <a:cs typeface="Noto Sans JP ExtraBold" pitchFamily="34" charset="-120"/>
              </a:rPr>
              <a:t>この 資料を 使うときの 注意</a:t>
            </a:r>
            <a:endParaRPr lang="en-US" sz="5700" dirty="0"/>
          </a:p>
        </p:txBody>
      </p:sp>
      <p:sp>
        <p:nvSpPr>
          <p:cNvPr id="3" name="Shape 1"/>
          <p:cNvSpPr/>
          <p:nvPr/>
        </p:nvSpPr>
        <p:spPr>
          <a:xfrm>
            <a:off x="914400" y="2952750"/>
            <a:ext cx="152400" cy="4000500"/>
          </a:xfrm>
          <a:prstGeom prst="roundRect">
            <a:avLst>
              <a:gd name="adj" fmla="val 50000"/>
            </a:avLst>
          </a:prstGeom>
          <a:solidFill>
            <a:srgbClr val="0F766E"/>
          </a:solidFill>
          <a:ln/>
        </p:spPr>
      </p:sp>
      <p:sp>
        <p:nvSpPr>
          <p:cNvPr id="4" name="Text 2"/>
          <p:cNvSpPr/>
          <p:nvPr/>
        </p:nvSpPr>
        <p:spPr>
          <a:xfrm>
            <a:off x="1485900" y="2857500"/>
            <a:ext cx="15811500" cy="4191000"/>
          </a:xfrm>
          <a:prstGeom prst="rect">
            <a:avLst/>
          </a:prstGeom>
          <a:noFill/>
          <a:ln/>
        </p:spPr>
        <p:txBody>
          <a:bodyPr wrap="square" lIns="0" tIns="100489" rIns="0" bIns="-100489" rtlCol="0" anchor="ctr"/>
          <a:lstStyle/>
          <a:p>
            <a:pPr algn="l" indent="0" marL="0">
              <a:lnSpc>
                <a:spcPts val="7728"/>
              </a:lnSpc>
              <a:buNone/>
            </a:pPr>
            <a:r>
              <a:rPr lang="en-US" sz="6900" dirty="0" spc="0" kern="0">
                <a:solidFill>
                  <a:srgbClr val="14161C"/>
                </a:solidFill>
                <a:latin typeface="Noto Sans JP ExtraBold" pitchFamily="34" charset="0"/>
                <a:ea typeface="Noto Sans JP ExtraBold" pitchFamily="34" charset="-122"/>
                <a:cs typeface="Noto Sans JP ExtraBold" pitchFamily="34" charset="-120"/>
              </a:rPr>
              <a:t>これは 公開資料をまとめた</a:t>
            </a:r>
            <a:r>
              <a:rPr lang="en-US" sz="6900" dirty="0" spc="-39" kern="0">
                <a:solidFill>
                  <a:srgbClr val="14161C"/>
                </a:solidFill>
                <a:latin typeface="Noto Sans JP ExtraBold" pitchFamily="34" charset="0"/>
                <a:ea typeface="Noto Sans JP ExtraBold" pitchFamily="34" charset="-122"/>
                <a:cs typeface="Noto Sans JP ExtraBold" pitchFamily="34" charset="-120"/>
              </a:rPr>
              <a:t> 技術資料であり、</a:t>
            </a:r>
            <a:r>
              <a:rPr lang="en-US" sz="6900" dirty="0" spc="0" kern="0">
                <a:solidFill>
                  <a:srgbClr val="14161C"/>
                </a:solidFill>
                <a:latin typeface="Noto Sans JP ExtraBold" pitchFamily="34" charset="0"/>
                <a:ea typeface="Noto Sans JP ExtraBold" pitchFamily="34" charset="-122"/>
                <a:cs typeface="Noto Sans JP ExtraBold" pitchFamily="34" charset="-120"/>
              </a:rPr>
              <a:t> 特定の 車の</a:t>
            </a:r>
            <a:r>
              <a:rPr lang="en-US" sz="6900" dirty="0" spc="-1" kern="0">
                <a:solidFill>
                  <a:srgbClr val="14161C"/>
                </a:solidFill>
                <a:latin typeface="Noto Sans JP ExtraBold" pitchFamily="34" charset="0"/>
                <a:ea typeface="Noto Sans JP ExtraBold" pitchFamily="34" charset="-122"/>
                <a:cs typeface="Noto Sans JP ExtraBold" pitchFamily="34" charset="-120"/>
              </a:rPr>
              <a:t> 修理や</a:t>
            </a:r>
            <a:r>
              <a:rPr lang="en-US" sz="6900" dirty="0" spc="0" kern="0">
                <a:solidFill>
                  <a:srgbClr val="14161C"/>
                </a:solidFill>
                <a:latin typeface="Noto Sans JP ExtraBold" pitchFamily="34" charset="0"/>
                <a:ea typeface="Noto Sans JP ExtraBold" pitchFamily="34" charset="-122"/>
                <a:cs typeface="Noto Sans JP ExtraBold" pitchFamily="34" charset="-120"/>
              </a:rPr>
              <a:t> 安全の 文書ではない</a:t>
            </a:r>
            <a:endParaRPr lang="en-US" sz="6900" dirty="0"/>
          </a:p>
        </p:txBody>
      </p:sp>
      <p:sp>
        <p:nvSpPr>
          <p:cNvPr id="5" name="Text 3"/>
          <p:cNvSpPr/>
          <p:nvPr/>
        </p:nvSpPr>
        <p:spPr>
          <a:xfrm>
            <a:off x="1485900" y="7429500"/>
            <a:ext cx="15811500" cy="609600"/>
          </a:xfrm>
          <a:prstGeom prst="rect">
            <a:avLst/>
          </a:prstGeom>
          <a:noFill/>
          <a:ln/>
        </p:spPr>
        <p:txBody>
          <a:bodyPr wrap="square" lIns="0" tIns="0" rIns="0" bIns="0" rtlCol="0" anchor="t"/>
          <a:lstStyle/>
          <a:p>
            <a:pPr algn="l" indent="0" marL="0">
              <a:buNone/>
            </a:pPr>
            <a:r>
              <a:rPr lang="en-US" sz="2700" dirty="0" spc="0" kern="0">
                <a:solidFill>
                  <a:srgbClr val="6B6A66"/>
                </a:solidFill>
                <a:latin typeface="Noto Sans JP" pitchFamily="34" charset="0"/>
                <a:ea typeface="Noto Sans JP" pitchFamily="34" charset="-122"/>
                <a:cs typeface="Noto Sans JP" pitchFamily="34" charset="-120"/>
              </a:rPr>
              <a:t>必ず</a:t>
            </a:r>
            <a:r>
              <a:rPr lang="en-US" sz="2700" dirty="0" spc="1" kern="0">
                <a:solidFill>
                  <a:srgbClr val="6B6A66"/>
                </a:solidFill>
                <a:latin typeface="Noto Sans JP" pitchFamily="34" charset="0"/>
                <a:ea typeface="Noto Sans JP" pitchFamily="34" charset="-122"/>
                <a:cs typeface="Noto Sans JP" pitchFamily="34" charset="-120"/>
              </a:rPr>
              <a:t> メーカーの 資料に</a:t>
            </a:r>
            <a:r>
              <a:rPr lang="en-US" sz="2700" dirty="0" spc="-39" kern="0">
                <a:solidFill>
                  <a:srgbClr val="6B6A66"/>
                </a:solidFill>
                <a:latin typeface="Noto Sans JP" pitchFamily="34" charset="0"/>
                <a:ea typeface="Noto Sans JP" pitchFamily="34" charset="-122"/>
                <a:cs typeface="Noto Sans JP" pitchFamily="34" charset="-120"/>
              </a:rPr>
              <a:t> 従う。</a:t>
            </a:r>
            <a:r>
              <a:rPr lang="en-US" sz="2700" dirty="0" spc="1" kern="0">
                <a:solidFill>
                  <a:srgbClr val="6B6A66"/>
                </a:solidFill>
                <a:latin typeface="Noto Sans JP" pitchFamily="34" charset="0"/>
                <a:ea typeface="Noto Sans JP" pitchFamily="34" charset="-122"/>
                <a:cs typeface="Noto Sans JP" pitchFamily="34" charset="-120"/>
              </a:rPr>
              <a:t> NH3は 供給元の 安全データシートに</a:t>
            </a:r>
            <a:r>
              <a:rPr lang="en-US" sz="2700" dirty="0" spc="-33" kern="0">
                <a:solidFill>
                  <a:srgbClr val="6B6A66"/>
                </a:solidFill>
                <a:latin typeface="Noto Sans JP" pitchFamily="34" charset="0"/>
                <a:ea typeface="Noto Sans JP" pitchFamily="34" charset="-122"/>
                <a:cs typeface="Noto Sans JP" pitchFamily="34" charset="-120"/>
              </a:rPr>
              <a:t> 従って</a:t>
            </a:r>
            <a:r>
              <a:rPr lang="en-US" sz="2700" dirty="0" spc="0" kern="0">
                <a:solidFill>
                  <a:srgbClr val="6B6A66"/>
                </a:solidFill>
                <a:latin typeface="Noto Sans JP" pitchFamily="34" charset="0"/>
                <a:ea typeface="Noto Sans JP" pitchFamily="34" charset="-122"/>
                <a:cs typeface="Noto Sans JP" pitchFamily="34" charset="-120"/>
              </a:rPr>
              <a:t> 扱う[S6]</a:t>
            </a:r>
            <a:endParaRPr lang="en-US" sz="2700" dirty="0"/>
          </a:p>
        </p:txBody>
      </p:sp>
      <p:sp>
        <p:nvSpPr>
          <p:cNvPr id="6" name="Text 4"/>
          <p:cNvSpPr/>
          <p:nvPr/>
        </p:nvSpPr>
        <p:spPr>
          <a:xfrm>
            <a:off x="1485900" y="8096250"/>
            <a:ext cx="15811500" cy="609600"/>
          </a:xfrm>
          <a:prstGeom prst="rect">
            <a:avLst/>
          </a:prstGeom>
          <a:noFill/>
          <a:ln/>
        </p:spPr>
        <p:txBody>
          <a:bodyPr wrap="square" lIns="0" tIns="0" rIns="0" bIns="0" rtlCol="0" anchor="t"/>
          <a:lstStyle/>
          <a:p>
            <a:pPr algn="l" indent="0" marL="0">
              <a:buNone/>
            </a:pPr>
            <a:r>
              <a:rPr lang="en-US" sz="2700" dirty="0" spc="0" kern="0">
                <a:solidFill>
                  <a:srgbClr val="6B6A66"/>
                </a:solidFill>
                <a:latin typeface="Noto Sans JP" pitchFamily="34" charset="0"/>
                <a:ea typeface="Noto Sans JP" pitchFamily="34" charset="-122"/>
                <a:cs typeface="Noto Sans JP" pitchFamily="34" charset="-120"/>
              </a:rPr>
              <a:t>「推測」と</a:t>
            </a:r>
            <a:r>
              <a:rPr lang="en-US" sz="2700" dirty="0" spc="1" kern="0">
                <a:solidFill>
                  <a:srgbClr val="6B6A66"/>
                </a:solidFill>
                <a:latin typeface="Noto Sans JP" pitchFamily="34" charset="0"/>
                <a:ea typeface="Noto Sans JP" pitchFamily="34" charset="-122"/>
                <a:cs typeface="Noto Sans JP" pitchFamily="34" charset="-120"/>
              </a:rPr>
              <a:t> 「未確認」の</a:t>
            </a:r>
            <a:r>
              <a:rPr lang="en-US" sz="2700" dirty="0" spc="0" kern="0">
                <a:solidFill>
                  <a:srgbClr val="6B6A66"/>
                </a:solidFill>
                <a:latin typeface="Noto Sans JP" pitchFamily="34" charset="0"/>
                <a:ea typeface="Noto Sans JP" pitchFamily="34" charset="-122"/>
                <a:cs typeface="Noto Sans JP" pitchFamily="34" charset="-120"/>
              </a:rPr>
              <a:t> 部分は、どの</a:t>
            </a:r>
            <a:r>
              <a:rPr lang="en-US" sz="2700" dirty="0" spc="1" kern="0">
                <a:solidFill>
                  <a:srgbClr val="6B6A66"/>
                </a:solidFill>
                <a:latin typeface="Noto Sans JP" pitchFamily="34" charset="0"/>
                <a:ea typeface="Noto Sans JP" pitchFamily="34" charset="-122"/>
                <a:cs typeface="Noto Sans JP" pitchFamily="34" charset="-120"/>
              </a:rPr>
              <a:t> 出典にも</a:t>
            </a:r>
            <a:r>
              <a:rPr lang="en-US" sz="2700" dirty="0" spc="-8" kern="0">
                <a:solidFill>
                  <a:srgbClr val="6B6A66"/>
                </a:solidFill>
                <a:latin typeface="Noto Sans JP" pitchFamily="34" charset="0"/>
                <a:ea typeface="Noto Sans JP" pitchFamily="34" charset="-122"/>
                <a:cs typeface="Noto Sans JP" pitchFamily="34" charset="-120"/>
              </a:rPr>
              <a:t> 確認されていない</a:t>
            </a:r>
            <a:endParaRPr lang="en-US" sz="2700" dirty="0"/>
          </a:p>
        </p:txBody>
      </p:sp>
      <p:sp>
        <p:nvSpPr>
          <p:cNvPr id="7" name="Text 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[S4]</a:t>
            </a:r>
            <a:r>
              <a:rPr lang="en-US" sz="1800" dirty="0" spc="-1" kern="0">
                <a:solidFill>
                  <a:srgbClr val="6B6A66"/>
                </a:solidFill>
                <a:latin typeface="Noto Sans JP" pitchFamily="34" charset="0"/>
                <a:ea typeface="Noto Sans JP" pitchFamily="34" charset="-122"/>
                <a:cs typeface="Noto Sans JP" pitchFamily="34" charset="-120"/>
              </a:rPr>
              <a:t> [S6]</a:t>
            </a:r>
            <a:r>
              <a:rPr lang="en-US" sz="1800" dirty="0" spc="-2" kern="0">
                <a:solidFill>
                  <a:srgbClr val="6B6A66"/>
                </a:solidFill>
                <a:latin typeface="Noto Sans JP" pitchFamily="34" charset="0"/>
                <a:ea typeface="Noto Sans JP" pitchFamily="34" charset="-122"/>
                <a:cs typeface="Noto Sans JP" pitchFamily="34" charset="-120"/>
              </a:rPr>
              <a:t> [S16]</a:t>
            </a:r>
            <a:endParaRPr lang="en-US" sz="1800" dirty="0"/>
          </a:p>
        </p:txBody>
      </p:sp>
      <p:sp>
        <p:nvSpPr>
          <p:cNvPr id="8" name="Shape 6"/>
          <p:cNvSpPr/>
          <p:nvPr/>
        </p:nvSpPr>
        <p:spPr>
          <a:xfrm>
            <a:off x="960711" y="9580836"/>
            <a:ext cx="78828" cy="78828"/>
          </a:xfrm>
          <a:prstGeom prst="ellipse">
            <a:avLst/>
          </a:prstGeom>
          <a:solidFill>
            <a:srgbClr val="14161C">
              <a:alpha val="28000"/>
            </a:srgbClr>
          </a:solidFill>
          <a:ln/>
        </p:spPr>
      </p:sp>
      <p:sp>
        <p:nvSpPr>
          <p:cNvPr id="9" name="Shape 7"/>
          <p:cNvSpPr/>
          <p:nvPr/>
        </p:nvSpPr>
        <p:spPr>
          <a:xfrm>
            <a:off x="1118366" y="9580836"/>
            <a:ext cx="78828" cy="78828"/>
          </a:xfrm>
          <a:prstGeom prst="ellipse">
            <a:avLst/>
          </a:prstGeom>
          <a:solidFill>
            <a:srgbClr val="14161C">
              <a:alpha val="28000"/>
            </a:srgbClr>
          </a:solidFill>
          <a:ln/>
        </p:spPr>
      </p:sp>
      <p:sp>
        <p:nvSpPr>
          <p:cNvPr id="10" name="Shape 8"/>
          <p:cNvSpPr/>
          <p:nvPr/>
        </p:nvSpPr>
        <p:spPr>
          <a:xfrm>
            <a:off x="1276021" y="9580836"/>
            <a:ext cx="78828" cy="78828"/>
          </a:xfrm>
          <a:prstGeom prst="ellipse">
            <a:avLst/>
          </a:prstGeom>
          <a:solidFill>
            <a:srgbClr val="14161C">
              <a:alpha val="28000"/>
            </a:srgbClr>
          </a:solidFill>
          <a:ln/>
        </p:spPr>
      </p:sp>
      <p:sp>
        <p:nvSpPr>
          <p:cNvPr id="11" name="Shape 9"/>
          <p:cNvSpPr/>
          <p:nvPr/>
        </p:nvSpPr>
        <p:spPr>
          <a:xfrm>
            <a:off x="1433676" y="9580836"/>
            <a:ext cx="78828" cy="78828"/>
          </a:xfrm>
          <a:prstGeom prst="ellipse">
            <a:avLst/>
          </a:prstGeom>
          <a:solidFill>
            <a:srgbClr val="14161C">
              <a:alpha val="28000"/>
            </a:srgbClr>
          </a:solidFill>
          <a:ln/>
        </p:spPr>
      </p:sp>
      <p:sp>
        <p:nvSpPr>
          <p:cNvPr id="12" name="Shape 10"/>
          <p:cNvSpPr/>
          <p:nvPr/>
        </p:nvSpPr>
        <p:spPr>
          <a:xfrm>
            <a:off x="1591331" y="9580836"/>
            <a:ext cx="78828" cy="78828"/>
          </a:xfrm>
          <a:prstGeom prst="ellipse">
            <a:avLst/>
          </a:prstGeom>
          <a:solidFill>
            <a:srgbClr val="14161C">
              <a:alpha val="28000"/>
            </a:srgbClr>
          </a:solidFill>
          <a:ln/>
        </p:spPr>
      </p:sp>
      <p:sp>
        <p:nvSpPr>
          <p:cNvPr id="13" name="Shape 11"/>
          <p:cNvSpPr/>
          <p:nvPr/>
        </p:nvSpPr>
        <p:spPr>
          <a:xfrm>
            <a:off x="1748986" y="9580836"/>
            <a:ext cx="78828" cy="78828"/>
          </a:xfrm>
          <a:prstGeom prst="ellipse">
            <a:avLst/>
          </a:prstGeom>
          <a:solidFill>
            <a:srgbClr val="14161C">
              <a:alpha val="28000"/>
            </a:srgbClr>
          </a:solidFill>
          <a:ln/>
        </p:spPr>
      </p:sp>
      <p:sp>
        <p:nvSpPr>
          <p:cNvPr id="14" name="Shape 12"/>
          <p:cNvSpPr/>
          <p:nvPr/>
        </p:nvSpPr>
        <p:spPr>
          <a:xfrm>
            <a:off x="1906641" y="9580836"/>
            <a:ext cx="78828" cy="78828"/>
          </a:xfrm>
          <a:prstGeom prst="ellipse">
            <a:avLst/>
          </a:prstGeom>
          <a:solidFill>
            <a:srgbClr val="14161C">
              <a:alpha val="28000"/>
            </a:srgbClr>
          </a:solidFill>
          <a:ln/>
        </p:spPr>
      </p:sp>
      <p:sp>
        <p:nvSpPr>
          <p:cNvPr id="15" name="Shape 13"/>
          <p:cNvSpPr/>
          <p:nvPr/>
        </p:nvSpPr>
        <p:spPr>
          <a:xfrm>
            <a:off x="2064296" y="9580836"/>
            <a:ext cx="78828" cy="78828"/>
          </a:xfrm>
          <a:prstGeom prst="ellipse">
            <a:avLst/>
          </a:prstGeom>
          <a:solidFill>
            <a:srgbClr val="14161C">
              <a:alpha val="28000"/>
            </a:srgbClr>
          </a:solidFill>
          <a:ln/>
        </p:spPr>
      </p:sp>
      <p:sp>
        <p:nvSpPr>
          <p:cNvPr id="16" name="Shape 14"/>
          <p:cNvSpPr/>
          <p:nvPr/>
        </p:nvSpPr>
        <p:spPr>
          <a:xfrm>
            <a:off x="2221951" y="9580836"/>
            <a:ext cx="78828" cy="78828"/>
          </a:xfrm>
          <a:prstGeom prst="ellipse">
            <a:avLst/>
          </a:prstGeom>
          <a:solidFill>
            <a:srgbClr val="14161C">
              <a:alpha val="28000"/>
            </a:srgbClr>
          </a:solidFill>
          <a:ln/>
        </p:spPr>
      </p:sp>
      <p:sp>
        <p:nvSpPr>
          <p:cNvPr id="17" name="Shape 15"/>
          <p:cNvSpPr/>
          <p:nvPr/>
        </p:nvSpPr>
        <p:spPr>
          <a:xfrm>
            <a:off x="2379606" y="9580836"/>
            <a:ext cx="78828" cy="78828"/>
          </a:xfrm>
          <a:prstGeom prst="ellipse">
            <a:avLst/>
          </a:prstGeom>
          <a:solidFill>
            <a:srgbClr val="14161C">
              <a:alpha val="28000"/>
            </a:srgbClr>
          </a:solidFill>
          <a:ln/>
        </p:spPr>
      </p:sp>
      <p:sp>
        <p:nvSpPr>
          <p:cNvPr id="18" name="Shape 16"/>
          <p:cNvSpPr/>
          <p:nvPr/>
        </p:nvSpPr>
        <p:spPr>
          <a:xfrm>
            <a:off x="2537261" y="9580836"/>
            <a:ext cx="78828" cy="78828"/>
          </a:xfrm>
          <a:prstGeom prst="ellipse">
            <a:avLst/>
          </a:prstGeom>
          <a:solidFill>
            <a:srgbClr val="14161C">
              <a:alpha val="28000"/>
            </a:srgbClr>
          </a:solidFill>
          <a:ln/>
        </p:spPr>
      </p:sp>
      <p:sp>
        <p:nvSpPr>
          <p:cNvPr id="19" name="Shape 17"/>
          <p:cNvSpPr/>
          <p:nvPr/>
        </p:nvSpPr>
        <p:spPr>
          <a:xfrm>
            <a:off x="2694916" y="9580836"/>
            <a:ext cx="78828" cy="78828"/>
          </a:xfrm>
          <a:prstGeom prst="ellipse">
            <a:avLst/>
          </a:prstGeom>
          <a:solidFill>
            <a:srgbClr val="14161C">
              <a:alpha val="28000"/>
            </a:srgbClr>
          </a:solidFill>
          <a:ln/>
        </p:spPr>
      </p:sp>
      <p:sp>
        <p:nvSpPr>
          <p:cNvPr id="20" name="Shape 18"/>
          <p:cNvSpPr/>
          <p:nvPr/>
        </p:nvSpPr>
        <p:spPr>
          <a:xfrm>
            <a:off x="2852571" y="9580836"/>
            <a:ext cx="78828" cy="78828"/>
          </a:xfrm>
          <a:prstGeom prst="ellipse">
            <a:avLst/>
          </a:prstGeom>
          <a:solidFill>
            <a:srgbClr val="14161C">
              <a:alpha val="28000"/>
            </a:srgbClr>
          </a:solidFill>
          <a:ln/>
        </p:spPr>
      </p:sp>
      <p:sp>
        <p:nvSpPr>
          <p:cNvPr id="21" name="Shape 19"/>
          <p:cNvSpPr/>
          <p:nvPr/>
        </p:nvSpPr>
        <p:spPr>
          <a:xfrm>
            <a:off x="3010225" y="9580836"/>
            <a:ext cx="78828" cy="78828"/>
          </a:xfrm>
          <a:prstGeom prst="ellipse">
            <a:avLst/>
          </a:prstGeom>
          <a:solidFill>
            <a:srgbClr val="14161C">
              <a:alpha val="28000"/>
            </a:srgbClr>
          </a:solidFill>
          <a:ln/>
        </p:spPr>
      </p:sp>
      <p:sp>
        <p:nvSpPr>
          <p:cNvPr id="22" name="Shape 20"/>
          <p:cNvSpPr/>
          <p:nvPr/>
        </p:nvSpPr>
        <p:spPr>
          <a:xfrm>
            <a:off x="3167880" y="9580836"/>
            <a:ext cx="78828" cy="78828"/>
          </a:xfrm>
          <a:prstGeom prst="ellipse">
            <a:avLst/>
          </a:prstGeom>
          <a:solidFill>
            <a:srgbClr val="14161C">
              <a:alpha val="28000"/>
            </a:srgbClr>
          </a:solidFill>
          <a:ln/>
        </p:spPr>
      </p:sp>
      <p:sp>
        <p:nvSpPr>
          <p:cNvPr id="23" name="Shape 21"/>
          <p:cNvSpPr/>
          <p:nvPr/>
        </p:nvSpPr>
        <p:spPr>
          <a:xfrm>
            <a:off x="3325535" y="9580836"/>
            <a:ext cx="78828" cy="78828"/>
          </a:xfrm>
          <a:prstGeom prst="ellipse">
            <a:avLst/>
          </a:prstGeom>
          <a:solidFill>
            <a:srgbClr val="14161C">
              <a:alpha val="28000"/>
            </a:srgbClr>
          </a:solidFill>
          <a:ln/>
        </p:spPr>
      </p:sp>
      <p:sp>
        <p:nvSpPr>
          <p:cNvPr id="24" name="Shape 22"/>
          <p:cNvSpPr/>
          <p:nvPr/>
        </p:nvSpPr>
        <p:spPr>
          <a:xfrm>
            <a:off x="3483190" y="9580836"/>
            <a:ext cx="78828" cy="78828"/>
          </a:xfrm>
          <a:prstGeom prst="ellipse">
            <a:avLst/>
          </a:prstGeom>
          <a:solidFill>
            <a:srgbClr val="14161C">
              <a:alpha val="28000"/>
            </a:srgbClr>
          </a:solidFill>
          <a:ln/>
        </p:spPr>
      </p:sp>
      <p:sp>
        <p:nvSpPr>
          <p:cNvPr id="25" name="Shape 23"/>
          <p:cNvSpPr/>
          <p:nvPr/>
        </p:nvSpPr>
        <p:spPr>
          <a:xfrm>
            <a:off x="3640845" y="9580836"/>
            <a:ext cx="78828" cy="78828"/>
          </a:xfrm>
          <a:prstGeom prst="ellipse">
            <a:avLst/>
          </a:prstGeom>
          <a:solidFill>
            <a:srgbClr val="14161C">
              <a:alpha val="28000"/>
            </a:srgbClr>
          </a:solidFill>
          <a:ln/>
        </p:spPr>
      </p:sp>
      <p:sp>
        <p:nvSpPr>
          <p:cNvPr id="26" name="Shape 24"/>
          <p:cNvSpPr/>
          <p:nvPr/>
        </p:nvSpPr>
        <p:spPr>
          <a:xfrm>
            <a:off x="3798500" y="9580836"/>
            <a:ext cx="78828" cy="78828"/>
          </a:xfrm>
          <a:prstGeom prst="ellipse">
            <a:avLst/>
          </a:prstGeom>
          <a:solidFill>
            <a:srgbClr val="14161C">
              <a:alpha val="28000"/>
            </a:srgbClr>
          </a:solidFill>
          <a:ln/>
        </p:spPr>
      </p:sp>
      <p:sp>
        <p:nvSpPr>
          <p:cNvPr id="27" name="Shape 25"/>
          <p:cNvSpPr/>
          <p:nvPr/>
        </p:nvSpPr>
        <p:spPr>
          <a:xfrm>
            <a:off x="3956155" y="9580836"/>
            <a:ext cx="78828" cy="78828"/>
          </a:xfrm>
          <a:prstGeom prst="ellipse">
            <a:avLst/>
          </a:prstGeom>
          <a:solidFill>
            <a:srgbClr val="14161C">
              <a:alpha val="28000"/>
            </a:srgbClr>
          </a:solidFill>
          <a:ln/>
        </p:spPr>
      </p:sp>
      <p:sp>
        <p:nvSpPr>
          <p:cNvPr id="28" name="Shape 26"/>
          <p:cNvSpPr/>
          <p:nvPr/>
        </p:nvSpPr>
        <p:spPr>
          <a:xfrm>
            <a:off x="4113810" y="9580836"/>
            <a:ext cx="78828" cy="78828"/>
          </a:xfrm>
          <a:prstGeom prst="ellipse">
            <a:avLst/>
          </a:prstGeom>
          <a:solidFill>
            <a:srgbClr val="14161C">
              <a:alpha val="28000"/>
            </a:srgbClr>
          </a:solidFill>
          <a:ln/>
        </p:spPr>
      </p:sp>
      <p:sp>
        <p:nvSpPr>
          <p:cNvPr id="29" name="Shape 27"/>
          <p:cNvSpPr/>
          <p:nvPr/>
        </p:nvSpPr>
        <p:spPr>
          <a:xfrm>
            <a:off x="4271465" y="9580836"/>
            <a:ext cx="78828" cy="78828"/>
          </a:xfrm>
          <a:prstGeom prst="ellipse">
            <a:avLst/>
          </a:prstGeom>
          <a:solidFill>
            <a:srgbClr val="14161C">
              <a:alpha val="28000"/>
            </a:srgbClr>
          </a:solidFill>
          <a:ln/>
        </p:spPr>
      </p:sp>
      <p:sp>
        <p:nvSpPr>
          <p:cNvPr id="30" name="Shape 28"/>
          <p:cNvSpPr/>
          <p:nvPr/>
        </p:nvSpPr>
        <p:spPr>
          <a:xfrm>
            <a:off x="4429120" y="9580836"/>
            <a:ext cx="78828" cy="78828"/>
          </a:xfrm>
          <a:prstGeom prst="ellipse">
            <a:avLst/>
          </a:prstGeom>
          <a:solidFill>
            <a:srgbClr val="14161C">
              <a:alpha val="28000"/>
            </a:srgbClr>
          </a:solidFill>
          <a:ln/>
        </p:spPr>
      </p:sp>
      <p:sp>
        <p:nvSpPr>
          <p:cNvPr id="31" name="Shape 29"/>
          <p:cNvSpPr/>
          <p:nvPr/>
        </p:nvSpPr>
        <p:spPr>
          <a:xfrm>
            <a:off x="4586775" y="9580836"/>
            <a:ext cx="78828" cy="78828"/>
          </a:xfrm>
          <a:prstGeom prst="ellipse">
            <a:avLst/>
          </a:prstGeom>
          <a:solidFill>
            <a:srgbClr val="14161C">
              <a:alpha val="28000"/>
            </a:srgbClr>
          </a:solidFill>
          <a:ln/>
        </p:spPr>
      </p:sp>
      <p:sp>
        <p:nvSpPr>
          <p:cNvPr id="32" name="Shape 30"/>
          <p:cNvSpPr/>
          <p:nvPr/>
        </p:nvSpPr>
        <p:spPr>
          <a:xfrm>
            <a:off x="4744430" y="9580836"/>
            <a:ext cx="78828" cy="78828"/>
          </a:xfrm>
          <a:prstGeom prst="ellipse">
            <a:avLst/>
          </a:prstGeom>
          <a:solidFill>
            <a:srgbClr val="14161C">
              <a:alpha val="28000"/>
            </a:srgbClr>
          </a:solidFill>
          <a:ln/>
        </p:spPr>
      </p:sp>
      <p:sp>
        <p:nvSpPr>
          <p:cNvPr id="33" name="Shape 31"/>
          <p:cNvSpPr/>
          <p:nvPr/>
        </p:nvSpPr>
        <p:spPr>
          <a:xfrm>
            <a:off x="4902085" y="9580836"/>
            <a:ext cx="78828" cy="78828"/>
          </a:xfrm>
          <a:prstGeom prst="ellipse">
            <a:avLst/>
          </a:prstGeom>
          <a:solidFill>
            <a:srgbClr val="14161C">
              <a:alpha val="28000"/>
            </a:srgbClr>
          </a:solidFill>
          <a:ln/>
        </p:spPr>
      </p:sp>
      <p:sp>
        <p:nvSpPr>
          <p:cNvPr id="34" name="Shape 32"/>
          <p:cNvSpPr/>
          <p:nvPr/>
        </p:nvSpPr>
        <p:spPr>
          <a:xfrm>
            <a:off x="5059740" y="9580836"/>
            <a:ext cx="78828" cy="78828"/>
          </a:xfrm>
          <a:prstGeom prst="ellipse">
            <a:avLst/>
          </a:prstGeom>
          <a:solidFill>
            <a:srgbClr val="14161C">
              <a:alpha val="28000"/>
            </a:srgbClr>
          </a:solidFill>
          <a:ln/>
        </p:spPr>
      </p:sp>
      <p:sp>
        <p:nvSpPr>
          <p:cNvPr id="35" name="Shape 33"/>
          <p:cNvSpPr/>
          <p:nvPr/>
        </p:nvSpPr>
        <p:spPr>
          <a:xfrm>
            <a:off x="5217395" y="9580836"/>
            <a:ext cx="78828" cy="78828"/>
          </a:xfrm>
          <a:prstGeom prst="ellipse">
            <a:avLst/>
          </a:prstGeom>
          <a:solidFill>
            <a:srgbClr val="14161C">
              <a:alpha val="28000"/>
            </a:srgbClr>
          </a:solidFill>
          <a:ln/>
        </p:spPr>
      </p:sp>
      <p:sp>
        <p:nvSpPr>
          <p:cNvPr id="36" name="Shape 34"/>
          <p:cNvSpPr/>
          <p:nvPr/>
        </p:nvSpPr>
        <p:spPr>
          <a:xfrm>
            <a:off x="5375050" y="9580836"/>
            <a:ext cx="78828" cy="78828"/>
          </a:xfrm>
          <a:prstGeom prst="ellipse">
            <a:avLst/>
          </a:prstGeom>
          <a:solidFill>
            <a:srgbClr val="14161C">
              <a:alpha val="28000"/>
            </a:srgbClr>
          </a:solidFill>
          <a:ln/>
        </p:spPr>
      </p:sp>
      <p:sp>
        <p:nvSpPr>
          <p:cNvPr id="37" name="Shape 35"/>
          <p:cNvSpPr/>
          <p:nvPr/>
        </p:nvSpPr>
        <p:spPr>
          <a:xfrm>
            <a:off x="5532705" y="9580836"/>
            <a:ext cx="78828" cy="78828"/>
          </a:xfrm>
          <a:prstGeom prst="ellipse">
            <a:avLst/>
          </a:prstGeom>
          <a:solidFill>
            <a:srgbClr val="14161C">
              <a:alpha val="28000"/>
            </a:srgbClr>
          </a:solidFill>
          <a:ln/>
        </p:spPr>
      </p:sp>
      <p:sp>
        <p:nvSpPr>
          <p:cNvPr id="38" name="Shape 36"/>
          <p:cNvSpPr/>
          <p:nvPr/>
        </p:nvSpPr>
        <p:spPr>
          <a:xfrm>
            <a:off x="5690359" y="9580836"/>
            <a:ext cx="78828" cy="78828"/>
          </a:xfrm>
          <a:prstGeom prst="ellipse">
            <a:avLst/>
          </a:prstGeom>
          <a:solidFill>
            <a:srgbClr val="14161C">
              <a:alpha val="28000"/>
            </a:srgbClr>
          </a:solidFill>
          <a:ln/>
        </p:spPr>
      </p:sp>
      <p:sp>
        <p:nvSpPr>
          <p:cNvPr id="39" name="Shape 37"/>
          <p:cNvSpPr/>
          <p:nvPr/>
        </p:nvSpPr>
        <p:spPr>
          <a:xfrm>
            <a:off x="5848014" y="9580836"/>
            <a:ext cx="78828" cy="78828"/>
          </a:xfrm>
          <a:prstGeom prst="ellipse">
            <a:avLst/>
          </a:prstGeom>
          <a:solidFill>
            <a:srgbClr val="14161C">
              <a:alpha val="28000"/>
            </a:srgbClr>
          </a:solidFill>
          <a:ln/>
        </p:spPr>
      </p:sp>
      <p:sp>
        <p:nvSpPr>
          <p:cNvPr id="40" name="Shape 38"/>
          <p:cNvSpPr/>
          <p:nvPr/>
        </p:nvSpPr>
        <p:spPr>
          <a:xfrm>
            <a:off x="6005669" y="9580836"/>
            <a:ext cx="78828" cy="78828"/>
          </a:xfrm>
          <a:prstGeom prst="ellipse">
            <a:avLst/>
          </a:prstGeom>
          <a:solidFill>
            <a:srgbClr val="14161C">
              <a:alpha val="28000"/>
            </a:srgbClr>
          </a:solidFill>
          <a:ln/>
        </p:spPr>
      </p:sp>
      <p:sp>
        <p:nvSpPr>
          <p:cNvPr id="41" name="Shape 39"/>
          <p:cNvSpPr/>
          <p:nvPr/>
        </p:nvSpPr>
        <p:spPr>
          <a:xfrm>
            <a:off x="6163324" y="9580836"/>
            <a:ext cx="78828" cy="78828"/>
          </a:xfrm>
          <a:prstGeom prst="ellipse">
            <a:avLst/>
          </a:prstGeom>
          <a:solidFill>
            <a:srgbClr val="14161C">
              <a:alpha val="28000"/>
            </a:srgbClr>
          </a:solidFill>
          <a:ln/>
        </p:spPr>
      </p:sp>
      <p:sp>
        <p:nvSpPr>
          <p:cNvPr id="42" name="Shape 40"/>
          <p:cNvSpPr/>
          <p:nvPr/>
        </p:nvSpPr>
        <p:spPr>
          <a:xfrm>
            <a:off x="6320979" y="9580836"/>
            <a:ext cx="78828" cy="78828"/>
          </a:xfrm>
          <a:prstGeom prst="ellipse">
            <a:avLst/>
          </a:prstGeom>
          <a:solidFill>
            <a:srgbClr val="14161C">
              <a:alpha val="28000"/>
            </a:srgbClr>
          </a:solidFill>
          <a:ln/>
        </p:spPr>
      </p:sp>
      <p:sp>
        <p:nvSpPr>
          <p:cNvPr id="43" name="Shape 41"/>
          <p:cNvSpPr/>
          <p:nvPr/>
        </p:nvSpPr>
        <p:spPr>
          <a:xfrm>
            <a:off x="6478634" y="9580836"/>
            <a:ext cx="78828" cy="78828"/>
          </a:xfrm>
          <a:prstGeom prst="ellipse">
            <a:avLst/>
          </a:prstGeom>
          <a:solidFill>
            <a:srgbClr val="14161C">
              <a:alpha val="28000"/>
            </a:srgbClr>
          </a:solidFill>
          <a:ln/>
        </p:spPr>
      </p:sp>
      <p:sp>
        <p:nvSpPr>
          <p:cNvPr id="44" name="Shape 42"/>
          <p:cNvSpPr/>
          <p:nvPr/>
        </p:nvSpPr>
        <p:spPr>
          <a:xfrm>
            <a:off x="6636289" y="9580836"/>
            <a:ext cx="78828" cy="78828"/>
          </a:xfrm>
          <a:prstGeom prst="ellipse">
            <a:avLst/>
          </a:prstGeom>
          <a:solidFill>
            <a:srgbClr val="14161C">
              <a:alpha val="28000"/>
            </a:srgbClr>
          </a:solidFill>
          <a:ln/>
        </p:spPr>
      </p:sp>
      <p:sp>
        <p:nvSpPr>
          <p:cNvPr id="45" name="Shape 43"/>
          <p:cNvSpPr/>
          <p:nvPr/>
        </p:nvSpPr>
        <p:spPr>
          <a:xfrm>
            <a:off x="6793944" y="9580836"/>
            <a:ext cx="78828" cy="78828"/>
          </a:xfrm>
          <a:prstGeom prst="ellipse">
            <a:avLst/>
          </a:prstGeom>
          <a:solidFill>
            <a:srgbClr val="14161C">
              <a:alpha val="28000"/>
            </a:srgbClr>
          </a:solidFill>
          <a:ln/>
        </p:spPr>
      </p:sp>
      <p:sp>
        <p:nvSpPr>
          <p:cNvPr id="46" name="Shape 44"/>
          <p:cNvSpPr/>
          <p:nvPr/>
        </p:nvSpPr>
        <p:spPr>
          <a:xfrm>
            <a:off x="6951599" y="9580836"/>
            <a:ext cx="78828" cy="78828"/>
          </a:xfrm>
          <a:prstGeom prst="ellipse">
            <a:avLst/>
          </a:prstGeom>
          <a:solidFill>
            <a:srgbClr val="14161C">
              <a:alpha val="28000"/>
            </a:srgbClr>
          </a:solidFill>
          <a:ln/>
        </p:spPr>
      </p:sp>
      <p:sp>
        <p:nvSpPr>
          <p:cNvPr id="47" name="Shape 45"/>
          <p:cNvSpPr/>
          <p:nvPr/>
        </p:nvSpPr>
        <p:spPr>
          <a:xfrm>
            <a:off x="7109254" y="9580836"/>
            <a:ext cx="78828" cy="78828"/>
          </a:xfrm>
          <a:prstGeom prst="ellipse">
            <a:avLst/>
          </a:prstGeom>
          <a:solidFill>
            <a:srgbClr val="14161C">
              <a:alpha val="28000"/>
            </a:srgbClr>
          </a:solidFill>
          <a:ln/>
        </p:spPr>
      </p:sp>
      <p:sp>
        <p:nvSpPr>
          <p:cNvPr id="48" name="Shape 46"/>
          <p:cNvSpPr/>
          <p:nvPr/>
        </p:nvSpPr>
        <p:spPr>
          <a:xfrm>
            <a:off x="7266909" y="9580836"/>
            <a:ext cx="78828" cy="78828"/>
          </a:xfrm>
          <a:prstGeom prst="ellipse">
            <a:avLst/>
          </a:prstGeom>
          <a:solidFill>
            <a:srgbClr val="14161C">
              <a:alpha val="28000"/>
            </a:srgbClr>
          </a:solidFill>
          <a:ln/>
        </p:spPr>
      </p:sp>
      <p:sp>
        <p:nvSpPr>
          <p:cNvPr id="49" name="Shape 47"/>
          <p:cNvSpPr/>
          <p:nvPr/>
        </p:nvSpPr>
        <p:spPr>
          <a:xfrm>
            <a:off x="7424564" y="9580836"/>
            <a:ext cx="78828" cy="78828"/>
          </a:xfrm>
          <a:prstGeom prst="ellipse">
            <a:avLst/>
          </a:prstGeom>
          <a:solidFill>
            <a:srgbClr val="14161C">
              <a:alpha val="28000"/>
            </a:srgbClr>
          </a:solidFill>
          <a:ln/>
        </p:spPr>
      </p:sp>
      <p:sp>
        <p:nvSpPr>
          <p:cNvPr id="50" name="Shape 48"/>
          <p:cNvSpPr/>
          <p:nvPr/>
        </p:nvSpPr>
        <p:spPr>
          <a:xfrm>
            <a:off x="7582219" y="9580836"/>
            <a:ext cx="78828" cy="78828"/>
          </a:xfrm>
          <a:prstGeom prst="ellipse">
            <a:avLst/>
          </a:prstGeom>
          <a:solidFill>
            <a:srgbClr val="14161C">
              <a:alpha val="28000"/>
            </a:srgbClr>
          </a:solidFill>
          <a:ln/>
        </p:spPr>
      </p:sp>
      <p:sp>
        <p:nvSpPr>
          <p:cNvPr id="51" name="Shape 49"/>
          <p:cNvSpPr/>
          <p:nvPr/>
        </p:nvSpPr>
        <p:spPr>
          <a:xfrm>
            <a:off x="7739874" y="9580836"/>
            <a:ext cx="78828" cy="78828"/>
          </a:xfrm>
          <a:prstGeom prst="ellipse">
            <a:avLst/>
          </a:prstGeom>
          <a:solidFill>
            <a:srgbClr val="14161C">
              <a:alpha val="28000"/>
            </a:srgbClr>
          </a:solidFill>
          <a:ln/>
        </p:spPr>
      </p:sp>
      <p:sp>
        <p:nvSpPr>
          <p:cNvPr id="52" name="Shape 50"/>
          <p:cNvSpPr/>
          <p:nvPr/>
        </p:nvSpPr>
        <p:spPr>
          <a:xfrm>
            <a:off x="7897529" y="9580836"/>
            <a:ext cx="78828" cy="78828"/>
          </a:xfrm>
          <a:prstGeom prst="ellipse">
            <a:avLst/>
          </a:prstGeom>
          <a:solidFill>
            <a:srgbClr val="14161C">
              <a:alpha val="28000"/>
            </a:srgbClr>
          </a:solidFill>
          <a:ln/>
        </p:spPr>
      </p:sp>
      <p:sp>
        <p:nvSpPr>
          <p:cNvPr id="53" name="Shape 51"/>
          <p:cNvSpPr/>
          <p:nvPr/>
        </p:nvSpPr>
        <p:spPr>
          <a:xfrm>
            <a:off x="8055184" y="9580836"/>
            <a:ext cx="78828" cy="78828"/>
          </a:xfrm>
          <a:prstGeom prst="ellipse">
            <a:avLst/>
          </a:prstGeom>
          <a:solidFill>
            <a:srgbClr val="14161C">
              <a:alpha val="28000"/>
            </a:srgbClr>
          </a:solidFill>
          <a:ln/>
        </p:spPr>
      </p:sp>
      <p:sp>
        <p:nvSpPr>
          <p:cNvPr id="54" name="Shape 52"/>
          <p:cNvSpPr/>
          <p:nvPr/>
        </p:nvSpPr>
        <p:spPr>
          <a:xfrm>
            <a:off x="8212839" y="9580836"/>
            <a:ext cx="78828" cy="78828"/>
          </a:xfrm>
          <a:prstGeom prst="ellipse">
            <a:avLst/>
          </a:prstGeom>
          <a:solidFill>
            <a:srgbClr val="14161C">
              <a:alpha val="28000"/>
            </a:srgbClr>
          </a:solidFill>
          <a:ln/>
        </p:spPr>
      </p:sp>
      <p:sp>
        <p:nvSpPr>
          <p:cNvPr id="55" name="Shape 53"/>
          <p:cNvSpPr/>
          <p:nvPr/>
        </p:nvSpPr>
        <p:spPr>
          <a:xfrm>
            <a:off x="8370494" y="9580836"/>
            <a:ext cx="78828" cy="78828"/>
          </a:xfrm>
          <a:prstGeom prst="ellipse">
            <a:avLst/>
          </a:prstGeom>
          <a:solidFill>
            <a:srgbClr val="14161C">
              <a:alpha val="28000"/>
            </a:srgbClr>
          </a:solidFill>
          <a:ln/>
        </p:spPr>
      </p:sp>
      <p:sp>
        <p:nvSpPr>
          <p:cNvPr id="56" name="Shape 54"/>
          <p:cNvSpPr/>
          <p:nvPr/>
        </p:nvSpPr>
        <p:spPr>
          <a:xfrm>
            <a:off x="8528148" y="9580836"/>
            <a:ext cx="78828" cy="78828"/>
          </a:xfrm>
          <a:prstGeom prst="ellipse">
            <a:avLst/>
          </a:prstGeom>
          <a:solidFill>
            <a:srgbClr val="14161C">
              <a:alpha val="28000"/>
            </a:srgbClr>
          </a:solidFill>
          <a:ln/>
        </p:spPr>
      </p:sp>
      <p:sp>
        <p:nvSpPr>
          <p:cNvPr id="57" name="Shape 55"/>
          <p:cNvSpPr/>
          <p:nvPr/>
        </p:nvSpPr>
        <p:spPr>
          <a:xfrm>
            <a:off x="8685803" y="9580836"/>
            <a:ext cx="78828" cy="78828"/>
          </a:xfrm>
          <a:prstGeom prst="ellipse">
            <a:avLst/>
          </a:prstGeom>
          <a:solidFill>
            <a:srgbClr val="14161C">
              <a:alpha val="28000"/>
            </a:srgbClr>
          </a:solidFill>
          <a:ln/>
        </p:spPr>
      </p:sp>
      <p:sp>
        <p:nvSpPr>
          <p:cNvPr id="58" name="Shape 56"/>
          <p:cNvSpPr/>
          <p:nvPr/>
        </p:nvSpPr>
        <p:spPr>
          <a:xfrm>
            <a:off x="8843458" y="9580836"/>
            <a:ext cx="78828" cy="78828"/>
          </a:xfrm>
          <a:prstGeom prst="ellipse">
            <a:avLst/>
          </a:prstGeom>
          <a:solidFill>
            <a:srgbClr val="14161C">
              <a:alpha val="28000"/>
            </a:srgbClr>
          </a:solidFill>
          <a:ln/>
        </p:spPr>
      </p:sp>
      <p:sp>
        <p:nvSpPr>
          <p:cNvPr id="59" name="Shape 57"/>
          <p:cNvSpPr/>
          <p:nvPr/>
        </p:nvSpPr>
        <p:spPr>
          <a:xfrm>
            <a:off x="9001113" y="9580836"/>
            <a:ext cx="78828" cy="78828"/>
          </a:xfrm>
          <a:prstGeom prst="ellipse">
            <a:avLst/>
          </a:prstGeom>
          <a:solidFill>
            <a:srgbClr val="14161C">
              <a:alpha val="28000"/>
            </a:srgbClr>
          </a:solidFill>
          <a:ln/>
        </p:spPr>
      </p:sp>
      <p:sp>
        <p:nvSpPr>
          <p:cNvPr id="60" name="Shape 58"/>
          <p:cNvSpPr/>
          <p:nvPr/>
        </p:nvSpPr>
        <p:spPr>
          <a:xfrm>
            <a:off x="9158768" y="9580836"/>
            <a:ext cx="78828" cy="78828"/>
          </a:xfrm>
          <a:prstGeom prst="ellipse">
            <a:avLst/>
          </a:prstGeom>
          <a:solidFill>
            <a:srgbClr val="14161C">
              <a:alpha val="28000"/>
            </a:srgbClr>
          </a:solidFill>
          <a:ln/>
        </p:spPr>
      </p:sp>
      <p:sp>
        <p:nvSpPr>
          <p:cNvPr id="61" name="Shape 59"/>
          <p:cNvSpPr/>
          <p:nvPr/>
        </p:nvSpPr>
        <p:spPr>
          <a:xfrm>
            <a:off x="9303285" y="9567698"/>
            <a:ext cx="105103" cy="105103"/>
          </a:xfrm>
          <a:prstGeom prst="ellipse">
            <a:avLst/>
          </a:prstGeom>
          <a:solidFill>
            <a:srgbClr val="E8472B"/>
          </a:solidFill>
          <a:ln/>
        </p:spPr>
      </p:sp>
      <p:sp>
        <p:nvSpPr>
          <p:cNvPr id="62" name="Shape 60"/>
          <p:cNvSpPr/>
          <p:nvPr/>
        </p:nvSpPr>
        <p:spPr>
          <a:xfrm>
            <a:off x="9474078" y="9580836"/>
            <a:ext cx="78828" cy="78828"/>
          </a:xfrm>
          <a:prstGeom prst="ellipse">
            <a:avLst/>
          </a:prstGeom>
          <a:solidFill>
            <a:srgbClr val="14161C">
              <a:alpha val="28000"/>
            </a:srgbClr>
          </a:solidFill>
          <a:ln/>
        </p:spPr>
      </p:sp>
      <p:sp>
        <p:nvSpPr>
          <p:cNvPr id="63" name="Shape 61"/>
          <p:cNvSpPr/>
          <p:nvPr/>
        </p:nvSpPr>
        <p:spPr>
          <a:xfrm>
            <a:off x="9631733" y="9580836"/>
            <a:ext cx="78828" cy="78828"/>
          </a:xfrm>
          <a:prstGeom prst="ellipse">
            <a:avLst/>
          </a:prstGeom>
          <a:solidFill>
            <a:srgbClr val="14161C">
              <a:alpha val="28000"/>
            </a:srgbClr>
          </a:solidFill>
          <a:ln/>
        </p:spPr>
      </p:sp>
      <p:sp>
        <p:nvSpPr>
          <p:cNvPr id="64" name="Shape 62"/>
          <p:cNvSpPr/>
          <p:nvPr/>
        </p:nvSpPr>
        <p:spPr>
          <a:xfrm>
            <a:off x="9789388" y="9580836"/>
            <a:ext cx="78828" cy="78828"/>
          </a:xfrm>
          <a:prstGeom prst="ellipse">
            <a:avLst/>
          </a:prstGeom>
          <a:solidFill>
            <a:srgbClr val="14161C">
              <a:alpha val="28000"/>
            </a:srgbClr>
          </a:solidFill>
          <a:ln/>
        </p:spPr>
      </p:sp>
      <p:sp>
        <p:nvSpPr>
          <p:cNvPr id="65" name="Shape 63"/>
          <p:cNvSpPr/>
          <p:nvPr/>
        </p:nvSpPr>
        <p:spPr>
          <a:xfrm>
            <a:off x="9947043" y="9580836"/>
            <a:ext cx="78828" cy="78828"/>
          </a:xfrm>
          <a:prstGeom prst="ellipse">
            <a:avLst/>
          </a:prstGeom>
          <a:solidFill>
            <a:srgbClr val="14161C">
              <a:alpha val="28000"/>
            </a:srgbClr>
          </a:solidFill>
          <a:ln/>
        </p:spPr>
      </p:sp>
      <p:sp>
        <p:nvSpPr>
          <p:cNvPr id="66" name="Text 6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54/58</a:t>
            </a:r>
            <a:endParaRPr lang="en-US" sz="1800" dirty="0"/>
          </a:p>
        </p:txBody>
      </p:sp>
      <p:sp>
        <p:nvSpPr>
          <p:cNvPr id="67" name="Shape 65"/>
          <p:cNvSpPr/>
          <p:nvPr/>
        </p:nvSpPr>
        <p:spPr>
          <a:xfrm>
            <a:off x="15983712" y="9076331"/>
            <a:ext cx="1645920" cy="552301"/>
          </a:xfrm>
          <a:prstGeom prst="roundRect">
            <a:avLst>
              <a:gd name="adj" fmla="val 28000"/>
            </a:avLst>
          </a:prstGeom>
          <a:solidFill>
            <a:srgbClr val="FFFFFF">
              <a:alpha val="82000"/>
            </a:srgbClr>
          </a:solidFill>
          <a:ln/>
        </p:spPr>
      </p:sp>
      <p:pic>
        <p:nvPicPr>
          <p:cNvPr id="68" name="Moda image moda-export-watermark-6bed8a1b-7a53-442a-a537-a25c460e2c97"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F3EEE3"/>
                </a:solidFill>
                <a:latin typeface="Noto Sans JP ExtraBold" pitchFamily="34" charset="0"/>
                <a:ea typeface="Noto Sans JP ExtraBold" pitchFamily="34" charset="-122"/>
                <a:cs typeface="Noto Sans JP ExtraBold" pitchFamily="34" charset="-120"/>
              </a:rPr>
              <a:t>用語： 尿素と 各物質</a:t>
            </a:r>
            <a:endParaRPr lang="en-US" sz="5700" dirty="0"/>
          </a:p>
        </p:txBody>
      </p:sp>
      <p:sp>
        <p:nvSpPr>
          <p:cNvPr id="3" name="Shape 1"/>
          <p:cNvSpPr/>
          <p:nvPr/>
        </p:nvSpPr>
        <p:spPr>
          <a:xfrm>
            <a:off x="914400" y="2762250"/>
            <a:ext cx="16459200" cy="904875"/>
          </a:xfrm>
          <a:prstGeom prst="roundRect">
            <a:avLst>
              <a:gd name="adj" fmla="val 21053"/>
            </a:avLst>
          </a:prstGeom>
          <a:solidFill>
            <a:srgbClr val="1E212B"/>
          </a:solidFill>
          <a:ln w="19050">
            <a:solidFill>
              <a:srgbClr val="2C3040"/>
            </a:solidFill>
            <a:prstDash val="solid"/>
          </a:ln>
        </p:spPr>
      </p:sp>
      <p:sp>
        <p:nvSpPr>
          <p:cNvPr id="4" name="Shape 2"/>
          <p:cNvSpPr/>
          <p:nvPr/>
        </p:nvSpPr>
        <p:spPr>
          <a:xfrm>
            <a:off x="914400" y="2762250"/>
            <a:ext cx="133350" cy="904875"/>
          </a:xfrm>
          <a:prstGeom prst="roundRect">
            <a:avLst>
              <a:gd name="adj" fmla="val 50000"/>
            </a:avLst>
          </a:prstGeom>
          <a:solidFill>
            <a:srgbClr val="3DD6A0"/>
          </a:solidFill>
          <a:ln/>
        </p:spPr>
      </p:sp>
      <p:sp>
        <p:nvSpPr>
          <p:cNvPr id="5" name="Text 3"/>
          <p:cNvSpPr/>
          <p:nvPr/>
        </p:nvSpPr>
        <p:spPr>
          <a:xfrm>
            <a:off x="1295400" y="2762250"/>
            <a:ext cx="5905500" cy="904875"/>
          </a:xfrm>
          <a:prstGeom prst="rect">
            <a:avLst/>
          </a:prstGeom>
          <a:noFill/>
          <a:ln/>
        </p:spPr>
        <p:txBody>
          <a:bodyPr wrap="square" lIns="0" tIns="37976" rIns="0" bIns="-37976" rtlCol="0" anchor="ctr"/>
          <a:lstStyle/>
          <a:p>
            <a:pPr algn="l" indent="0" marL="0">
              <a:lnSpc>
                <a:spcPts val="3450"/>
              </a:lnSpc>
              <a:buNone/>
            </a:pPr>
            <a:r>
              <a:rPr lang="en-US" sz="3000" dirty="0" spc="-17" kern="0">
                <a:solidFill>
                  <a:srgbClr val="3DD6A0"/>
                </a:solidFill>
                <a:latin typeface="Noto Sans JP ExtraBold" pitchFamily="34" charset="0"/>
                <a:ea typeface="Noto Sans JP ExtraBold" pitchFamily="34" charset="-122"/>
                <a:cs typeface="Noto Sans JP ExtraBold" pitchFamily="34" charset="-120"/>
              </a:rPr>
              <a:t>ure</a:t>
            </a:r>
            <a:endParaRPr lang="en-US" sz="3000" dirty="0"/>
          </a:p>
        </p:txBody>
      </p:sp>
      <p:sp>
        <p:nvSpPr>
          <p:cNvPr id="6" name="Text 4"/>
          <p:cNvSpPr/>
          <p:nvPr/>
        </p:nvSpPr>
        <p:spPr>
          <a:xfrm>
            <a:off x="7581900" y="2762250"/>
            <a:ext cx="9525000" cy="904875"/>
          </a:xfrm>
          <a:prstGeom prst="rect">
            <a:avLst/>
          </a:prstGeom>
          <a:noFill/>
          <a:ln/>
        </p:spPr>
        <p:txBody>
          <a:bodyPr wrap="square" lIns="0" tIns="0" rIns="0" bIns="0" rtlCol="0" anchor="ctr"/>
          <a:lstStyle/>
          <a:p>
            <a:pPr algn="l" indent="0" marL="0">
              <a:buNone/>
            </a:pPr>
            <a:r>
              <a:rPr lang="en-US" sz="2700" dirty="0" spc="-20" kern="0">
                <a:solidFill>
                  <a:srgbClr val="F3EEE3"/>
                </a:solidFill>
                <a:latin typeface="Noto Sans JP" pitchFamily="34" charset="0"/>
                <a:ea typeface="Noto Sans JP" pitchFamily="34" charset="-122"/>
                <a:cs typeface="Noto Sans JP" pitchFamily="34" charset="-120"/>
              </a:rPr>
              <a:t>urea;</a:t>
            </a:r>
            <a:r>
              <a:rPr lang="en-US" sz="2700" dirty="0" spc="2" kern="0">
                <a:solidFill>
                  <a:srgbClr val="F3EEE3"/>
                </a:solidFill>
                <a:latin typeface="Noto Sans JP" pitchFamily="34" charset="0"/>
                <a:ea typeface="Noto Sans JP" pitchFamily="34" charset="-122"/>
                <a:cs typeface="Noto Sans JP" pitchFamily="34" charset="-120"/>
              </a:rPr>
              <a:t> 尿素</a:t>
            </a:r>
            <a:endParaRPr lang="en-US" sz="2700" dirty="0"/>
          </a:p>
        </p:txBody>
      </p:sp>
      <p:sp>
        <p:nvSpPr>
          <p:cNvPr id="7" name="Shape 5"/>
          <p:cNvSpPr/>
          <p:nvPr/>
        </p:nvSpPr>
        <p:spPr>
          <a:xfrm>
            <a:off x="914400" y="3800475"/>
            <a:ext cx="16459200" cy="904875"/>
          </a:xfrm>
          <a:prstGeom prst="roundRect">
            <a:avLst>
              <a:gd name="adj" fmla="val 21053"/>
            </a:avLst>
          </a:prstGeom>
          <a:solidFill>
            <a:srgbClr val="1E212B"/>
          </a:solidFill>
          <a:ln w="19050">
            <a:solidFill>
              <a:srgbClr val="2C3040"/>
            </a:solidFill>
            <a:prstDash val="solid"/>
          </a:ln>
        </p:spPr>
      </p:sp>
      <p:sp>
        <p:nvSpPr>
          <p:cNvPr id="8" name="Shape 6"/>
          <p:cNvSpPr/>
          <p:nvPr/>
        </p:nvSpPr>
        <p:spPr>
          <a:xfrm>
            <a:off x="914400" y="3800475"/>
            <a:ext cx="133350" cy="904875"/>
          </a:xfrm>
          <a:prstGeom prst="roundRect">
            <a:avLst>
              <a:gd name="adj" fmla="val 50000"/>
            </a:avLst>
          </a:prstGeom>
          <a:solidFill>
            <a:srgbClr val="FF6A4D"/>
          </a:solidFill>
          <a:ln/>
        </p:spPr>
      </p:sp>
      <p:sp>
        <p:nvSpPr>
          <p:cNvPr id="9" name="Text 7"/>
          <p:cNvSpPr/>
          <p:nvPr/>
        </p:nvSpPr>
        <p:spPr>
          <a:xfrm>
            <a:off x="1295400" y="3800475"/>
            <a:ext cx="5905500" cy="904875"/>
          </a:xfrm>
          <a:prstGeom prst="rect">
            <a:avLst/>
          </a:prstGeom>
          <a:noFill/>
          <a:ln/>
        </p:spPr>
        <p:txBody>
          <a:bodyPr wrap="square" lIns="0" tIns="37976" rIns="0" bIns="-37976" rtlCol="0" anchor="ctr"/>
          <a:lstStyle/>
          <a:p>
            <a:pPr algn="l" indent="0" marL="0">
              <a:lnSpc>
                <a:spcPts val="3450"/>
              </a:lnSpc>
              <a:buNone/>
            </a:pPr>
            <a:r>
              <a:rPr lang="en-US" sz="3000" dirty="0" spc="-17" kern="0">
                <a:solidFill>
                  <a:srgbClr val="FF6A4D"/>
                </a:solidFill>
                <a:latin typeface="Noto Sans JP ExtraBold" pitchFamily="34" charset="0"/>
                <a:ea typeface="Noto Sans JP ExtraBold" pitchFamily="34" charset="-122"/>
                <a:cs typeface="Noto Sans JP ExtraBold" pitchFamily="34" charset="-120"/>
              </a:rPr>
              <a:t>biuret</a:t>
            </a:r>
            <a:endParaRPr lang="en-US" sz="3000" dirty="0"/>
          </a:p>
        </p:txBody>
      </p:sp>
      <p:sp>
        <p:nvSpPr>
          <p:cNvPr id="10" name="Text 8"/>
          <p:cNvSpPr/>
          <p:nvPr/>
        </p:nvSpPr>
        <p:spPr>
          <a:xfrm>
            <a:off x="7581900" y="3800475"/>
            <a:ext cx="9525000" cy="904875"/>
          </a:xfrm>
          <a:prstGeom prst="rect">
            <a:avLst/>
          </a:prstGeom>
          <a:noFill/>
          <a:ln/>
        </p:spPr>
        <p:txBody>
          <a:bodyPr wrap="square" lIns="0" tIns="0" rIns="0" bIns="0" rtlCol="0" anchor="ctr"/>
          <a:lstStyle/>
          <a:p>
            <a:pPr algn="l" indent="0" marL="0">
              <a:buNone/>
            </a:pPr>
            <a:r>
              <a:rPr lang="en-US" sz="2700" dirty="0" spc="-4" kern="0">
                <a:solidFill>
                  <a:srgbClr val="F3EEE3"/>
                </a:solidFill>
                <a:latin typeface="Noto Sans JP" pitchFamily="34" charset="0"/>
                <a:ea typeface="Noto Sans JP" pitchFamily="34" charset="-122"/>
                <a:cs typeface="Noto Sans JP" pitchFamily="34" charset="-120"/>
              </a:rPr>
              <a:t>biuret;</a:t>
            </a:r>
            <a:r>
              <a:rPr lang="en-US" sz="2700" dirty="0" spc="1" kern="0">
                <a:solidFill>
                  <a:srgbClr val="F3EEE3"/>
                </a:solidFill>
                <a:latin typeface="Noto Sans JP" pitchFamily="34" charset="0"/>
                <a:ea typeface="Noto Sans JP" pitchFamily="34" charset="-122"/>
                <a:cs typeface="Noto Sans JP" pitchFamily="34" charset="-120"/>
              </a:rPr>
              <a:t> ビウレット</a:t>
            </a:r>
            <a:r>
              <a:rPr lang="en-US" sz="2700" dirty="0" spc="-1" kern="0">
                <a:solidFill>
                  <a:srgbClr val="F3EEE3"/>
                </a:solidFill>
                <a:latin typeface="Noto Sans JP" pitchFamily="34" charset="0"/>
                <a:ea typeface="Noto Sans JP" pitchFamily="34" charset="-122"/>
                <a:cs typeface="Noto Sans JP" pitchFamily="34" charset="-120"/>
              </a:rPr>
              <a:t> [S17]</a:t>
            </a:r>
            <a:endParaRPr lang="en-US" sz="2700" dirty="0"/>
          </a:p>
        </p:txBody>
      </p:sp>
      <p:sp>
        <p:nvSpPr>
          <p:cNvPr id="11" name="Shape 9"/>
          <p:cNvSpPr/>
          <p:nvPr/>
        </p:nvSpPr>
        <p:spPr>
          <a:xfrm>
            <a:off x="914400" y="4838700"/>
            <a:ext cx="16459200" cy="904875"/>
          </a:xfrm>
          <a:prstGeom prst="roundRect">
            <a:avLst>
              <a:gd name="adj" fmla="val 21053"/>
            </a:avLst>
          </a:prstGeom>
          <a:solidFill>
            <a:srgbClr val="1E212B"/>
          </a:solidFill>
          <a:ln w="19050">
            <a:solidFill>
              <a:srgbClr val="2C3040"/>
            </a:solidFill>
            <a:prstDash val="solid"/>
          </a:ln>
        </p:spPr>
      </p:sp>
      <p:sp>
        <p:nvSpPr>
          <p:cNvPr id="12" name="Shape 10"/>
          <p:cNvSpPr/>
          <p:nvPr/>
        </p:nvSpPr>
        <p:spPr>
          <a:xfrm>
            <a:off x="914400" y="4838700"/>
            <a:ext cx="133350" cy="904875"/>
          </a:xfrm>
          <a:prstGeom prst="roundRect">
            <a:avLst>
              <a:gd name="adj" fmla="val 50000"/>
            </a:avLst>
          </a:prstGeom>
          <a:solidFill>
            <a:srgbClr val="7C93FF"/>
          </a:solidFill>
          <a:ln/>
        </p:spPr>
      </p:sp>
      <p:sp>
        <p:nvSpPr>
          <p:cNvPr id="13" name="Text 11"/>
          <p:cNvSpPr/>
          <p:nvPr/>
        </p:nvSpPr>
        <p:spPr>
          <a:xfrm>
            <a:off x="1295400" y="4838700"/>
            <a:ext cx="5905500" cy="904875"/>
          </a:xfrm>
          <a:prstGeom prst="rect">
            <a:avLst/>
          </a:prstGeom>
          <a:noFill/>
          <a:ln/>
        </p:spPr>
        <p:txBody>
          <a:bodyPr wrap="square" lIns="0" tIns="37976" rIns="0" bIns="-37976" rtlCol="0" anchor="ctr"/>
          <a:lstStyle/>
          <a:p>
            <a:pPr algn="l" indent="0" marL="0">
              <a:lnSpc>
                <a:spcPts val="3450"/>
              </a:lnSpc>
              <a:buNone/>
            </a:pPr>
            <a:r>
              <a:rPr lang="en-US" sz="3000" dirty="0" spc="-1" kern="0">
                <a:solidFill>
                  <a:srgbClr val="7C93FF"/>
                </a:solidFill>
                <a:latin typeface="Noto Sans JP ExtraBold" pitchFamily="34" charset="0"/>
                <a:ea typeface="Noto Sans JP ExtraBold" pitchFamily="34" charset="-122"/>
                <a:cs typeface="Noto Sans JP ExtraBold" pitchFamily="34" charset="-120"/>
              </a:rPr>
              <a:t>axit</a:t>
            </a:r>
            <a:r>
              <a:rPr lang="en-US" sz="3000" dirty="0" spc="-13" kern="0">
                <a:solidFill>
                  <a:srgbClr val="7C93FF"/>
                </a:solidFill>
                <a:latin typeface="Noto Sans JP ExtraBold" pitchFamily="34" charset="0"/>
                <a:ea typeface="Noto Sans JP ExtraBold" pitchFamily="34" charset="-122"/>
                <a:cs typeface="Noto Sans JP ExtraBold" pitchFamily="34" charset="-120"/>
              </a:rPr>
              <a:t> cyanuric</a:t>
            </a:r>
            <a:endParaRPr lang="en-US" sz="3000" dirty="0"/>
          </a:p>
        </p:txBody>
      </p:sp>
      <p:sp>
        <p:nvSpPr>
          <p:cNvPr id="14" name="Text 12"/>
          <p:cNvSpPr/>
          <p:nvPr/>
        </p:nvSpPr>
        <p:spPr>
          <a:xfrm>
            <a:off x="7581900" y="4838700"/>
            <a:ext cx="9525000" cy="904875"/>
          </a:xfrm>
          <a:prstGeom prst="rect">
            <a:avLst/>
          </a:prstGeom>
          <a:noFill/>
          <a:ln/>
        </p:spPr>
        <p:txBody>
          <a:bodyPr wrap="square" lIns="0" tIns="0" rIns="0" bIns="0" rtlCol="0" anchor="ctr"/>
          <a:lstStyle/>
          <a:p>
            <a:pPr algn="l" indent="0" marL="0">
              <a:buNone/>
            </a:pPr>
            <a:r>
              <a:rPr lang="en-US" sz="2700" dirty="0" spc="-8" kern="0">
                <a:solidFill>
                  <a:srgbClr val="F3EEE3"/>
                </a:solidFill>
                <a:latin typeface="Noto Sans JP" pitchFamily="34" charset="0"/>
                <a:ea typeface="Noto Sans JP" pitchFamily="34" charset="-122"/>
                <a:cs typeface="Noto Sans JP" pitchFamily="34" charset="-120"/>
              </a:rPr>
              <a:t>cyanuric</a:t>
            </a:r>
            <a:r>
              <a:rPr lang="en-US" sz="2700" dirty="0" spc="1" kern="0">
                <a:solidFill>
                  <a:srgbClr val="F3EEE3"/>
                </a:solidFill>
                <a:latin typeface="Noto Sans JP" pitchFamily="34" charset="0"/>
                <a:ea typeface="Noto Sans JP" pitchFamily="34" charset="-122"/>
                <a:cs typeface="Noto Sans JP" pitchFamily="34" charset="-120"/>
              </a:rPr>
              <a:t> acid; シアヌル酸</a:t>
            </a:r>
            <a:r>
              <a:rPr lang="en-US" sz="2700" dirty="0" spc="0" kern="0">
                <a:solidFill>
                  <a:srgbClr val="F3EEE3"/>
                </a:solidFill>
                <a:latin typeface="Noto Sans JP" pitchFamily="34" charset="0"/>
                <a:ea typeface="Noto Sans JP" pitchFamily="34" charset="-122"/>
                <a:cs typeface="Noto Sans JP" pitchFamily="34" charset="-120"/>
              </a:rPr>
              <a:t> [S17]</a:t>
            </a:r>
            <a:endParaRPr lang="en-US" sz="2700" dirty="0"/>
          </a:p>
        </p:txBody>
      </p:sp>
      <p:sp>
        <p:nvSpPr>
          <p:cNvPr id="15" name="Shape 13"/>
          <p:cNvSpPr/>
          <p:nvPr/>
        </p:nvSpPr>
        <p:spPr>
          <a:xfrm>
            <a:off x="914400" y="5876925"/>
            <a:ext cx="16459200" cy="904875"/>
          </a:xfrm>
          <a:prstGeom prst="roundRect">
            <a:avLst>
              <a:gd name="adj" fmla="val 21053"/>
            </a:avLst>
          </a:prstGeom>
          <a:solidFill>
            <a:srgbClr val="1E212B"/>
          </a:solidFill>
          <a:ln w="19050">
            <a:solidFill>
              <a:srgbClr val="2C3040"/>
            </a:solidFill>
            <a:prstDash val="solid"/>
          </a:ln>
        </p:spPr>
      </p:sp>
      <p:sp>
        <p:nvSpPr>
          <p:cNvPr id="16" name="Shape 14"/>
          <p:cNvSpPr/>
          <p:nvPr/>
        </p:nvSpPr>
        <p:spPr>
          <a:xfrm>
            <a:off x="914400" y="5876925"/>
            <a:ext cx="133350" cy="904875"/>
          </a:xfrm>
          <a:prstGeom prst="roundRect">
            <a:avLst>
              <a:gd name="adj" fmla="val 50000"/>
            </a:avLst>
          </a:prstGeom>
          <a:solidFill>
            <a:srgbClr val="FFB454"/>
          </a:solidFill>
          <a:ln/>
        </p:spPr>
      </p:sp>
      <p:sp>
        <p:nvSpPr>
          <p:cNvPr id="17" name="Text 15"/>
          <p:cNvSpPr/>
          <p:nvPr/>
        </p:nvSpPr>
        <p:spPr>
          <a:xfrm>
            <a:off x="1295400" y="5876925"/>
            <a:ext cx="5905500" cy="904875"/>
          </a:xfrm>
          <a:prstGeom prst="rect">
            <a:avLst/>
          </a:prstGeom>
          <a:noFill/>
          <a:ln/>
        </p:spPr>
        <p:txBody>
          <a:bodyPr wrap="square" lIns="0" tIns="37976" rIns="0" bIns="-37976" rtlCol="0" anchor="ctr"/>
          <a:lstStyle/>
          <a:p>
            <a:pPr algn="l" indent="0" marL="0">
              <a:lnSpc>
                <a:spcPts val="3450"/>
              </a:lnSpc>
              <a:buNone/>
            </a:pPr>
            <a:r>
              <a:rPr lang="en-US" sz="3000" dirty="0" spc="-1" kern="0">
                <a:solidFill>
                  <a:srgbClr val="FFB454"/>
                </a:solidFill>
                <a:latin typeface="Noto Sans JP ExtraBold" pitchFamily="34" charset="0"/>
                <a:ea typeface="Noto Sans JP ExtraBold" pitchFamily="34" charset="-122"/>
                <a:cs typeface="Noto Sans JP ExtraBold" pitchFamily="34" charset="-120"/>
              </a:rPr>
              <a:t>ammelide</a:t>
            </a:r>
            <a:endParaRPr lang="en-US" sz="3000" dirty="0"/>
          </a:p>
        </p:txBody>
      </p:sp>
      <p:sp>
        <p:nvSpPr>
          <p:cNvPr id="18" name="Text 16"/>
          <p:cNvSpPr/>
          <p:nvPr/>
        </p:nvSpPr>
        <p:spPr>
          <a:xfrm>
            <a:off x="7581900" y="5876925"/>
            <a:ext cx="9525000" cy="9048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Noto Sans JP" pitchFamily="34" charset="0"/>
                <a:ea typeface="Noto Sans JP" pitchFamily="34" charset="-122"/>
                <a:cs typeface="Noto Sans JP" pitchFamily="34" charset="-120"/>
              </a:rPr>
              <a:t>ammelide;</a:t>
            </a:r>
            <a:r>
              <a:rPr lang="en-US" sz="2700" dirty="0" spc="-31" kern="0">
                <a:solidFill>
                  <a:srgbClr val="F3EEE3"/>
                </a:solidFill>
                <a:latin typeface="Noto Sans JP" pitchFamily="34" charset="0"/>
                <a:ea typeface="Noto Sans JP" pitchFamily="34" charset="-122"/>
                <a:cs typeface="Noto Sans JP" pitchFamily="34" charset="-120"/>
              </a:rPr>
              <a:t> アンメリド</a:t>
            </a:r>
            <a:endParaRPr lang="en-US" sz="2700" dirty="0"/>
          </a:p>
        </p:txBody>
      </p:sp>
      <p:sp>
        <p:nvSpPr>
          <p:cNvPr id="19" name="Shape 17"/>
          <p:cNvSpPr/>
          <p:nvPr/>
        </p:nvSpPr>
        <p:spPr>
          <a:xfrm>
            <a:off x="914400" y="6915150"/>
            <a:ext cx="16459200" cy="904875"/>
          </a:xfrm>
          <a:prstGeom prst="roundRect">
            <a:avLst>
              <a:gd name="adj" fmla="val 21053"/>
            </a:avLst>
          </a:prstGeom>
          <a:solidFill>
            <a:srgbClr val="1E212B"/>
          </a:solidFill>
          <a:ln w="19050">
            <a:solidFill>
              <a:srgbClr val="2C3040"/>
            </a:solidFill>
            <a:prstDash val="solid"/>
          </a:ln>
        </p:spPr>
      </p:sp>
      <p:sp>
        <p:nvSpPr>
          <p:cNvPr id="20" name="Shape 18"/>
          <p:cNvSpPr/>
          <p:nvPr/>
        </p:nvSpPr>
        <p:spPr>
          <a:xfrm>
            <a:off x="914400" y="6915150"/>
            <a:ext cx="133350" cy="904875"/>
          </a:xfrm>
          <a:prstGeom prst="roundRect">
            <a:avLst>
              <a:gd name="adj" fmla="val 50000"/>
            </a:avLst>
          </a:prstGeom>
          <a:solidFill>
            <a:srgbClr val="3DD6A0"/>
          </a:solidFill>
          <a:ln/>
        </p:spPr>
      </p:sp>
      <p:sp>
        <p:nvSpPr>
          <p:cNvPr id="21" name="Text 19"/>
          <p:cNvSpPr/>
          <p:nvPr/>
        </p:nvSpPr>
        <p:spPr>
          <a:xfrm>
            <a:off x="1295400" y="6915150"/>
            <a:ext cx="5905500" cy="904875"/>
          </a:xfrm>
          <a:prstGeom prst="rect">
            <a:avLst/>
          </a:prstGeom>
          <a:noFill/>
          <a:ln/>
        </p:spPr>
        <p:txBody>
          <a:bodyPr wrap="square" lIns="0" tIns="37976" rIns="0" bIns="-37976" rtlCol="0" anchor="ctr"/>
          <a:lstStyle/>
          <a:p>
            <a:pPr algn="l" indent="0" marL="0">
              <a:lnSpc>
                <a:spcPts val="3450"/>
              </a:lnSpc>
              <a:buNone/>
            </a:pPr>
            <a:r>
              <a:rPr lang="en-US" sz="3000" dirty="0" spc="-2" kern="0">
                <a:solidFill>
                  <a:srgbClr val="3DD6A0"/>
                </a:solidFill>
                <a:latin typeface="Noto Sans JP ExtraBold" pitchFamily="34" charset="0"/>
                <a:ea typeface="Noto Sans JP ExtraBold" pitchFamily="34" charset="-122"/>
                <a:cs typeface="Noto Sans JP ExtraBold" pitchFamily="34" charset="-120"/>
              </a:rPr>
              <a:t>ammeline</a:t>
            </a:r>
            <a:endParaRPr lang="en-US" sz="3000" dirty="0"/>
          </a:p>
        </p:txBody>
      </p:sp>
      <p:sp>
        <p:nvSpPr>
          <p:cNvPr id="22" name="Text 20"/>
          <p:cNvSpPr/>
          <p:nvPr/>
        </p:nvSpPr>
        <p:spPr>
          <a:xfrm>
            <a:off x="7581900" y="6915150"/>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Noto Sans JP" pitchFamily="34" charset="0"/>
                <a:ea typeface="Noto Sans JP" pitchFamily="34" charset="-122"/>
                <a:cs typeface="Noto Sans JP" pitchFamily="34" charset="-120"/>
              </a:rPr>
              <a:t>ammeline;</a:t>
            </a:r>
            <a:r>
              <a:rPr lang="en-US" sz="2700" dirty="0" spc="-30" kern="0">
                <a:solidFill>
                  <a:srgbClr val="F3EEE3"/>
                </a:solidFill>
                <a:latin typeface="Noto Sans JP" pitchFamily="34" charset="0"/>
                <a:ea typeface="Noto Sans JP" pitchFamily="34" charset="-122"/>
                <a:cs typeface="Noto Sans JP" pitchFamily="34" charset="-120"/>
              </a:rPr>
              <a:t> アンメリン</a:t>
            </a:r>
            <a:endParaRPr lang="en-US" sz="2700" dirty="0"/>
          </a:p>
        </p:txBody>
      </p:sp>
      <p:sp>
        <p:nvSpPr>
          <p:cNvPr id="23" name="Shape 21"/>
          <p:cNvSpPr/>
          <p:nvPr/>
        </p:nvSpPr>
        <p:spPr>
          <a:xfrm>
            <a:off x="914400" y="7953375"/>
            <a:ext cx="16459200" cy="904875"/>
          </a:xfrm>
          <a:prstGeom prst="roundRect">
            <a:avLst>
              <a:gd name="adj" fmla="val 21053"/>
            </a:avLst>
          </a:prstGeom>
          <a:solidFill>
            <a:srgbClr val="1E212B"/>
          </a:solidFill>
          <a:ln w="19050">
            <a:solidFill>
              <a:srgbClr val="2C3040"/>
            </a:solidFill>
            <a:prstDash val="solid"/>
          </a:ln>
        </p:spPr>
      </p:sp>
      <p:sp>
        <p:nvSpPr>
          <p:cNvPr id="24" name="Shape 22"/>
          <p:cNvSpPr/>
          <p:nvPr/>
        </p:nvSpPr>
        <p:spPr>
          <a:xfrm>
            <a:off x="914400" y="7953375"/>
            <a:ext cx="133350" cy="904875"/>
          </a:xfrm>
          <a:prstGeom prst="roundRect">
            <a:avLst>
              <a:gd name="adj" fmla="val 50000"/>
            </a:avLst>
          </a:prstGeom>
          <a:solidFill>
            <a:srgbClr val="FF6A4D"/>
          </a:solidFill>
          <a:ln/>
        </p:spPr>
      </p:sp>
      <p:sp>
        <p:nvSpPr>
          <p:cNvPr id="25" name="Text 23"/>
          <p:cNvSpPr/>
          <p:nvPr/>
        </p:nvSpPr>
        <p:spPr>
          <a:xfrm>
            <a:off x="1295400" y="7953375"/>
            <a:ext cx="5905500" cy="904875"/>
          </a:xfrm>
          <a:prstGeom prst="rect">
            <a:avLst/>
          </a:prstGeom>
          <a:noFill/>
          <a:ln/>
        </p:spPr>
        <p:txBody>
          <a:bodyPr wrap="square" lIns="0" tIns="37976" rIns="0" bIns="-37976" rtlCol="0" anchor="ctr"/>
          <a:lstStyle/>
          <a:p>
            <a:pPr algn="l" indent="0" marL="0">
              <a:lnSpc>
                <a:spcPts val="3450"/>
              </a:lnSpc>
              <a:buNone/>
            </a:pPr>
            <a:r>
              <a:rPr lang="en-US" sz="3000" dirty="0" spc="-3" kern="0">
                <a:solidFill>
                  <a:srgbClr val="FF6A4D"/>
                </a:solidFill>
                <a:latin typeface="Noto Sans JP ExtraBold" pitchFamily="34" charset="0"/>
                <a:ea typeface="Noto Sans JP ExtraBold" pitchFamily="34" charset="-122"/>
                <a:cs typeface="Noto Sans JP ExtraBold" pitchFamily="34" charset="-120"/>
              </a:rPr>
              <a:t>melamin</a:t>
            </a:r>
            <a:endParaRPr lang="en-US" sz="3000" dirty="0"/>
          </a:p>
        </p:txBody>
      </p:sp>
      <p:sp>
        <p:nvSpPr>
          <p:cNvPr id="26" name="Text 24"/>
          <p:cNvSpPr/>
          <p:nvPr/>
        </p:nvSpPr>
        <p:spPr>
          <a:xfrm>
            <a:off x="7581900" y="7953375"/>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Noto Sans JP" pitchFamily="34" charset="0"/>
                <a:ea typeface="Noto Sans JP" pitchFamily="34" charset="-122"/>
                <a:cs typeface="Noto Sans JP" pitchFamily="34" charset="-120"/>
              </a:rPr>
              <a:t>melamine;</a:t>
            </a:r>
            <a:r>
              <a:rPr lang="en-US" sz="2700" dirty="0" spc="2" kern="0">
                <a:solidFill>
                  <a:srgbClr val="F3EEE3"/>
                </a:solidFill>
                <a:latin typeface="Noto Sans JP" pitchFamily="34" charset="0"/>
                <a:ea typeface="Noto Sans JP" pitchFamily="34" charset="-122"/>
                <a:cs typeface="Noto Sans JP" pitchFamily="34" charset="-120"/>
              </a:rPr>
              <a:t> メラミン</a:t>
            </a:r>
            <a:endParaRPr lang="en-US" sz="2700" dirty="0"/>
          </a:p>
        </p:txBody>
      </p:sp>
      <p:sp>
        <p:nvSpPr>
          <p:cNvPr id="27" name="Text 2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1" kern="0">
                <a:solidFill>
                  <a:srgbClr val="9AA0B5"/>
                </a:solidFill>
                <a:latin typeface="Noto Sans JP" pitchFamily="34" charset="0"/>
                <a:ea typeface="Noto Sans JP" pitchFamily="34" charset="-122"/>
                <a:cs typeface="Noto Sans JP" pitchFamily="34" charset="-120"/>
              </a:rPr>
              <a:t> [S17]</a:t>
            </a:r>
            <a:endParaRPr lang="en-US" sz="1800" dirty="0"/>
          </a:p>
        </p:txBody>
      </p:sp>
      <p:sp>
        <p:nvSpPr>
          <p:cNvPr id="28" name="Shape 26"/>
          <p:cNvSpPr/>
          <p:nvPr/>
        </p:nvSpPr>
        <p:spPr>
          <a:xfrm>
            <a:off x="960711" y="9580836"/>
            <a:ext cx="78828" cy="78828"/>
          </a:xfrm>
          <a:prstGeom prst="ellipse">
            <a:avLst/>
          </a:prstGeom>
          <a:solidFill>
            <a:srgbClr val="F3EEE3">
              <a:alpha val="28000"/>
            </a:srgbClr>
          </a:solidFill>
          <a:ln/>
        </p:spPr>
      </p:sp>
      <p:sp>
        <p:nvSpPr>
          <p:cNvPr id="29" name="Shape 27"/>
          <p:cNvSpPr/>
          <p:nvPr/>
        </p:nvSpPr>
        <p:spPr>
          <a:xfrm>
            <a:off x="1118366" y="9580836"/>
            <a:ext cx="78828" cy="78828"/>
          </a:xfrm>
          <a:prstGeom prst="ellipse">
            <a:avLst/>
          </a:prstGeom>
          <a:solidFill>
            <a:srgbClr val="F3EEE3">
              <a:alpha val="28000"/>
            </a:srgbClr>
          </a:solidFill>
          <a:ln/>
        </p:spPr>
      </p:sp>
      <p:sp>
        <p:nvSpPr>
          <p:cNvPr id="30" name="Shape 28"/>
          <p:cNvSpPr/>
          <p:nvPr/>
        </p:nvSpPr>
        <p:spPr>
          <a:xfrm>
            <a:off x="1276021" y="9580836"/>
            <a:ext cx="78828" cy="78828"/>
          </a:xfrm>
          <a:prstGeom prst="ellipse">
            <a:avLst/>
          </a:prstGeom>
          <a:solidFill>
            <a:srgbClr val="F3EEE3">
              <a:alpha val="28000"/>
            </a:srgbClr>
          </a:solidFill>
          <a:ln/>
        </p:spPr>
      </p:sp>
      <p:sp>
        <p:nvSpPr>
          <p:cNvPr id="31" name="Shape 29"/>
          <p:cNvSpPr/>
          <p:nvPr/>
        </p:nvSpPr>
        <p:spPr>
          <a:xfrm>
            <a:off x="1433676" y="9580836"/>
            <a:ext cx="78828" cy="78828"/>
          </a:xfrm>
          <a:prstGeom prst="ellipse">
            <a:avLst/>
          </a:prstGeom>
          <a:solidFill>
            <a:srgbClr val="F3EEE3">
              <a:alpha val="28000"/>
            </a:srgbClr>
          </a:solidFill>
          <a:ln/>
        </p:spPr>
      </p:sp>
      <p:sp>
        <p:nvSpPr>
          <p:cNvPr id="32" name="Shape 30"/>
          <p:cNvSpPr/>
          <p:nvPr/>
        </p:nvSpPr>
        <p:spPr>
          <a:xfrm>
            <a:off x="1591331" y="9580836"/>
            <a:ext cx="78828" cy="78828"/>
          </a:xfrm>
          <a:prstGeom prst="ellipse">
            <a:avLst/>
          </a:prstGeom>
          <a:solidFill>
            <a:srgbClr val="F3EEE3">
              <a:alpha val="28000"/>
            </a:srgbClr>
          </a:solidFill>
          <a:ln/>
        </p:spPr>
      </p:sp>
      <p:sp>
        <p:nvSpPr>
          <p:cNvPr id="33" name="Shape 31"/>
          <p:cNvSpPr/>
          <p:nvPr/>
        </p:nvSpPr>
        <p:spPr>
          <a:xfrm>
            <a:off x="1748986" y="9580836"/>
            <a:ext cx="78828" cy="78828"/>
          </a:xfrm>
          <a:prstGeom prst="ellipse">
            <a:avLst/>
          </a:prstGeom>
          <a:solidFill>
            <a:srgbClr val="F3EEE3">
              <a:alpha val="28000"/>
            </a:srgbClr>
          </a:solidFill>
          <a:ln/>
        </p:spPr>
      </p:sp>
      <p:sp>
        <p:nvSpPr>
          <p:cNvPr id="34" name="Shape 32"/>
          <p:cNvSpPr/>
          <p:nvPr/>
        </p:nvSpPr>
        <p:spPr>
          <a:xfrm>
            <a:off x="1906641" y="9580836"/>
            <a:ext cx="78828" cy="78828"/>
          </a:xfrm>
          <a:prstGeom prst="ellipse">
            <a:avLst/>
          </a:prstGeom>
          <a:solidFill>
            <a:srgbClr val="F3EEE3">
              <a:alpha val="28000"/>
            </a:srgbClr>
          </a:solidFill>
          <a:ln/>
        </p:spPr>
      </p:sp>
      <p:sp>
        <p:nvSpPr>
          <p:cNvPr id="35" name="Shape 33"/>
          <p:cNvSpPr/>
          <p:nvPr/>
        </p:nvSpPr>
        <p:spPr>
          <a:xfrm>
            <a:off x="2064296" y="9580836"/>
            <a:ext cx="78828" cy="78828"/>
          </a:xfrm>
          <a:prstGeom prst="ellipse">
            <a:avLst/>
          </a:prstGeom>
          <a:solidFill>
            <a:srgbClr val="F3EEE3">
              <a:alpha val="28000"/>
            </a:srgbClr>
          </a:solidFill>
          <a:ln/>
        </p:spPr>
      </p:sp>
      <p:sp>
        <p:nvSpPr>
          <p:cNvPr id="36" name="Shape 34"/>
          <p:cNvSpPr/>
          <p:nvPr/>
        </p:nvSpPr>
        <p:spPr>
          <a:xfrm>
            <a:off x="2221951" y="9580836"/>
            <a:ext cx="78828" cy="78828"/>
          </a:xfrm>
          <a:prstGeom prst="ellipse">
            <a:avLst/>
          </a:prstGeom>
          <a:solidFill>
            <a:srgbClr val="F3EEE3">
              <a:alpha val="28000"/>
            </a:srgbClr>
          </a:solidFill>
          <a:ln/>
        </p:spPr>
      </p:sp>
      <p:sp>
        <p:nvSpPr>
          <p:cNvPr id="37" name="Shape 35"/>
          <p:cNvSpPr/>
          <p:nvPr/>
        </p:nvSpPr>
        <p:spPr>
          <a:xfrm>
            <a:off x="2379606" y="9580836"/>
            <a:ext cx="78828" cy="78828"/>
          </a:xfrm>
          <a:prstGeom prst="ellipse">
            <a:avLst/>
          </a:prstGeom>
          <a:solidFill>
            <a:srgbClr val="F3EEE3">
              <a:alpha val="28000"/>
            </a:srgbClr>
          </a:solidFill>
          <a:ln/>
        </p:spPr>
      </p:sp>
      <p:sp>
        <p:nvSpPr>
          <p:cNvPr id="38" name="Shape 36"/>
          <p:cNvSpPr/>
          <p:nvPr/>
        </p:nvSpPr>
        <p:spPr>
          <a:xfrm>
            <a:off x="2537261" y="9580836"/>
            <a:ext cx="78828" cy="78828"/>
          </a:xfrm>
          <a:prstGeom prst="ellipse">
            <a:avLst/>
          </a:prstGeom>
          <a:solidFill>
            <a:srgbClr val="F3EEE3">
              <a:alpha val="28000"/>
            </a:srgbClr>
          </a:solidFill>
          <a:ln/>
        </p:spPr>
      </p:sp>
      <p:sp>
        <p:nvSpPr>
          <p:cNvPr id="39" name="Shape 37"/>
          <p:cNvSpPr/>
          <p:nvPr/>
        </p:nvSpPr>
        <p:spPr>
          <a:xfrm>
            <a:off x="2694916" y="9580836"/>
            <a:ext cx="78828" cy="78828"/>
          </a:xfrm>
          <a:prstGeom prst="ellipse">
            <a:avLst/>
          </a:prstGeom>
          <a:solidFill>
            <a:srgbClr val="F3EEE3">
              <a:alpha val="28000"/>
            </a:srgbClr>
          </a:solidFill>
          <a:ln/>
        </p:spPr>
      </p:sp>
      <p:sp>
        <p:nvSpPr>
          <p:cNvPr id="40" name="Shape 38"/>
          <p:cNvSpPr/>
          <p:nvPr/>
        </p:nvSpPr>
        <p:spPr>
          <a:xfrm>
            <a:off x="2852571" y="9580836"/>
            <a:ext cx="78828" cy="78828"/>
          </a:xfrm>
          <a:prstGeom prst="ellipse">
            <a:avLst/>
          </a:prstGeom>
          <a:solidFill>
            <a:srgbClr val="F3EEE3">
              <a:alpha val="28000"/>
            </a:srgbClr>
          </a:solidFill>
          <a:ln/>
        </p:spPr>
      </p:sp>
      <p:sp>
        <p:nvSpPr>
          <p:cNvPr id="41" name="Shape 39"/>
          <p:cNvSpPr/>
          <p:nvPr/>
        </p:nvSpPr>
        <p:spPr>
          <a:xfrm>
            <a:off x="3010225" y="9580836"/>
            <a:ext cx="78828" cy="78828"/>
          </a:xfrm>
          <a:prstGeom prst="ellipse">
            <a:avLst/>
          </a:prstGeom>
          <a:solidFill>
            <a:srgbClr val="F3EEE3">
              <a:alpha val="28000"/>
            </a:srgbClr>
          </a:solidFill>
          <a:ln/>
        </p:spPr>
      </p:sp>
      <p:sp>
        <p:nvSpPr>
          <p:cNvPr id="42" name="Shape 40"/>
          <p:cNvSpPr/>
          <p:nvPr/>
        </p:nvSpPr>
        <p:spPr>
          <a:xfrm>
            <a:off x="3167880" y="9580836"/>
            <a:ext cx="78828" cy="78828"/>
          </a:xfrm>
          <a:prstGeom prst="ellipse">
            <a:avLst/>
          </a:prstGeom>
          <a:solidFill>
            <a:srgbClr val="F3EEE3">
              <a:alpha val="28000"/>
            </a:srgbClr>
          </a:solidFill>
          <a:ln/>
        </p:spPr>
      </p:sp>
      <p:sp>
        <p:nvSpPr>
          <p:cNvPr id="43" name="Shape 41"/>
          <p:cNvSpPr/>
          <p:nvPr/>
        </p:nvSpPr>
        <p:spPr>
          <a:xfrm>
            <a:off x="3325535" y="9580836"/>
            <a:ext cx="78828" cy="78828"/>
          </a:xfrm>
          <a:prstGeom prst="ellipse">
            <a:avLst/>
          </a:prstGeom>
          <a:solidFill>
            <a:srgbClr val="F3EEE3">
              <a:alpha val="28000"/>
            </a:srgbClr>
          </a:solidFill>
          <a:ln/>
        </p:spPr>
      </p:sp>
      <p:sp>
        <p:nvSpPr>
          <p:cNvPr id="44" name="Shape 42"/>
          <p:cNvSpPr/>
          <p:nvPr/>
        </p:nvSpPr>
        <p:spPr>
          <a:xfrm>
            <a:off x="3483190" y="9580836"/>
            <a:ext cx="78828" cy="78828"/>
          </a:xfrm>
          <a:prstGeom prst="ellipse">
            <a:avLst/>
          </a:prstGeom>
          <a:solidFill>
            <a:srgbClr val="F3EEE3">
              <a:alpha val="28000"/>
            </a:srgbClr>
          </a:solidFill>
          <a:ln/>
        </p:spPr>
      </p:sp>
      <p:sp>
        <p:nvSpPr>
          <p:cNvPr id="45" name="Shape 43"/>
          <p:cNvSpPr/>
          <p:nvPr/>
        </p:nvSpPr>
        <p:spPr>
          <a:xfrm>
            <a:off x="3640845" y="9580836"/>
            <a:ext cx="78828" cy="78828"/>
          </a:xfrm>
          <a:prstGeom prst="ellipse">
            <a:avLst/>
          </a:prstGeom>
          <a:solidFill>
            <a:srgbClr val="F3EEE3">
              <a:alpha val="28000"/>
            </a:srgbClr>
          </a:solidFill>
          <a:ln/>
        </p:spPr>
      </p:sp>
      <p:sp>
        <p:nvSpPr>
          <p:cNvPr id="46" name="Shape 44"/>
          <p:cNvSpPr/>
          <p:nvPr/>
        </p:nvSpPr>
        <p:spPr>
          <a:xfrm>
            <a:off x="3798500" y="9580836"/>
            <a:ext cx="78828" cy="78828"/>
          </a:xfrm>
          <a:prstGeom prst="ellipse">
            <a:avLst/>
          </a:prstGeom>
          <a:solidFill>
            <a:srgbClr val="F3EEE3">
              <a:alpha val="28000"/>
            </a:srgbClr>
          </a:solidFill>
          <a:ln/>
        </p:spPr>
      </p:sp>
      <p:sp>
        <p:nvSpPr>
          <p:cNvPr id="47" name="Shape 45"/>
          <p:cNvSpPr/>
          <p:nvPr/>
        </p:nvSpPr>
        <p:spPr>
          <a:xfrm>
            <a:off x="3956155" y="9580836"/>
            <a:ext cx="78828" cy="78828"/>
          </a:xfrm>
          <a:prstGeom prst="ellipse">
            <a:avLst/>
          </a:prstGeom>
          <a:solidFill>
            <a:srgbClr val="F3EEE3">
              <a:alpha val="28000"/>
            </a:srgbClr>
          </a:solidFill>
          <a:ln/>
        </p:spPr>
      </p:sp>
      <p:sp>
        <p:nvSpPr>
          <p:cNvPr id="48" name="Shape 46"/>
          <p:cNvSpPr/>
          <p:nvPr/>
        </p:nvSpPr>
        <p:spPr>
          <a:xfrm>
            <a:off x="4113810" y="9580836"/>
            <a:ext cx="78828" cy="78828"/>
          </a:xfrm>
          <a:prstGeom prst="ellipse">
            <a:avLst/>
          </a:prstGeom>
          <a:solidFill>
            <a:srgbClr val="F3EEE3">
              <a:alpha val="28000"/>
            </a:srgbClr>
          </a:solidFill>
          <a:ln/>
        </p:spPr>
      </p:sp>
      <p:sp>
        <p:nvSpPr>
          <p:cNvPr id="49" name="Shape 47"/>
          <p:cNvSpPr/>
          <p:nvPr/>
        </p:nvSpPr>
        <p:spPr>
          <a:xfrm>
            <a:off x="4271465" y="9580836"/>
            <a:ext cx="78828" cy="78828"/>
          </a:xfrm>
          <a:prstGeom prst="ellipse">
            <a:avLst/>
          </a:prstGeom>
          <a:solidFill>
            <a:srgbClr val="F3EEE3">
              <a:alpha val="28000"/>
            </a:srgbClr>
          </a:solidFill>
          <a:ln/>
        </p:spPr>
      </p:sp>
      <p:sp>
        <p:nvSpPr>
          <p:cNvPr id="50" name="Shape 48"/>
          <p:cNvSpPr/>
          <p:nvPr/>
        </p:nvSpPr>
        <p:spPr>
          <a:xfrm>
            <a:off x="4429120" y="9580836"/>
            <a:ext cx="78828" cy="78828"/>
          </a:xfrm>
          <a:prstGeom prst="ellipse">
            <a:avLst/>
          </a:prstGeom>
          <a:solidFill>
            <a:srgbClr val="F3EEE3">
              <a:alpha val="28000"/>
            </a:srgbClr>
          </a:solidFill>
          <a:ln/>
        </p:spPr>
      </p:sp>
      <p:sp>
        <p:nvSpPr>
          <p:cNvPr id="51" name="Shape 49"/>
          <p:cNvSpPr/>
          <p:nvPr/>
        </p:nvSpPr>
        <p:spPr>
          <a:xfrm>
            <a:off x="4586775" y="9580836"/>
            <a:ext cx="78828" cy="78828"/>
          </a:xfrm>
          <a:prstGeom prst="ellipse">
            <a:avLst/>
          </a:prstGeom>
          <a:solidFill>
            <a:srgbClr val="F3EEE3">
              <a:alpha val="28000"/>
            </a:srgbClr>
          </a:solidFill>
          <a:ln/>
        </p:spPr>
      </p:sp>
      <p:sp>
        <p:nvSpPr>
          <p:cNvPr id="52" name="Shape 50"/>
          <p:cNvSpPr/>
          <p:nvPr/>
        </p:nvSpPr>
        <p:spPr>
          <a:xfrm>
            <a:off x="4744430" y="9580836"/>
            <a:ext cx="78828" cy="78828"/>
          </a:xfrm>
          <a:prstGeom prst="ellipse">
            <a:avLst/>
          </a:prstGeom>
          <a:solidFill>
            <a:srgbClr val="F3EEE3">
              <a:alpha val="28000"/>
            </a:srgbClr>
          </a:solidFill>
          <a:ln/>
        </p:spPr>
      </p:sp>
      <p:sp>
        <p:nvSpPr>
          <p:cNvPr id="53" name="Shape 51"/>
          <p:cNvSpPr/>
          <p:nvPr/>
        </p:nvSpPr>
        <p:spPr>
          <a:xfrm>
            <a:off x="4902085" y="9580836"/>
            <a:ext cx="78828" cy="78828"/>
          </a:xfrm>
          <a:prstGeom prst="ellipse">
            <a:avLst/>
          </a:prstGeom>
          <a:solidFill>
            <a:srgbClr val="F3EEE3">
              <a:alpha val="28000"/>
            </a:srgbClr>
          </a:solidFill>
          <a:ln/>
        </p:spPr>
      </p:sp>
      <p:sp>
        <p:nvSpPr>
          <p:cNvPr id="54" name="Shape 52"/>
          <p:cNvSpPr/>
          <p:nvPr/>
        </p:nvSpPr>
        <p:spPr>
          <a:xfrm>
            <a:off x="5059740" y="9580836"/>
            <a:ext cx="78828" cy="78828"/>
          </a:xfrm>
          <a:prstGeom prst="ellipse">
            <a:avLst/>
          </a:prstGeom>
          <a:solidFill>
            <a:srgbClr val="F3EEE3">
              <a:alpha val="28000"/>
            </a:srgbClr>
          </a:solidFill>
          <a:ln/>
        </p:spPr>
      </p:sp>
      <p:sp>
        <p:nvSpPr>
          <p:cNvPr id="55" name="Shape 53"/>
          <p:cNvSpPr/>
          <p:nvPr/>
        </p:nvSpPr>
        <p:spPr>
          <a:xfrm>
            <a:off x="5217395" y="9580836"/>
            <a:ext cx="78828" cy="78828"/>
          </a:xfrm>
          <a:prstGeom prst="ellipse">
            <a:avLst/>
          </a:prstGeom>
          <a:solidFill>
            <a:srgbClr val="F3EEE3">
              <a:alpha val="28000"/>
            </a:srgbClr>
          </a:solidFill>
          <a:ln/>
        </p:spPr>
      </p:sp>
      <p:sp>
        <p:nvSpPr>
          <p:cNvPr id="56" name="Shape 54"/>
          <p:cNvSpPr/>
          <p:nvPr/>
        </p:nvSpPr>
        <p:spPr>
          <a:xfrm>
            <a:off x="5375050" y="9580836"/>
            <a:ext cx="78828" cy="78828"/>
          </a:xfrm>
          <a:prstGeom prst="ellipse">
            <a:avLst/>
          </a:prstGeom>
          <a:solidFill>
            <a:srgbClr val="F3EEE3">
              <a:alpha val="28000"/>
            </a:srgbClr>
          </a:solidFill>
          <a:ln/>
        </p:spPr>
      </p:sp>
      <p:sp>
        <p:nvSpPr>
          <p:cNvPr id="57" name="Shape 55"/>
          <p:cNvSpPr/>
          <p:nvPr/>
        </p:nvSpPr>
        <p:spPr>
          <a:xfrm>
            <a:off x="5532705" y="9580836"/>
            <a:ext cx="78828" cy="78828"/>
          </a:xfrm>
          <a:prstGeom prst="ellipse">
            <a:avLst/>
          </a:prstGeom>
          <a:solidFill>
            <a:srgbClr val="F3EEE3">
              <a:alpha val="28000"/>
            </a:srgbClr>
          </a:solidFill>
          <a:ln/>
        </p:spPr>
      </p:sp>
      <p:sp>
        <p:nvSpPr>
          <p:cNvPr id="58" name="Shape 56"/>
          <p:cNvSpPr/>
          <p:nvPr/>
        </p:nvSpPr>
        <p:spPr>
          <a:xfrm>
            <a:off x="5690359" y="9580836"/>
            <a:ext cx="78828" cy="78828"/>
          </a:xfrm>
          <a:prstGeom prst="ellipse">
            <a:avLst/>
          </a:prstGeom>
          <a:solidFill>
            <a:srgbClr val="F3EEE3">
              <a:alpha val="28000"/>
            </a:srgbClr>
          </a:solidFill>
          <a:ln/>
        </p:spPr>
      </p:sp>
      <p:sp>
        <p:nvSpPr>
          <p:cNvPr id="59" name="Shape 57"/>
          <p:cNvSpPr/>
          <p:nvPr/>
        </p:nvSpPr>
        <p:spPr>
          <a:xfrm>
            <a:off x="5848014" y="9580836"/>
            <a:ext cx="78828" cy="78828"/>
          </a:xfrm>
          <a:prstGeom prst="ellipse">
            <a:avLst/>
          </a:prstGeom>
          <a:solidFill>
            <a:srgbClr val="F3EEE3">
              <a:alpha val="28000"/>
            </a:srgbClr>
          </a:solidFill>
          <a:ln/>
        </p:spPr>
      </p:sp>
      <p:sp>
        <p:nvSpPr>
          <p:cNvPr id="60" name="Shape 58"/>
          <p:cNvSpPr/>
          <p:nvPr/>
        </p:nvSpPr>
        <p:spPr>
          <a:xfrm>
            <a:off x="6005669" y="9580836"/>
            <a:ext cx="78828" cy="78828"/>
          </a:xfrm>
          <a:prstGeom prst="ellipse">
            <a:avLst/>
          </a:prstGeom>
          <a:solidFill>
            <a:srgbClr val="F3EEE3">
              <a:alpha val="28000"/>
            </a:srgbClr>
          </a:solidFill>
          <a:ln/>
        </p:spPr>
      </p:sp>
      <p:sp>
        <p:nvSpPr>
          <p:cNvPr id="61" name="Shape 59"/>
          <p:cNvSpPr/>
          <p:nvPr/>
        </p:nvSpPr>
        <p:spPr>
          <a:xfrm>
            <a:off x="6163324" y="9580836"/>
            <a:ext cx="78828" cy="78828"/>
          </a:xfrm>
          <a:prstGeom prst="ellipse">
            <a:avLst/>
          </a:prstGeom>
          <a:solidFill>
            <a:srgbClr val="F3EEE3">
              <a:alpha val="28000"/>
            </a:srgbClr>
          </a:solidFill>
          <a:ln/>
        </p:spPr>
      </p:sp>
      <p:sp>
        <p:nvSpPr>
          <p:cNvPr id="62" name="Shape 60"/>
          <p:cNvSpPr/>
          <p:nvPr/>
        </p:nvSpPr>
        <p:spPr>
          <a:xfrm>
            <a:off x="6320979" y="9580836"/>
            <a:ext cx="78828" cy="78828"/>
          </a:xfrm>
          <a:prstGeom prst="ellipse">
            <a:avLst/>
          </a:prstGeom>
          <a:solidFill>
            <a:srgbClr val="F3EEE3">
              <a:alpha val="28000"/>
            </a:srgbClr>
          </a:solidFill>
          <a:ln/>
        </p:spPr>
      </p:sp>
      <p:sp>
        <p:nvSpPr>
          <p:cNvPr id="63" name="Shape 61"/>
          <p:cNvSpPr/>
          <p:nvPr/>
        </p:nvSpPr>
        <p:spPr>
          <a:xfrm>
            <a:off x="6478634" y="9580836"/>
            <a:ext cx="78828" cy="78828"/>
          </a:xfrm>
          <a:prstGeom prst="ellipse">
            <a:avLst/>
          </a:prstGeom>
          <a:solidFill>
            <a:srgbClr val="F3EEE3">
              <a:alpha val="28000"/>
            </a:srgbClr>
          </a:solidFill>
          <a:ln/>
        </p:spPr>
      </p:sp>
      <p:sp>
        <p:nvSpPr>
          <p:cNvPr id="64" name="Shape 62"/>
          <p:cNvSpPr/>
          <p:nvPr/>
        </p:nvSpPr>
        <p:spPr>
          <a:xfrm>
            <a:off x="6636289" y="9580836"/>
            <a:ext cx="78828" cy="78828"/>
          </a:xfrm>
          <a:prstGeom prst="ellipse">
            <a:avLst/>
          </a:prstGeom>
          <a:solidFill>
            <a:srgbClr val="F3EEE3">
              <a:alpha val="28000"/>
            </a:srgbClr>
          </a:solidFill>
          <a:ln/>
        </p:spPr>
      </p:sp>
      <p:sp>
        <p:nvSpPr>
          <p:cNvPr id="65" name="Shape 63"/>
          <p:cNvSpPr/>
          <p:nvPr/>
        </p:nvSpPr>
        <p:spPr>
          <a:xfrm>
            <a:off x="6793944" y="9580836"/>
            <a:ext cx="78828" cy="78828"/>
          </a:xfrm>
          <a:prstGeom prst="ellipse">
            <a:avLst/>
          </a:prstGeom>
          <a:solidFill>
            <a:srgbClr val="F3EEE3">
              <a:alpha val="28000"/>
            </a:srgbClr>
          </a:solidFill>
          <a:ln/>
        </p:spPr>
      </p:sp>
      <p:sp>
        <p:nvSpPr>
          <p:cNvPr id="66" name="Shape 64"/>
          <p:cNvSpPr/>
          <p:nvPr/>
        </p:nvSpPr>
        <p:spPr>
          <a:xfrm>
            <a:off x="6951599" y="9580836"/>
            <a:ext cx="78828" cy="78828"/>
          </a:xfrm>
          <a:prstGeom prst="ellipse">
            <a:avLst/>
          </a:prstGeom>
          <a:solidFill>
            <a:srgbClr val="F3EEE3">
              <a:alpha val="28000"/>
            </a:srgbClr>
          </a:solidFill>
          <a:ln/>
        </p:spPr>
      </p:sp>
      <p:sp>
        <p:nvSpPr>
          <p:cNvPr id="67" name="Shape 65"/>
          <p:cNvSpPr/>
          <p:nvPr/>
        </p:nvSpPr>
        <p:spPr>
          <a:xfrm>
            <a:off x="7109254" y="9580836"/>
            <a:ext cx="78828" cy="78828"/>
          </a:xfrm>
          <a:prstGeom prst="ellipse">
            <a:avLst/>
          </a:prstGeom>
          <a:solidFill>
            <a:srgbClr val="F3EEE3">
              <a:alpha val="28000"/>
            </a:srgbClr>
          </a:solidFill>
          <a:ln/>
        </p:spPr>
      </p:sp>
      <p:sp>
        <p:nvSpPr>
          <p:cNvPr id="68" name="Shape 66"/>
          <p:cNvSpPr/>
          <p:nvPr/>
        </p:nvSpPr>
        <p:spPr>
          <a:xfrm>
            <a:off x="7266909" y="9580836"/>
            <a:ext cx="78828" cy="78828"/>
          </a:xfrm>
          <a:prstGeom prst="ellipse">
            <a:avLst/>
          </a:prstGeom>
          <a:solidFill>
            <a:srgbClr val="F3EEE3">
              <a:alpha val="28000"/>
            </a:srgbClr>
          </a:solidFill>
          <a:ln/>
        </p:spPr>
      </p:sp>
      <p:sp>
        <p:nvSpPr>
          <p:cNvPr id="69" name="Shape 67"/>
          <p:cNvSpPr/>
          <p:nvPr/>
        </p:nvSpPr>
        <p:spPr>
          <a:xfrm>
            <a:off x="7424564" y="9580836"/>
            <a:ext cx="78828" cy="78828"/>
          </a:xfrm>
          <a:prstGeom prst="ellipse">
            <a:avLst/>
          </a:prstGeom>
          <a:solidFill>
            <a:srgbClr val="F3EEE3">
              <a:alpha val="28000"/>
            </a:srgbClr>
          </a:solidFill>
          <a:ln/>
        </p:spPr>
      </p:sp>
      <p:sp>
        <p:nvSpPr>
          <p:cNvPr id="70" name="Shape 68"/>
          <p:cNvSpPr/>
          <p:nvPr/>
        </p:nvSpPr>
        <p:spPr>
          <a:xfrm>
            <a:off x="7582219" y="9580836"/>
            <a:ext cx="78828" cy="78828"/>
          </a:xfrm>
          <a:prstGeom prst="ellipse">
            <a:avLst/>
          </a:prstGeom>
          <a:solidFill>
            <a:srgbClr val="F3EEE3">
              <a:alpha val="28000"/>
            </a:srgbClr>
          </a:solidFill>
          <a:ln/>
        </p:spPr>
      </p:sp>
      <p:sp>
        <p:nvSpPr>
          <p:cNvPr id="71" name="Shape 69"/>
          <p:cNvSpPr/>
          <p:nvPr/>
        </p:nvSpPr>
        <p:spPr>
          <a:xfrm>
            <a:off x="7739874" y="9580836"/>
            <a:ext cx="78828" cy="78828"/>
          </a:xfrm>
          <a:prstGeom prst="ellipse">
            <a:avLst/>
          </a:prstGeom>
          <a:solidFill>
            <a:srgbClr val="F3EEE3">
              <a:alpha val="28000"/>
            </a:srgbClr>
          </a:solidFill>
          <a:ln/>
        </p:spPr>
      </p:sp>
      <p:sp>
        <p:nvSpPr>
          <p:cNvPr id="72" name="Shape 70"/>
          <p:cNvSpPr/>
          <p:nvPr/>
        </p:nvSpPr>
        <p:spPr>
          <a:xfrm>
            <a:off x="7897529" y="9580836"/>
            <a:ext cx="78828" cy="78828"/>
          </a:xfrm>
          <a:prstGeom prst="ellipse">
            <a:avLst/>
          </a:prstGeom>
          <a:solidFill>
            <a:srgbClr val="F3EEE3">
              <a:alpha val="28000"/>
            </a:srgbClr>
          </a:solidFill>
          <a:ln/>
        </p:spPr>
      </p:sp>
      <p:sp>
        <p:nvSpPr>
          <p:cNvPr id="73" name="Shape 71"/>
          <p:cNvSpPr/>
          <p:nvPr/>
        </p:nvSpPr>
        <p:spPr>
          <a:xfrm>
            <a:off x="8055184" y="9580836"/>
            <a:ext cx="78828" cy="78828"/>
          </a:xfrm>
          <a:prstGeom prst="ellipse">
            <a:avLst/>
          </a:prstGeom>
          <a:solidFill>
            <a:srgbClr val="F3EEE3">
              <a:alpha val="28000"/>
            </a:srgbClr>
          </a:solidFill>
          <a:ln/>
        </p:spPr>
      </p:sp>
      <p:sp>
        <p:nvSpPr>
          <p:cNvPr id="74" name="Shape 72"/>
          <p:cNvSpPr/>
          <p:nvPr/>
        </p:nvSpPr>
        <p:spPr>
          <a:xfrm>
            <a:off x="8212839" y="9580836"/>
            <a:ext cx="78828" cy="78828"/>
          </a:xfrm>
          <a:prstGeom prst="ellipse">
            <a:avLst/>
          </a:prstGeom>
          <a:solidFill>
            <a:srgbClr val="F3EEE3">
              <a:alpha val="28000"/>
            </a:srgbClr>
          </a:solidFill>
          <a:ln/>
        </p:spPr>
      </p:sp>
      <p:sp>
        <p:nvSpPr>
          <p:cNvPr id="75" name="Shape 73"/>
          <p:cNvSpPr/>
          <p:nvPr/>
        </p:nvSpPr>
        <p:spPr>
          <a:xfrm>
            <a:off x="8370494" y="9580836"/>
            <a:ext cx="78828" cy="78828"/>
          </a:xfrm>
          <a:prstGeom prst="ellipse">
            <a:avLst/>
          </a:prstGeom>
          <a:solidFill>
            <a:srgbClr val="F3EEE3">
              <a:alpha val="28000"/>
            </a:srgbClr>
          </a:solidFill>
          <a:ln/>
        </p:spPr>
      </p:sp>
      <p:sp>
        <p:nvSpPr>
          <p:cNvPr id="76" name="Shape 74"/>
          <p:cNvSpPr/>
          <p:nvPr/>
        </p:nvSpPr>
        <p:spPr>
          <a:xfrm>
            <a:off x="8528148" y="9580836"/>
            <a:ext cx="78828" cy="78828"/>
          </a:xfrm>
          <a:prstGeom prst="ellipse">
            <a:avLst/>
          </a:prstGeom>
          <a:solidFill>
            <a:srgbClr val="F3EEE3">
              <a:alpha val="28000"/>
            </a:srgbClr>
          </a:solidFill>
          <a:ln/>
        </p:spPr>
      </p:sp>
      <p:sp>
        <p:nvSpPr>
          <p:cNvPr id="77" name="Shape 75"/>
          <p:cNvSpPr/>
          <p:nvPr/>
        </p:nvSpPr>
        <p:spPr>
          <a:xfrm>
            <a:off x="8685803" y="9580836"/>
            <a:ext cx="78828" cy="78828"/>
          </a:xfrm>
          <a:prstGeom prst="ellipse">
            <a:avLst/>
          </a:prstGeom>
          <a:solidFill>
            <a:srgbClr val="F3EEE3">
              <a:alpha val="28000"/>
            </a:srgbClr>
          </a:solidFill>
          <a:ln/>
        </p:spPr>
      </p:sp>
      <p:sp>
        <p:nvSpPr>
          <p:cNvPr id="78" name="Shape 76"/>
          <p:cNvSpPr/>
          <p:nvPr/>
        </p:nvSpPr>
        <p:spPr>
          <a:xfrm>
            <a:off x="8843458" y="9580836"/>
            <a:ext cx="78828" cy="78828"/>
          </a:xfrm>
          <a:prstGeom prst="ellipse">
            <a:avLst/>
          </a:prstGeom>
          <a:solidFill>
            <a:srgbClr val="F3EEE3">
              <a:alpha val="28000"/>
            </a:srgbClr>
          </a:solidFill>
          <a:ln/>
        </p:spPr>
      </p:sp>
      <p:sp>
        <p:nvSpPr>
          <p:cNvPr id="79" name="Shape 77"/>
          <p:cNvSpPr/>
          <p:nvPr/>
        </p:nvSpPr>
        <p:spPr>
          <a:xfrm>
            <a:off x="9001113" y="9580836"/>
            <a:ext cx="78828" cy="78828"/>
          </a:xfrm>
          <a:prstGeom prst="ellipse">
            <a:avLst/>
          </a:prstGeom>
          <a:solidFill>
            <a:srgbClr val="F3EEE3">
              <a:alpha val="28000"/>
            </a:srgbClr>
          </a:solidFill>
          <a:ln/>
        </p:spPr>
      </p:sp>
      <p:sp>
        <p:nvSpPr>
          <p:cNvPr id="80" name="Shape 78"/>
          <p:cNvSpPr/>
          <p:nvPr/>
        </p:nvSpPr>
        <p:spPr>
          <a:xfrm>
            <a:off x="9158768" y="9580836"/>
            <a:ext cx="78828" cy="78828"/>
          </a:xfrm>
          <a:prstGeom prst="ellipse">
            <a:avLst/>
          </a:prstGeom>
          <a:solidFill>
            <a:srgbClr val="F3EEE3">
              <a:alpha val="28000"/>
            </a:srgbClr>
          </a:solidFill>
          <a:ln/>
        </p:spPr>
      </p:sp>
      <p:sp>
        <p:nvSpPr>
          <p:cNvPr id="81" name="Shape 79"/>
          <p:cNvSpPr/>
          <p:nvPr/>
        </p:nvSpPr>
        <p:spPr>
          <a:xfrm>
            <a:off x="9316423" y="9580836"/>
            <a:ext cx="78828" cy="78828"/>
          </a:xfrm>
          <a:prstGeom prst="ellipse">
            <a:avLst/>
          </a:prstGeom>
          <a:solidFill>
            <a:srgbClr val="F3EEE3">
              <a:alpha val="28000"/>
            </a:srgbClr>
          </a:solidFill>
          <a:ln/>
        </p:spPr>
      </p:sp>
      <p:sp>
        <p:nvSpPr>
          <p:cNvPr id="82" name="Shape 80"/>
          <p:cNvSpPr/>
          <p:nvPr/>
        </p:nvSpPr>
        <p:spPr>
          <a:xfrm>
            <a:off x="9460940" y="9567698"/>
            <a:ext cx="105103" cy="105103"/>
          </a:xfrm>
          <a:prstGeom prst="ellipse">
            <a:avLst/>
          </a:prstGeom>
          <a:solidFill>
            <a:srgbClr val="FF6A4D"/>
          </a:solidFill>
          <a:ln/>
        </p:spPr>
      </p:sp>
      <p:sp>
        <p:nvSpPr>
          <p:cNvPr id="83" name="Shape 81"/>
          <p:cNvSpPr/>
          <p:nvPr/>
        </p:nvSpPr>
        <p:spPr>
          <a:xfrm>
            <a:off x="9631733" y="9580836"/>
            <a:ext cx="78828" cy="78828"/>
          </a:xfrm>
          <a:prstGeom prst="ellipse">
            <a:avLst/>
          </a:prstGeom>
          <a:solidFill>
            <a:srgbClr val="F3EEE3">
              <a:alpha val="28000"/>
            </a:srgbClr>
          </a:solidFill>
          <a:ln/>
        </p:spPr>
      </p:sp>
      <p:sp>
        <p:nvSpPr>
          <p:cNvPr id="84" name="Shape 82"/>
          <p:cNvSpPr/>
          <p:nvPr/>
        </p:nvSpPr>
        <p:spPr>
          <a:xfrm>
            <a:off x="9789388" y="9580836"/>
            <a:ext cx="78828" cy="78828"/>
          </a:xfrm>
          <a:prstGeom prst="ellipse">
            <a:avLst/>
          </a:prstGeom>
          <a:solidFill>
            <a:srgbClr val="F3EEE3">
              <a:alpha val="28000"/>
            </a:srgbClr>
          </a:solidFill>
          <a:ln/>
        </p:spPr>
      </p:sp>
      <p:sp>
        <p:nvSpPr>
          <p:cNvPr id="85" name="Shape 83"/>
          <p:cNvSpPr/>
          <p:nvPr/>
        </p:nvSpPr>
        <p:spPr>
          <a:xfrm>
            <a:off x="9947043" y="9580836"/>
            <a:ext cx="78828" cy="78828"/>
          </a:xfrm>
          <a:prstGeom prst="ellipse">
            <a:avLst/>
          </a:prstGeom>
          <a:solidFill>
            <a:srgbClr val="F3EEE3">
              <a:alpha val="28000"/>
            </a:srgbClr>
          </a:solidFill>
          <a:ln/>
        </p:spPr>
      </p:sp>
      <p:sp>
        <p:nvSpPr>
          <p:cNvPr id="86" name="Text 8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55/58</a:t>
            </a:r>
            <a:endParaRPr lang="en-US" sz="1800" dirty="0"/>
          </a:p>
        </p:txBody>
      </p:sp>
      <p:sp>
        <p:nvSpPr>
          <p:cNvPr id="87" name="Shape 85"/>
          <p:cNvSpPr/>
          <p:nvPr/>
        </p:nvSpPr>
        <p:spPr>
          <a:xfrm>
            <a:off x="15983712" y="9076331"/>
            <a:ext cx="1645920" cy="552301"/>
          </a:xfrm>
          <a:prstGeom prst="roundRect">
            <a:avLst>
              <a:gd name="adj" fmla="val 28000"/>
            </a:avLst>
          </a:prstGeom>
          <a:solidFill>
            <a:srgbClr val="FFFFFF">
              <a:alpha val="82000"/>
            </a:srgbClr>
          </a:solidFill>
          <a:ln/>
        </p:spPr>
      </p:sp>
      <p:pic>
        <p:nvPicPr>
          <p:cNvPr id="88" name="Moda image moda-export-watermark-4c909465-e14d-40be-8be8-ba4997b895c1"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14161C"/>
                </a:solidFill>
                <a:latin typeface="Noto Sans JP ExtraBold" pitchFamily="34" charset="0"/>
                <a:ea typeface="Noto Sans JP ExtraBold" pitchFamily="34" charset="-122"/>
                <a:cs typeface="Noto Sans JP ExtraBold" pitchFamily="34" charset="-120"/>
              </a:rPr>
              <a:t>用語： 反応と 現象</a:t>
            </a:r>
            <a:endParaRPr lang="en-US" sz="5700" dirty="0"/>
          </a:p>
        </p:txBody>
      </p:sp>
      <p:sp>
        <p:nvSpPr>
          <p:cNvPr id="3" name="Shape 1"/>
          <p:cNvSpPr/>
          <p:nvPr/>
        </p:nvSpPr>
        <p:spPr>
          <a:xfrm>
            <a:off x="914400" y="3048000"/>
            <a:ext cx="3857625" cy="4953000"/>
          </a:xfrm>
          <a:prstGeom prst="roundRect">
            <a:avLst>
              <a:gd name="adj" fmla="val 6914"/>
            </a:avLst>
          </a:prstGeom>
          <a:solidFill>
            <a:srgbClr val="E8E0CF"/>
          </a:solidFill>
          <a:ln/>
        </p:spPr>
      </p:sp>
      <p:sp>
        <p:nvSpPr>
          <p:cNvPr id="4" name="Shape 2"/>
          <p:cNvSpPr/>
          <p:nvPr/>
        </p:nvSpPr>
        <p:spPr>
          <a:xfrm>
            <a:off x="914400" y="3048000"/>
            <a:ext cx="3857625" cy="152400"/>
          </a:xfrm>
          <a:prstGeom prst="roundRect">
            <a:avLst>
              <a:gd name="adj" fmla="val 50000"/>
            </a:avLst>
          </a:prstGeom>
          <a:solidFill>
            <a:srgbClr val="0F766E"/>
          </a:solidFill>
          <a:ln/>
        </p:spPr>
      </p:sp>
      <p:sp>
        <p:nvSpPr>
          <p:cNvPr id="5" name="Text 3"/>
          <p:cNvSpPr/>
          <p:nvPr/>
        </p:nvSpPr>
        <p:spPr>
          <a:xfrm>
            <a:off x="1295400" y="3543300"/>
            <a:ext cx="3095625" cy="1238250"/>
          </a:xfrm>
          <a:prstGeom prst="rect">
            <a:avLst/>
          </a:prstGeom>
          <a:noFill/>
          <a:ln/>
        </p:spPr>
        <p:txBody>
          <a:bodyPr wrap="square" lIns="0" tIns="0" rIns="0" bIns="0" rtlCol="0" anchor="ctr"/>
          <a:lstStyle/>
          <a:p>
            <a:pPr algn="l" indent="0" marL="0">
              <a:buNone/>
            </a:pPr>
            <a:r>
              <a:rPr lang="en-US" sz="7200" dirty="0" kern="0">
                <a:solidFill>
                  <a:srgbClr val="0F766E"/>
                </a:solidFill>
                <a:latin typeface="Noto Sans JP ExtraBold" pitchFamily="34" charset="0"/>
                <a:ea typeface="Noto Sans JP ExtraBold" pitchFamily="34" charset="-122"/>
                <a:cs typeface="Noto Sans JP ExtraBold" pitchFamily="34" charset="-120"/>
              </a:rPr>
              <a:t>01</a:t>
            </a:r>
            <a:endParaRPr lang="en-US" sz="7200" dirty="0"/>
          </a:p>
        </p:txBody>
      </p:sp>
      <p:sp>
        <p:nvSpPr>
          <p:cNvPr id="6" name="Text 4"/>
          <p:cNvSpPr/>
          <p:nvPr/>
        </p:nvSpPr>
        <p:spPr>
          <a:xfrm>
            <a:off x="1295400" y="4857750"/>
            <a:ext cx="3095625" cy="1047750"/>
          </a:xfrm>
          <a:prstGeom prst="rect">
            <a:avLst/>
          </a:prstGeom>
          <a:noFill/>
          <a:ln/>
        </p:spPr>
        <p:txBody>
          <a:bodyPr wrap="square" lIns="0" tIns="0" rIns="0" bIns="0" rtlCol="0" anchor="t"/>
          <a:lstStyle/>
          <a:p>
            <a:pPr algn="l" indent="0" marL="0">
              <a:buNone/>
            </a:pPr>
            <a:r>
              <a:rPr lang="en-US" sz="2700" b="1" dirty="0" spc="-7" kern="0">
                <a:solidFill>
                  <a:srgbClr val="14161C"/>
                </a:solidFill>
                <a:latin typeface="Noto Sans JP" pitchFamily="34" charset="0"/>
                <a:ea typeface="Noto Sans JP" pitchFamily="34" charset="-122"/>
                <a:cs typeface="Noto Sans JP" pitchFamily="34" charset="-120"/>
              </a:rPr>
              <a:t>nhiệt</a:t>
            </a:r>
            <a:r>
              <a:rPr lang="en-US" sz="2700" b="1" dirty="0" spc="1" kern="0">
                <a:solidFill>
                  <a:srgbClr val="14161C"/>
                </a:solidFill>
                <a:latin typeface="Noto Sans JP" pitchFamily="34" charset="0"/>
                <a:ea typeface="Noto Sans JP" pitchFamily="34" charset="-122"/>
                <a:cs typeface="Noto Sans JP" pitchFamily="34" charset="-120"/>
              </a:rPr>
              <a:t> phân</a:t>
            </a:r>
            <a:endParaRPr lang="en-US" sz="2700" dirty="0"/>
          </a:p>
        </p:txBody>
      </p:sp>
      <p:sp>
        <p:nvSpPr>
          <p:cNvPr id="7" name="Text 5"/>
          <p:cNvSpPr/>
          <p:nvPr/>
        </p:nvSpPr>
        <p:spPr>
          <a:xfrm>
            <a:off x="1295400"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kern="0">
                <a:solidFill>
                  <a:srgbClr val="6B6A66"/>
                </a:solidFill>
                <a:latin typeface="Noto Sans JP" pitchFamily="34" charset="0"/>
                <a:ea typeface="Noto Sans JP" pitchFamily="34" charset="-122"/>
                <a:cs typeface="Noto Sans JP" pitchFamily="34" charset="-120"/>
              </a:rPr>
              <a:t>thermolysis; 熱分解</a:t>
            </a:r>
            <a:endParaRPr lang="en-US" sz="2550" dirty="0"/>
          </a:p>
        </p:txBody>
      </p:sp>
      <p:sp>
        <p:nvSpPr>
          <p:cNvPr id="8" name="Shape 6"/>
          <p:cNvSpPr/>
          <p:nvPr/>
        </p:nvSpPr>
        <p:spPr>
          <a:xfrm>
            <a:off x="5114925" y="3048000"/>
            <a:ext cx="3857625" cy="4953000"/>
          </a:xfrm>
          <a:prstGeom prst="roundRect">
            <a:avLst>
              <a:gd name="adj" fmla="val 6914"/>
            </a:avLst>
          </a:prstGeom>
          <a:solidFill>
            <a:srgbClr val="E8E0CF"/>
          </a:solidFill>
          <a:ln/>
        </p:spPr>
      </p:sp>
      <p:sp>
        <p:nvSpPr>
          <p:cNvPr id="9" name="Shape 7"/>
          <p:cNvSpPr/>
          <p:nvPr/>
        </p:nvSpPr>
        <p:spPr>
          <a:xfrm>
            <a:off x="5114925" y="3048000"/>
            <a:ext cx="3857625" cy="152400"/>
          </a:xfrm>
          <a:prstGeom prst="roundRect">
            <a:avLst>
              <a:gd name="adj" fmla="val 50000"/>
            </a:avLst>
          </a:prstGeom>
          <a:solidFill>
            <a:srgbClr val="E8472B"/>
          </a:solidFill>
          <a:ln/>
        </p:spPr>
      </p:sp>
      <p:sp>
        <p:nvSpPr>
          <p:cNvPr id="10" name="Text 8"/>
          <p:cNvSpPr/>
          <p:nvPr/>
        </p:nvSpPr>
        <p:spPr>
          <a:xfrm>
            <a:off x="5495925" y="3543300"/>
            <a:ext cx="3095625" cy="1238250"/>
          </a:xfrm>
          <a:prstGeom prst="rect">
            <a:avLst/>
          </a:prstGeom>
          <a:noFill/>
          <a:ln/>
        </p:spPr>
        <p:txBody>
          <a:bodyPr wrap="square" lIns="0" tIns="0" rIns="0" bIns="0" rtlCol="0" anchor="ctr"/>
          <a:lstStyle/>
          <a:p>
            <a:pPr algn="l" indent="0" marL="0">
              <a:buNone/>
            </a:pPr>
            <a:r>
              <a:rPr lang="en-US" sz="7200" dirty="0" kern="0">
                <a:solidFill>
                  <a:srgbClr val="E8472B"/>
                </a:solidFill>
                <a:latin typeface="Noto Sans JP ExtraBold" pitchFamily="34" charset="0"/>
                <a:ea typeface="Noto Sans JP ExtraBold" pitchFamily="34" charset="-122"/>
                <a:cs typeface="Noto Sans JP ExtraBold" pitchFamily="34" charset="-120"/>
              </a:rPr>
              <a:t>02</a:t>
            </a:r>
            <a:endParaRPr lang="en-US" sz="7200" dirty="0"/>
          </a:p>
        </p:txBody>
      </p:sp>
      <p:sp>
        <p:nvSpPr>
          <p:cNvPr id="11" name="Text 9"/>
          <p:cNvSpPr/>
          <p:nvPr/>
        </p:nvSpPr>
        <p:spPr>
          <a:xfrm>
            <a:off x="5495925" y="4857750"/>
            <a:ext cx="3095625" cy="1047750"/>
          </a:xfrm>
          <a:prstGeom prst="rect">
            <a:avLst/>
          </a:prstGeom>
          <a:noFill/>
          <a:ln/>
        </p:spPr>
        <p:txBody>
          <a:bodyPr wrap="square" lIns="0" tIns="0" rIns="0" bIns="0" rtlCol="0" anchor="t"/>
          <a:lstStyle/>
          <a:p>
            <a:pPr algn="l" indent="0" marL="0">
              <a:buNone/>
            </a:pPr>
            <a:r>
              <a:rPr lang="en-US" sz="2700" b="1" dirty="0" spc="-1" kern="0">
                <a:solidFill>
                  <a:srgbClr val="14161C"/>
                </a:solidFill>
                <a:latin typeface="Noto Sans JP" pitchFamily="34" charset="0"/>
                <a:ea typeface="Noto Sans JP" pitchFamily="34" charset="-122"/>
                <a:cs typeface="Noto Sans JP" pitchFamily="34" charset="-120"/>
              </a:rPr>
              <a:t>thủy</a:t>
            </a:r>
            <a:r>
              <a:rPr lang="en-US" sz="2700" b="1" dirty="0" spc="1" kern="0">
                <a:solidFill>
                  <a:srgbClr val="14161C"/>
                </a:solidFill>
                <a:latin typeface="Noto Sans JP" pitchFamily="34" charset="0"/>
                <a:ea typeface="Noto Sans JP" pitchFamily="34" charset="-122"/>
                <a:cs typeface="Noto Sans JP" pitchFamily="34" charset="-120"/>
              </a:rPr>
              <a:t> phân</a:t>
            </a:r>
            <a:endParaRPr lang="en-US" sz="2700" dirty="0"/>
          </a:p>
        </p:txBody>
      </p:sp>
      <p:sp>
        <p:nvSpPr>
          <p:cNvPr id="12" name="Text 10"/>
          <p:cNvSpPr/>
          <p:nvPr/>
        </p:nvSpPr>
        <p:spPr>
          <a:xfrm>
            <a:off x="5495925"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3" kern="0">
                <a:solidFill>
                  <a:srgbClr val="6B6A66"/>
                </a:solidFill>
                <a:latin typeface="Noto Sans JP" pitchFamily="34" charset="0"/>
                <a:ea typeface="Noto Sans JP" pitchFamily="34" charset="-122"/>
                <a:cs typeface="Noto Sans JP" pitchFamily="34" charset="-120"/>
              </a:rPr>
              <a:t>hydrolysis;</a:t>
            </a:r>
            <a:r>
              <a:rPr lang="en-US" sz="2550" dirty="0" spc="-2" kern="0">
                <a:solidFill>
                  <a:srgbClr val="6B6A66"/>
                </a:solidFill>
                <a:latin typeface="Noto Sans JP" pitchFamily="34" charset="0"/>
                <a:ea typeface="Noto Sans JP" pitchFamily="34" charset="-122"/>
                <a:cs typeface="Noto Sans JP" pitchFamily="34" charset="-120"/>
              </a:rPr>
              <a:t> 加水分解</a:t>
            </a:r>
            <a:endParaRPr lang="en-US" sz="2550" dirty="0"/>
          </a:p>
        </p:txBody>
      </p:sp>
      <p:sp>
        <p:nvSpPr>
          <p:cNvPr id="13" name="Shape 11"/>
          <p:cNvSpPr/>
          <p:nvPr/>
        </p:nvSpPr>
        <p:spPr>
          <a:xfrm>
            <a:off x="9315450" y="3048000"/>
            <a:ext cx="3857625" cy="4953000"/>
          </a:xfrm>
          <a:prstGeom prst="roundRect">
            <a:avLst>
              <a:gd name="adj" fmla="val 6914"/>
            </a:avLst>
          </a:prstGeom>
          <a:solidFill>
            <a:srgbClr val="E8E0CF"/>
          </a:solidFill>
          <a:ln/>
        </p:spPr>
      </p:sp>
      <p:sp>
        <p:nvSpPr>
          <p:cNvPr id="14" name="Shape 12"/>
          <p:cNvSpPr/>
          <p:nvPr/>
        </p:nvSpPr>
        <p:spPr>
          <a:xfrm>
            <a:off x="9315450" y="3048000"/>
            <a:ext cx="3857625" cy="152400"/>
          </a:xfrm>
          <a:prstGeom prst="roundRect">
            <a:avLst>
              <a:gd name="adj" fmla="val 50000"/>
            </a:avLst>
          </a:prstGeom>
          <a:solidFill>
            <a:srgbClr val="1F3FD1"/>
          </a:solidFill>
          <a:ln/>
        </p:spPr>
      </p:sp>
      <p:sp>
        <p:nvSpPr>
          <p:cNvPr id="15" name="Text 13"/>
          <p:cNvSpPr/>
          <p:nvPr/>
        </p:nvSpPr>
        <p:spPr>
          <a:xfrm>
            <a:off x="9696450" y="3543300"/>
            <a:ext cx="3095625" cy="1238250"/>
          </a:xfrm>
          <a:prstGeom prst="rect">
            <a:avLst/>
          </a:prstGeom>
          <a:noFill/>
          <a:ln/>
        </p:spPr>
        <p:txBody>
          <a:bodyPr wrap="square" lIns="0" tIns="0" rIns="0" bIns="0" rtlCol="0" anchor="ctr"/>
          <a:lstStyle/>
          <a:p>
            <a:pPr algn="l" indent="0" marL="0">
              <a:buNone/>
            </a:pPr>
            <a:r>
              <a:rPr lang="en-US" sz="7200" dirty="0" kern="0">
                <a:solidFill>
                  <a:srgbClr val="1F3FD1"/>
                </a:solidFill>
                <a:latin typeface="Noto Sans JP ExtraBold" pitchFamily="34" charset="0"/>
                <a:ea typeface="Noto Sans JP ExtraBold" pitchFamily="34" charset="-122"/>
                <a:cs typeface="Noto Sans JP ExtraBold" pitchFamily="34" charset="-120"/>
              </a:rPr>
              <a:t>03</a:t>
            </a:r>
            <a:endParaRPr lang="en-US" sz="7200" dirty="0"/>
          </a:p>
        </p:txBody>
      </p:sp>
      <p:sp>
        <p:nvSpPr>
          <p:cNvPr id="16" name="Text 14"/>
          <p:cNvSpPr/>
          <p:nvPr/>
        </p:nvSpPr>
        <p:spPr>
          <a:xfrm>
            <a:off x="9696450" y="4857750"/>
            <a:ext cx="3095625" cy="1047750"/>
          </a:xfrm>
          <a:prstGeom prst="rect">
            <a:avLst/>
          </a:prstGeom>
          <a:noFill/>
          <a:ln/>
        </p:spPr>
        <p:txBody>
          <a:bodyPr wrap="square" lIns="0" tIns="0" rIns="0" bIns="0" rtlCol="0" anchor="t"/>
          <a:lstStyle/>
          <a:p>
            <a:pPr algn="l" indent="0" marL="0">
              <a:buNone/>
            </a:pPr>
            <a:r>
              <a:rPr lang="en-US" sz="2700" b="1" dirty="0" spc="-22" kern="0">
                <a:solidFill>
                  <a:srgbClr val="14161C"/>
                </a:solidFill>
                <a:latin typeface="Noto Sans JP" pitchFamily="34" charset="0"/>
                <a:ea typeface="Noto Sans JP" pitchFamily="34" charset="-122"/>
                <a:cs typeface="Noto Sans JP" pitchFamily="34" charset="-120"/>
              </a:rPr>
              <a:t>cộng</a:t>
            </a:r>
            <a:r>
              <a:rPr lang="en-US" sz="2700" b="1" dirty="0" spc="1" kern="0">
                <a:solidFill>
                  <a:srgbClr val="14161C"/>
                </a:solidFill>
                <a:latin typeface="Noto Sans JP" pitchFamily="34" charset="0"/>
                <a:ea typeface="Noto Sans JP" pitchFamily="34" charset="-122"/>
                <a:cs typeface="Noto Sans JP" pitchFamily="34" charset="-120"/>
              </a:rPr>
              <a:t> tinh</a:t>
            </a:r>
            <a:endParaRPr lang="en-US" sz="2700" dirty="0"/>
          </a:p>
        </p:txBody>
      </p:sp>
      <p:sp>
        <p:nvSpPr>
          <p:cNvPr id="17" name="Text 15"/>
          <p:cNvSpPr/>
          <p:nvPr/>
        </p:nvSpPr>
        <p:spPr>
          <a:xfrm>
            <a:off x="9696450"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10" kern="0">
                <a:solidFill>
                  <a:srgbClr val="6B6A66"/>
                </a:solidFill>
                <a:latin typeface="Noto Sans JP" pitchFamily="34" charset="0"/>
                <a:ea typeface="Noto Sans JP" pitchFamily="34" charset="-122"/>
                <a:cs typeface="Noto Sans JP" pitchFamily="34" charset="-120"/>
              </a:rPr>
              <a:t>eutectic;</a:t>
            </a:r>
            <a:r>
              <a:rPr lang="en-US" sz="2550" dirty="0" spc="0" kern="0">
                <a:solidFill>
                  <a:srgbClr val="6B6A66"/>
                </a:solidFill>
                <a:latin typeface="Noto Sans JP" pitchFamily="34" charset="0"/>
                <a:ea typeface="Noto Sans JP" pitchFamily="34" charset="-122"/>
                <a:cs typeface="Noto Sans JP" pitchFamily="34" charset="-120"/>
              </a:rPr>
              <a:t> 共晶</a:t>
            </a:r>
            <a:endParaRPr lang="en-US" sz="2550" dirty="0"/>
          </a:p>
        </p:txBody>
      </p:sp>
      <p:sp>
        <p:nvSpPr>
          <p:cNvPr id="18" name="Shape 16"/>
          <p:cNvSpPr/>
          <p:nvPr/>
        </p:nvSpPr>
        <p:spPr>
          <a:xfrm>
            <a:off x="13515975" y="3048000"/>
            <a:ext cx="3857625" cy="4953000"/>
          </a:xfrm>
          <a:prstGeom prst="roundRect">
            <a:avLst>
              <a:gd name="adj" fmla="val 6914"/>
            </a:avLst>
          </a:prstGeom>
          <a:solidFill>
            <a:srgbClr val="E8E0CF"/>
          </a:solidFill>
          <a:ln/>
        </p:spPr>
      </p:sp>
      <p:sp>
        <p:nvSpPr>
          <p:cNvPr id="19" name="Shape 17"/>
          <p:cNvSpPr/>
          <p:nvPr/>
        </p:nvSpPr>
        <p:spPr>
          <a:xfrm>
            <a:off x="13515975" y="3048000"/>
            <a:ext cx="3857625" cy="152400"/>
          </a:xfrm>
          <a:prstGeom prst="roundRect">
            <a:avLst>
              <a:gd name="adj" fmla="val 50000"/>
            </a:avLst>
          </a:prstGeom>
          <a:solidFill>
            <a:srgbClr val="B45309"/>
          </a:solidFill>
          <a:ln/>
        </p:spPr>
      </p:sp>
      <p:sp>
        <p:nvSpPr>
          <p:cNvPr id="20" name="Text 18"/>
          <p:cNvSpPr/>
          <p:nvPr/>
        </p:nvSpPr>
        <p:spPr>
          <a:xfrm>
            <a:off x="13896975" y="3543300"/>
            <a:ext cx="3095625" cy="1238250"/>
          </a:xfrm>
          <a:prstGeom prst="rect">
            <a:avLst/>
          </a:prstGeom>
          <a:noFill/>
          <a:ln/>
        </p:spPr>
        <p:txBody>
          <a:bodyPr wrap="square" lIns="0" tIns="0" rIns="0" bIns="0" rtlCol="0" anchor="ctr"/>
          <a:lstStyle/>
          <a:p>
            <a:pPr algn="l" indent="0" marL="0">
              <a:buNone/>
            </a:pPr>
            <a:r>
              <a:rPr lang="en-US" sz="7200" dirty="0" kern="0">
                <a:solidFill>
                  <a:srgbClr val="B45309"/>
                </a:solidFill>
                <a:latin typeface="Noto Sans JP ExtraBold" pitchFamily="34" charset="0"/>
                <a:ea typeface="Noto Sans JP ExtraBold" pitchFamily="34" charset="-122"/>
                <a:cs typeface="Noto Sans JP ExtraBold" pitchFamily="34" charset="-120"/>
              </a:rPr>
              <a:t>04</a:t>
            </a:r>
            <a:endParaRPr lang="en-US" sz="7200" dirty="0"/>
          </a:p>
        </p:txBody>
      </p:sp>
      <p:sp>
        <p:nvSpPr>
          <p:cNvPr id="21" name="Text 19"/>
          <p:cNvSpPr/>
          <p:nvPr/>
        </p:nvSpPr>
        <p:spPr>
          <a:xfrm>
            <a:off x="13896975" y="4857750"/>
            <a:ext cx="3095625" cy="1047750"/>
          </a:xfrm>
          <a:prstGeom prst="rect">
            <a:avLst/>
          </a:prstGeom>
          <a:noFill/>
          <a:ln/>
        </p:spPr>
        <p:txBody>
          <a:bodyPr wrap="square" lIns="0" tIns="0" rIns="0" bIns="0" rtlCol="0" anchor="t"/>
          <a:lstStyle/>
          <a:p>
            <a:pPr algn="l" indent="0" marL="0">
              <a:buNone/>
            </a:pPr>
            <a:r>
              <a:rPr lang="en-US" sz="2700" b="1" dirty="0" spc="1" kern="0">
                <a:solidFill>
                  <a:srgbClr val="14161C"/>
                </a:solidFill>
                <a:latin typeface="Noto Sans JP" pitchFamily="34" charset="0"/>
                <a:ea typeface="Noto Sans JP" pitchFamily="34" charset="-122"/>
                <a:cs typeface="Noto Sans JP" pitchFamily="34" charset="-120"/>
              </a:rPr>
              <a:t>thăng</a:t>
            </a:r>
            <a:r>
              <a:rPr lang="en-US" sz="2700" b="1" dirty="0" spc="-14" kern="0">
                <a:solidFill>
                  <a:srgbClr val="14161C"/>
                </a:solidFill>
                <a:latin typeface="Noto Sans JP" pitchFamily="34" charset="0"/>
                <a:ea typeface="Noto Sans JP" pitchFamily="34" charset="-122"/>
                <a:cs typeface="Noto Sans JP" pitchFamily="34" charset="-120"/>
              </a:rPr>
              <a:t> hoa</a:t>
            </a:r>
            <a:endParaRPr lang="en-US" sz="2700" dirty="0"/>
          </a:p>
        </p:txBody>
      </p:sp>
      <p:sp>
        <p:nvSpPr>
          <p:cNvPr id="22" name="Text 20"/>
          <p:cNvSpPr/>
          <p:nvPr/>
        </p:nvSpPr>
        <p:spPr>
          <a:xfrm>
            <a:off x="13896975"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4" kern="0">
                <a:solidFill>
                  <a:srgbClr val="6B6A66"/>
                </a:solidFill>
                <a:latin typeface="Noto Sans JP" pitchFamily="34" charset="0"/>
                <a:ea typeface="Noto Sans JP" pitchFamily="34" charset="-122"/>
                <a:cs typeface="Noto Sans JP" pitchFamily="34" charset="-120"/>
              </a:rPr>
              <a:t>sublimation;</a:t>
            </a:r>
            <a:r>
              <a:rPr lang="en-US" sz="2550" dirty="0" spc="-1" kern="0">
                <a:solidFill>
                  <a:srgbClr val="6B6A66"/>
                </a:solidFill>
                <a:latin typeface="Noto Sans JP" pitchFamily="34" charset="0"/>
                <a:ea typeface="Noto Sans JP" pitchFamily="34" charset="-122"/>
                <a:cs typeface="Noto Sans JP" pitchFamily="34" charset="-120"/>
              </a:rPr>
              <a:t> 昇華</a:t>
            </a:r>
            <a:endParaRPr lang="en-US" sz="255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1" kern="0">
                <a:solidFill>
                  <a:srgbClr val="6B6A66"/>
                </a:solidFill>
                <a:latin typeface="Noto Sans JP" pitchFamily="34" charset="0"/>
                <a:ea typeface="Noto Sans JP" pitchFamily="34" charset="-122"/>
                <a:cs typeface="Noto Sans JP" pitchFamily="34" charset="-120"/>
              </a:rPr>
              <a:t> [S17]</a:t>
            </a:r>
            <a:endParaRPr lang="en-US" sz="1800" dirty="0"/>
          </a:p>
        </p:txBody>
      </p:sp>
      <p:sp>
        <p:nvSpPr>
          <p:cNvPr id="24" name="Shape 22"/>
          <p:cNvSpPr/>
          <p:nvPr/>
        </p:nvSpPr>
        <p:spPr>
          <a:xfrm>
            <a:off x="960711" y="9580836"/>
            <a:ext cx="78828" cy="78828"/>
          </a:xfrm>
          <a:prstGeom prst="ellipse">
            <a:avLst/>
          </a:prstGeom>
          <a:solidFill>
            <a:srgbClr val="14161C">
              <a:alpha val="28000"/>
            </a:srgbClr>
          </a:solidFill>
          <a:ln/>
        </p:spPr>
      </p:sp>
      <p:sp>
        <p:nvSpPr>
          <p:cNvPr id="25" name="Shape 23"/>
          <p:cNvSpPr/>
          <p:nvPr/>
        </p:nvSpPr>
        <p:spPr>
          <a:xfrm>
            <a:off x="1118366" y="9580836"/>
            <a:ext cx="78828" cy="78828"/>
          </a:xfrm>
          <a:prstGeom prst="ellipse">
            <a:avLst/>
          </a:prstGeom>
          <a:solidFill>
            <a:srgbClr val="14161C">
              <a:alpha val="28000"/>
            </a:srgbClr>
          </a:solidFill>
          <a:ln/>
        </p:spPr>
      </p:sp>
      <p:sp>
        <p:nvSpPr>
          <p:cNvPr id="26" name="Shape 24"/>
          <p:cNvSpPr/>
          <p:nvPr/>
        </p:nvSpPr>
        <p:spPr>
          <a:xfrm>
            <a:off x="1276021" y="9580836"/>
            <a:ext cx="78828" cy="78828"/>
          </a:xfrm>
          <a:prstGeom prst="ellipse">
            <a:avLst/>
          </a:prstGeom>
          <a:solidFill>
            <a:srgbClr val="14161C">
              <a:alpha val="28000"/>
            </a:srgbClr>
          </a:solidFill>
          <a:ln/>
        </p:spPr>
      </p:sp>
      <p:sp>
        <p:nvSpPr>
          <p:cNvPr id="27" name="Shape 25"/>
          <p:cNvSpPr/>
          <p:nvPr/>
        </p:nvSpPr>
        <p:spPr>
          <a:xfrm>
            <a:off x="1433676" y="9580836"/>
            <a:ext cx="78828" cy="78828"/>
          </a:xfrm>
          <a:prstGeom prst="ellipse">
            <a:avLst/>
          </a:prstGeom>
          <a:solidFill>
            <a:srgbClr val="14161C">
              <a:alpha val="28000"/>
            </a:srgbClr>
          </a:solidFill>
          <a:ln/>
        </p:spPr>
      </p:sp>
      <p:sp>
        <p:nvSpPr>
          <p:cNvPr id="28" name="Shape 26"/>
          <p:cNvSpPr/>
          <p:nvPr/>
        </p:nvSpPr>
        <p:spPr>
          <a:xfrm>
            <a:off x="1591331" y="9580836"/>
            <a:ext cx="78828" cy="78828"/>
          </a:xfrm>
          <a:prstGeom prst="ellipse">
            <a:avLst/>
          </a:prstGeom>
          <a:solidFill>
            <a:srgbClr val="14161C">
              <a:alpha val="28000"/>
            </a:srgbClr>
          </a:solidFill>
          <a:ln/>
        </p:spPr>
      </p:sp>
      <p:sp>
        <p:nvSpPr>
          <p:cNvPr id="29" name="Shape 27"/>
          <p:cNvSpPr/>
          <p:nvPr/>
        </p:nvSpPr>
        <p:spPr>
          <a:xfrm>
            <a:off x="1748986" y="9580836"/>
            <a:ext cx="78828" cy="78828"/>
          </a:xfrm>
          <a:prstGeom prst="ellipse">
            <a:avLst/>
          </a:prstGeom>
          <a:solidFill>
            <a:srgbClr val="14161C">
              <a:alpha val="28000"/>
            </a:srgbClr>
          </a:solidFill>
          <a:ln/>
        </p:spPr>
      </p:sp>
      <p:sp>
        <p:nvSpPr>
          <p:cNvPr id="30" name="Shape 28"/>
          <p:cNvSpPr/>
          <p:nvPr/>
        </p:nvSpPr>
        <p:spPr>
          <a:xfrm>
            <a:off x="1906641" y="9580836"/>
            <a:ext cx="78828" cy="78828"/>
          </a:xfrm>
          <a:prstGeom prst="ellipse">
            <a:avLst/>
          </a:prstGeom>
          <a:solidFill>
            <a:srgbClr val="14161C">
              <a:alpha val="28000"/>
            </a:srgbClr>
          </a:solidFill>
          <a:ln/>
        </p:spPr>
      </p:sp>
      <p:sp>
        <p:nvSpPr>
          <p:cNvPr id="31" name="Shape 29"/>
          <p:cNvSpPr/>
          <p:nvPr/>
        </p:nvSpPr>
        <p:spPr>
          <a:xfrm>
            <a:off x="2064296" y="9580836"/>
            <a:ext cx="78828" cy="78828"/>
          </a:xfrm>
          <a:prstGeom prst="ellipse">
            <a:avLst/>
          </a:prstGeom>
          <a:solidFill>
            <a:srgbClr val="14161C">
              <a:alpha val="28000"/>
            </a:srgbClr>
          </a:solidFill>
          <a:ln/>
        </p:spPr>
      </p:sp>
      <p:sp>
        <p:nvSpPr>
          <p:cNvPr id="32" name="Shape 30"/>
          <p:cNvSpPr/>
          <p:nvPr/>
        </p:nvSpPr>
        <p:spPr>
          <a:xfrm>
            <a:off x="2221951" y="9580836"/>
            <a:ext cx="78828" cy="78828"/>
          </a:xfrm>
          <a:prstGeom prst="ellipse">
            <a:avLst/>
          </a:prstGeom>
          <a:solidFill>
            <a:srgbClr val="14161C">
              <a:alpha val="28000"/>
            </a:srgbClr>
          </a:solidFill>
          <a:ln/>
        </p:spPr>
      </p:sp>
      <p:sp>
        <p:nvSpPr>
          <p:cNvPr id="33" name="Shape 31"/>
          <p:cNvSpPr/>
          <p:nvPr/>
        </p:nvSpPr>
        <p:spPr>
          <a:xfrm>
            <a:off x="2379606" y="9580836"/>
            <a:ext cx="78828" cy="78828"/>
          </a:xfrm>
          <a:prstGeom prst="ellipse">
            <a:avLst/>
          </a:prstGeom>
          <a:solidFill>
            <a:srgbClr val="14161C">
              <a:alpha val="28000"/>
            </a:srgbClr>
          </a:solidFill>
          <a:ln/>
        </p:spPr>
      </p:sp>
      <p:sp>
        <p:nvSpPr>
          <p:cNvPr id="34" name="Shape 32"/>
          <p:cNvSpPr/>
          <p:nvPr/>
        </p:nvSpPr>
        <p:spPr>
          <a:xfrm>
            <a:off x="2537261" y="9580836"/>
            <a:ext cx="78828" cy="78828"/>
          </a:xfrm>
          <a:prstGeom prst="ellipse">
            <a:avLst/>
          </a:prstGeom>
          <a:solidFill>
            <a:srgbClr val="14161C">
              <a:alpha val="28000"/>
            </a:srgbClr>
          </a:solidFill>
          <a:ln/>
        </p:spPr>
      </p:sp>
      <p:sp>
        <p:nvSpPr>
          <p:cNvPr id="35" name="Shape 33"/>
          <p:cNvSpPr/>
          <p:nvPr/>
        </p:nvSpPr>
        <p:spPr>
          <a:xfrm>
            <a:off x="2694916" y="9580836"/>
            <a:ext cx="78828" cy="78828"/>
          </a:xfrm>
          <a:prstGeom prst="ellipse">
            <a:avLst/>
          </a:prstGeom>
          <a:solidFill>
            <a:srgbClr val="14161C">
              <a:alpha val="28000"/>
            </a:srgbClr>
          </a:solidFill>
          <a:ln/>
        </p:spPr>
      </p:sp>
      <p:sp>
        <p:nvSpPr>
          <p:cNvPr id="36" name="Shape 34"/>
          <p:cNvSpPr/>
          <p:nvPr/>
        </p:nvSpPr>
        <p:spPr>
          <a:xfrm>
            <a:off x="2852571" y="9580836"/>
            <a:ext cx="78828" cy="78828"/>
          </a:xfrm>
          <a:prstGeom prst="ellipse">
            <a:avLst/>
          </a:prstGeom>
          <a:solidFill>
            <a:srgbClr val="14161C">
              <a:alpha val="28000"/>
            </a:srgbClr>
          </a:solidFill>
          <a:ln/>
        </p:spPr>
      </p:sp>
      <p:sp>
        <p:nvSpPr>
          <p:cNvPr id="37" name="Shape 35"/>
          <p:cNvSpPr/>
          <p:nvPr/>
        </p:nvSpPr>
        <p:spPr>
          <a:xfrm>
            <a:off x="3010225" y="9580836"/>
            <a:ext cx="78828" cy="78828"/>
          </a:xfrm>
          <a:prstGeom prst="ellipse">
            <a:avLst/>
          </a:prstGeom>
          <a:solidFill>
            <a:srgbClr val="14161C">
              <a:alpha val="28000"/>
            </a:srgbClr>
          </a:solidFill>
          <a:ln/>
        </p:spPr>
      </p:sp>
      <p:sp>
        <p:nvSpPr>
          <p:cNvPr id="38" name="Shape 36"/>
          <p:cNvSpPr/>
          <p:nvPr/>
        </p:nvSpPr>
        <p:spPr>
          <a:xfrm>
            <a:off x="3167880" y="9580836"/>
            <a:ext cx="78828" cy="78828"/>
          </a:xfrm>
          <a:prstGeom prst="ellipse">
            <a:avLst/>
          </a:prstGeom>
          <a:solidFill>
            <a:srgbClr val="14161C">
              <a:alpha val="28000"/>
            </a:srgbClr>
          </a:solidFill>
          <a:ln/>
        </p:spPr>
      </p:sp>
      <p:sp>
        <p:nvSpPr>
          <p:cNvPr id="39" name="Shape 37"/>
          <p:cNvSpPr/>
          <p:nvPr/>
        </p:nvSpPr>
        <p:spPr>
          <a:xfrm>
            <a:off x="3325535" y="9580836"/>
            <a:ext cx="78828" cy="78828"/>
          </a:xfrm>
          <a:prstGeom prst="ellipse">
            <a:avLst/>
          </a:prstGeom>
          <a:solidFill>
            <a:srgbClr val="14161C">
              <a:alpha val="28000"/>
            </a:srgbClr>
          </a:solidFill>
          <a:ln/>
        </p:spPr>
      </p:sp>
      <p:sp>
        <p:nvSpPr>
          <p:cNvPr id="40" name="Shape 38"/>
          <p:cNvSpPr/>
          <p:nvPr/>
        </p:nvSpPr>
        <p:spPr>
          <a:xfrm>
            <a:off x="3483190" y="9580836"/>
            <a:ext cx="78828" cy="78828"/>
          </a:xfrm>
          <a:prstGeom prst="ellipse">
            <a:avLst/>
          </a:prstGeom>
          <a:solidFill>
            <a:srgbClr val="14161C">
              <a:alpha val="28000"/>
            </a:srgbClr>
          </a:solidFill>
          <a:ln/>
        </p:spPr>
      </p:sp>
      <p:sp>
        <p:nvSpPr>
          <p:cNvPr id="41" name="Shape 39"/>
          <p:cNvSpPr/>
          <p:nvPr/>
        </p:nvSpPr>
        <p:spPr>
          <a:xfrm>
            <a:off x="3640845" y="9580836"/>
            <a:ext cx="78828" cy="78828"/>
          </a:xfrm>
          <a:prstGeom prst="ellipse">
            <a:avLst/>
          </a:prstGeom>
          <a:solidFill>
            <a:srgbClr val="14161C">
              <a:alpha val="28000"/>
            </a:srgbClr>
          </a:solidFill>
          <a:ln/>
        </p:spPr>
      </p:sp>
      <p:sp>
        <p:nvSpPr>
          <p:cNvPr id="42" name="Shape 40"/>
          <p:cNvSpPr/>
          <p:nvPr/>
        </p:nvSpPr>
        <p:spPr>
          <a:xfrm>
            <a:off x="3798500" y="9580836"/>
            <a:ext cx="78828" cy="78828"/>
          </a:xfrm>
          <a:prstGeom prst="ellipse">
            <a:avLst/>
          </a:prstGeom>
          <a:solidFill>
            <a:srgbClr val="14161C">
              <a:alpha val="28000"/>
            </a:srgbClr>
          </a:solidFill>
          <a:ln/>
        </p:spPr>
      </p:sp>
      <p:sp>
        <p:nvSpPr>
          <p:cNvPr id="43" name="Shape 41"/>
          <p:cNvSpPr/>
          <p:nvPr/>
        </p:nvSpPr>
        <p:spPr>
          <a:xfrm>
            <a:off x="3956155" y="9580836"/>
            <a:ext cx="78828" cy="78828"/>
          </a:xfrm>
          <a:prstGeom prst="ellipse">
            <a:avLst/>
          </a:prstGeom>
          <a:solidFill>
            <a:srgbClr val="14161C">
              <a:alpha val="28000"/>
            </a:srgbClr>
          </a:solidFill>
          <a:ln/>
        </p:spPr>
      </p:sp>
      <p:sp>
        <p:nvSpPr>
          <p:cNvPr id="44" name="Shape 42"/>
          <p:cNvSpPr/>
          <p:nvPr/>
        </p:nvSpPr>
        <p:spPr>
          <a:xfrm>
            <a:off x="4113810" y="9580836"/>
            <a:ext cx="78828" cy="78828"/>
          </a:xfrm>
          <a:prstGeom prst="ellipse">
            <a:avLst/>
          </a:prstGeom>
          <a:solidFill>
            <a:srgbClr val="14161C">
              <a:alpha val="28000"/>
            </a:srgbClr>
          </a:solidFill>
          <a:ln/>
        </p:spPr>
      </p:sp>
      <p:sp>
        <p:nvSpPr>
          <p:cNvPr id="45" name="Shape 43"/>
          <p:cNvSpPr/>
          <p:nvPr/>
        </p:nvSpPr>
        <p:spPr>
          <a:xfrm>
            <a:off x="4271465" y="9580836"/>
            <a:ext cx="78828" cy="78828"/>
          </a:xfrm>
          <a:prstGeom prst="ellipse">
            <a:avLst/>
          </a:prstGeom>
          <a:solidFill>
            <a:srgbClr val="14161C">
              <a:alpha val="28000"/>
            </a:srgbClr>
          </a:solidFill>
          <a:ln/>
        </p:spPr>
      </p:sp>
      <p:sp>
        <p:nvSpPr>
          <p:cNvPr id="46" name="Shape 44"/>
          <p:cNvSpPr/>
          <p:nvPr/>
        </p:nvSpPr>
        <p:spPr>
          <a:xfrm>
            <a:off x="4429120" y="9580836"/>
            <a:ext cx="78828" cy="78828"/>
          </a:xfrm>
          <a:prstGeom prst="ellipse">
            <a:avLst/>
          </a:prstGeom>
          <a:solidFill>
            <a:srgbClr val="14161C">
              <a:alpha val="28000"/>
            </a:srgbClr>
          </a:solidFill>
          <a:ln/>
        </p:spPr>
      </p:sp>
      <p:sp>
        <p:nvSpPr>
          <p:cNvPr id="47" name="Shape 45"/>
          <p:cNvSpPr/>
          <p:nvPr/>
        </p:nvSpPr>
        <p:spPr>
          <a:xfrm>
            <a:off x="4586775" y="9580836"/>
            <a:ext cx="78828" cy="78828"/>
          </a:xfrm>
          <a:prstGeom prst="ellipse">
            <a:avLst/>
          </a:prstGeom>
          <a:solidFill>
            <a:srgbClr val="14161C">
              <a:alpha val="28000"/>
            </a:srgbClr>
          </a:solidFill>
          <a:ln/>
        </p:spPr>
      </p:sp>
      <p:sp>
        <p:nvSpPr>
          <p:cNvPr id="48" name="Shape 46"/>
          <p:cNvSpPr/>
          <p:nvPr/>
        </p:nvSpPr>
        <p:spPr>
          <a:xfrm>
            <a:off x="4744430" y="9580836"/>
            <a:ext cx="78828" cy="78828"/>
          </a:xfrm>
          <a:prstGeom prst="ellipse">
            <a:avLst/>
          </a:prstGeom>
          <a:solidFill>
            <a:srgbClr val="14161C">
              <a:alpha val="28000"/>
            </a:srgbClr>
          </a:solidFill>
          <a:ln/>
        </p:spPr>
      </p:sp>
      <p:sp>
        <p:nvSpPr>
          <p:cNvPr id="49" name="Shape 47"/>
          <p:cNvSpPr/>
          <p:nvPr/>
        </p:nvSpPr>
        <p:spPr>
          <a:xfrm>
            <a:off x="4902085" y="9580836"/>
            <a:ext cx="78828" cy="78828"/>
          </a:xfrm>
          <a:prstGeom prst="ellipse">
            <a:avLst/>
          </a:prstGeom>
          <a:solidFill>
            <a:srgbClr val="14161C">
              <a:alpha val="28000"/>
            </a:srgbClr>
          </a:solidFill>
          <a:ln/>
        </p:spPr>
      </p:sp>
      <p:sp>
        <p:nvSpPr>
          <p:cNvPr id="50" name="Shape 48"/>
          <p:cNvSpPr/>
          <p:nvPr/>
        </p:nvSpPr>
        <p:spPr>
          <a:xfrm>
            <a:off x="5059740" y="9580836"/>
            <a:ext cx="78828" cy="78828"/>
          </a:xfrm>
          <a:prstGeom prst="ellipse">
            <a:avLst/>
          </a:prstGeom>
          <a:solidFill>
            <a:srgbClr val="14161C">
              <a:alpha val="28000"/>
            </a:srgbClr>
          </a:solidFill>
          <a:ln/>
        </p:spPr>
      </p:sp>
      <p:sp>
        <p:nvSpPr>
          <p:cNvPr id="51" name="Shape 49"/>
          <p:cNvSpPr/>
          <p:nvPr/>
        </p:nvSpPr>
        <p:spPr>
          <a:xfrm>
            <a:off x="5217395" y="9580836"/>
            <a:ext cx="78828" cy="78828"/>
          </a:xfrm>
          <a:prstGeom prst="ellipse">
            <a:avLst/>
          </a:prstGeom>
          <a:solidFill>
            <a:srgbClr val="14161C">
              <a:alpha val="28000"/>
            </a:srgbClr>
          </a:solidFill>
          <a:ln/>
        </p:spPr>
      </p:sp>
      <p:sp>
        <p:nvSpPr>
          <p:cNvPr id="52" name="Shape 50"/>
          <p:cNvSpPr/>
          <p:nvPr/>
        </p:nvSpPr>
        <p:spPr>
          <a:xfrm>
            <a:off x="5375050" y="9580836"/>
            <a:ext cx="78828" cy="78828"/>
          </a:xfrm>
          <a:prstGeom prst="ellipse">
            <a:avLst/>
          </a:prstGeom>
          <a:solidFill>
            <a:srgbClr val="14161C">
              <a:alpha val="28000"/>
            </a:srgbClr>
          </a:solidFill>
          <a:ln/>
        </p:spPr>
      </p:sp>
      <p:sp>
        <p:nvSpPr>
          <p:cNvPr id="53" name="Shape 51"/>
          <p:cNvSpPr/>
          <p:nvPr/>
        </p:nvSpPr>
        <p:spPr>
          <a:xfrm>
            <a:off x="5532705" y="9580836"/>
            <a:ext cx="78828" cy="78828"/>
          </a:xfrm>
          <a:prstGeom prst="ellipse">
            <a:avLst/>
          </a:prstGeom>
          <a:solidFill>
            <a:srgbClr val="14161C">
              <a:alpha val="28000"/>
            </a:srgbClr>
          </a:solidFill>
          <a:ln/>
        </p:spPr>
      </p:sp>
      <p:sp>
        <p:nvSpPr>
          <p:cNvPr id="54" name="Shape 52"/>
          <p:cNvSpPr/>
          <p:nvPr/>
        </p:nvSpPr>
        <p:spPr>
          <a:xfrm>
            <a:off x="5690359" y="9580836"/>
            <a:ext cx="78828" cy="78828"/>
          </a:xfrm>
          <a:prstGeom prst="ellipse">
            <a:avLst/>
          </a:prstGeom>
          <a:solidFill>
            <a:srgbClr val="14161C">
              <a:alpha val="28000"/>
            </a:srgbClr>
          </a:solidFill>
          <a:ln/>
        </p:spPr>
      </p:sp>
      <p:sp>
        <p:nvSpPr>
          <p:cNvPr id="55" name="Shape 53"/>
          <p:cNvSpPr/>
          <p:nvPr/>
        </p:nvSpPr>
        <p:spPr>
          <a:xfrm>
            <a:off x="5848014" y="9580836"/>
            <a:ext cx="78828" cy="78828"/>
          </a:xfrm>
          <a:prstGeom prst="ellipse">
            <a:avLst/>
          </a:prstGeom>
          <a:solidFill>
            <a:srgbClr val="14161C">
              <a:alpha val="28000"/>
            </a:srgbClr>
          </a:solidFill>
          <a:ln/>
        </p:spPr>
      </p:sp>
      <p:sp>
        <p:nvSpPr>
          <p:cNvPr id="56" name="Shape 54"/>
          <p:cNvSpPr/>
          <p:nvPr/>
        </p:nvSpPr>
        <p:spPr>
          <a:xfrm>
            <a:off x="6005669" y="9580836"/>
            <a:ext cx="78828" cy="78828"/>
          </a:xfrm>
          <a:prstGeom prst="ellipse">
            <a:avLst/>
          </a:prstGeom>
          <a:solidFill>
            <a:srgbClr val="14161C">
              <a:alpha val="28000"/>
            </a:srgbClr>
          </a:solidFill>
          <a:ln/>
        </p:spPr>
      </p:sp>
      <p:sp>
        <p:nvSpPr>
          <p:cNvPr id="57" name="Shape 55"/>
          <p:cNvSpPr/>
          <p:nvPr/>
        </p:nvSpPr>
        <p:spPr>
          <a:xfrm>
            <a:off x="6163324" y="9580836"/>
            <a:ext cx="78828" cy="78828"/>
          </a:xfrm>
          <a:prstGeom prst="ellipse">
            <a:avLst/>
          </a:prstGeom>
          <a:solidFill>
            <a:srgbClr val="14161C">
              <a:alpha val="28000"/>
            </a:srgbClr>
          </a:solidFill>
          <a:ln/>
        </p:spPr>
      </p:sp>
      <p:sp>
        <p:nvSpPr>
          <p:cNvPr id="58" name="Shape 56"/>
          <p:cNvSpPr/>
          <p:nvPr/>
        </p:nvSpPr>
        <p:spPr>
          <a:xfrm>
            <a:off x="6320979" y="9580836"/>
            <a:ext cx="78828" cy="78828"/>
          </a:xfrm>
          <a:prstGeom prst="ellipse">
            <a:avLst/>
          </a:prstGeom>
          <a:solidFill>
            <a:srgbClr val="14161C">
              <a:alpha val="28000"/>
            </a:srgbClr>
          </a:solidFill>
          <a:ln/>
        </p:spPr>
      </p:sp>
      <p:sp>
        <p:nvSpPr>
          <p:cNvPr id="59" name="Shape 57"/>
          <p:cNvSpPr/>
          <p:nvPr/>
        </p:nvSpPr>
        <p:spPr>
          <a:xfrm>
            <a:off x="6478634" y="9580836"/>
            <a:ext cx="78828" cy="78828"/>
          </a:xfrm>
          <a:prstGeom prst="ellipse">
            <a:avLst/>
          </a:prstGeom>
          <a:solidFill>
            <a:srgbClr val="14161C">
              <a:alpha val="28000"/>
            </a:srgbClr>
          </a:solidFill>
          <a:ln/>
        </p:spPr>
      </p:sp>
      <p:sp>
        <p:nvSpPr>
          <p:cNvPr id="60" name="Shape 58"/>
          <p:cNvSpPr/>
          <p:nvPr/>
        </p:nvSpPr>
        <p:spPr>
          <a:xfrm>
            <a:off x="6636289" y="9580836"/>
            <a:ext cx="78828" cy="78828"/>
          </a:xfrm>
          <a:prstGeom prst="ellipse">
            <a:avLst/>
          </a:prstGeom>
          <a:solidFill>
            <a:srgbClr val="14161C">
              <a:alpha val="28000"/>
            </a:srgbClr>
          </a:solidFill>
          <a:ln/>
        </p:spPr>
      </p:sp>
      <p:sp>
        <p:nvSpPr>
          <p:cNvPr id="61" name="Shape 59"/>
          <p:cNvSpPr/>
          <p:nvPr/>
        </p:nvSpPr>
        <p:spPr>
          <a:xfrm>
            <a:off x="6793944" y="9580836"/>
            <a:ext cx="78828" cy="78828"/>
          </a:xfrm>
          <a:prstGeom prst="ellipse">
            <a:avLst/>
          </a:prstGeom>
          <a:solidFill>
            <a:srgbClr val="14161C">
              <a:alpha val="28000"/>
            </a:srgbClr>
          </a:solidFill>
          <a:ln/>
        </p:spPr>
      </p:sp>
      <p:sp>
        <p:nvSpPr>
          <p:cNvPr id="62" name="Shape 60"/>
          <p:cNvSpPr/>
          <p:nvPr/>
        </p:nvSpPr>
        <p:spPr>
          <a:xfrm>
            <a:off x="6951599" y="9580836"/>
            <a:ext cx="78828" cy="78828"/>
          </a:xfrm>
          <a:prstGeom prst="ellipse">
            <a:avLst/>
          </a:prstGeom>
          <a:solidFill>
            <a:srgbClr val="14161C">
              <a:alpha val="28000"/>
            </a:srgbClr>
          </a:solidFill>
          <a:ln/>
        </p:spPr>
      </p:sp>
      <p:sp>
        <p:nvSpPr>
          <p:cNvPr id="63" name="Shape 61"/>
          <p:cNvSpPr/>
          <p:nvPr/>
        </p:nvSpPr>
        <p:spPr>
          <a:xfrm>
            <a:off x="7109254" y="9580836"/>
            <a:ext cx="78828" cy="78828"/>
          </a:xfrm>
          <a:prstGeom prst="ellipse">
            <a:avLst/>
          </a:prstGeom>
          <a:solidFill>
            <a:srgbClr val="14161C">
              <a:alpha val="28000"/>
            </a:srgbClr>
          </a:solidFill>
          <a:ln/>
        </p:spPr>
      </p:sp>
      <p:sp>
        <p:nvSpPr>
          <p:cNvPr id="64" name="Shape 62"/>
          <p:cNvSpPr/>
          <p:nvPr/>
        </p:nvSpPr>
        <p:spPr>
          <a:xfrm>
            <a:off x="7266909" y="9580836"/>
            <a:ext cx="78828" cy="78828"/>
          </a:xfrm>
          <a:prstGeom prst="ellipse">
            <a:avLst/>
          </a:prstGeom>
          <a:solidFill>
            <a:srgbClr val="14161C">
              <a:alpha val="28000"/>
            </a:srgbClr>
          </a:solidFill>
          <a:ln/>
        </p:spPr>
      </p:sp>
      <p:sp>
        <p:nvSpPr>
          <p:cNvPr id="65" name="Shape 63"/>
          <p:cNvSpPr/>
          <p:nvPr/>
        </p:nvSpPr>
        <p:spPr>
          <a:xfrm>
            <a:off x="7424564" y="9580836"/>
            <a:ext cx="78828" cy="78828"/>
          </a:xfrm>
          <a:prstGeom prst="ellipse">
            <a:avLst/>
          </a:prstGeom>
          <a:solidFill>
            <a:srgbClr val="14161C">
              <a:alpha val="28000"/>
            </a:srgbClr>
          </a:solidFill>
          <a:ln/>
        </p:spPr>
      </p:sp>
      <p:sp>
        <p:nvSpPr>
          <p:cNvPr id="66" name="Shape 64"/>
          <p:cNvSpPr/>
          <p:nvPr/>
        </p:nvSpPr>
        <p:spPr>
          <a:xfrm>
            <a:off x="7582219" y="9580836"/>
            <a:ext cx="78828" cy="78828"/>
          </a:xfrm>
          <a:prstGeom prst="ellipse">
            <a:avLst/>
          </a:prstGeom>
          <a:solidFill>
            <a:srgbClr val="14161C">
              <a:alpha val="28000"/>
            </a:srgbClr>
          </a:solidFill>
          <a:ln/>
        </p:spPr>
      </p:sp>
      <p:sp>
        <p:nvSpPr>
          <p:cNvPr id="67" name="Shape 65"/>
          <p:cNvSpPr/>
          <p:nvPr/>
        </p:nvSpPr>
        <p:spPr>
          <a:xfrm>
            <a:off x="7739874" y="9580836"/>
            <a:ext cx="78828" cy="78828"/>
          </a:xfrm>
          <a:prstGeom prst="ellipse">
            <a:avLst/>
          </a:prstGeom>
          <a:solidFill>
            <a:srgbClr val="14161C">
              <a:alpha val="28000"/>
            </a:srgbClr>
          </a:solidFill>
          <a:ln/>
        </p:spPr>
      </p:sp>
      <p:sp>
        <p:nvSpPr>
          <p:cNvPr id="68" name="Shape 66"/>
          <p:cNvSpPr/>
          <p:nvPr/>
        </p:nvSpPr>
        <p:spPr>
          <a:xfrm>
            <a:off x="7897529" y="9580836"/>
            <a:ext cx="78828" cy="78828"/>
          </a:xfrm>
          <a:prstGeom prst="ellipse">
            <a:avLst/>
          </a:prstGeom>
          <a:solidFill>
            <a:srgbClr val="14161C">
              <a:alpha val="28000"/>
            </a:srgbClr>
          </a:solidFill>
          <a:ln/>
        </p:spPr>
      </p:sp>
      <p:sp>
        <p:nvSpPr>
          <p:cNvPr id="69" name="Shape 67"/>
          <p:cNvSpPr/>
          <p:nvPr/>
        </p:nvSpPr>
        <p:spPr>
          <a:xfrm>
            <a:off x="8055184" y="9580836"/>
            <a:ext cx="78828" cy="78828"/>
          </a:xfrm>
          <a:prstGeom prst="ellipse">
            <a:avLst/>
          </a:prstGeom>
          <a:solidFill>
            <a:srgbClr val="14161C">
              <a:alpha val="28000"/>
            </a:srgbClr>
          </a:solidFill>
          <a:ln/>
        </p:spPr>
      </p:sp>
      <p:sp>
        <p:nvSpPr>
          <p:cNvPr id="70" name="Shape 68"/>
          <p:cNvSpPr/>
          <p:nvPr/>
        </p:nvSpPr>
        <p:spPr>
          <a:xfrm>
            <a:off x="8212839" y="9580836"/>
            <a:ext cx="78828" cy="78828"/>
          </a:xfrm>
          <a:prstGeom prst="ellipse">
            <a:avLst/>
          </a:prstGeom>
          <a:solidFill>
            <a:srgbClr val="14161C">
              <a:alpha val="28000"/>
            </a:srgbClr>
          </a:solidFill>
          <a:ln/>
        </p:spPr>
      </p:sp>
      <p:sp>
        <p:nvSpPr>
          <p:cNvPr id="71" name="Shape 69"/>
          <p:cNvSpPr/>
          <p:nvPr/>
        </p:nvSpPr>
        <p:spPr>
          <a:xfrm>
            <a:off x="8370494" y="9580836"/>
            <a:ext cx="78828" cy="78828"/>
          </a:xfrm>
          <a:prstGeom prst="ellipse">
            <a:avLst/>
          </a:prstGeom>
          <a:solidFill>
            <a:srgbClr val="14161C">
              <a:alpha val="28000"/>
            </a:srgbClr>
          </a:solidFill>
          <a:ln/>
        </p:spPr>
      </p:sp>
      <p:sp>
        <p:nvSpPr>
          <p:cNvPr id="72" name="Shape 70"/>
          <p:cNvSpPr/>
          <p:nvPr/>
        </p:nvSpPr>
        <p:spPr>
          <a:xfrm>
            <a:off x="8528148" y="9580836"/>
            <a:ext cx="78828" cy="78828"/>
          </a:xfrm>
          <a:prstGeom prst="ellipse">
            <a:avLst/>
          </a:prstGeom>
          <a:solidFill>
            <a:srgbClr val="14161C">
              <a:alpha val="28000"/>
            </a:srgbClr>
          </a:solidFill>
          <a:ln/>
        </p:spPr>
      </p:sp>
      <p:sp>
        <p:nvSpPr>
          <p:cNvPr id="73" name="Shape 71"/>
          <p:cNvSpPr/>
          <p:nvPr/>
        </p:nvSpPr>
        <p:spPr>
          <a:xfrm>
            <a:off x="8685803" y="9580836"/>
            <a:ext cx="78828" cy="78828"/>
          </a:xfrm>
          <a:prstGeom prst="ellipse">
            <a:avLst/>
          </a:prstGeom>
          <a:solidFill>
            <a:srgbClr val="14161C">
              <a:alpha val="28000"/>
            </a:srgbClr>
          </a:solidFill>
          <a:ln/>
        </p:spPr>
      </p:sp>
      <p:sp>
        <p:nvSpPr>
          <p:cNvPr id="74" name="Shape 72"/>
          <p:cNvSpPr/>
          <p:nvPr/>
        </p:nvSpPr>
        <p:spPr>
          <a:xfrm>
            <a:off x="8843458" y="9580836"/>
            <a:ext cx="78828" cy="78828"/>
          </a:xfrm>
          <a:prstGeom prst="ellipse">
            <a:avLst/>
          </a:prstGeom>
          <a:solidFill>
            <a:srgbClr val="14161C">
              <a:alpha val="28000"/>
            </a:srgbClr>
          </a:solidFill>
          <a:ln/>
        </p:spPr>
      </p:sp>
      <p:sp>
        <p:nvSpPr>
          <p:cNvPr id="75" name="Shape 73"/>
          <p:cNvSpPr/>
          <p:nvPr/>
        </p:nvSpPr>
        <p:spPr>
          <a:xfrm>
            <a:off x="9001113" y="9580836"/>
            <a:ext cx="78828" cy="78828"/>
          </a:xfrm>
          <a:prstGeom prst="ellipse">
            <a:avLst/>
          </a:prstGeom>
          <a:solidFill>
            <a:srgbClr val="14161C">
              <a:alpha val="28000"/>
            </a:srgbClr>
          </a:solidFill>
          <a:ln/>
        </p:spPr>
      </p:sp>
      <p:sp>
        <p:nvSpPr>
          <p:cNvPr id="76" name="Shape 74"/>
          <p:cNvSpPr/>
          <p:nvPr/>
        </p:nvSpPr>
        <p:spPr>
          <a:xfrm>
            <a:off x="9158768" y="9580836"/>
            <a:ext cx="78828" cy="78828"/>
          </a:xfrm>
          <a:prstGeom prst="ellipse">
            <a:avLst/>
          </a:prstGeom>
          <a:solidFill>
            <a:srgbClr val="14161C">
              <a:alpha val="28000"/>
            </a:srgbClr>
          </a:solidFill>
          <a:ln/>
        </p:spPr>
      </p:sp>
      <p:sp>
        <p:nvSpPr>
          <p:cNvPr id="77" name="Shape 75"/>
          <p:cNvSpPr/>
          <p:nvPr/>
        </p:nvSpPr>
        <p:spPr>
          <a:xfrm>
            <a:off x="9316423" y="9580836"/>
            <a:ext cx="78828" cy="78828"/>
          </a:xfrm>
          <a:prstGeom prst="ellipse">
            <a:avLst/>
          </a:prstGeom>
          <a:solidFill>
            <a:srgbClr val="14161C">
              <a:alpha val="28000"/>
            </a:srgbClr>
          </a:solidFill>
          <a:ln/>
        </p:spPr>
      </p:sp>
      <p:sp>
        <p:nvSpPr>
          <p:cNvPr id="78" name="Shape 76"/>
          <p:cNvSpPr/>
          <p:nvPr/>
        </p:nvSpPr>
        <p:spPr>
          <a:xfrm>
            <a:off x="9474078" y="9580836"/>
            <a:ext cx="78828" cy="78828"/>
          </a:xfrm>
          <a:prstGeom prst="ellipse">
            <a:avLst/>
          </a:prstGeom>
          <a:solidFill>
            <a:srgbClr val="14161C">
              <a:alpha val="28000"/>
            </a:srgbClr>
          </a:solidFill>
          <a:ln/>
        </p:spPr>
      </p:sp>
      <p:sp>
        <p:nvSpPr>
          <p:cNvPr id="79" name="Shape 77"/>
          <p:cNvSpPr/>
          <p:nvPr/>
        </p:nvSpPr>
        <p:spPr>
          <a:xfrm>
            <a:off x="9618595" y="9567698"/>
            <a:ext cx="105103" cy="105103"/>
          </a:xfrm>
          <a:prstGeom prst="ellipse">
            <a:avLst/>
          </a:prstGeom>
          <a:solidFill>
            <a:srgbClr val="E8472B"/>
          </a:solidFill>
          <a:ln/>
        </p:spPr>
      </p:sp>
      <p:sp>
        <p:nvSpPr>
          <p:cNvPr id="80" name="Shape 78"/>
          <p:cNvSpPr/>
          <p:nvPr/>
        </p:nvSpPr>
        <p:spPr>
          <a:xfrm>
            <a:off x="9789388" y="9580836"/>
            <a:ext cx="78828" cy="78828"/>
          </a:xfrm>
          <a:prstGeom prst="ellipse">
            <a:avLst/>
          </a:prstGeom>
          <a:solidFill>
            <a:srgbClr val="14161C">
              <a:alpha val="28000"/>
            </a:srgbClr>
          </a:solidFill>
          <a:ln/>
        </p:spPr>
      </p:sp>
      <p:sp>
        <p:nvSpPr>
          <p:cNvPr id="81" name="Shape 79"/>
          <p:cNvSpPr/>
          <p:nvPr/>
        </p:nvSpPr>
        <p:spPr>
          <a:xfrm>
            <a:off x="9947043" y="9580836"/>
            <a:ext cx="78828" cy="78828"/>
          </a:xfrm>
          <a:prstGeom prst="ellipse">
            <a:avLst/>
          </a:prstGeom>
          <a:solidFill>
            <a:srgbClr val="14161C">
              <a:alpha val="28000"/>
            </a:srgbClr>
          </a:solidFill>
          <a:ln/>
        </p:spPr>
      </p:sp>
      <p:sp>
        <p:nvSpPr>
          <p:cNvPr id="82" name="Text 80"/>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L18</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56/58</a:t>
            </a:r>
            <a:endParaRPr lang="en-US" sz="1800" dirty="0"/>
          </a:p>
        </p:txBody>
      </p:sp>
      <p:sp>
        <p:nvSpPr>
          <p:cNvPr id="83" name="Shape 81"/>
          <p:cNvSpPr/>
          <p:nvPr/>
        </p:nvSpPr>
        <p:spPr>
          <a:xfrm>
            <a:off x="15983712" y="9076331"/>
            <a:ext cx="1645920" cy="552301"/>
          </a:xfrm>
          <a:prstGeom prst="roundRect">
            <a:avLst>
              <a:gd name="adj" fmla="val 28000"/>
            </a:avLst>
          </a:prstGeom>
          <a:solidFill>
            <a:srgbClr val="FFFFFF">
              <a:alpha val="82000"/>
            </a:srgbClr>
          </a:solidFill>
          <a:ln/>
        </p:spPr>
      </p:sp>
      <p:pic>
        <p:nvPicPr>
          <p:cNvPr id="84" name="Moda image moda-export-watermark-3a4d3698-900a-4ec8-af89-44e9fc5c6907"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0" kern="0">
                <a:solidFill>
                  <a:srgbClr val="F3EEE3"/>
                </a:solidFill>
                <a:latin typeface="Noto Sans JP ExtraBold" pitchFamily="34" charset="0"/>
                <a:ea typeface="Noto Sans JP ExtraBold" pitchFamily="34" charset="-122"/>
                <a:cs typeface="Noto Sans JP ExtraBold" pitchFamily="34" charset="-120"/>
              </a:rPr>
              <a:t>用語：</a:t>
            </a:r>
            <a:r>
              <a:rPr lang="en-US" sz="5700" dirty="0" spc="-29" kern="0">
                <a:solidFill>
                  <a:srgbClr val="F3EEE3"/>
                </a:solidFill>
                <a:latin typeface="Noto Sans JP ExtraBold" pitchFamily="34" charset="0"/>
                <a:ea typeface="Noto Sans JP ExtraBold" pitchFamily="34" charset="-122"/>
                <a:cs typeface="Noto Sans JP ExtraBold" pitchFamily="34" charset="-120"/>
              </a:rPr>
              <a:t> システムと</a:t>
            </a:r>
            <a:r>
              <a:rPr lang="en-US" sz="5700" dirty="0" spc="1" kern="0">
                <a:solidFill>
                  <a:srgbClr val="F3EEE3"/>
                </a:solidFill>
                <a:latin typeface="Noto Sans JP ExtraBold" pitchFamily="34" charset="0"/>
                <a:ea typeface="Noto Sans JP ExtraBold" pitchFamily="34" charset="-122"/>
                <a:cs typeface="Noto Sans JP ExtraBold" pitchFamily="34" charset="-120"/>
              </a:rPr>
              <a:t> 堆積物</a:t>
            </a:r>
            <a:endParaRPr lang="en-US" sz="5700" dirty="0"/>
          </a:p>
        </p:txBody>
      </p:sp>
      <p:sp>
        <p:nvSpPr>
          <p:cNvPr id="3" name="Shape 1"/>
          <p:cNvSpPr/>
          <p:nvPr/>
        </p:nvSpPr>
        <p:spPr>
          <a:xfrm>
            <a:off x="914400" y="2762250"/>
            <a:ext cx="16459200" cy="904875"/>
          </a:xfrm>
          <a:prstGeom prst="roundRect">
            <a:avLst>
              <a:gd name="adj" fmla="val 21053"/>
            </a:avLst>
          </a:prstGeom>
          <a:solidFill>
            <a:srgbClr val="1E212B"/>
          </a:solidFill>
          <a:ln w="19050">
            <a:solidFill>
              <a:srgbClr val="2C3040"/>
            </a:solidFill>
            <a:prstDash val="solid"/>
          </a:ln>
        </p:spPr>
      </p:sp>
      <p:sp>
        <p:nvSpPr>
          <p:cNvPr id="4" name="Shape 2"/>
          <p:cNvSpPr/>
          <p:nvPr/>
        </p:nvSpPr>
        <p:spPr>
          <a:xfrm>
            <a:off x="914400" y="2762250"/>
            <a:ext cx="133350" cy="904875"/>
          </a:xfrm>
          <a:prstGeom prst="roundRect">
            <a:avLst>
              <a:gd name="adj" fmla="val 50000"/>
            </a:avLst>
          </a:prstGeom>
          <a:solidFill>
            <a:srgbClr val="3DD6A0"/>
          </a:solidFill>
          <a:ln/>
        </p:spPr>
      </p:sp>
      <p:sp>
        <p:nvSpPr>
          <p:cNvPr id="5" name="Text 3"/>
          <p:cNvSpPr/>
          <p:nvPr/>
        </p:nvSpPr>
        <p:spPr>
          <a:xfrm>
            <a:off x="1295400" y="2762250"/>
            <a:ext cx="5905500" cy="904875"/>
          </a:xfrm>
          <a:prstGeom prst="rect">
            <a:avLst/>
          </a:prstGeom>
          <a:noFill/>
          <a:ln/>
        </p:spPr>
        <p:txBody>
          <a:bodyPr wrap="square" lIns="0" tIns="37976" rIns="0" bIns="-37976" rtlCol="0" anchor="ctr"/>
          <a:lstStyle/>
          <a:p>
            <a:pPr algn="l" indent="0" marL="0">
              <a:lnSpc>
                <a:spcPts val="3450"/>
              </a:lnSpc>
              <a:buNone/>
            </a:pPr>
            <a:r>
              <a:rPr lang="en-US" sz="3000" dirty="0" spc="-1" kern="0">
                <a:solidFill>
                  <a:srgbClr val="3DD6A0"/>
                </a:solidFill>
                <a:latin typeface="Noto Sans JP ExtraBold" pitchFamily="34" charset="0"/>
                <a:ea typeface="Noto Sans JP ExtraBold" pitchFamily="34" charset="-122"/>
                <a:cs typeface="Noto Sans JP ExtraBold" pitchFamily="34" charset="-120"/>
              </a:rPr>
              <a:t>dung dịch</a:t>
            </a:r>
            <a:r>
              <a:rPr lang="en-US" sz="3000" dirty="0" spc="-25" kern="0">
                <a:solidFill>
                  <a:srgbClr val="3DD6A0"/>
                </a:solidFill>
                <a:latin typeface="Noto Sans JP ExtraBold" pitchFamily="34" charset="0"/>
                <a:ea typeface="Noto Sans JP ExtraBold" pitchFamily="34" charset="-122"/>
                <a:cs typeface="Noto Sans JP ExtraBold" pitchFamily="34" charset="-120"/>
              </a:rPr>
              <a:t> urea</a:t>
            </a:r>
            <a:endParaRPr lang="en-US" sz="3000" dirty="0"/>
          </a:p>
        </p:txBody>
      </p:sp>
      <p:sp>
        <p:nvSpPr>
          <p:cNvPr id="6" name="Text 4"/>
          <p:cNvSpPr/>
          <p:nvPr/>
        </p:nvSpPr>
        <p:spPr>
          <a:xfrm>
            <a:off x="7581900" y="2762250"/>
            <a:ext cx="9525000" cy="904875"/>
          </a:xfrm>
          <a:prstGeom prst="rect">
            <a:avLst/>
          </a:prstGeom>
          <a:noFill/>
          <a:ln/>
        </p:spPr>
        <p:txBody>
          <a:bodyPr wrap="square" lIns="0" tIns="0" rIns="0" bIns="0" rtlCol="0" anchor="ctr"/>
          <a:lstStyle/>
          <a:p>
            <a:pPr algn="l" indent="0" marL="0">
              <a:buNone/>
            </a:pPr>
            <a:r>
              <a:rPr lang="en-US" sz="2700" dirty="0" spc="-25" kern="0">
                <a:solidFill>
                  <a:srgbClr val="F3EEE3"/>
                </a:solidFill>
                <a:latin typeface="Noto Sans JP" pitchFamily="34" charset="0"/>
                <a:ea typeface="Noto Sans JP" pitchFamily="34" charset="-122"/>
                <a:cs typeface="Noto Sans JP" pitchFamily="34" charset="-120"/>
              </a:rPr>
              <a:t>urea</a:t>
            </a:r>
            <a:r>
              <a:rPr lang="en-US" sz="2700" dirty="0" spc="-22" kern="0">
                <a:solidFill>
                  <a:srgbClr val="F3EEE3"/>
                </a:solidFill>
                <a:latin typeface="Noto Sans JP" pitchFamily="34" charset="0"/>
                <a:ea typeface="Noto Sans JP" pitchFamily="34" charset="-122"/>
                <a:cs typeface="Noto Sans JP" pitchFamily="34" charset="-120"/>
              </a:rPr>
              <a:t> water</a:t>
            </a:r>
            <a:r>
              <a:rPr lang="en-US" sz="2700" dirty="0" spc="2" kern="0">
                <a:solidFill>
                  <a:srgbClr val="F3EEE3"/>
                </a:solidFill>
                <a:latin typeface="Noto Sans JP" pitchFamily="34" charset="0"/>
                <a:ea typeface="Noto Sans JP" pitchFamily="34" charset="-122"/>
                <a:cs typeface="Noto Sans JP" pitchFamily="34" charset="-120"/>
              </a:rPr>
              <a:t> solution</a:t>
            </a:r>
            <a:r>
              <a:rPr lang="en-US" sz="2700" dirty="0" spc="-5" kern="0">
                <a:solidFill>
                  <a:srgbClr val="F3EEE3"/>
                </a:solidFill>
                <a:latin typeface="Noto Sans JP" pitchFamily="34" charset="0"/>
                <a:ea typeface="Noto Sans JP" pitchFamily="34" charset="-122"/>
                <a:cs typeface="Noto Sans JP" pitchFamily="34" charset="-120"/>
              </a:rPr>
              <a:t> (UWS),</a:t>
            </a:r>
            <a:r>
              <a:rPr lang="en-US" sz="2700" dirty="0" spc="2" kern="0">
                <a:solidFill>
                  <a:srgbClr val="F3EEE3"/>
                </a:solidFill>
                <a:latin typeface="Noto Sans JP" pitchFamily="34" charset="0"/>
                <a:ea typeface="Noto Sans JP" pitchFamily="34" charset="-122"/>
                <a:cs typeface="Noto Sans JP" pitchFamily="34" charset="-120"/>
              </a:rPr>
              <a:t> DEF;</a:t>
            </a:r>
            <a:r>
              <a:rPr lang="en-US" sz="2700" dirty="0" spc="1" kern="0">
                <a:solidFill>
                  <a:srgbClr val="F3EEE3"/>
                </a:solidFill>
                <a:latin typeface="Noto Sans JP" pitchFamily="34" charset="0"/>
                <a:ea typeface="Noto Sans JP" pitchFamily="34" charset="-122"/>
                <a:cs typeface="Noto Sans JP" pitchFamily="34" charset="-120"/>
              </a:rPr>
              <a:t> 尿素水</a:t>
            </a:r>
            <a:endParaRPr lang="en-US" sz="2700" dirty="0"/>
          </a:p>
        </p:txBody>
      </p:sp>
      <p:sp>
        <p:nvSpPr>
          <p:cNvPr id="7" name="Shape 5"/>
          <p:cNvSpPr/>
          <p:nvPr/>
        </p:nvSpPr>
        <p:spPr>
          <a:xfrm>
            <a:off x="914400" y="3800475"/>
            <a:ext cx="16459200" cy="904875"/>
          </a:xfrm>
          <a:prstGeom prst="roundRect">
            <a:avLst>
              <a:gd name="adj" fmla="val 21053"/>
            </a:avLst>
          </a:prstGeom>
          <a:solidFill>
            <a:srgbClr val="1E212B"/>
          </a:solidFill>
          <a:ln w="19050">
            <a:solidFill>
              <a:srgbClr val="2C3040"/>
            </a:solidFill>
            <a:prstDash val="solid"/>
          </a:ln>
        </p:spPr>
      </p:sp>
      <p:sp>
        <p:nvSpPr>
          <p:cNvPr id="8" name="Shape 6"/>
          <p:cNvSpPr/>
          <p:nvPr/>
        </p:nvSpPr>
        <p:spPr>
          <a:xfrm>
            <a:off x="914400" y="3800475"/>
            <a:ext cx="133350" cy="904875"/>
          </a:xfrm>
          <a:prstGeom prst="roundRect">
            <a:avLst>
              <a:gd name="adj" fmla="val 50000"/>
            </a:avLst>
          </a:prstGeom>
          <a:solidFill>
            <a:srgbClr val="FF6A4D"/>
          </a:solidFill>
          <a:ln/>
        </p:spPr>
      </p:sp>
      <p:sp>
        <p:nvSpPr>
          <p:cNvPr id="9" name="Text 7"/>
          <p:cNvSpPr/>
          <p:nvPr/>
        </p:nvSpPr>
        <p:spPr>
          <a:xfrm>
            <a:off x="1295400" y="3800475"/>
            <a:ext cx="5905500" cy="904875"/>
          </a:xfrm>
          <a:prstGeom prst="rect">
            <a:avLst/>
          </a:prstGeom>
          <a:noFill/>
          <a:ln/>
        </p:spPr>
        <p:txBody>
          <a:bodyPr wrap="square" lIns="0" tIns="37976" rIns="0" bIns="-37976" rtlCol="0" anchor="ctr"/>
          <a:lstStyle/>
          <a:p>
            <a:pPr algn="l" indent="0" marL="0">
              <a:lnSpc>
                <a:spcPts val="3450"/>
              </a:lnSpc>
              <a:buNone/>
            </a:pPr>
            <a:r>
              <a:rPr lang="en-US" sz="3000" dirty="0" spc="-3" kern="0">
                <a:solidFill>
                  <a:srgbClr val="FF6A4D"/>
                </a:solidFill>
                <a:latin typeface="Noto Sans JP ExtraBold" pitchFamily="34" charset="0"/>
                <a:ea typeface="Noto Sans JP ExtraBold" pitchFamily="34" charset="-122"/>
                <a:cs typeface="Noto Sans JP ExtraBold" pitchFamily="34" charset="-120"/>
              </a:rPr>
              <a:t>khử</a:t>
            </a:r>
            <a:r>
              <a:rPr lang="en-US" sz="3000" dirty="0" spc="-1" kern="0">
                <a:solidFill>
                  <a:srgbClr val="FF6A4D"/>
                </a:solidFill>
                <a:latin typeface="Noto Sans JP ExtraBold" pitchFamily="34" charset="0"/>
                <a:ea typeface="Noto Sans JP ExtraBold" pitchFamily="34" charset="-122"/>
                <a:cs typeface="Noto Sans JP ExtraBold" pitchFamily="34" charset="-120"/>
              </a:rPr>
              <a:t> xúc</a:t>
            </a:r>
            <a:r>
              <a:rPr lang="en-US" sz="3000" dirty="0" spc="-26" kern="0">
                <a:solidFill>
                  <a:srgbClr val="FF6A4D"/>
                </a:solidFill>
                <a:latin typeface="Noto Sans JP ExtraBold" pitchFamily="34" charset="0"/>
                <a:ea typeface="Noto Sans JP ExtraBold" pitchFamily="34" charset="-122"/>
                <a:cs typeface="Noto Sans JP ExtraBold" pitchFamily="34" charset="-120"/>
              </a:rPr>
              <a:t> tác</a:t>
            </a:r>
            <a:r>
              <a:rPr lang="en-US" sz="3000" dirty="0" spc="-2" kern="0">
                <a:solidFill>
                  <a:srgbClr val="FF6A4D"/>
                </a:solidFill>
                <a:latin typeface="Noto Sans JP ExtraBold" pitchFamily="34" charset="0"/>
                <a:ea typeface="Noto Sans JP ExtraBold" pitchFamily="34" charset="-122"/>
                <a:cs typeface="Noto Sans JP ExtraBold" pitchFamily="34" charset="-120"/>
              </a:rPr>
              <a:t> chọn lọc</a:t>
            </a:r>
            <a:endParaRPr lang="en-US" sz="3000" dirty="0"/>
          </a:p>
        </p:txBody>
      </p:sp>
      <p:sp>
        <p:nvSpPr>
          <p:cNvPr id="10" name="Text 8"/>
          <p:cNvSpPr/>
          <p:nvPr/>
        </p:nvSpPr>
        <p:spPr>
          <a:xfrm>
            <a:off x="7581900" y="3800475"/>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Noto Sans JP" pitchFamily="34" charset="0"/>
                <a:ea typeface="Noto Sans JP" pitchFamily="34" charset="-122"/>
                <a:cs typeface="Noto Sans JP" pitchFamily="34" charset="-120"/>
              </a:rPr>
              <a:t>SCR;</a:t>
            </a:r>
            <a:r>
              <a:rPr lang="en-US" sz="2700" dirty="0" spc="1" kern="0">
                <a:solidFill>
                  <a:srgbClr val="F3EEE3"/>
                </a:solidFill>
                <a:latin typeface="Noto Sans JP" pitchFamily="34" charset="0"/>
                <a:ea typeface="Noto Sans JP" pitchFamily="34" charset="-122"/>
                <a:cs typeface="Noto Sans JP" pitchFamily="34" charset="-120"/>
              </a:rPr>
              <a:t> 選択的触媒還元</a:t>
            </a:r>
            <a:endParaRPr lang="en-US" sz="2700" dirty="0"/>
          </a:p>
        </p:txBody>
      </p:sp>
      <p:sp>
        <p:nvSpPr>
          <p:cNvPr id="11" name="Shape 9"/>
          <p:cNvSpPr/>
          <p:nvPr/>
        </p:nvSpPr>
        <p:spPr>
          <a:xfrm>
            <a:off x="914400" y="4838700"/>
            <a:ext cx="16459200" cy="904875"/>
          </a:xfrm>
          <a:prstGeom prst="roundRect">
            <a:avLst>
              <a:gd name="adj" fmla="val 21053"/>
            </a:avLst>
          </a:prstGeom>
          <a:solidFill>
            <a:srgbClr val="1E212B"/>
          </a:solidFill>
          <a:ln w="19050">
            <a:solidFill>
              <a:srgbClr val="2C3040"/>
            </a:solidFill>
            <a:prstDash val="solid"/>
          </a:ln>
        </p:spPr>
      </p:sp>
      <p:sp>
        <p:nvSpPr>
          <p:cNvPr id="12" name="Shape 10"/>
          <p:cNvSpPr/>
          <p:nvPr/>
        </p:nvSpPr>
        <p:spPr>
          <a:xfrm>
            <a:off x="914400" y="4838700"/>
            <a:ext cx="133350" cy="904875"/>
          </a:xfrm>
          <a:prstGeom prst="roundRect">
            <a:avLst>
              <a:gd name="adj" fmla="val 50000"/>
            </a:avLst>
          </a:prstGeom>
          <a:solidFill>
            <a:srgbClr val="7C93FF"/>
          </a:solidFill>
          <a:ln/>
        </p:spPr>
      </p:sp>
      <p:sp>
        <p:nvSpPr>
          <p:cNvPr id="13" name="Text 11"/>
          <p:cNvSpPr/>
          <p:nvPr/>
        </p:nvSpPr>
        <p:spPr>
          <a:xfrm>
            <a:off x="1295400" y="4838700"/>
            <a:ext cx="5905500" cy="904875"/>
          </a:xfrm>
          <a:prstGeom prst="rect">
            <a:avLst/>
          </a:prstGeom>
          <a:noFill/>
          <a:ln/>
        </p:spPr>
        <p:txBody>
          <a:bodyPr wrap="square" lIns="0" tIns="37976" rIns="0" bIns="-37976" rtlCol="0" anchor="ctr"/>
          <a:lstStyle/>
          <a:p>
            <a:pPr algn="l" indent="0" marL="0">
              <a:lnSpc>
                <a:spcPts val="3450"/>
              </a:lnSpc>
              <a:buNone/>
            </a:pPr>
            <a:r>
              <a:rPr lang="en-US" sz="3000" dirty="0" spc="-2" kern="0">
                <a:solidFill>
                  <a:srgbClr val="7C93FF"/>
                </a:solidFill>
                <a:latin typeface="Noto Sans JP ExtraBold" pitchFamily="34" charset="0"/>
                <a:ea typeface="Noto Sans JP ExtraBold" pitchFamily="34" charset="-122"/>
                <a:cs typeface="Noto Sans JP ExtraBold" pitchFamily="34" charset="-120"/>
              </a:rPr>
              <a:t>amoniac</a:t>
            </a:r>
            <a:endParaRPr lang="en-US" sz="3000" dirty="0"/>
          </a:p>
        </p:txBody>
      </p:sp>
      <p:sp>
        <p:nvSpPr>
          <p:cNvPr id="14" name="Text 12"/>
          <p:cNvSpPr/>
          <p:nvPr/>
        </p:nvSpPr>
        <p:spPr>
          <a:xfrm>
            <a:off x="7581900" y="4838700"/>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Noto Sans JP" pitchFamily="34" charset="0"/>
                <a:ea typeface="Noto Sans JP" pitchFamily="34" charset="-122"/>
                <a:cs typeface="Noto Sans JP" pitchFamily="34" charset="-120"/>
              </a:rPr>
              <a:t>ammonia</a:t>
            </a:r>
            <a:r>
              <a:rPr lang="en-US" sz="2700" dirty="0" spc="1" kern="0">
                <a:solidFill>
                  <a:srgbClr val="F3EEE3"/>
                </a:solidFill>
                <a:latin typeface="Noto Sans JP" pitchFamily="34" charset="0"/>
                <a:ea typeface="Noto Sans JP" pitchFamily="34" charset="-122"/>
                <a:cs typeface="Noto Sans JP" pitchFamily="34" charset="-120"/>
              </a:rPr>
              <a:t> (NH3);</a:t>
            </a:r>
            <a:r>
              <a:rPr lang="en-US" sz="2700" dirty="0" spc="-17" kern="0">
                <a:solidFill>
                  <a:srgbClr val="F3EEE3"/>
                </a:solidFill>
                <a:latin typeface="Noto Sans JP" pitchFamily="34" charset="0"/>
                <a:ea typeface="Noto Sans JP" pitchFamily="34" charset="-122"/>
                <a:cs typeface="Noto Sans JP" pitchFamily="34" charset="-120"/>
              </a:rPr>
              <a:t> アンモニア</a:t>
            </a:r>
            <a:endParaRPr lang="en-US" sz="2700" dirty="0"/>
          </a:p>
        </p:txBody>
      </p:sp>
      <p:sp>
        <p:nvSpPr>
          <p:cNvPr id="15" name="Shape 13"/>
          <p:cNvSpPr/>
          <p:nvPr/>
        </p:nvSpPr>
        <p:spPr>
          <a:xfrm>
            <a:off x="914400" y="5876925"/>
            <a:ext cx="16459200" cy="904875"/>
          </a:xfrm>
          <a:prstGeom prst="roundRect">
            <a:avLst>
              <a:gd name="adj" fmla="val 21053"/>
            </a:avLst>
          </a:prstGeom>
          <a:solidFill>
            <a:srgbClr val="1E212B"/>
          </a:solidFill>
          <a:ln w="19050">
            <a:solidFill>
              <a:srgbClr val="2C3040"/>
            </a:solidFill>
            <a:prstDash val="solid"/>
          </a:ln>
        </p:spPr>
      </p:sp>
      <p:sp>
        <p:nvSpPr>
          <p:cNvPr id="16" name="Shape 14"/>
          <p:cNvSpPr/>
          <p:nvPr/>
        </p:nvSpPr>
        <p:spPr>
          <a:xfrm>
            <a:off x="914400" y="5876925"/>
            <a:ext cx="133350" cy="904875"/>
          </a:xfrm>
          <a:prstGeom prst="roundRect">
            <a:avLst>
              <a:gd name="adj" fmla="val 50000"/>
            </a:avLst>
          </a:prstGeom>
          <a:solidFill>
            <a:srgbClr val="FFB454"/>
          </a:solidFill>
          <a:ln/>
        </p:spPr>
      </p:sp>
      <p:sp>
        <p:nvSpPr>
          <p:cNvPr id="17" name="Text 15"/>
          <p:cNvSpPr/>
          <p:nvPr/>
        </p:nvSpPr>
        <p:spPr>
          <a:xfrm>
            <a:off x="1295400" y="5876925"/>
            <a:ext cx="5905500" cy="904875"/>
          </a:xfrm>
          <a:prstGeom prst="rect">
            <a:avLst/>
          </a:prstGeom>
          <a:noFill/>
          <a:ln/>
        </p:spPr>
        <p:txBody>
          <a:bodyPr wrap="square" lIns="0" tIns="37976" rIns="0" bIns="-37976" rtlCol="0" anchor="ctr"/>
          <a:lstStyle/>
          <a:p>
            <a:pPr algn="l" indent="0" marL="0">
              <a:lnSpc>
                <a:spcPts val="3450"/>
              </a:lnSpc>
              <a:buNone/>
            </a:pPr>
            <a:r>
              <a:rPr lang="en-US" sz="3000" dirty="0" spc="-1" kern="0">
                <a:solidFill>
                  <a:srgbClr val="FFB454"/>
                </a:solidFill>
                <a:latin typeface="Noto Sans JP ExtraBold" pitchFamily="34" charset="0"/>
                <a:ea typeface="Noto Sans JP ExtraBold" pitchFamily="34" charset="-122"/>
                <a:cs typeface="Noto Sans JP ExtraBold" pitchFamily="34" charset="-120"/>
              </a:rPr>
              <a:t>axit</a:t>
            </a:r>
            <a:r>
              <a:rPr lang="en-US" sz="3000" dirty="0" spc="-10" kern="0">
                <a:solidFill>
                  <a:srgbClr val="FFB454"/>
                </a:solidFill>
                <a:latin typeface="Noto Sans JP ExtraBold" pitchFamily="34" charset="0"/>
                <a:ea typeface="Noto Sans JP ExtraBold" pitchFamily="34" charset="-122"/>
                <a:cs typeface="Noto Sans JP ExtraBold" pitchFamily="34" charset="-120"/>
              </a:rPr>
              <a:t> isocyanic</a:t>
            </a:r>
            <a:endParaRPr lang="en-US" sz="3000" dirty="0"/>
          </a:p>
        </p:txBody>
      </p:sp>
      <p:sp>
        <p:nvSpPr>
          <p:cNvPr id="18" name="Text 16"/>
          <p:cNvSpPr/>
          <p:nvPr/>
        </p:nvSpPr>
        <p:spPr>
          <a:xfrm>
            <a:off x="7581900" y="5876925"/>
            <a:ext cx="9525000" cy="904875"/>
          </a:xfrm>
          <a:prstGeom prst="rect">
            <a:avLst/>
          </a:prstGeom>
          <a:noFill/>
          <a:ln/>
        </p:spPr>
        <p:txBody>
          <a:bodyPr wrap="square" lIns="0" tIns="0" rIns="0" bIns="0" rtlCol="0" anchor="ctr"/>
          <a:lstStyle/>
          <a:p>
            <a:pPr algn="l" indent="0" marL="0">
              <a:buNone/>
            </a:pPr>
            <a:r>
              <a:rPr lang="en-US" sz="2700" dirty="0" spc="-6" kern="0">
                <a:solidFill>
                  <a:srgbClr val="F3EEE3"/>
                </a:solidFill>
                <a:latin typeface="Noto Sans JP" pitchFamily="34" charset="0"/>
                <a:ea typeface="Noto Sans JP" pitchFamily="34" charset="-122"/>
                <a:cs typeface="Noto Sans JP" pitchFamily="34" charset="-120"/>
              </a:rPr>
              <a:t>isocyanic</a:t>
            </a:r>
            <a:r>
              <a:rPr lang="en-US" sz="2700" dirty="0" spc="1" kern="0">
                <a:solidFill>
                  <a:srgbClr val="F3EEE3"/>
                </a:solidFill>
                <a:latin typeface="Noto Sans JP" pitchFamily="34" charset="0"/>
                <a:ea typeface="Noto Sans JP" pitchFamily="34" charset="-122"/>
                <a:cs typeface="Noto Sans JP" pitchFamily="34" charset="-120"/>
              </a:rPr>
              <a:t> acid</a:t>
            </a:r>
            <a:r>
              <a:rPr lang="en-US" sz="2700" dirty="0" spc="-10" kern="0">
                <a:solidFill>
                  <a:srgbClr val="F3EEE3"/>
                </a:solidFill>
                <a:latin typeface="Noto Sans JP" pitchFamily="34" charset="0"/>
                <a:ea typeface="Noto Sans JP" pitchFamily="34" charset="-122"/>
                <a:cs typeface="Noto Sans JP" pitchFamily="34" charset="-120"/>
              </a:rPr>
              <a:t> (HNCO);</a:t>
            </a:r>
            <a:r>
              <a:rPr lang="en-US" sz="2700" dirty="0" spc="-15" kern="0">
                <a:solidFill>
                  <a:srgbClr val="F3EEE3"/>
                </a:solidFill>
                <a:latin typeface="Noto Sans JP" pitchFamily="34" charset="0"/>
                <a:ea typeface="Noto Sans JP" pitchFamily="34" charset="-122"/>
                <a:cs typeface="Noto Sans JP" pitchFamily="34" charset="-120"/>
              </a:rPr>
              <a:t> イソシアン酸</a:t>
            </a:r>
            <a:endParaRPr lang="en-US" sz="2700" dirty="0"/>
          </a:p>
        </p:txBody>
      </p:sp>
      <p:sp>
        <p:nvSpPr>
          <p:cNvPr id="19" name="Shape 17"/>
          <p:cNvSpPr/>
          <p:nvPr/>
        </p:nvSpPr>
        <p:spPr>
          <a:xfrm>
            <a:off x="914400" y="6915150"/>
            <a:ext cx="16459200" cy="904875"/>
          </a:xfrm>
          <a:prstGeom prst="roundRect">
            <a:avLst>
              <a:gd name="adj" fmla="val 21053"/>
            </a:avLst>
          </a:prstGeom>
          <a:solidFill>
            <a:srgbClr val="1E212B"/>
          </a:solidFill>
          <a:ln w="19050">
            <a:solidFill>
              <a:srgbClr val="2C3040"/>
            </a:solidFill>
            <a:prstDash val="solid"/>
          </a:ln>
        </p:spPr>
      </p:sp>
      <p:sp>
        <p:nvSpPr>
          <p:cNvPr id="20" name="Shape 18"/>
          <p:cNvSpPr/>
          <p:nvPr/>
        </p:nvSpPr>
        <p:spPr>
          <a:xfrm>
            <a:off x="914400" y="6915150"/>
            <a:ext cx="133350" cy="904875"/>
          </a:xfrm>
          <a:prstGeom prst="roundRect">
            <a:avLst>
              <a:gd name="adj" fmla="val 50000"/>
            </a:avLst>
          </a:prstGeom>
          <a:solidFill>
            <a:srgbClr val="3DD6A0"/>
          </a:solidFill>
          <a:ln/>
        </p:spPr>
      </p:sp>
      <p:sp>
        <p:nvSpPr>
          <p:cNvPr id="21" name="Text 19"/>
          <p:cNvSpPr/>
          <p:nvPr/>
        </p:nvSpPr>
        <p:spPr>
          <a:xfrm>
            <a:off x="1295400" y="6915150"/>
            <a:ext cx="5905500" cy="904875"/>
          </a:xfrm>
          <a:prstGeom prst="rect">
            <a:avLst/>
          </a:prstGeom>
          <a:noFill/>
          <a:ln/>
        </p:spPr>
        <p:txBody>
          <a:bodyPr wrap="square" lIns="0" tIns="37976" rIns="0" bIns="-37976" rtlCol="0" anchor="ctr"/>
          <a:lstStyle/>
          <a:p>
            <a:pPr algn="l" indent="0" marL="0">
              <a:lnSpc>
                <a:spcPts val="3450"/>
              </a:lnSpc>
              <a:buNone/>
            </a:pPr>
            <a:r>
              <a:rPr lang="en-US" sz="3000" dirty="0" spc="-22" kern="0">
                <a:solidFill>
                  <a:srgbClr val="3DD6A0"/>
                </a:solidFill>
                <a:latin typeface="Noto Sans JP ExtraBold" pitchFamily="34" charset="0"/>
                <a:ea typeface="Noto Sans JP ExtraBold" pitchFamily="34" charset="-122"/>
                <a:cs typeface="Noto Sans JP ExtraBold" pitchFamily="34" charset="-120"/>
              </a:rPr>
              <a:t>cặn</a:t>
            </a:r>
            <a:endParaRPr lang="en-US" sz="3000" dirty="0"/>
          </a:p>
        </p:txBody>
      </p:sp>
      <p:sp>
        <p:nvSpPr>
          <p:cNvPr id="22" name="Text 20"/>
          <p:cNvSpPr/>
          <p:nvPr/>
        </p:nvSpPr>
        <p:spPr>
          <a:xfrm>
            <a:off x="7581900" y="6915150"/>
            <a:ext cx="9525000" cy="904875"/>
          </a:xfrm>
          <a:prstGeom prst="rect">
            <a:avLst/>
          </a:prstGeom>
          <a:noFill/>
          <a:ln/>
        </p:spPr>
        <p:txBody>
          <a:bodyPr wrap="square" lIns="0" tIns="0" rIns="0" bIns="0" rtlCol="0" anchor="ctr"/>
          <a:lstStyle/>
          <a:p>
            <a:pPr algn="l" indent="0" marL="0">
              <a:buNone/>
            </a:pPr>
            <a:r>
              <a:rPr lang="en-US" sz="2700" dirty="0" spc="3" kern="0">
                <a:solidFill>
                  <a:srgbClr val="F3EEE3"/>
                </a:solidFill>
                <a:latin typeface="Noto Sans JP" pitchFamily="34" charset="0"/>
                <a:ea typeface="Noto Sans JP" pitchFamily="34" charset="-122"/>
                <a:cs typeface="Noto Sans JP" pitchFamily="34" charset="-120"/>
              </a:rPr>
              <a:t>deposit;</a:t>
            </a:r>
            <a:r>
              <a:rPr lang="en-US" sz="2700" dirty="0" spc="2" kern="0">
                <a:solidFill>
                  <a:srgbClr val="F3EEE3"/>
                </a:solidFill>
                <a:latin typeface="Noto Sans JP" pitchFamily="34" charset="0"/>
                <a:ea typeface="Noto Sans JP" pitchFamily="34" charset="-122"/>
                <a:cs typeface="Noto Sans JP" pitchFamily="34" charset="-120"/>
              </a:rPr>
              <a:t> 堆積物</a:t>
            </a:r>
            <a:endParaRPr lang="en-US" sz="2700" dirty="0"/>
          </a:p>
        </p:txBody>
      </p:sp>
      <p:sp>
        <p:nvSpPr>
          <p:cNvPr id="23" name="Shape 21"/>
          <p:cNvSpPr/>
          <p:nvPr/>
        </p:nvSpPr>
        <p:spPr>
          <a:xfrm>
            <a:off x="914400" y="7953375"/>
            <a:ext cx="16459200" cy="904875"/>
          </a:xfrm>
          <a:prstGeom prst="roundRect">
            <a:avLst>
              <a:gd name="adj" fmla="val 21053"/>
            </a:avLst>
          </a:prstGeom>
          <a:solidFill>
            <a:srgbClr val="1E212B"/>
          </a:solidFill>
          <a:ln w="19050">
            <a:solidFill>
              <a:srgbClr val="2C3040"/>
            </a:solidFill>
            <a:prstDash val="solid"/>
          </a:ln>
        </p:spPr>
      </p:sp>
      <p:sp>
        <p:nvSpPr>
          <p:cNvPr id="24" name="Shape 22"/>
          <p:cNvSpPr/>
          <p:nvPr/>
        </p:nvSpPr>
        <p:spPr>
          <a:xfrm>
            <a:off x="914400" y="7953375"/>
            <a:ext cx="133350" cy="904875"/>
          </a:xfrm>
          <a:prstGeom prst="roundRect">
            <a:avLst>
              <a:gd name="adj" fmla="val 50000"/>
            </a:avLst>
          </a:prstGeom>
          <a:solidFill>
            <a:srgbClr val="FF6A4D"/>
          </a:solidFill>
          <a:ln/>
        </p:spPr>
      </p:sp>
      <p:sp>
        <p:nvSpPr>
          <p:cNvPr id="25" name="Text 23"/>
          <p:cNvSpPr/>
          <p:nvPr/>
        </p:nvSpPr>
        <p:spPr>
          <a:xfrm>
            <a:off x="1295400" y="7953375"/>
            <a:ext cx="5905500" cy="904875"/>
          </a:xfrm>
          <a:prstGeom prst="rect">
            <a:avLst/>
          </a:prstGeom>
          <a:noFill/>
          <a:ln/>
        </p:spPr>
        <p:txBody>
          <a:bodyPr wrap="square" lIns="0" tIns="37976" rIns="0" bIns="-37976" rtlCol="0" anchor="ctr"/>
          <a:lstStyle/>
          <a:p>
            <a:pPr algn="l" indent="0" marL="0">
              <a:lnSpc>
                <a:spcPts val="3450"/>
              </a:lnSpc>
              <a:buNone/>
            </a:pPr>
            <a:r>
              <a:rPr lang="en-US" sz="3000" dirty="0" spc="0" kern="0">
                <a:solidFill>
                  <a:srgbClr val="FF6A4D"/>
                </a:solidFill>
                <a:latin typeface="Noto Sans JP ExtraBold" pitchFamily="34" charset="0"/>
                <a:ea typeface="Noto Sans JP ExtraBold" pitchFamily="34" charset="-122"/>
                <a:cs typeface="Noto Sans JP ExtraBold" pitchFamily="34" charset="-120"/>
              </a:rPr>
              <a:t>hiệu</a:t>
            </a:r>
            <a:r>
              <a:rPr lang="en-US" sz="3000" dirty="0" spc="-2" kern="0">
                <a:solidFill>
                  <a:srgbClr val="FF6A4D"/>
                </a:solidFill>
                <a:latin typeface="Noto Sans JP ExtraBold" pitchFamily="34" charset="0"/>
                <a:ea typeface="Noto Sans JP ExtraBold" pitchFamily="34" charset="-122"/>
                <a:cs typeface="Noto Sans JP ExtraBold" pitchFamily="34" charset="-120"/>
              </a:rPr>
              <a:t> ứng</a:t>
            </a:r>
            <a:r>
              <a:rPr lang="en-US" sz="3000" dirty="0" spc="-19" kern="0">
                <a:solidFill>
                  <a:srgbClr val="FF6A4D"/>
                </a:solidFill>
                <a:latin typeface="Noto Sans JP ExtraBold" pitchFamily="34" charset="0"/>
                <a:ea typeface="Noto Sans JP ExtraBold" pitchFamily="34" charset="-122"/>
                <a:cs typeface="Noto Sans JP ExtraBold" pitchFamily="34" charset="-120"/>
              </a:rPr>
              <a:t> Leidenfrost</a:t>
            </a:r>
            <a:endParaRPr lang="en-US" sz="3000" dirty="0"/>
          </a:p>
        </p:txBody>
      </p:sp>
      <p:sp>
        <p:nvSpPr>
          <p:cNvPr id="26" name="Text 24"/>
          <p:cNvSpPr/>
          <p:nvPr/>
        </p:nvSpPr>
        <p:spPr>
          <a:xfrm>
            <a:off x="7581900" y="7953375"/>
            <a:ext cx="9525000" cy="904875"/>
          </a:xfrm>
          <a:prstGeom prst="rect">
            <a:avLst/>
          </a:prstGeom>
          <a:noFill/>
          <a:ln/>
        </p:spPr>
        <p:txBody>
          <a:bodyPr wrap="square" lIns="0" tIns="0" rIns="0" bIns="0" rtlCol="0" anchor="ctr"/>
          <a:lstStyle/>
          <a:p>
            <a:pPr algn="l" indent="0" marL="0">
              <a:buNone/>
            </a:pPr>
            <a:r>
              <a:rPr lang="en-US" sz="2700" dirty="0" spc="-15" kern="0">
                <a:solidFill>
                  <a:srgbClr val="F3EEE3"/>
                </a:solidFill>
                <a:latin typeface="Noto Sans JP" pitchFamily="34" charset="0"/>
                <a:ea typeface="Noto Sans JP" pitchFamily="34" charset="-122"/>
                <a:cs typeface="Noto Sans JP" pitchFamily="34" charset="-120"/>
              </a:rPr>
              <a:t>Leidenfrost</a:t>
            </a:r>
            <a:r>
              <a:rPr lang="en-US" sz="2700" dirty="0" spc="-7" kern="0">
                <a:solidFill>
                  <a:srgbClr val="F3EEE3"/>
                </a:solidFill>
                <a:latin typeface="Noto Sans JP" pitchFamily="34" charset="0"/>
                <a:ea typeface="Noto Sans JP" pitchFamily="34" charset="-122"/>
                <a:cs typeface="Noto Sans JP" pitchFamily="34" charset="-120"/>
              </a:rPr>
              <a:t> effect; ライデンフロスト効果</a:t>
            </a:r>
            <a:endParaRPr lang="en-US" sz="2700" dirty="0"/>
          </a:p>
        </p:txBody>
      </p:sp>
      <p:sp>
        <p:nvSpPr>
          <p:cNvPr id="27" name="Text 2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1" kern="0">
                <a:solidFill>
                  <a:srgbClr val="9AA0B5"/>
                </a:solidFill>
                <a:latin typeface="Noto Sans JP" pitchFamily="34" charset="0"/>
                <a:ea typeface="Noto Sans JP" pitchFamily="34" charset="-122"/>
                <a:cs typeface="Noto Sans JP" pitchFamily="34" charset="-120"/>
              </a:rPr>
              <a:t> [S17]</a:t>
            </a:r>
            <a:endParaRPr lang="en-US" sz="1800" dirty="0"/>
          </a:p>
        </p:txBody>
      </p:sp>
      <p:sp>
        <p:nvSpPr>
          <p:cNvPr id="28" name="Shape 26"/>
          <p:cNvSpPr/>
          <p:nvPr/>
        </p:nvSpPr>
        <p:spPr>
          <a:xfrm>
            <a:off x="960711" y="9580836"/>
            <a:ext cx="78828" cy="78828"/>
          </a:xfrm>
          <a:prstGeom prst="ellipse">
            <a:avLst/>
          </a:prstGeom>
          <a:solidFill>
            <a:srgbClr val="F3EEE3">
              <a:alpha val="28000"/>
            </a:srgbClr>
          </a:solidFill>
          <a:ln/>
        </p:spPr>
      </p:sp>
      <p:sp>
        <p:nvSpPr>
          <p:cNvPr id="29" name="Shape 27"/>
          <p:cNvSpPr/>
          <p:nvPr/>
        </p:nvSpPr>
        <p:spPr>
          <a:xfrm>
            <a:off x="1118366" y="9580836"/>
            <a:ext cx="78828" cy="78828"/>
          </a:xfrm>
          <a:prstGeom prst="ellipse">
            <a:avLst/>
          </a:prstGeom>
          <a:solidFill>
            <a:srgbClr val="F3EEE3">
              <a:alpha val="28000"/>
            </a:srgbClr>
          </a:solidFill>
          <a:ln/>
        </p:spPr>
      </p:sp>
      <p:sp>
        <p:nvSpPr>
          <p:cNvPr id="30" name="Shape 28"/>
          <p:cNvSpPr/>
          <p:nvPr/>
        </p:nvSpPr>
        <p:spPr>
          <a:xfrm>
            <a:off x="1276021" y="9580836"/>
            <a:ext cx="78828" cy="78828"/>
          </a:xfrm>
          <a:prstGeom prst="ellipse">
            <a:avLst/>
          </a:prstGeom>
          <a:solidFill>
            <a:srgbClr val="F3EEE3">
              <a:alpha val="28000"/>
            </a:srgbClr>
          </a:solidFill>
          <a:ln/>
        </p:spPr>
      </p:sp>
      <p:sp>
        <p:nvSpPr>
          <p:cNvPr id="31" name="Shape 29"/>
          <p:cNvSpPr/>
          <p:nvPr/>
        </p:nvSpPr>
        <p:spPr>
          <a:xfrm>
            <a:off x="1433676" y="9580836"/>
            <a:ext cx="78828" cy="78828"/>
          </a:xfrm>
          <a:prstGeom prst="ellipse">
            <a:avLst/>
          </a:prstGeom>
          <a:solidFill>
            <a:srgbClr val="F3EEE3">
              <a:alpha val="28000"/>
            </a:srgbClr>
          </a:solidFill>
          <a:ln/>
        </p:spPr>
      </p:sp>
      <p:sp>
        <p:nvSpPr>
          <p:cNvPr id="32" name="Shape 30"/>
          <p:cNvSpPr/>
          <p:nvPr/>
        </p:nvSpPr>
        <p:spPr>
          <a:xfrm>
            <a:off x="1591331" y="9580836"/>
            <a:ext cx="78828" cy="78828"/>
          </a:xfrm>
          <a:prstGeom prst="ellipse">
            <a:avLst/>
          </a:prstGeom>
          <a:solidFill>
            <a:srgbClr val="F3EEE3">
              <a:alpha val="28000"/>
            </a:srgbClr>
          </a:solidFill>
          <a:ln/>
        </p:spPr>
      </p:sp>
      <p:sp>
        <p:nvSpPr>
          <p:cNvPr id="33" name="Shape 31"/>
          <p:cNvSpPr/>
          <p:nvPr/>
        </p:nvSpPr>
        <p:spPr>
          <a:xfrm>
            <a:off x="1748986" y="9580836"/>
            <a:ext cx="78828" cy="78828"/>
          </a:xfrm>
          <a:prstGeom prst="ellipse">
            <a:avLst/>
          </a:prstGeom>
          <a:solidFill>
            <a:srgbClr val="F3EEE3">
              <a:alpha val="28000"/>
            </a:srgbClr>
          </a:solidFill>
          <a:ln/>
        </p:spPr>
      </p:sp>
      <p:sp>
        <p:nvSpPr>
          <p:cNvPr id="34" name="Shape 32"/>
          <p:cNvSpPr/>
          <p:nvPr/>
        </p:nvSpPr>
        <p:spPr>
          <a:xfrm>
            <a:off x="1906641" y="9580836"/>
            <a:ext cx="78828" cy="78828"/>
          </a:xfrm>
          <a:prstGeom prst="ellipse">
            <a:avLst/>
          </a:prstGeom>
          <a:solidFill>
            <a:srgbClr val="F3EEE3">
              <a:alpha val="28000"/>
            </a:srgbClr>
          </a:solidFill>
          <a:ln/>
        </p:spPr>
      </p:sp>
      <p:sp>
        <p:nvSpPr>
          <p:cNvPr id="35" name="Shape 33"/>
          <p:cNvSpPr/>
          <p:nvPr/>
        </p:nvSpPr>
        <p:spPr>
          <a:xfrm>
            <a:off x="2064296" y="9580836"/>
            <a:ext cx="78828" cy="78828"/>
          </a:xfrm>
          <a:prstGeom prst="ellipse">
            <a:avLst/>
          </a:prstGeom>
          <a:solidFill>
            <a:srgbClr val="F3EEE3">
              <a:alpha val="28000"/>
            </a:srgbClr>
          </a:solidFill>
          <a:ln/>
        </p:spPr>
      </p:sp>
      <p:sp>
        <p:nvSpPr>
          <p:cNvPr id="36" name="Shape 34"/>
          <p:cNvSpPr/>
          <p:nvPr/>
        </p:nvSpPr>
        <p:spPr>
          <a:xfrm>
            <a:off x="2221951" y="9580836"/>
            <a:ext cx="78828" cy="78828"/>
          </a:xfrm>
          <a:prstGeom prst="ellipse">
            <a:avLst/>
          </a:prstGeom>
          <a:solidFill>
            <a:srgbClr val="F3EEE3">
              <a:alpha val="28000"/>
            </a:srgbClr>
          </a:solidFill>
          <a:ln/>
        </p:spPr>
      </p:sp>
      <p:sp>
        <p:nvSpPr>
          <p:cNvPr id="37" name="Shape 35"/>
          <p:cNvSpPr/>
          <p:nvPr/>
        </p:nvSpPr>
        <p:spPr>
          <a:xfrm>
            <a:off x="2379606" y="9580836"/>
            <a:ext cx="78828" cy="78828"/>
          </a:xfrm>
          <a:prstGeom prst="ellipse">
            <a:avLst/>
          </a:prstGeom>
          <a:solidFill>
            <a:srgbClr val="F3EEE3">
              <a:alpha val="28000"/>
            </a:srgbClr>
          </a:solidFill>
          <a:ln/>
        </p:spPr>
      </p:sp>
      <p:sp>
        <p:nvSpPr>
          <p:cNvPr id="38" name="Shape 36"/>
          <p:cNvSpPr/>
          <p:nvPr/>
        </p:nvSpPr>
        <p:spPr>
          <a:xfrm>
            <a:off x="2537261" y="9580836"/>
            <a:ext cx="78828" cy="78828"/>
          </a:xfrm>
          <a:prstGeom prst="ellipse">
            <a:avLst/>
          </a:prstGeom>
          <a:solidFill>
            <a:srgbClr val="F3EEE3">
              <a:alpha val="28000"/>
            </a:srgbClr>
          </a:solidFill>
          <a:ln/>
        </p:spPr>
      </p:sp>
      <p:sp>
        <p:nvSpPr>
          <p:cNvPr id="39" name="Shape 37"/>
          <p:cNvSpPr/>
          <p:nvPr/>
        </p:nvSpPr>
        <p:spPr>
          <a:xfrm>
            <a:off x="2694916" y="9580836"/>
            <a:ext cx="78828" cy="78828"/>
          </a:xfrm>
          <a:prstGeom prst="ellipse">
            <a:avLst/>
          </a:prstGeom>
          <a:solidFill>
            <a:srgbClr val="F3EEE3">
              <a:alpha val="28000"/>
            </a:srgbClr>
          </a:solidFill>
          <a:ln/>
        </p:spPr>
      </p:sp>
      <p:sp>
        <p:nvSpPr>
          <p:cNvPr id="40" name="Shape 38"/>
          <p:cNvSpPr/>
          <p:nvPr/>
        </p:nvSpPr>
        <p:spPr>
          <a:xfrm>
            <a:off x="2852571" y="9580836"/>
            <a:ext cx="78828" cy="78828"/>
          </a:xfrm>
          <a:prstGeom prst="ellipse">
            <a:avLst/>
          </a:prstGeom>
          <a:solidFill>
            <a:srgbClr val="F3EEE3">
              <a:alpha val="28000"/>
            </a:srgbClr>
          </a:solidFill>
          <a:ln/>
        </p:spPr>
      </p:sp>
      <p:sp>
        <p:nvSpPr>
          <p:cNvPr id="41" name="Shape 39"/>
          <p:cNvSpPr/>
          <p:nvPr/>
        </p:nvSpPr>
        <p:spPr>
          <a:xfrm>
            <a:off x="3010225" y="9580836"/>
            <a:ext cx="78828" cy="78828"/>
          </a:xfrm>
          <a:prstGeom prst="ellipse">
            <a:avLst/>
          </a:prstGeom>
          <a:solidFill>
            <a:srgbClr val="F3EEE3">
              <a:alpha val="28000"/>
            </a:srgbClr>
          </a:solidFill>
          <a:ln/>
        </p:spPr>
      </p:sp>
      <p:sp>
        <p:nvSpPr>
          <p:cNvPr id="42" name="Shape 40"/>
          <p:cNvSpPr/>
          <p:nvPr/>
        </p:nvSpPr>
        <p:spPr>
          <a:xfrm>
            <a:off x="3167880" y="9580836"/>
            <a:ext cx="78828" cy="78828"/>
          </a:xfrm>
          <a:prstGeom prst="ellipse">
            <a:avLst/>
          </a:prstGeom>
          <a:solidFill>
            <a:srgbClr val="F3EEE3">
              <a:alpha val="28000"/>
            </a:srgbClr>
          </a:solidFill>
          <a:ln/>
        </p:spPr>
      </p:sp>
      <p:sp>
        <p:nvSpPr>
          <p:cNvPr id="43" name="Shape 41"/>
          <p:cNvSpPr/>
          <p:nvPr/>
        </p:nvSpPr>
        <p:spPr>
          <a:xfrm>
            <a:off x="3325535" y="9580836"/>
            <a:ext cx="78828" cy="78828"/>
          </a:xfrm>
          <a:prstGeom prst="ellipse">
            <a:avLst/>
          </a:prstGeom>
          <a:solidFill>
            <a:srgbClr val="F3EEE3">
              <a:alpha val="28000"/>
            </a:srgbClr>
          </a:solidFill>
          <a:ln/>
        </p:spPr>
      </p:sp>
      <p:sp>
        <p:nvSpPr>
          <p:cNvPr id="44" name="Shape 42"/>
          <p:cNvSpPr/>
          <p:nvPr/>
        </p:nvSpPr>
        <p:spPr>
          <a:xfrm>
            <a:off x="3483190" y="9580836"/>
            <a:ext cx="78828" cy="78828"/>
          </a:xfrm>
          <a:prstGeom prst="ellipse">
            <a:avLst/>
          </a:prstGeom>
          <a:solidFill>
            <a:srgbClr val="F3EEE3">
              <a:alpha val="28000"/>
            </a:srgbClr>
          </a:solidFill>
          <a:ln/>
        </p:spPr>
      </p:sp>
      <p:sp>
        <p:nvSpPr>
          <p:cNvPr id="45" name="Shape 43"/>
          <p:cNvSpPr/>
          <p:nvPr/>
        </p:nvSpPr>
        <p:spPr>
          <a:xfrm>
            <a:off x="3640845" y="9580836"/>
            <a:ext cx="78828" cy="78828"/>
          </a:xfrm>
          <a:prstGeom prst="ellipse">
            <a:avLst/>
          </a:prstGeom>
          <a:solidFill>
            <a:srgbClr val="F3EEE3">
              <a:alpha val="28000"/>
            </a:srgbClr>
          </a:solidFill>
          <a:ln/>
        </p:spPr>
      </p:sp>
      <p:sp>
        <p:nvSpPr>
          <p:cNvPr id="46" name="Shape 44"/>
          <p:cNvSpPr/>
          <p:nvPr/>
        </p:nvSpPr>
        <p:spPr>
          <a:xfrm>
            <a:off x="3798500" y="9580836"/>
            <a:ext cx="78828" cy="78828"/>
          </a:xfrm>
          <a:prstGeom prst="ellipse">
            <a:avLst/>
          </a:prstGeom>
          <a:solidFill>
            <a:srgbClr val="F3EEE3">
              <a:alpha val="28000"/>
            </a:srgbClr>
          </a:solidFill>
          <a:ln/>
        </p:spPr>
      </p:sp>
      <p:sp>
        <p:nvSpPr>
          <p:cNvPr id="47" name="Shape 45"/>
          <p:cNvSpPr/>
          <p:nvPr/>
        </p:nvSpPr>
        <p:spPr>
          <a:xfrm>
            <a:off x="3956155" y="9580836"/>
            <a:ext cx="78828" cy="78828"/>
          </a:xfrm>
          <a:prstGeom prst="ellipse">
            <a:avLst/>
          </a:prstGeom>
          <a:solidFill>
            <a:srgbClr val="F3EEE3">
              <a:alpha val="28000"/>
            </a:srgbClr>
          </a:solidFill>
          <a:ln/>
        </p:spPr>
      </p:sp>
      <p:sp>
        <p:nvSpPr>
          <p:cNvPr id="48" name="Shape 46"/>
          <p:cNvSpPr/>
          <p:nvPr/>
        </p:nvSpPr>
        <p:spPr>
          <a:xfrm>
            <a:off x="4113810" y="9580836"/>
            <a:ext cx="78828" cy="78828"/>
          </a:xfrm>
          <a:prstGeom prst="ellipse">
            <a:avLst/>
          </a:prstGeom>
          <a:solidFill>
            <a:srgbClr val="F3EEE3">
              <a:alpha val="28000"/>
            </a:srgbClr>
          </a:solidFill>
          <a:ln/>
        </p:spPr>
      </p:sp>
      <p:sp>
        <p:nvSpPr>
          <p:cNvPr id="49" name="Shape 47"/>
          <p:cNvSpPr/>
          <p:nvPr/>
        </p:nvSpPr>
        <p:spPr>
          <a:xfrm>
            <a:off x="4271465" y="9580836"/>
            <a:ext cx="78828" cy="78828"/>
          </a:xfrm>
          <a:prstGeom prst="ellipse">
            <a:avLst/>
          </a:prstGeom>
          <a:solidFill>
            <a:srgbClr val="F3EEE3">
              <a:alpha val="28000"/>
            </a:srgbClr>
          </a:solidFill>
          <a:ln/>
        </p:spPr>
      </p:sp>
      <p:sp>
        <p:nvSpPr>
          <p:cNvPr id="50" name="Shape 48"/>
          <p:cNvSpPr/>
          <p:nvPr/>
        </p:nvSpPr>
        <p:spPr>
          <a:xfrm>
            <a:off x="4429120" y="9580836"/>
            <a:ext cx="78828" cy="78828"/>
          </a:xfrm>
          <a:prstGeom prst="ellipse">
            <a:avLst/>
          </a:prstGeom>
          <a:solidFill>
            <a:srgbClr val="F3EEE3">
              <a:alpha val="28000"/>
            </a:srgbClr>
          </a:solidFill>
          <a:ln/>
        </p:spPr>
      </p:sp>
      <p:sp>
        <p:nvSpPr>
          <p:cNvPr id="51" name="Shape 49"/>
          <p:cNvSpPr/>
          <p:nvPr/>
        </p:nvSpPr>
        <p:spPr>
          <a:xfrm>
            <a:off x="4586775" y="9580836"/>
            <a:ext cx="78828" cy="78828"/>
          </a:xfrm>
          <a:prstGeom prst="ellipse">
            <a:avLst/>
          </a:prstGeom>
          <a:solidFill>
            <a:srgbClr val="F3EEE3">
              <a:alpha val="28000"/>
            </a:srgbClr>
          </a:solidFill>
          <a:ln/>
        </p:spPr>
      </p:sp>
      <p:sp>
        <p:nvSpPr>
          <p:cNvPr id="52" name="Shape 50"/>
          <p:cNvSpPr/>
          <p:nvPr/>
        </p:nvSpPr>
        <p:spPr>
          <a:xfrm>
            <a:off x="4744430" y="9580836"/>
            <a:ext cx="78828" cy="78828"/>
          </a:xfrm>
          <a:prstGeom prst="ellipse">
            <a:avLst/>
          </a:prstGeom>
          <a:solidFill>
            <a:srgbClr val="F3EEE3">
              <a:alpha val="28000"/>
            </a:srgbClr>
          </a:solidFill>
          <a:ln/>
        </p:spPr>
      </p:sp>
      <p:sp>
        <p:nvSpPr>
          <p:cNvPr id="53" name="Shape 51"/>
          <p:cNvSpPr/>
          <p:nvPr/>
        </p:nvSpPr>
        <p:spPr>
          <a:xfrm>
            <a:off x="4902085" y="9580836"/>
            <a:ext cx="78828" cy="78828"/>
          </a:xfrm>
          <a:prstGeom prst="ellipse">
            <a:avLst/>
          </a:prstGeom>
          <a:solidFill>
            <a:srgbClr val="F3EEE3">
              <a:alpha val="28000"/>
            </a:srgbClr>
          </a:solidFill>
          <a:ln/>
        </p:spPr>
      </p:sp>
      <p:sp>
        <p:nvSpPr>
          <p:cNvPr id="54" name="Shape 52"/>
          <p:cNvSpPr/>
          <p:nvPr/>
        </p:nvSpPr>
        <p:spPr>
          <a:xfrm>
            <a:off x="5059740" y="9580836"/>
            <a:ext cx="78828" cy="78828"/>
          </a:xfrm>
          <a:prstGeom prst="ellipse">
            <a:avLst/>
          </a:prstGeom>
          <a:solidFill>
            <a:srgbClr val="F3EEE3">
              <a:alpha val="28000"/>
            </a:srgbClr>
          </a:solidFill>
          <a:ln/>
        </p:spPr>
      </p:sp>
      <p:sp>
        <p:nvSpPr>
          <p:cNvPr id="55" name="Shape 53"/>
          <p:cNvSpPr/>
          <p:nvPr/>
        </p:nvSpPr>
        <p:spPr>
          <a:xfrm>
            <a:off x="5217395" y="9580836"/>
            <a:ext cx="78828" cy="78828"/>
          </a:xfrm>
          <a:prstGeom prst="ellipse">
            <a:avLst/>
          </a:prstGeom>
          <a:solidFill>
            <a:srgbClr val="F3EEE3">
              <a:alpha val="28000"/>
            </a:srgbClr>
          </a:solidFill>
          <a:ln/>
        </p:spPr>
      </p:sp>
      <p:sp>
        <p:nvSpPr>
          <p:cNvPr id="56" name="Shape 54"/>
          <p:cNvSpPr/>
          <p:nvPr/>
        </p:nvSpPr>
        <p:spPr>
          <a:xfrm>
            <a:off x="5375050" y="9580836"/>
            <a:ext cx="78828" cy="78828"/>
          </a:xfrm>
          <a:prstGeom prst="ellipse">
            <a:avLst/>
          </a:prstGeom>
          <a:solidFill>
            <a:srgbClr val="F3EEE3">
              <a:alpha val="28000"/>
            </a:srgbClr>
          </a:solidFill>
          <a:ln/>
        </p:spPr>
      </p:sp>
      <p:sp>
        <p:nvSpPr>
          <p:cNvPr id="57" name="Shape 55"/>
          <p:cNvSpPr/>
          <p:nvPr/>
        </p:nvSpPr>
        <p:spPr>
          <a:xfrm>
            <a:off x="5532705" y="9580836"/>
            <a:ext cx="78828" cy="78828"/>
          </a:xfrm>
          <a:prstGeom prst="ellipse">
            <a:avLst/>
          </a:prstGeom>
          <a:solidFill>
            <a:srgbClr val="F3EEE3">
              <a:alpha val="28000"/>
            </a:srgbClr>
          </a:solidFill>
          <a:ln/>
        </p:spPr>
      </p:sp>
      <p:sp>
        <p:nvSpPr>
          <p:cNvPr id="58" name="Shape 56"/>
          <p:cNvSpPr/>
          <p:nvPr/>
        </p:nvSpPr>
        <p:spPr>
          <a:xfrm>
            <a:off x="5690359" y="9580836"/>
            <a:ext cx="78828" cy="78828"/>
          </a:xfrm>
          <a:prstGeom prst="ellipse">
            <a:avLst/>
          </a:prstGeom>
          <a:solidFill>
            <a:srgbClr val="F3EEE3">
              <a:alpha val="28000"/>
            </a:srgbClr>
          </a:solidFill>
          <a:ln/>
        </p:spPr>
      </p:sp>
      <p:sp>
        <p:nvSpPr>
          <p:cNvPr id="59" name="Shape 57"/>
          <p:cNvSpPr/>
          <p:nvPr/>
        </p:nvSpPr>
        <p:spPr>
          <a:xfrm>
            <a:off x="5848014" y="9580836"/>
            <a:ext cx="78828" cy="78828"/>
          </a:xfrm>
          <a:prstGeom prst="ellipse">
            <a:avLst/>
          </a:prstGeom>
          <a:solidFill>
            <a:srgbClr val="F3EEE3">
              <a:alpha val="28000"/>
            </a:srgbClr>
          </a:solidFill>
          <a:ln/>
        </p:spPr>
      </p:sp>
      <p:sp>
        <p:nvSpPr>
          <p:cNvPr id="60" name="Shape 58"/>
          <p:cNvSpPr/>
          <p:nvPr/>
        </p:nvSpPr>
        <p:spPr>
          <a:xfrm>
            <a:off x="6005669" y="9580836"/>
            <a:ext cx="78828" cy="78828"/>
          </a:xfrm>
          <a:prstGeom prst="ellipse">
            <a:avLst/>
          </a:prstGeom>
          <a:solidFill>
            <a:srgbClr val="F3EEE3">
              <a:alpha val="28000"/>
            </a:srgbClr>
          </a:solidFill>
          <a:ln/>
        </p:spPr>
      </p:sp>
      <p:sp>
        <p:nvSpPr>
          <p:cNvPr id="61" name="Shape 59"/>
          <p:cNvSpPr/>
          <p:nvPr/>
        </p:nvSpPr>
        <p:spPr>
          <a:xfrm>
            <a:off x="6163324" y="9580836"/>
            <a:ext cx="78828" cy="78828"/>
          </a:xfrm>
          <a:prstGeom prst="ellipse">
            <a:avLst/>
          </a:prstGeom>
          <a:solidFill>
            <a:srgbClr val="F3EEE3">
              <a:alpha val="28000"/>
            </a:srgbClr>
          </a:solidFill>
          <a:ln/>
        </p:spPr>
      </p:sp>
      <p:sp>
        <p:nvSpPr>
          <p:cNvPr id="62" name="Shape 60"/>
          <p:cNvSpPr/>
          <p:nvPr/>
        </p:nvSpPr>
        <p:spPr>
          <a:xfrm>
            <a:off x="6320979" y="9580836"/>
            <a:ext cx="78828" cy="78828"/>
          </a:xfrm>
          <a:prstGeom prst="ellipse">
            <a:avLst/>
          </a:prstGeom>
          <a:solidFill>
            <a:srgbClr val="F3EEE3">
              <a:alpha val="28000"/>
            </a:srgbClr>
          </a:solidFill>
          <a:ln/>
        </p:spPr>
      </p:sp>
      <p:sp>
        <p:nvSpPr>
          <p:cNvPr id="63" name="Shape 61"/>
          <p:cNvSpPr/>
          <p:nvPr/>
        </p:nvSpPr>
        <p:spPr>
          <a:xfrm>
            <a:off x="6478634" y="9580836"/>
            <a:ext cx="78828" cy="78828"/>
          </a:xfrm>
          <a:prstGeom prst="ellipse">
            <a:avLst/>
          </a:prstGeom>
          <a:solidFill>
            <a:srgbClr val="F3EEE3">
              <a:alpha val="28000"/>
            </a:srgbClr>
          </a:solidFill>
          <a:ln/>
        </p:spPr>
      </p:sp>
      <p:sp>
        <p:nvSpPr>
          <p:cNvPr id="64" name="Shape 62"/>
          <p:cNvSpPr/>
          <p:nvPr/>
        </p:nvSpPr>
        <p:spPr>
          <a:xfrm>
            <a:off x="6636289" y="9580836"/>
            <a:ext cx="78828" cy="78828"/>
          </a:xfrm>
          <a:prstGeom prst="ellipse">
            <a:avLst/>
          </a:prstGeom>
          <a:solidFill>
            <a:srgbClr val="F3EEE3">
              <a:alpha val="28000"/>
            </a:srgbClr>
          </a:solidFill>
          <a:ln/>
        </p:spPr>
      </p:sp>
      <p:sp>
        <p:nvSpPr>
          <p:cNvPr id="65" name="Shape 63"/>
          <p:cNvSpPr/>
          <p:nvPr/>
        </p:nvSpPr>
        <p:spPr>
          <a:xfrm>
            <a:off x="6793944" y="9580836"/>
            <a:ext cx="78828" cy="78828"/>
          </a:xfrm>
          <a:prstGeom prst="ellipse">
            <a:avLst/>
          </a:prstGeom>
          <a:solidFill>
            <a:srgbClr val="F3EEE3">
              <a:alpha val="28000"/>
            </a:srgbClr>
          </a:solidFill>
          <a:ln/>
        </p:spPr>
      </p:sp>
      <p:sp>
        <p:nvSpPr>
          <p:cNvPr id="66" name="Shape 64"/>
          <p:cNvSpPr/>
          <p:nvPr/>
        </p:nvSpPr>
        <p:spPr>
          <a:xfrm>
            <a:off x="6951599" y="9580836"/>
            <a:ext cx="78828" cy="78828"/>
          </a:xfrm>
          <a:prstGeom prst="ellipse">
            <a:avLst/>
          </a:prstGeom>
          <a:solidFill>
            <a:srgbClr val="F3EEE3">
              <a:alpha val="28000"/>
            </a:srgbClr>
          </a:solidFill>
          <a:ln/>
        </p:spPr>
      </p:sp>
      <p:sp>
        <p:nvSpPr>
          <p:cNvPr id="67" name="Shape 65"/>
          <p:cNvSpPr/>
          <p:nvPr/>
        </p:nvSpPr>
        <p:spPr>
          <a:xfrm>
            <a:off x="7109254" y="9580836"/>
            <a:ext cx="78828" cy="78828"/>
          </a:xfrm>
          <a:prstGeom prst="ellipse">
            <a:avLst/>
          </a:prstGeom>
          <a:solidFill>
            <a:srgbClr val="F3EEE3">
              <a:alpha val="28000"/>
            </a:srgbClr>
          </a:solidFill>
          <a:ln/>
        </p:spPr>
      </p:sp>
      <p:sp>
        <p:nvSpPr>
          <p:cNvPr id="68" name="Shape 66"/>
          <p:cNvSpPr/>
          <p:nvPr/>
        </p:nvSpPr>
        <p:spPr>
          <a:xfrm>
            <a:off x="7266909" y="9580836"/>
            <a:ext cx="78828" cy="78828"/>
          </a:xfrm>
          <a:prstGeom prst="ellipse">
            <a:avLst/>
          </a:prstGeom>
          <a:solidFill>
            <a:srgbClr val="F3EEE3">
              <a:alpha val="28000"/>
            </a:srgbClr>
          </a:solidFill>
          <a:ln/>
        </p:spPr>
      </p:sp>
      <p:sp>
        <p:nvSpPr>
          <p:cNvPr id="69" name="Shape 67"/>
          <p:cNvSpPr/>
          <p:nvPr/>
        </p:nvSpPr>
        <p:spPr>
          <a:xfrm>
            <a:off x="7424564" y="9580836"/>
            <a:ext cx="78828" cy="78828"/>
          </a:xfrm>
          <a:prstGeom prst="ellipse">
            <a:avLst/>
          </a:prstGeom>
          <a:solidFill>
            <a:srgbClr val="F3EEE3">
              <a:alpha val="28000"/>
            </a:srgbClr>
          </a:solidFill>
          <a:ln/>
        </p:spPr>
      </p:sp>
      <p:sp>
        <p:nvSpPr>
          <p:cNvPr id="70" name="Shape 68"/>
          <p:cNvSpPr/>
          <p:nvPr/>
        </p:nvSpPr>
        <p:spPr>
          <a:xfrm>
            <a:off x="7582219" y="9580836"/>
            <a:ext cx="78828" cy="78828"/>
          </a:xfrm>
          <a:prstGeom prst="ellipse">
            <a:avLst/>
          </a:prstGeom>
          <a:solidFill>
            <a:srgbClr val="F3EEE3">
              <a:alpha val="28000"/>
            </a:srgbClr>
          </a:solidFill>
          <a:ln/>
        </p:spPr>
      </p:sp>
      <p:sp>
        <p:nvSpPr>
          <p:cNvPr id="71" name="Shape 69"/>
          <p:cNvSpPr/>
          <p:nvPr/>
        </p:nvSpPr>
        <p:spPr>
          <a:xfrm>
            <a:off x="7739874" y="9580836"/>
            <a:ext cx="78828" cy="78828"/>
          </a:xfrm>
          <a:prstGeom prst="ellipse">
            <a:avLst/>
          </a:prstGeom>
          <a:solidFill>
            <a:srgbClr val="F3EEE3">
              <a:alpha val="28000"/>
            </a:srgbClr>
          </a:solidFill>
          <a:ln/>
        </p:spPr>
      </p:sp>
      <p:sp>
        <p:nvSpPr>
          <p:cNvPr id="72" name="Shape 70"/>
          <p:cNvSpPr/>
          <p:nvPr/>
        </p:nvSpPr>
        <p:spPr>
          <a:xfrm>
            <a:off x="7897529" y="9580836"/>
            <a:ext cx="78828" cy="78828"/>
          </a:xfrm>
          <a:prstGeom prst="ellipse">
            <a:avLst/>
          </a:prstGeom>
          <a:solidFill>
            <a:srgbClr val="F3EEE3">
              <a:alpha val="28000"/>
            </a:srgbClr>
          </a:solidFill>
          <a:ln/>
        </p:spPr>
      </p:sp>
      <p:sp>
        <p:nvSpPr>
          <p:cNvPr id="73" name="Shape 71"/>
          <p:cNvSpPr/>
          <p:nvPr/>
        </p:nvSpPr>
        <p:spPr>
          <a:xfrm>
            <a:off x="8055184" y="9580836"/>
            <a:ext cx="78828" cy="78828"/>
          </a:xfrm>
          <a:prstGeom prst="ellipse">
            <a:avLst/>
          </a:prstGeom>
          <a:solidFill>
            <a:srgbClr val="F3EEE3">
              <a:alpha val="28000"/>
            </a:srgbClr>
          </a:solidFill>
          <a:ln/>
        </p:spPr>
      </p:sp>
      <p:sp>
        <p:nvSpPr>
          <p:cNvPr id="74" name="Shape 72"/>
          <p:cNvSpPr/>
          <p:nvPr/>
        </p:nvSpPr>
        <p:spPr>
          <a:xfrm>
            <a:off x="8212839" y="9580836"/>
            <a:ext cx="78828" cy="78828"/>
          </a:xfrm>
          <a:prstGeom prst="ellipse">
            <a:avLst/>
          </a:prstGeom>
          <a:solidFill>
            <a:srgbClr val="F3EEE3">
              <a:alpha val="28000"/>
            </a:srgbClr>
          </a:solidFill>
          <a:ln/>
        </p:spPr>
      </p:sp>
      <p:sp>
        <p:nvSpPr>
          <p:cNvPr id="75" name="Shape 73"/>
          <p:cNvSpPr/>
          <p:nvPr/>
        </p:nvSpPr>
        <p:spPr>
          <a:xfrm>
            <a:off x="8370494" y="9580836"/>
            <a:ext cx="78828" cy="78828"/>
          </a:xfrm>
          <a:prstGeom prst="ellipse">
            <a:avLst/>
          </a:prstGeom>
          <a:solidFill>
            <a:srgbClr val="F3EEE3">
              <a:alpha val="28000"/>
            </a:srgbClr>
          </a:solidFill>
          <a:ln/>
        </p:spPr>
      </p:sp>
      <p:sp>
        <p:nvSpPr>
          <p:cNvPr id="76" name="Shape 74"/>
          <p:cNvSpPr/>
          <p:nvPr/>
        </p:nvSpPr>
        <p:spPr>
          <a:xfrm>
            <a:off x="8528148" y="9580836"/>
            <a:ext cx="78828" cy="78828"/>
          </a:xfrm>
          <a:prstGeom prst="ellipse">
            <a:avLst/>
          </a:prstGeom>
          <a:solidFill>
            <a:srgbClr val="F3EEE3">
              <a:alpha val="28000"/>
            </a:srgbClr>
          </a:solidFill>
          <a:ln/>
        </p:spPr>
      </p:sp>
      <p:sp>
        <p:nvSpPr>
          <p:cNvPr id="77" name="Shape 75"/>
          <p:cNvSpPr/>
          <p:nvPr/>
        </p:nvSpPr>
        <p:spPr>
          <a:xfrm>
            <a:off x="8685803" y="9580836"/>
            <a:ext cx="78828" cy="78828"/>
          </a:xfrm>
          <a:prstGeom prst="ellipse">
            <a:avLst/>
          </a:prstGeom>
          <a:solidFill>
            <a:srgbClr val="F3EEE3">
              <a:alpha val="28000"/>
            </a:srgbClr>
          </a:solidFill>
          <a:ln/>
        </p:spPr>
      </p:sp>
      <p:sp>
        <p:nvSpPr>
          <p:cNvPr id="78" name="Shape 76"/>
          <p:cNvSpPr/>
          <p:nvPr/>
        </p:nvSpPr>
        <p:spPr>
          <a:xfrm>
            <a:off x="8843458" y="9580836"/>
            <a:ext cx="78828" cy="78828"/>
          </a:xfrm>
          <a:prstGeom prst="ellipse">
            <a:avLst/>
          </a:prstGeom>
          <a:solidFill>
            <a:srgbClr val="F3EEE3">
              <a:alpha val="28000"/>
            </a:srgbClr>
          </a:solidFill>
          <a:ln/>
        </p:spPr>
      </p:sp>
      <p:sp>
        <p:nvSpPr>
          <p:cNvPr id="79" name="Shape 77"/>
          <p:cNvSpPr/>
          <p:nvPr/>
        </p:nvSpPr>
        <p:spPr>
          <a:xfrm>
            <a:off x="9001113" y="9580836"/>
            <a:ext cx="78828" cy="78828"/>
          </a:xfrm>
          <a:prstGeom prst="ellipse">
            <a:avLst/>
          </a:prstGeom>
          <a:solidFill>
            <a:srgbClr val="F3EEE3">
              <a:alpha val="28000"/>
            </a:srgbClr>
          </a:solidFill>
          <a:ln/>
        </p:spPr>
      </p:sp>
      <p:sp>
        <p:nvSpPr>
          <p:cNvPr id="80" name="Shape 78"/>
          <p:cNvSpPr/>
          <p:nvPr/>
        </p:nvSpPr>
        <p:spPr>
          <a:xfrm>
            <a:off x="9158768" y="9580836"/>
            <a:ext cx="78828" cy="78828"/>
          </a:xfrm>
          <a:prstGeom prst="ellipse">
            <a:avLst/>
          </a:prstGeom>
          <a:solidFill>
            <a:srgbClr val="F3EEE3">
              <a:alpha val="28000"/>
            </a:srgbClr>
          </a:solidFill>
          <a:ln/>
        </p:spPr>
      </p:sp>
      <p:sp>
        <p:nvSpPr>
          <p:cNvPr id="81" name="Shape 79"/>
          <p:cNvSpPr/>
          <p:nvPr/>
        </p:nvSpPr>
        <p:spPr>
          <a:xfrm>
            <a:off x="9316423" y="9580836"/>
            <a:ext cx="78828" cy="78828"/>
          </a:xfrm>
          <a:prstGeom prst="ellipse">
            <a:avLst/>
          </a:prstGeom>
          <a:solidFill>
            <a:srgbClr val="F3EEE3">
              <a:alpha val="28000"/>
            </a:srgbClr>
          </a:solidFill>
          <a:ln/>
        </p:spPr>
      </p:sp>
      <p:sp>
        <p:nvSpPr>
          <p:cNvPr id="82" name="Shape 80"/>
          <p:cNvSpPr/>
          <p:nvPr/>
        </p:nvSpPr>
        <p:spPr>
          <a:xfrm>
            <a:off x="9474078" y="9580836"/>
            <a:ext cx="78828" cy="78828"/>
          </a:xfrm>
          <a:prstGeom prst="ellipse">
            <a:avLst/>
          </a:prstGeom>
          <a:solidFill>
            <a:srgbClr val="F3EEE3">
              <a:alpha val="28000"/>
            </a:srgbClr>
          </a:solidFill>
          <a:ln/>
        </p:spPr>
      </p:sp>
      <p:sp>
        <p:nvSpPr>
          <p:cNvPr id="83" name="Shape 81"/>
          <p:cNvSpPr/>
          <p:nvPr/>
        </p:nvSpPr>
        <p:spPr>
          <a:xfrm>
            <a:off x="9631733" y="9580836"/>
            <a:ext cx="78828" cy="78828"/>
          </a:xfrm>
          <a:prstGeom prst="ellipse">
            <a:avLst/>
          </a:prstGeom>
          <a:solidFill>
            <a:srgbClr val="F3EEE3">
              <a:alpha val="28000"/>
            </a:srgbClr>
          </a:solidFill>
          <a:ln/>
        </p:spPr>
      </p:sp>
      <p:sp>
        <p:nvSpPr>
          <p:cNvPr id="84" name="Shape 82"/>
          <p:cNvSpPr/>
          <p:nvPr/>
        </p:nvSpPr>
        <p:spPr>
          <a:xfrm>
            <a:off x="9776250" y="9567698"/>
            <a:ext cx="105103" cy="105103"/>
          </a:xfrm>
          <a:prstGeom prst="ellipse">
            <a:avLst/>
          </a:prstGeom>
          <a:solidFill>
            <a:srgbClr val="FF6A4D"/>
          </a:solidFill>
          <a:ln/>
        </p:spPr>
      </p:sp>
      <p:sp>
        <p:nvSpPr>
          <p:cNvPr id="85" name="Shape 83"/>
          <p:cNvSpPr/>
          <p:nvPr/>
        </p:nvSpPr>
        <p:spPr>
          <a:xfrm>
            <a:off x="9947043" y="9580836"/>
            <a:ext cx="78828" cy="78828"/>
          </a:xfrm>
          <a:prstGeom prst="ellipse">
            <a:avLst/>
          </a:prstGeom>
          <a:solidFill>
            <a:srgbClr val="F3EEE3">
              <a:alpha val="28000"/>
            </a:srgbClr>
          </a:solidFill>
          <a:ln/>
        </p:spPr>
      </p:sp>
      <p:sp>
        <p:nvSpPr>
          <p:cNvPr id="86" name="Text 84"/>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57/58</a:t>
            </a:r>
            <a:endParaRPr lang="en-US" sz="1800" dirty="0"/>
          </a:p>
        </p:txBody>
      </p:sp>
      <p:sp>
        <p:nvSpPr>
          <p:cNvPr id="87" name="Shape 85"/>
          <p:cNvSpPr/>
          <p:nvPr/>
        </p:nvSpPr>
        <p:spPr>
          <a:xfrm>
            <a:off x="15983712" y="9076331"/>
            <a:ext cx="1645920" cy="552301"/>
          </a:xfrm>
          <a:prstGeom prst="roundRect">
            <a:avLst>
              <a:gd name="adj" fmla="val 28000"/>
            </a:avLst>
          </a:prstGeom>
          <a:solidFill>
            <a:srgbClr val="FFFFFF">
              <a:alpha val="82000"/>
            </a:srgbClr>
          </a:solidFill>
          <a:ln/>
        </p:spPr>
      </p:sp>
      <p:pic>
        <p:nvPicPr>
          <p:cNvPr id="88" name="Moda image moda-export-watermark-754aab01-168f-4a5d-8199-568dbb2d6d52"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F3EEE3"/>
                </a:solidFill>
                <a:latin typeface="Noto Sans JP ExtraBold" pitchFamily="34" charset="0"/>
                <a:ea typeface="Noto Sans JP ExtraBold" pitchFamily="34" charset="-122"/>
                <a:cs typeface="Noto Sans JP ExtraBold" pitchFamily="34" charset="-120"/>
              </a:rPr>
              <a:t>参考文献</a:t>
            </a:r>
            <a:endParaRPr lang="en-US" sz="5700" dirty="0"/>
          </a:p>
        </p:txBody>
      </p:sp>
      <p:sp>
        <p:nvSpPr>
          <p:cNvPr id="3" name="Shape 1"/>
          <p:cNvSpPr/>
          <p:nvPr/>
        </p:nvSpPr>
        <p:spPr>
          <a:xfrm>
            <a:off x="914400" y="2571750"/>
            <a:ext cx="8039100" cy="590550"/>
          </a:xfrm>
          <a:prstGeom prst="roundRect">
            <a:avLst>
              <a:gd name="adj" fmla="val 25806"/>
            </a:avLst>
          </a:prstGeom>
          <a:solidFill>
            <a:srgbClr val="1E212B"/>
          </a:solidFill>
          <a:ln/>
        </p:spPr>
      </p:sp>
      <p:sp>
        <p:nvSpPr>
          <p:cNvPr id="4" name="Text 2"/>
          <p:cNvSpPr/>
          <p:nvPr/>
        </p:nvSpPr>
        <p:spPr>
          <a:xfrm>
            <a:off x="1143000" y="2571750"/>
            <a:ext cx="876300" cy="590550"/>
          </a:xfrm>
          <a:prstGeom prst="rect">
            <a:avLst/>
          </a:prstGeom>
          <a:noFill/>
          <a:ln/>
        </p:spPr>
        <p:txBody>
          <a:bodyPr wrap="square" lIns="0" tIns="0" rIns="0" bIns="0" rtlCol="0" anchor="ctr"/>
          <a:lstStyle/>
          <a:p>
            <a:pPr algn="l" indent="0" marL="0">
              <a:buNone/>
            </a:pPr>
            <a:r>
              <a:rPr lang="en-US" sz="1950" dirty="0" spc="5" kern="0">
                <a:solidFill>
                  <a:srgbClr val="3DD6A0"/>
                </a:solidFill>
                <a:latin typeface="Noto Sans JP ExtraBold" pitchFamily="34" charset="0"/>
                <a:ea typeface="Noto Sans JP ExtraBold" pitchFamily="34" charset="-122"/>
                <a:cs typeface="Noto Sans JP ExtraBold" pitchFamily="34" charset="-120"/>
              </a:rPr>
              <a:t>S1</a:t>
            </a:r>
            <a:endParaRPr lang="en-US" sz="1950" dirty="0"/>
          </a:p>
        </p:txBody>
      </p:sp>
      <p:sp>
        <p:nvSpPr>
          <p:cNvPr id="5" name="Text 3"/>
          <p:cNvSpPr/>
          <p:nvPr/>
        </p:nvSpPr>
        <p:spPr>
          <a:xfrm>
            <a:off x="2057400" y="2571750"/>
            <a:ext cx="6667500" cy="590550"/>
          </a:xfrm>
          <a:prstGeom prst="rect">
            <a:avLst/>
          </a:prstGeom>
          <a:noFill/>
          <a:ln/>
        </p:spPr>
        <p:txBody>
          <a:bodyPr wrap="square" lIns="0" tIns="17743" rIns="0" bIns="-17743" rtlCol="0" anchor="ctr"/>
          <a:lstStyle/>
          <a:p>
            <a:pPr algn="l" indent="0" marL="0">
              <a:lnSpc>
                <a:spcPts val="1947"/>
              </a:lnSpc>
              <a:buNone/>
            </a:pPr>
            <a:r>
              <a:rPr lang="en-US" sz="1650" dirty="0" spc="-6" kern="0">
                <a:solidFill>
                  <a:srgbClr val="F3EEE3"/>
                </a:solidFill>
                <a:latin typeface="Noto Sans JP" pitchFamily="34" charset="0"/>
                <a:ea typeface="Noto Sans JP" pitchFamily="34" charset="-122"/>
                <a:cs typeface="Noto Sans JP" pitchFamily="34" charset="-120"/>
              </a:rPr>
              <a:t>グラフ「Source</a:t>
            </a:r>
            <a:r>
              <a:rPr lang="en-US" sz="1650" dirty="0" spc="-1" kern="0">
                <a:solidFill>
                  <a:srgbClr val="F3EEE3"/>
                </a:solidFill>
                <a:latin typeface="Noto Sans JP" pitchFamily="34" charset="0"/>
                <a:ea typeface="Noto Sans JP" pitchFamily="34" charset="-122"/>
                <a:cs typeface="Noto Sans JP" pitchFamily="34" charset="-120"/>
              </a:rPr>
              <a:t> number 3」：</a:t>
            </a:r>
            <a:r>
              <a:rPr lang="en-US" sz="1650" dirty="0" spc="-2" kern="0">
                <a:solidFill>
                  <a:srgbClr val="F3EEE3"/>
                </a:solidFill>
                <a:latin typeface="Noto Sans JP" pitchFamily="34" charset="0"/>
                <a:ea typeface="Noto Sans JP" pitchFamily="34" charset="-122"/>
                <a:cs typeface="Noto Sans JP" pitchFamily="34" charset="-120"/>
              </a:rPr>
              <a:t> 尿素の</a:t>
            </a:r>
            <a:r>
              <a:rPr lang="en-US" sz="1650" dirty="0" spc="-1" kern="0">
                <a:solidFill>
                  <a:srgbClr val="F3EEE3"/>
                </a:solidFill>
                <a:latin typeface="Noto Sans JP" pitchFamily="34" charset="0"/>
                <a:ea typeface="Noto Sans JP" pitchFamily="34" charset="-122"/>
                <a:cs typeface="Noto Sans JP" pitchFamily="34" charset="-120"/>
              </a:rPr>
              <a:t> 加熱。</a:t>
            </a:r>
            <a:r>
              <a:rPr lang="en-US" sz="1650" dirty="0" spc="0" kern="0">
                <a:solidFill>
                  <a:srgbClr val="F3EEE3"/>
                </a:solidFill>
                <a:latin typeface="Noto Sans JP" pitchFamily="34" charset="0"/>
                <a:ea typeface="Noto Sans JP" pitchFamily="34" charset="-122"/>
                <a:cs typeface="Noto Sans JP" pitchFamily="34" charset="-120"/>
              </a:rPr>
              <a:t> リポジトリ所有者提供（著者・年は</a:t>
            </a:r>
            <a:r>
              <a:rPr lang="en-US" sz="1650" dirty="0" spc="-3" kern="0">
                <a:solidFill>
                  <a:srgbClr val="F3EEE3"/>
                </a:solidFill>
                <a:latin typeface="Noto Sans JP" pitchFamily="34" charset="0"/>
                <a:ea typeface="Noto Sans JP" pitchFamily="34" charset="-122"/>
                <a:cs typeface="Noto Sans JP" pitchFamily="34" charset="-120"/>
              </a:rPr>
              <a:t> 不明）</a:t>
            </a:r>
            <a:endParaRPr lang="en-US" sz="1650" dirty="0"/>
          </a:p>
        </p:txBody>
      </p:sp>
      <p:sp>
        <p:nvSpPr>
          <p:cNvPr id="6" name="Shape 4"/>
          <p:cNvSpPr/>
          <p:nvPr/>
        </p:nvSpPr>
        <p:spPr>
          <a:xfrm>
            <a:off x="914400" y="3276600"/>
            <a:ext cx="8039100" cy="590550"/>
          </a:xfrm>
          <a:prstGeom prst="roundRect">
            <a:avLst>
              <a:gd name="adj" fmla="val 25806"/>
            </a:avLst>
          </a:prstGeom>
          <a:solidFill>
            <a:srgbClr val="1E212B"/>
          </a:solidFill>
          <a:ln/>
        </p:spPr>
      </p:sp>
      <p:sp>
        <p:nvSpPr>
          <p:cNvPr id="7" name="Text 5"/>
          <p:cNvSpPr/>
          <p:nvPr/>
        </p:nvSpPr>
        <p:spPr>
          <a:xfrm>
            <a:off x="1143000" y="3276600"/>
            <a:ext cx="876300" cy="590550"/>
          </a:xfrm>
          <a:prstGeom prst="rect">
            <a:avLst/>
          </a:prstGeom>
          <a:noFill/>
          <a:ln/>
        </p:spPr>
        <p:txBody>
          <a:bodyPr wrap="square" lIns="0" tIns="0" rIns="0" bIns="0" rtlCol="0" anchor="ctr"/>
          <a:lstStyle/>
          <a:p>
            <a:pPr algn="l" indent="0" marL="0">
              <a:buNone/>
            </a:pPr>
            <a:r>
              <a:rPr lang="en-US" sz="1950" dirty="0" spc="5" kern="0">
                <a:solidFill>
                  <a:srgbClr val="FF6A4D"/>
                </a:solidFill>
                <a:latin typeface="Noto Sans JP ExtraBold" pitchFamily="34" charset="0"/>
                <a:ea typeface="Noto Sans JP ExtraBold" pitchFamily="34" charset="-122"/>
                <a:cs typeface="Noto Sans JP ExtraBold" pitchFamily="34" charset="-120"/>
              </a:rPr>
              <a:t>S2</a:t>
            </a:r>
            <a:endParaRPr lang="en-US" sz="1950" dirty="0"/>
          </a:p>
        </p:txBody>
      </p:sp>
      <p:sp>
        <p:nvSpPr>
          <p:cNvPr id="8" name="Text 6"/>
          <p:cNvSpPr/>
          <p:nvPr/>
        </p:nvSpPr>
        <p:spPr>
          <a:xfrm>
            <a:off x="2057400" y="3276600"/>
            <a:ext cx="6667500" cy="590550"/>
          </a:xfrm>
          <a:prstGeom prst="rect">
            <a:avLst/>
          </a:prstGeom>
          <a:noFill/>
          <a:ln/>
        </p:spPr>
        <p:txBody>
          <a:bodyPr wrap="square" lIns="0" tIns="17743" rIns="0" bIns="-17743" rtlCol="0" anchor="ctr"/>
          <a:lstStyle/>
          <a:p>
            <a:pPr algn="l" indent="0" marL="0">
              <a:lnSpc>
                <a:spcPts val="1947"/>
              </a:lnSpc>
              <a:buNone/>
            </a:pPr>
            <a:r>
              <a:rPr lang="en-US" sz="1650" dirty="0" spc="1" kern="0">
                <a:solidFill>
                  <a:srgbClr val="F3EEE3"/>
                </a:solidFill>
                <a:latin typeface="Noto Sans JP" pitchFamily="34" charset="0"/>
                <a:ea typeface="Noto Sans JP" pitchFamily="34" charset="-122"/>
                <a:cs typeface="Noto Sans JP" pitchFamily="34" charset="-120"/>
              </a:rPr>
              <a:t>Schaber</a:t>
            </a:r>
            <a:r>
              <a:rPr lang="en-US" sz="1650" dirty="0" spc="-3" kern="0">
                <a:solidFill>
                  <a:srgbClr val="F3EEE3"/>
                </a:solidFill>
                <a:latin typeface="Noto Sans JP" pitchFamily="34" charset="0"/>
                <a:ea typeface="Noto Sans JP" pitchFamily="34" charset="-122"/>
                <a:cs typeface="Noto Sans JP" pitchFamily="34" charset="-120"/>
              </a:rPr>
              <a:t> ほか,</a:t>
            </a:r>
            <a:r>
              <a:rPr lang="en-US" sz="1650" dirty="0" spc="1" kern="0">
                <a:solidFill>
                  <a:srgbClr val="F3EEE3"/>
                </a:solidFill>
                <a:latin typeface="Noto Sans JP" pitchFamily="34" charset="0"/>
                <a:ea typeface="Noto Sans JP" pitchFamily="34" charset="-122"/>
                <a:cs typeface="Noto Sans JP" pitchFamily="34" charset="-120"/>
              </a:rPr>
              <a:t> 2004,</a:t>
            </a:r>
            <a:r>
              <a:rPr lang="en-US" sz="1650" dirty="0" spc="0" kern="0">
                <a:solidFill>
                  <a:srgbClr val="F3EEE3"/>
                </a:solidFill>
                <a:latin typeface="Noto Sans JP" pitchFamily="34" charset="0"/>
                <a:ea typeface="Noto Sans JP" pitchFamily="34" charset="-122"/>
                <a:cs typeface="Noto Sans JP" pitchFamily="34" charset="-120"/>
              </a:rPr>
              <a:t> Thermochimica</a:t>
            </a:r>
            <a:r>
              <a:rPr lang="en-US" sz="1650" dirty="0" spc="-12" kern="0">
                <a:solidFill>
                  <a:srgbClr val="F3EEE3"/>
                </a:solidFill>
                <a:latin typeface="Noto Sans JP" pitchFamily="34" charset="0"/>
                <a:ea typeface="Noto Sans JP" pitchFamily="34" charset="-122"/>
                <a:cs typeface="Noto Sans JP" pitchFamily="34" charset="-120"/>
              </a:rPr>
              <a:t> Acta</a:t>
            </a:r>
            <a:r>
              <a:rPr lang="en-US" sz="1650" dirty="0" spc="0" kern="0">
                <a:solidFill>
                  <a:srgbClr val="F3EEE3"/>
                </a:solidFill>
                <a:latin typeface="Noto Sans JP" pitchFamily="34" charset="0"/>
                <a:ea typeface="Noto Sans JP" pitchFamily="34" charset="-122"/>
                <a:cs typeface="Noto Sans JP" pitchFamily="34" charset="-120"/>
              </a:rPr>
              <a:t> 424,</a:t>
            </a:r>
            <a:r>
              <a:rPr lang="en-US" sz="1650" dirty="0" spc="1" kern="0">
                <a:solidFill>
                  <a:srgbClr val="F3EEE3"/>
                </a:solidFill>
                <a:latin typeface="Noto Sans JP" pitchFamily="34" charset="0"/>
                <a:ea typeface="Noto Sans JP" pitchFamily="34" charset="-122"/>
                <a:cs typeface="Noto Sans JP" pitchFamily="34" charset="-120"/>
              </a:rPr>
              <a:t> 131–142,</a:t>
            </a:r>
            <a:r>
              <a:rPr lang="en-US" sz="1650" dirty="0" spc="-2" kern="0">
                <a:solidFill>
                  <a:srgbClr val="F3EEE3"/>
                </a:solidFill>
                <a:latin typeface="Noto Sans JP" pitchFamily="34" charset="0"/>
                <a:ea typeface="Noto Sans JP" pitchFamily="34" charset="-122"/>
                <a:cs typeface="Noto Sans JP" pitchFamily="34" charset="-120"/>
              </a:rPr>
              <a:t> doi</a:t>
            </a:r>
            <a:r>
              <a:rPr lang="en-US" sz="1650" dirty="0" spc="-3" kern="0">
                <a:solidFill>
                  <a:srgbClr val="F3EEE3"/>
                </a:solidFill>
                <a:latin typeface="Noto Sans JP" pitchFamily="34" charset="0"/>
                <a:ea typeface="Noto Sans JP" pitchFamily="34" charset="-122"/>
                <a:cs typeface="Noto Sans JP" pitchFamily="34" charset="-120"/>
              </a:rPr>
              <a:t> 10.1016/j.tca.2004.05.018</a:t>
            </a:r>
            <a:endParaRPr lang="en-US" sz="1650" dirty="0"/>
          </a:p>
        </p:txBody>
      </p:sp>
      <p:sp>
        <p:nvSpPr>
          <p:cNvPr id="9" name="Shape 7"/>
          <p:cNvSpPr/>
          <p:nvPr/>
        </p:nvSpPr>
        <p:spPr>
          <a:xfrm>
            <a:off x="914400" y="3971925"/>
            <a:ext cx="8039100" cy="590550"/>
          </a:xfrm>
          <a:prstGeom prst="roundRect">
            <a:avLst>
              <a:gd name="adj" fmla="val 25806"/>
            </a:avLst>
          </a:prstGeom>
          <a:solidFill>
            <a:srgbClr val="1E212B"/>
          </a:solidFill>
          <a:ln/>
        </p:spPr>
      </p:sp>
      <p:sp>
        <p:nvSpPr>
          <p:cNvPr id="10" name="Text 8"/>
          <p:cNvSpPr/>
          <p:nvPr/>
        </p:nvSpPr>
        <p:spPr>
          <a:xfrm>
            <a:off x="1143000" y="3971925"/>
            <a:ext cx="876300" cy="590550"/>
          </a:xfrm>
          <a:prstGeom prst="rect">
            <a:avLst/>
          </a:prstGeom>
          <a:noFill/>
          <a:ln/>
        </p:spPr>
        <p:txBody>
          <a:bodyPr wrap="square" lIns="0" tIns="0" rIns="0" bIns="0" rtlCol="0" anchor="ctr"/>
          <a:lstStyle/>
          <a:p>
            <a:pPr algn="l" indent="0" marL="0">
              <a:buNone/>
            </a:pPr>
            <a:r>
              <a:rPr lang="en-US" sz="1950" dirty="0" spc="5" kern="0">
                <a:solidFill>
                  <a:srgbClr val="7C93FF"/>
                </a:solidFill>
                <a:latin typeface="Noto Sans JP ExtraBold" pitchFamily="34" charset="0"/>
                <a:ea typeface="Noto Sans JP ExtraBold" pitchFamily="34" charset="-122"/>
                <a:cs typeface="Noto Sans JP ExtraBold" pitchFamily="34" charset="-120"/>
              </a:rPr>
              <a:t>S3</a:t>
            </a:r>
            <a:endParaRPr lang="en-US" sz="1950" dirty="0"/>
          </a:p>
        </p:txBody>
      </p:sp>
      <p:sp>
        <p:nvSpPr>
          <p:cNvPr id="11" name="Text 9"/>
          <p:cNvSpPr/>
          <p:nvPr/>
        </p:nvSpPr>
        <p:spPr>
          <a:xfrm>
            <a:off x="2057400" y="3971925"/>
            <a:ext cx="6667500" cy="590550"/>
          </a:xfrm>
          <a:prstGeom prst="rect">
            <a:avLst/>
          </a:prstGeom>
          <a:noFill/>
          <a:ln/>
        </p:spPr>
        <p:txBody>
          <a:bodyPr wrap="square" lIns="0" tIns="17743" rIns="0" bIns="-17743" rtlCol="0" anchor="ctr"/>
          <a:lstStyle/>
          <a:p>
            <a:pPr algn="l" indent="0" marL="0">
              <a:lnSpc>
                <a:spcPts val="1947"/>
              </a:lnSpc>
              <a:buNone/>
            </a:pPr>
            <a:r>
              <a:rPr lang="en-US" sz="1650" dirty="0" spc="-12" kern="0">
                <a:solidFill>
                  <a:srgbClr val="F3EEE3"/>
                </a:solidFill>
                <a:latin typeface="Noto Sans JP" pitchFamily="34" charset="0"/>
                <a:ea typeface="Noto Sans JP" pitchFamily="34" charset="-122"/>
                <a:cs typeface="Noto Sans JP" pitchFamily="34" charset="-120"/>
              </a:rPr>
              <a:t>Tischer,</a:t>
            </a:r>
            <a:r>
              <a:rPr lang="en-US" sz="1650" dirty="0" spc="-6" kern="0">
                <a:solidFill>
                  <a:srgbClr val="F3EEE3"/>
                </a:solidFill>
                <a:latin typeface="Noto Sans JP" pitchFamily="34" charset="0"/>
                <a:ea typeface="Noto Sans JP" pitchFamily="34" charset="-122"/>
                <a:cs typeface="Noto Sans JP" pitchFamily="34" charset="-120"/>
              </a:rPr>
              <a:t> Börnhorst,</a:t>
            </a:r>
            <a:r>
              <a:rPr lang="en-US" sz="1650" dirty="0" spc="-12" kern="0">
                <a:solidFill>
                  <a:srgbClr val="F3EEE3"/>
                </a:solidFill>
                <a:latin typeface="Noto Sans JP" pitchFamily="34" charset="0"/>
                <a:ea typeface="Noto Sans JP" pitchFamily="34" charset="-122"/>
                <a:cs typeface="Noto Sans JP" pitchFamily="34" charset="-120"/>
              </a:rPr>
              <a:t> Amsler,</a:t>
            </a:r>
            <a:r>
              <a:rPr lang="en-US" sz="1650" dirty="0" spc="-1" kern="0">
                <a:solidFill>
                  <a:srgbClr val="F3EEE3"/>
                </a:solidFill>
                <a:latin typeface="Noto Sans JP" pitchFamily="34" charset="0"/>
                <a:ea typeface="Noto Sans JP" pitchFamily="34" charset="-122"/>
                <a:cs typeface="Noto Sans JP" pitchFamily="34" charset="-120"/>
              </a:rPr>
              <a:t> Schoch,</a:t>
            </a:r>
            <a:r>
              <a:rPr lang="en-US" sz="1650" dirty="0" spc="-3" kern="0">
                <a:solidFill>
                  <a:srgbClr val="F3EEE3"/>
                </a:solidFill>
                <a:latin typeface="Noto Sans JP" pitchFamily="34" charset="0"/>
                <a:ea typeface="Noto Sans JP" pitchFamily="34" charset="-122"/>
                <a:cs typeface="Noto Sans JP" pitchFamily="34" charset="-120"/>
              </a:rPr>
              <a:t> Deutschmann,</a:t>
            </a:r>
            <a:r>
              <a:rPr lang="en-US" sz="1650" dirty="0" spc="1" kern="0">
                <a:solidFill>
                  <a:srgbClr val="F3EEE3"/>
                </a:solidFill>
                <a:latin typeface="Noto Sans JP" pitchFamily="34" charset="0"/>
                <a:ea typeface="Noto Sans JP" pitchFamily="34" charset="-122"/>
                <a:cs typeface="Noto Sans JP" pitchFamily="34" charset="-120"/>
              </a:rPr>
              <a:t> 2019,</a:t>
            </a:r>
            <a:r>
              <a:rPr lang="en-US" sz="1650" dirty="0" spc="-47" kern="0">
                <a:solidFill>
                  <a:srgbClr val="F3EEE3"/>
                </a:solidFill>
                <a:latin typeface="Noto Sans JP" pitchFamily="34" charset="0"/>
                <a:ea typeface="Noto Sans JP" pitchFamily="34" charset="-122"/>
                <a:cs typeface="Noto Sans JP" pitchFamily="34" charset="-120"/>
              </a:rPr>
              <a:t> PCCP,</a:t>
            </a:r>
            <a:r>
              <a:rPr lang="en-US" sz="1650" dirty="0" spc="0" kern="0">
                <a:solidFill>
                  <a:srgbClr val="F3EEE3"/>
                </a:solidFill>
                <a:latin typeface="Noto Sans JP" pitchFamily="34" charset="0"/>
                <a:ea typeface="Noto Sans JP" pitchFamily="34" charset="-122"/>
                <a:cs typeface="Noto Sans JP" pitchFamily="34" charset="-120"/>
              </a:rPr>
              <a:t> doi 10.1039/C9CP01529A</a:t>
            </a:r>
            <a:endParaRPr lang="en-US" sz="1650" dirty="0"/>
          </a:p>
        </p:txBody>
      </p:sp>
      <p:sp>
        <p:nvSpPr>
          <p:cNvPr id="12" name="Shape 10"/>
          <p:cNvSpPr/>
          <p:nvPr/>
        </p:nvSpPr>
        <p:spPr>
          <a:xfrm>
            <a:off x="914400" y="4676775"/>
            <a:ext cx="8039100" cy="590550"/>
          </a:xfrm>
          <a:prstGeom prst="roundRect">
            <a:avLst>
              <a:gd name="adj" fmla="val 25806"/>
            </a:avLst>
          </a:prstGeom>
          <a:solidFill>
            <a:srgbClr val="1E212B"/>
          </a:solidFill>
          <a:ln/>
        </p:spPr>
      </p:sp>
      <p:sp>
        <p:nvSpPr>
          <p:cNvPr id="13" name="Text 11"/>
          <p:cNvSpPr/>
          <p:nvPr/>
        </p:nvSpPr>
        <p:spPr>
          <a:xfrm>
            <a:off x="1143000" y="4676775"/>
            <a:ext cx="876300" cy="590550"/>
          </a:xfrm>
          <a:prstGeom prst="rect">
            <a:avLst/>
          </a:prstGeom>
          <a:noFill/>
          <a:ln/>
        </p:spPr>
        <p:txBody>
          <a:bodyPr wrap="square" lIns="0" tIns="0" rIns="0" bIns="0" rtlCol="0" anchor="ctr"/>
          <a:lstStyle/>
          <a:p>
            <a:pPr algn="l" indent="0" marL="0">
              <a:buNone/>
            </a:pPr>
            <a:r>
              <a:rPr lang="en-US" sz="1950" dirty="0" spc="5" kern="0">
                <a:solidFill>
                  <a:srgbClr val="FFB454"/>
                </a:solidFill>
                <a:latin typeface="Noto Sans JP ExtraBold" pitchFamily="34" charset="0"/>
                <a:ea typeface="Noto Sans JP ExtraBold" pitchFamily="34" charset="-122"/>
                <a:cs typeface="Noto Sans JP ExtraBold" pitchFamily="34" charset="-120"/>
              </a:rPr>
              <a:t>S4</a:t>
            </a:r>
            <a:endParaRPr lang="en-US" sz="1950" dirty="0"/>
          </a:p>
        </p:txBody>
      </p:sp>
      <p:sp>
        <p:nvSpPr>
          <p:cNvPr id="14" name="Text 12"/>
          <p:cNvSpPr/>
          <p:nvPr/>
        </p:nvSpPr>
        <p:spPr>
          <a:xfrm>
            <a:off x="2057400" y="4676775"/>
            <a:ext cx="6667500" cy="590550"/>
          </a:xfrm>
          <a:prstGeom prst="rect">
            <a:avLst/>
          </a:prstGeom>
          <a:noFill/>
          <a:ln/>
        </p:spPr>
        <p:txBody>
          <a:bodyPr wrap="square" lIns="0" tIns="17743" rIns="0" bIns="-17743" rtlCol="0" anchor="ctr"/>
          <a:lstStyle/>
          <a:p>
            <a:pPr algn="l" indent="0" marL="0">
              <a:lnSpc>
                <a:spcPts val="1947"/>
              </a:lnSpc>
              <a:buNone/>
            </a:pPr>
            <a:r>
              <a:rPr lang="en-US" sz="1650" dirty="0" spc="-25" kern="0">
                <a:solidFill>
                  <a:srgbClr val="F3EEE3"/>
                </a:solidFill>
                <a:latin typeface="Noto Sans JP" pitchFamily="34" charset="0"/>
                <a:ea typeface="Noto Sans JP" pitchFamily="34" charset="-122"/>
                <a:cs typeface="Noto Sans JP" pitchFamily="34" charset="-120"/>
              </a:rPr>
              <a:t>FVV/KIT/TU</a:t>
            </a:r>
            <a:r>
              <a:rPr lang="en-US" sz="1650" dirty="0" spc="-2" kern="0">
                <a:solidFill>
                  <a:srgbClr val="F3EEE3"/>
                </a:solidFill>
                <a:latin typeface="Noto Sans JP" pitchFamily="34" charset="0"/>
                <a:ea typeface="Noto Sans JP" pitchFamily="34" charset="-122"/>
                <a:cs typeface="Noto Sans JP" pitchFamily="34" charset="-120"/>
              </a:rPr>
              <a:t> Wien 報告書,</a:t>
            </a:r>
            <a:r>
              <a:rPr lang="en-US" sz="1650" dirty="0" spc="0" kern="0">
                <a:solidFill>
                  <a:srgbClr val="F3EEE3"/>
                </a:solidFill>
                <a:latin typeface="Noto Sans JP" pitchFamily="34" charset="0"/>
                <a:ea typeface="Noto Sans JP" pitchFamily="34" charset="-122"/>
                <a:cs typeface="Noto Sans JP" pitchFamily="34" charset="-120"/>
              </a:rPr>
              <a:t> 2019,</a:t>
            </a:r>
            <a:r>
              <a:rPr lang="en-US" sz="1650" dirty="0" spc="1" kern="0">
                <a:solidFill>
                  <a:srgbClr val="F3EEE3"/>
                </a:solidFill>
                <a:latin typeface="Noto Sans JP" pitchFamily="34" charset="0"/>
                <a:ea typeface="Noto Sans JP" pitchFamily="34" charset="-122"/>
                <a:cs typeface="Noto Sans JP" pitchFamily="34" charset="-120"/>
              </a:rPr>
              <a:t> AdBlue</a:t>
            </a:r>
            <a:r>
              <a:rPr lang="en-US" sz="1650" dirty="0" spc="-5" kern="0">
                <a:solidFill>
                  <a:srgbClr val="F3EEE3"/>
                </a:solidFill>
                <a:latin typeface="Noto Sans JP" pitchFamily="34" charset="0"/>
                <a:ea typeface="Noto Sans JP" pitchFamily="34" charset="-122"/>
                <a:cs typeface="Noto Sans JP" pitchFamily="34" charset="-120"/>
              </a:rPr>
              <a:t> Deposits</a:t>
            </a:r>
            <a:r>
              <a:rPr lang="en-US" sz="1650" dirty="0" spc="-23" kern="0">
                <a:solidFill>
                  <a:srgbClr val="F3EEE3"/>
                </a:solidFill>
                <a:latin typeface="Noto Sans JP" pitchFamily="34" charset="0"/>
                <a:ea typeface="Noto Sans JP" pitchFamily="34" charset="-122"/>
                <a:cs typeface="Noto Sans JP" pitchFamily="34" charset="-120"/>
              </a:rPr>
              <a:t> (Nr.</a:t>
            </a:r>
            <a:r>
              <a:rPr lang="en-US" sz="1650" dirty="0" spc="1" kern="0">
                <a:solidFill>
                  <a:srgbClr val="F3EEE3"/>
                </a:solidFill>
                <a:latin typeface="Noto Sans JP" pitchFamily="34" charset="0"/>
                <a:ea typeface="Noto Sans JP" pitchFamily="34" charset="-122"/>
                <a:cs typeface="Noto Sans JP" pitchFamily="34" charset="-120"/>
              </a:rPr>
              <a:t> 1262,</a:t>
            </a:r>
            <a:r>
              <a:rPr lang="en-US" sz="1650" dirty="0" spc="-3" kern="0">
                <a:solidFill>
                  <a:srgbClr val="F3EEE3"/>
                </a:solidFill>
                <a:latin typeface="Noto Sans JP" pitchFamily="34" charset="0"/>
                <a:ea typeface="Noto Sans JP" pitchFamily="34" charset="-122"/>
                <a:cs typeface="Noto Sans JP" pitchFamily="34" charset="-120"/>
              </a:rPr>
              <a:t> IGF</a:t>
            </a:r>
            <a:r>
              <a:rPr lang="en-US" sz="1650" dirty="0" spc="1" kern="0">
                <a:solidFill>
                  <a:srgbClr val="F3EEE3"/>
                </a:solidFill>
                <a:latin typeface="Noto Sans JP" pitchFamily="34" charset="0"/>
                <a:ea typeface="Noto Sans JP" pitchFamily="34" charset="-122"/>
                <a:cs typeface="Noto Sans JP" pitchFamily="34" charset="-120"/>
              </a:rPr>
              <a:t> 177</a:t>
            </a:r>
            <a:r>
              <a:rPr lang="en-US" sz="1650" dirty="0" spc="-2" kern="0">
                <a:solidFill>
                  <a:srgbClr val="F3EEE3"/>
                </a:solidFill>
                <a:latin typeface="Noto Sans JP" pitchFamily="34" charset="0"/>
                <a:ea typeface="Noto Sans JP" pitchFamily="34" charset="-122"/>
                <a:cs typeface="Noto Sans JP" pitchFamily="34" charset="-120"/>
              </a:rPr>
              <a:t> EN)</a:t>
            </a:r>
            <a:endParaRPr lang="en-US" sz="1650" dirty="0"/>
          </a:p>
        </p:txBody>
      </p:sp>
      <p:sp>
        <p:nvSpPr>
          <p:cNvPr id="15" name="Shape 13"/>
          <p:cNvSpPr/>
          <p:nvPr/>
        </p:nvSpPr>
        <p:spPr>
          <a:xfrm>
            <a:off x="914400" y="5372100"/>
            <a:ext cx="8039100" cy="590550"/>
          </a:xfrm>
          <a:prstGeom prst="roundRect">
            <a:avLst>
              <a:gd name="adj" fmla="val 25806"/>
            </a:avLst>
          </a:prstGeom>
          <a:solidFill>
            <a:srgbClr val="1E212B"/>
          </a:solidFill>
          <a:ln/>
        </p:spPr>
      </p:sp>
      <p:sp>
        <p:nvSpPr>
          <p:cNvPr id="16" name="Text 14"/>
          <p:cNvSpPr/>
          <p:nvPr/>
        </p:nvSpPr>
        <p:spPr>
          <a:xfrm>
            <a:off x="1143000" y="5372100"/>
            <a:ext cx="876300" cy="590550"/>
          </a:xfrm>
          <a:prstGeom prst="rect">
            <a:avLst/>
          </a:prstGeom>
          <a:noFill/>
          <a:ln/>
        </p:spPr>
        <p:txBody>
          <a:bodyPr wrap="square" lIns="0" tIns="0" rIns="0" bIns="0" rtlCol="0" anchor="ctr"/>
          <a:lstStyle/>
          <a:p>
            <a:pPr algn="l" indent="0" marL="0">
              <a:buNone/>
            </a:pPr>
            <a:r>
              <a:rPr lang="en-US" sz="1950" dirty="0" spc="5" kern="0">
                <a:solidFill>
                  <a:srgbClr val="3DD6A0"/>
                </a:solidFill>
                <a:latin typeface="Noto Sans JP ExtraBold" pitchFamily="34" charset="0"/>
                <a:ea typeface="Noto Sans JP ExtraBold" pitchFamily="34" charset="-122"/>
                <a:cs typeface="Noto Sans JP ExtraBold" pitchFamily="34" charset="-120"/>
              </a:rPr>
              <a:t>S5</a:t>
            </a:r>
            <a:endParaRPr lang="en-US" sz="1950" dirty="0"/>
          </a:p>
        </p:txBody>
      </p:sp>
      <p:sp>
        <p:nvSpPr>
          <p:cNvPr id="17" name="Text 15"/>
          <p:cNvSpPr/>
          <p:nvPr/>
        </p:nvSpPr>
        <p:spPr>
          <a:xfrm>
            <a:off x="2057400" y="5372100"/>
            <a:ext cx="6667500" cy="590550"/>
          </a:xfrm>
          <a:prstGeom prst="rect">
            <a:avLst/>
          </a:prstGeom>
          <a:noFill/>
          <a:ln/>
        </p:spPr>
        <p:txBody>
          <a:bodyPr wrap="square" lIns="0" tIns="17743" rIns="0" bIns="-17743" rtlCol="0" anchor="ctr"/>
          <a:lstStyle/>
          <a:p>
            <a:pPr algn="l" indent="0" marL="0">
              <a:lnSpc>
                <a:spcPts val="1947"/>
              </a:lnSpc>
              <a:buNone/>
            </a:pPr>
            <a:r>
              <a:rPr lang="en-US" sz="1650" dirty="0" spc="-3" kern="0">
                <a:solidFill>
                  <a:srgbClr val="F3EEE3"/>
                </a:solidFill>
                <a:latin typeface="Noto Sans JP" pitchFamily="34" charset="0"/>
                <a:ea typeface="Noto Sans JP" pitchFamily="34" charset="-122"/>
                <a:cs typeface="Noto Sans JP" pitchFamily="34" charset="-120"/>
              </a:rPr>
              <a:t>Bernhard,</a:t>
            </a:r>
            <a:r>
              <a:rPr lang="en-US" sz="1650" dirty="0" spc="1" kern="0">
                <a:solidFill>
                  <a:srgbClr val="F3EEE3"/>
                </a:solidFill>
                <a:latin typeface="Noto Sans JP" pitchFamily="34" charset="0"/>
                <a:ea typeface="Noto Sans JP" pitchFamily="34" charset="-122"/>
                <a:cs typeface="Noto Sans JP" pitchFamily="34" charset="-120"/>
              </a:rPr>
              <a:t> 2012,</a:t>
            </a:r>
            <a:r>
              <a:rPr lang="en-US" sz="1650" dirty="0" spc="-2" kern="0">
                <a:solidFill>
                  <a:srgbClr val="F3EEE3"/>
                </a:solidFill>
                <a:latin typeface="Noto Sans JP" pitchFamily="34" charset="0"/>
                <a:ea typeface="Noto Sans JP" pitchFamily="34" charset="-122"/>
                <a:cs typeface="Noto Sans JP" pitchFamily="34" charset="-120"/>
              </a:rPr>
              <a:t> ETH</a:t>
            </a:r>
            <a:r>
              <a:rPr lang="en-US" sz="1650" dirty="0" spc="-6" kern="0">
                <a:solidFill>
                  <a:srgbClr val="F3EEE3"/>
                </a:solidFill>
                <a:latin typeface="Noto Sans JP" pitchFamily="34" charset="0"/>
                <a:ea typeface="Noto Sans JP" pitchFamily="34" charset="-122"/>
                <a:cs typeface="Noto Sans JP" pitchFamily="34" charset="-120"/>
              </a:rPr>
              <a:t> Zürich</a:t>
            </a:r>
            <a:r>
              <a:rPr lang="en-US" sz="1650" dirty="0" spc="-2" kern="0">
                <a:solidFill>
                  <a:srgbClr val="F3EEE3"/>
                </a:solidFill>
                <a:latin typeface="Noto Sans JP" pitchFamily="34" charset="0"/>
                <a:ea typeface="Noto Sans JP" pitchFamily="34" charset="-122"/>
                <a:cs typeface="Noto Sans JP" pitchFamily="34" charset="-120"/>
              </a:rPr>
              <a:t> 学位論文</a:t>
            </a:r>
            <a:r>
              <a:rPr lang="en-US" sz="1650" dirty="0" spc="-26" kern="0">
                <a:solidFill>
                  <a:srgbClr val="F3EEE3"/>
                </a:solidFill>
                <a:latin typeface="Noto Sans JP" pitchFamily="34" charset="0"/>
                <a:ea typeface="Noto Sans JP" pitchFamily="34" charset="-122"/>
                <a:cs typeface="Noto Sans JP" pitchFamily="34" charset="-120"/>
              </a:rPr>
              <a:t> Nr.</a:t>
            </a:r>
            <a:r>
              <a:rPr lang="en-US" sz="1650" dirty="0" spc="2" kern="0">
                <a:solidFill>
                  <a:srgbClr val="F3EEE3"/>
                </a:solidFill>
                <a:latin typeface="Noto Sans JP" pitchFamily="34" charset="0"/>
                <a:ea typeface="Noto Sans JP" pitchFamily="34" charset="-122"/>
                <a:cs typeface="Noto Sans JP" pitchFamily="34" charset="-120"/>
              </a:rPr>
              <a:t> 20813</a:t>
            </a:r>
            <a:r>
              <a:rPr lang="en-US" sz="1650" dirty="0" spc="-15" kern="0">
                <a:solidFill>
                  <a:srgbClr val="F3EEE3"/>
                </a:solidFill>
                <a:latin typeface="Noto Sans JP" pitchFamily="34" charset="0"/>
                <a:ea typeface="Noto Sans JP" pitchFamily="34" charset="-122"/>
                <a:cs typeface="Noto Sans JP" pitchFamily="34" charset="-120"/>
              </a:rPr>
              <a:t> (Paul</a:t>
            </a:r>
            <a:r>
              <a:rPr lang="en-US" sz="1650" dirty="0" spc="-2" kern="0">
                <a:solidFill>
                  <a:srgbClr val="F3EEE3"/>
                </a:solidFill>
                <a:latin typeface="Noto Sans JP" pitchFamily="34" charset="0"/>
                <a:ea typeface="Noto Sans JP" pitchFamily="34" charset="-122"/>
                <a:cs typeface="Noto Sans JP" pitchFamily="34" charset="-120"/>
              </a:rPr>
              <a:t> Scherrer</a:t>
            </a:r>
            <a:r>
              <a:rPr lang="en-US" sz="1650" dirty="0" spc="-7" kern="0">
                <a:solidFill>
                  <a:srgbClr val="F3EEE3"/>
                </a:solidFill>
                <a:latin typeface="Noto Sans JP" pitchFamily="34" charset="0"/>
                <a:ea typeface="Noto Sans JP" pitchFamily="34" charset="-122"/>
                <a:cs typeface="Noto Sans JP" pitchFamily="34" charset="-120"/>
              </a:rPr>
              <a:t> Institut)</a:t>
            </a:r>
            <a:endParaRPr lang="en-US" sz="1650" dirty="0"/>
          </a:p>
        </p:txBody>
      </p:sp>
      <p:sp>
        <p:nvSpPr>
          <p:cNvPr id="18" name="Shape 16"/>
          <p:cNvSpPr/>
          <p:nvPr/>
        </p:nvSpPr>
        <p:spPr>
          <a:xfrm>
            <a:off x="914400" y="6076950"/>
            <a:ext cx="8039100" cy="590550"/>
          </a:xfrm>
          <a:prstGeom prst="roundRect">
            <a:avLst>
              <a:gd name="adj" fmla="val 25806"/>
            </a:avLst>
          </a:prstGeom>
          <a:solidFill>
            <a:srgbClr val="1E212B"/>
          </a:solidFill>
          <a:ln/>
        </p:spPr>
      </p:sp>
      <p:sp>
        <p:nvSpPr>
          <p:cNvPr id="19" name="Text 17"/>
          <p:cNvSpPr/>
          <p:nvPr/>
        </p:nvSpPr>
        <p:spPr>
          <a:xfrm>
            <a:off x="1143000" y="6076950"/>
            <a:ext cx="876300" cy="590550"/>
          </a:xfrm>
          <a:prstGeom prst="rect">
            <a:avLst/>
          </a:prstGeom>
          <a:noFill/>
          <a:ln/>
        </p:spPr>
        <p:txBody>
          <a:bodyPr wrap="square" lIns="0" tIns="0" rIns="0" bIns="0" rtlCol="0" anchor="ctr"/>
          <a:lstStyle/>
          <a:p>
            <a:pPr algn="l" indent="0" marL="0">
              <a:buNone/>
            </a:pPr>
            <a:r>
              <a:rPr lang="en-US" sz="1950" dirty="0" spc="5" kern="0">
                <a:solidFill>
                  <a:srgbClr val="FF6A4D"/>
                </a:solidFill>
                <a:latin typeface="Noto Sans JP ExtraBold" pitchFamily="34" charset="0"/>
                <a:ea typeface="Noto Sans JP ExtraBold" pitchFamily="34" charset="-122"/>
                <a:cs typeface="Noto Sans JP ExtraBold" pitchFamily="34" charset="-120"/>
              </a:rPr>
              <a:t>S6</a:t>
            </a:r>
            <a:endParaRPr lang="en-US" sz="1950" dirty="0"/>
          </a:p>
        </p:txBody>
      </p:sp>
      <p:sp>
        <p:nvSpPr>
          <p:cNvPr id="20" name="Text 18"/>
          <p:cNvSpPr/>
          <p:nvPr/>
        </p:nvSpPr>
        <p:spPr>
          <a:xfrm>
            <a:off x="2057400" y="6076950"/>
            <a:ext cx="6667500" cy="590550"/>
          </a:xfrm>
          <a:prstGeom prst="rect">
            <a:avLst/>
          </a:prstGeom>
          <a:noFill/>
          <a:ln/>
        </p:spPr>
        <p:txBody>
          <a:bodyPr wrap="square" lIns="0" tIns="17743" rIns="0" bIns="-17743" rtlCol="0" anchor="ctr"/>
          <a:lstStyle/>
          <a:p>
            <a:pPr algn="l" indent="0" marL="0">
              <a:lnSpc>
                <a:spcPts val="1947"/>
              </a:lnSpc>
              <a:buNone/>
            </a:pPr>
            <a:r>
              <a:rPr lang="en-US" sz="1650" dirty="0" spc="1" kern="0">
                <a:solidFill>
                  <a:srgbClr val="F3EEE3"/>
                </a:solidFill>
                <a:latin typeface="Noto Sans JP" pitchFamily="34" charset="0"/>
                <a:ea typeface="Noto Sans JP" pitchFamily="34" charset="-122"/>
                <a:cs typeface="Noto Sans JP" pitchFamily="34" charset="-120"/>
              </a:rPr>
              <a:t>Cefic</a:t>
            </a:r>
            <a:r>
              <a:rPr lang="en-US" sz="1650" dirty="0" spc="-13" kern="0">
                <a:solidFill>
                  <a:srgbClr val="F3EEE3"/>
                </a:solidFill>
                <a:latin typeface="Noto Sans JP" pitchFamily="34" charset="0"/>
                <a:ea typeface="Noto Sans JP" pitchFamily="34" charset="-122"/>
                <a:cs typeface="Noto Sans JP" pitchFamily="34" charset="-120"/>
              </a:rPr>
              <a:t> AGU,</a:t>
            </a:r>
            <a:r>
              <a:rPr lang="en-US" sz="1650" dirty="0" spc="1" kern="0">
                <a:solidFill>
                  <a:srgbClr val="F3EEE3"/>
                </a:solidFill>
                <a:latin typeface="Noto Sans JP" pitchFamily="34" charset="0"/>
                <a:ea typeface="Noto Sans JP" pitchFamily="34" charset="-122"/>
                <a:cs typeface="Noto Sans JP" pitchFamily="34" charset="-120"/>
              </a:rPr>
              <a:t> 2011,</a:t>
            </a:r>
            <a:r>
              <a:rPr lang="en-US" sz="1650" dirty="0" spc="-16" kern="0">
                <a:solidFill>
                  <a:srgbClr val="F3EEE3"/>
                </a:solidFill>
                <a:latin typeface="Noto Sans JP" pitchFamily="34" charset="0"/>
                <a:ea typeface="Noto Sans JP" pitchFamily="34" charset="-122"/>
                <a:cs typeface="Noto Sans JP" pitchFamily="34" charset="-120"/>
              </a:rPr>
              <a:t> AUS</a:t>
            </a:r>
            <a:r>
              <a:rPr lang="en-US" sz="1650" dirty="0" spc="1" kern="0">
                <a:solidFill>
                  <a:srgbClr val="F3EEE3"/>
                </a:solidFill>
                <a:latin typeface="Noto Sans JP" pitchFamily="34" charset="0"/>
                <a:ea typeface="Noto Sans JP" pitchFamily="34" charset="-122"/>
                <a:cs typeface="Noto Sans JP" pitchFamily="34" charset="-120"/>
              </a:rPr>
              <a:t> 32</a:t>
            </a:r>
            <a:r>
              <a:rPr lang="en-US" sz="1650" dirty="0" spc="0" kern="0">
                <a:solidFill>
                  <a:srgbClr val="F3EEE3"/>
                </a:solidFill>
                <a:latin typeface="Noto Sans JP" pitchFamily="34" charset="0"/>
                <a:ea typeface="Noto Sans JP" pitchFamily="34" charset="-122"/>
                <a:cs typeface="Noto Sans JP" pitchFamily="34" charset="-120"/>
              </a:rPr>
              <a:t> Quality</a:t>
            </a:r>
            <a:r>
              <a:rPr lang="en-US" sz="1650" dirty="0" spc="-5" kern="0">
                <a:solidFill>
                  <a:srgbClr val="F3EEE3"/>
                </a:solidFill>
                <a:latin typeface="Noto Sans JP" pitchFamily="34" charset="0"/>
                <a:ea typeface="Noto Sans JP" pitchFamily="34" charset="-122"/>
                <a:cs typeface="Noto Sans JP" pitchFamily="34" charset="-120"/>
              </a:rPr>
              <a:t> Assurance Guidance</a:t>
            </a:r>
            <a:r>
              <a:rPr lang="en-US" sz="1650" dirty="0" spc="-1" kern="0">
                <a:solidFill>
                  <a:srgbClr val="F3EEE3"/>
                </a:solidFill>
                <a:latin typeface="Noto Sans JP" pitchFamily="34" charset="0"/>
                <a:ea typeface="Noto Sans JP" pitchFamily="34" charset="-122"/>
                <a:cs typeface="Noto Sans JP" pitchFamily="34" charset="-120"/>
              </a:rPr>
              <a:t> Document v3.0</a:t>
            </a:r>
            <a:endParaRPr lang="en-US" sz="1650" dirty="0"/>
          </a:p>
        </p:txBody>
      </p:sp>
      <p:sp>
        <p:nvSpPr>
          <p:cNvPr id="21" name="Shape 19"/>
          <p:cNvSpPr/>
          <p:nvPr/>
        </p:nvSpPr>
        <p:spPr>
          <a:xfrm>
            <a:off x="914400" y="6772275"/>
            <a:ext cx="8039100" cy="590550"/>
          </a:xfrm>
          <a:prstGeom prst="roundRect">
            <a:avLst>
              <a:gd name="adj" fmla="val 25806"/>
            </a:avLst>
          </a:prstGeom>
          <a:solidFill>
            <a:srgbClr val="1E212B"/>
          </a:solidFill>
          <a:ln/>
        </p:spPr>
      </p:sp>
      <p:sp>
        <p:nvSpPr>
          <p:cNvPr id="22" name="Text 20"/>
          <p:cNvSpPr/>
          <p:nvPr/>
        </p:nvSpPr>
        <p:spPr>
          <a:xfrm>
            <a:off x="1143000" y="6772275"/>
            <a:ext cx="876300" cy="590550"/>
          </a:xfrm>
          <a:prstGeom prst="rect">
            <a:avLst/>
          </a:prstGeom>
          <a:noFill/>
          <a:ln/>
        </p:spPr>
        <p:txBody>
          <a:bodyPr wrap="square" lIns="0" tIns="0" rIns="0" bIns="0" rtlCol="0" anchor="ctr"/>
          <a:lstStyle/>
          <a:p>
            <a:pPr algn="l" indent="0" marL="0">
              <a:buNone/>
            </a:pPr>
            <a:r>
              <a:rPr lang="en-US" sz="1950" dirty="0" spc="5" kern="0">
                <a:solidFill>
                  <a:srgbClr val="7C93FF"/>
                </a:solidFill>
                <a:latin typeface="Noto Sans JP ExtraBold" pitchFamily="34" charset="0"/>
                <a:ea typeface="Noto Sans JP ExtraBold" pitchFamily="34" charset="-122"/>
                <a:cs typeface="Noto Sans JP ExtraBold" pitchFamily="34" charset="-120"/>
              </a:rPr>
              <a:t>S7</a:t>
            </a:r>
            <a:endParaRPr lang="en-US" sz="1950" dirty="0"/>
          </a:p>
        </p:txBody>
      </p:sp>
      <p:sp>
        <p:nvSpPr>
          <p:cNvPr id="23" name="Text 21"/>
          <p:cNvSpPr/>
          <p:nvPr/>
        </p:nvSpPr>
        <p:spPr>
          <a:xfrm>
            <a:off x="2057400" y="6772275"/>
            <a:ext cx="6667500" cy="590550"/>
          </a:xfrm>
          <a:prstGeom prst="rect">
            <a:avLst/>
          </a:prstGeom>
          <a:noFill/>
          <a:ln/>
        </p:spPr>
        <p:txBody>
          <a:bodyPr wrap="square" lIns="0" tIns="17743" rIns="0" bIns="-17743" rtlCol="0" anchor="ctr"/>
          <a:lstStyle/>
          <a:p>
            <a:pPr algn="l" indent="0" marL="0">
              <a:lnSpc>
                <a:spcPts val="1947"/>
              </a:lnSpc>
              <a:buNone/>
            </a:pPr>
            <a:r>
              <a:rPr lang="en-US" sz="1650" dirty="0" spc="-1" kern="0">
                <a:solidFill>
                  <a:srgbClr val="F3EEE3"/>
                </a:solidFill>
                <a:latin typeface="Noto Sans JP" pitchFamily="34" charset="0"/>
                <a:ea typeface="Noto Sans JP" pitchFamily="34" charset="-122"/>
                <a:cs typeface="Noto Sans JP" pitchFamily="34" charset="-120"/>
              </a:rPr>
              <a:t>OCI</a:t>
            </a:r>
            <a:r>
              <a:rPr lang="en-US" sz="1650" dirty="0" spc="-5" kern="0">
                <a:solidFill>
                  <a:srgbClr val="F3EEE3"/>
                </a:solidFill>
                <a:latin typeface="Noto Sans JP" pitchFamily="34" charset="0"/>
                <a:ea typeface="Noto Sans JP" pitchFamily="34" charset="-122"/>
                <a:cs typeface="Noto Sans JP" pitchFamily="34" charset="-120"/>
              </a:rPr>
              <a:t> Nitrogen,</a:t>
            </a:r>
            <a:r>
              <a:rPr lang="en-US" sz="1650" dirty="0" spc="0" kern="0">
                <a:solidFill>
                  <a:srgbClr val="F3EEE3"/>
                </a:solidFill>
                <a:latin typeface="Noto Sans JP" pitchFamily="34" charset="0"/>
                <a:ea typeface="Noto Sans JP" pitchFamily="34" charset="-122"/>
                <a:cs typeface="Noto Sans JP" pitchFamily="34" charset="-120"/>
              </a:rPr>
              <a:t> 2024,</a:t>
            </a:r>
            <a:r>
              <a:rPr lang="en-US" sz="1650" dirty="0" spc="-6" kern="0">
                <a:solidFill>
                  <a:srgbClr val="F3EEE3"/>
                </a:solidFill>
                <a:latin typeface="Noto Sans JP" pitchFamily="34" charset="0"/>
                <a:ea typeface="Noto Sans JP" pitchFamily="34" charset="-122"/>
                <a:cs typeface="Noto Sans JP" pitchFamily="34" charset="-120"/>
              </a:rPr>
              <a:t> Product</a:t>
            </a:r>
            <a:r>
              <a:rPr lang="en-US" sz="1650" dirty="0" spc="-4" kern="0">
                <a:solidFill>
                  <a:srgbClr val="F3EEE3"/>
                </a:solidFill>
                <a:latin typeface="Noto Sans JP" pitchFamily="34" charset="0"/>
                <a:ea typeface="Noto Sans JP" pitchFamily="34" charset="-122"/>
                <a:cs typeface="Noto Sans JP" pitchFamily="34" charset="-120"/>
              </a:rPr>
              <a:t> Specification</a:t>
            </a:r>
            <a:r>
              <a:rPr lang="en-US" sz="1650" dirty="0" spc="-9" kern="0">
                <a:solidFill>
                  <a:srgbClr val="F3EEE3"/>
                </a:solidFill>
                <a:latin typeface="Noto Sans JP" pitchFamily="34" charset="0"/>
                <a:ea typeface="Noto Sans JP" pitchFamily="34" charset="-122"/>
                <a:cs typeface="Noto Sans JP" pitchFamily="34" charset="-120"/>
              </a:rPr>
              <a:t> Urea</a:t>
            </a:r>
            <a:r>
              <a:rPr lang="en-US" sz="1650" dirty="0" spc="-1" kern="0">
                <a:solidFill>
                  <a:srgbClr val="F3EEE3"/>
                </a:solidFill>
                <a:latin typeface="Noto Sans JP" pitchFamily="34" charset="0"/>
                <a:ea typeface="Noto Sans JP" pitchFamily="34" charset="-122"/>
                <a:cs typeface="Noto Sans JP" pitchFamily="34" charset="-120"/>
              </a:rPr>
              <a:t> Solution 32.5%</a:t>
            </a:r>
            <a:endParaRPr lang="en-US" sz="1650" dirty="0"/>
          </a:p>
        </p:txBody>
      </p:sp>
      <p:sp>
        <p:nvSpPr>
          <p:cNvPr id="24" name="Shape 22"/>
          <p:cNvSpPr/>
          <p:nvPr/>
        </p:nvSpPr>
        <p:spPr>
          <a:xfrm>
            <a:off x="914400" y="7477125"/>
            <a:ext cx="8039100" cy="590550"/>
          </a:xfrm>
          <a:prstGeom prst="roundRect">
            <a:avLst>
              <a:gd name="adj" fmla="val 25806"/>
            </a:avLst>
          </a:prstGeom>
          <a:solidFill>
            <a:srgbClr val="1E212B"/>
          </a:solidFill>
          <a:ln/>
        </p:spPr>
      </p:sp>
      <p:sp>
        <p:nvSpPr>
          <p:cNvPr id="25" name="Text 23"/>
          <p:cNvSpPr/>
          <p:nvPr/>
        </p:nvSpPr>
        <p:spPr>
          <a:xfrm>
            <a:off x="1143000" y="7477125"/>
            <a:ext cx="876300" cy="590550"/>
          </a:xfrm>
          <a:prstGeom prst="rect">
            <a:avLst/>
          </a:prstGeom>
          <a:noFill/>
          <a:ln/>
        </p:spPr>
        <p:txBody>
          <a:bodyPr wrap="square" lIns="0" tIns="0" rIns="0" bIns="0" rtlCol="0" anchor="ctr"/>
          <a:lstStyle/>
          <a:p>
            <a:pPr algn="l" indent="0" marL="0">
              <a:buNone/>
            </a:pPr>
            <a:r>
              <a:rPr lang="en-US" sz="1950" dirty="0" spc="5" kern="0">
                <a:solidFill>
                  <a:srgbClr val="FFB454"/>
                </a:solidFill>
                <a:latin typeface="Noto Sans JP ExtraBold" pitchFamily="34" charset="0"/>
                <a:ea typeface="Noto Sans JP ExtraBold" pitchFamily="34" charset="-122"/>
                <a:cs typeface="Noto Sans JP ExtraBold" pitchFamily="34" charset="-120"/>
              </a:rPr>
              <a:t>S8</a:t>
            </a:r>
            <a:endParaRPr lang="en-US" sz="1950" dirty="0"/>
          </a:p>
        </p:txBody>
      </p:sp>
      <p:sp>
        <p:nvSpPr>
          <p:cNvPr id="26" name="Text 24"/>
          <p:cNvSpPr/>
          <p:nvPr/>
        </p:nvSpPr>
        <p:spPr>
          <a:xfrm>
            <a:off x="2057400" y="7477125"/>
            <a:ext cx="6667500" cy="590550"/>
          </a:xfrm>
          <a:prstGeom prst="rect">
            <a:avLst/>
          </a:prstGeom>
          <a:noFill/>
          <a:ln/>
        </p:spPr>
        <p:txBody>
          <a:bodyPr wrap="square" lIns="0" tIns="17743" rIns="0" bIns="-17743" rtlCol="0" anchor="ctr"/>
          <a:lstStyle/>
          <a:p>
            <a:pPr algn="l" indent="0" marL="0">
              <a:lnSpc>
                <a:spcPts val="1947"/>
              </a:lnSpc>
              <a:buNone/>
            </a:pPr>
            <a:r>
              <a:rPr lang="en-US" sz="1650" dirty="0" spc="-1" kern="0">
                <a:solidFill>
                  <a:srgbClr val="F3EEE3"/>
                </a:solidFill>
                <a:latin typeface="Noto Sans JP" pitchFamily="34" charset="0"/>
                <a:ea typeface="Noto Sans JP" pitchFamily="34" charset="-122"/>
                <a:cs typeface="Noto Sans JP" pitchFamily="34" charset="-120"/>
              </a:rPr>
              <a:t>Zhu,</a:t>
            </a:r>
            <a:r>
              <a:rPr lang="en-US" sz="1650" dirty="0" spc="-2" kern="0">
                <a:solidFill>
                  <a:srgbClr val="F3EEE3"/>
                </a:solidFill>
                <a:latin typeface="Noto Sans JP" pitchFamily="34" charset="0"/>
                <a:ea typeface="Noto Sans JP" pitchFamily="34" charset="-122"/>
                <a:cs typeface="Noto Sans JP" pitchFamily="34" charset="-120"/>
              </a:rPr>
              <a:t> Hong,</a:t>
            </a:r>
            <a:r>
              <a:rPr lang="en-US" sz="1650" dirty="0" spc="-1" kern="0">
                <a:solidFill>
                  <a:srgbClr val="F3EEE3"/>
                </a:solidFill>
                <a:latin typeface="Noto Sans JP" pitchFamily="34" charset="0"/>
                <a:ea typeface="Noto Sans JP" pitchFamily="34" charset="-122"/>
                <a:cs typeface="Noto Sans JP" pitchFamily="34" charset="-120"/>
              </a:rPr>
              <a:t> Qian,</a:t>
            </a:r>
            <a:r>
              <a:rPr lang="en-US" sz="1650" dirty="0" spc="-9" kern="0">
                <a:solidFill>
                  <a:srgbClr val="F3EEE3"/>
                </a:solidFill>
                <a:latin typeface="Noto Sans JP" pitchFamily="34" charset="0"/>
                <a:ea typeface="Noto Sans JP" pitchFamily="34" charset="-122"/>
                <a:cs typeface="Noto Sans JP" pitchFamily="34" charset="-120"/>
              </a:rPr>
              <a:t> Xu,</a:t>
            </a:r>
            <a:r>
              <a:rPr lang="en-US" sz="1650" dirty="0" spc="1" kern="0">
                <a:solidFill>
                  <a:srgbClr val="F3EEE3"/>
                </a:solidFill>
                <a:latin typeface="Noto Sans JP" pitchFamily="34" charset="0"/>
                <a:ea typeface="Noto Sans JP" pitchFamily="34" charset="-122"/>
                <a:cs typeface="Noto Sans JP" pitchFamily="34" charset="-120"/>
              </a:rPr>
              <a:t> 2023, Molecules</a:t>
            </a:r>
            <a:r>
              <a:rPr lang="en-US" sz="1650" dirty="0" spc="-1" kern="0">
                <a:solidFill>
                  <a:srgbClr val="F3EEE3"/>
                </a:solidFill>
                <a:latin typeface="Noto Sans JP" pitchFamily="34" charset="0"/>
                <a:ea typeface="Noto Sans JP" pitchFamily="34" charset="-122"/>
                <a:cs typeface="Noto Sans JP" pitchFamily="34" charset="-120"/>
              </a:rPr>
              <a:t> 28(5),</a:t>
            </a:r>
            <a:r>
              <a:rPr lang="en-US" sz="1650" dirty="0" spc="1" kern="0">
                <a:solidFill>
                  <a:srgbClr val="F3EEE3"/>
                </a:solidFill>
                <a:latin typeface="Noto Sans JP" pitchFamily="34" charset="0"/>
                <a:ea typeface="Noto Sans JP" pitchFamily="34" charset="-122"/>
                <a:cs typeface="Noto Sans JP" pitchFamily="34" charset="-120"/>
              </a:rPr>
              <a:t> 2340,</a:t>
            </a:r>
            <a:r>
              <a:rPr lang="en-US" sz="1650" dirty="0" spc="-1" kern="0">
                <a:solidFill>
                  <a:srgbClr val="F3EEE3"/>
                </a:solidFill>
                <a:latin typeface="Noto Sans JP" pitchFamily="34" charset="0"/>
                <a:ea typeface="Noto Sans JP" pitchFamily="34" charset="-122"/>
                <a:cs typeface="Noto Sans JP" pitchFamily="34" charset="-120"/>
              </a:rPr>
              <a:t> doi</a:t>
            </a:r>
            <a:r>
              <a:rPr lang="en-US" sz="1650" dirty="0" spc="2" kern="0">
                <a:solidFill>
                  <a:srgbClr val="F3EEE3"/>
                </a:solidFill>
                <a:latin typeface="Noto Sans JP" pitchFamily="34" charset="0"/>
                <a:ea typeface="Noto Sans JP" pitchFamily="34" charset="-122"/>
                <a:cs typeface="Noto Sans JP" pitchFamily="34" charset="-120"/>
              </a:rPr>
              <a:t> 10.3390/molecules28052340</a:t>
            </a:r>
            <a:endParaRPr lang="en-US" sz="1650" dirty="0"/>
          </a:p>
        </p:txBody>
      </p:sp>
      <p:sp>
        <p:nvSpPr>
          <p:cNvPr id="27" name="Shape 25"/>
          <p:cNvSpPr/>
          <p:nvPr/>
        </p:nvSpPr>
        <p:spPr>
          <a:xfrm>
            <a:off x="914400" y="8172450"/>
            <a:ext cx="8039100" cy="590550"/>
          </a:xfrm>
          <a:prstGeom prst="roundRect">
            <a:avLst>
              <a:gd name="adj" fmla="val 25806"/>
            </a:avLst>
          </a:prstGeom>
          <a:solidFill>
            <a:srgbClr val="1E212B"/>
          </a:solidFill>
          <a:ln/>
        </p:spPr>
      </p:sp>
      <p:sp>
        <p:nvSpPr>
          <p:cNvPr id="28" name="Text 26"/>
          <p:cNvSpPr/>
          <p:nvPr/>
        </p:nvSpPr>
        <p:spPr>
          <a:xfrm>
            <a:off x="1143000" y="8172450"/>
            <a:ext cx="876300" cy="590550"/>
          </a:xfrm>
          <a:prstGeom prst="rect">
            <a:avLst/>
          </a:prstGeom>
          <a:noFill/>
          <a:ln/>
        </p:spPr>
        <p:txBody>
          <a:bodyPr wrap="square" lIns="0" tIns="0" rIns="0" bIns="0" rtlCol="0" anchor="ctr"/>
          <a:lstStyle/>
          <a:p>
            <a:pPr algn="l" indent="0" marL="0">
              <a:buNone/>
            </a:pPr>
            <a:r>
              <a:rPr lang="en-US" sz="1950" dirty="0" spc="5" kern="0">
                <a:solidFill>
                  <a:srgbClr val="3DD6A0"/>
                </a:solidFill>
                <a:latin typeface="Noto Sans JP ExtraBold" pitchFamily="34" charset="0"/>
                <a:ea typeface="Noto Sans JP ExtraBold" pitchFamily="34" charset="-122"/>
                <a:cs typeface="Noto Sans JP ExtraBold" pitchFamily="34" charset="-120"/>
              </a:rPr>
              <a:t>S9</a:t>
            </a:r>
            <a:endParaRPr lang="en-US" sz="1950" dirty="0"/>
          </a:p>
        </p:txBody>
      </p:sp>
      <p:sp>
        <p:nvSpPr>
          <p:cNvPr id="29" name="Text 27"/>
          <p:cNvSpPr/>
          <p:nvPr/>
        </p:nvSpPr>
        <p:spPr>
          <a:xfrm>
            <a:off x="2057400" y="8172450"/>
            <a:ext cx="6667500" cy="590550"/>
          </a:xfrm>
          <a:prstGeom prst="rect">
            <a:avLst/>
          </a:prstGeom>
          <a:noFill/>
          <a:ln/>
        </p:spPr>
        <p:txBody>
          <a:bodyPr wrap="square" lIns="0" tIns="17743" rIns="0" bIns="-17743" rtlCol="0" anchor="ctr"/>
          <a:lstStyle/>
          <a:p>
            <a:pPr algn="l" indent="0" marL="0">
              <a:lnSpc>
                <a:spcPts val="1947"/>
              </a:lnSpc>
              <a:buNone/>
            </a:pPr>
            <a:r>
              <a:rPr lang="en-US" sz="1650" dirty="0" spc="-8" kern="0">
                <a:solidFill>
                  <a:srgbClr val="F3EEE3"/>
                </a:solidFill>
                <a:latin typeface="Noto Sans JP" pitchFamily="34" charset="0"/>
                <a:ea typeface="Noto Sans JP" pitchFamily="34" charset="-122"/>
                <a:cs typeface="Noto Sans JP" pitchFamily="34" charset="-120"/>
              </a:rPr>
              <a:t>Kuntz</a:t>
            </a:r>
            <a:r>
              <a:rPr lang="en-US" sz="1650" dirty="0" spc="-2" kern="0">
                <a:solidFill>
                  <a:srgbClr val="F3EEE3"/>
                </a:solidFill>
                <a:latin typeface="Noto Sans JP" pitchFamily="34" charset="0"/>
                <a:ea typeface="Noto Sans JP" pitchFamily="34" charset="-122"/>
                <a:cs typeface="Noto Sans JP" pitchFamily="34" charset="-120"/>
              </a:rPr>
              <a:t> ほか,</a:t>
            </a:r>
            <a:r>
              <a:rPr lang="en-US" sz="1650" dirty="0" spc="1" kern="0">
                <a:solidFill>
                  <a:srgbClr val="F3EEE3"/>
                </a:solidFill>
                <a:latin typeface="Noto Sans JP" pitchFamily="34" charset="0"/>
                <a:ea typeface="Noto Sans JP" pitchFamily="34" charset="-122"/>
                <a:cs typeface="Noto Sans JP" pitchFamily="34" charset="-120"/>
              </a:rPr>
              <a:t> 2021,</a:t>
            </a:r>
            <a:r>
              <a:rPr lang="en-US" sz="1650" dirty="0" spc="0" kern="0">
                <a:solidFill>
                  <a:srgbClr val="F3EEE3"/>
                </a:solidFill>
                <a:latin typeface="Noto Sans JP" pitchFamily="34" charset="0"/>
                <a:ea typeface="Noto Sans JP" pitchFamily="34" charset="-122"/>
                <a:cs typeface="Noto Sans JP" pitchFamily="34" charset="-120"/>
              </a:rPr>
              <a:t> Chem.</a:t>
            </a:r>
            <a:r>
              <a:rPr lang="en-US" sz="1650" dirty="0" spc="-3" kern="0">
                <a:solidFill>
                  <a:srgbClr val="F3EEE3"/>
                </a:solidFill>
                <a:latin typeface="Noto Sans JP" pitchFamily="34" charset="0"/>
                <a:ea typeface="Noto Sans JP" pitchFamily="34" charset="-122"/>
                <a:cs typeface="Noto Sans JP" pitchFamily="34" charset="-120"/>
              </a:rPr>
              <a:t> Eng.</a:t>
            </a:r>
            <a:r>
              <a:rPr lang="en-US" sz="1650" dirty="0" spc="-1" kern="0">
                <a:solidFill>
                  <a:srgbClr val="F3EEE3"/>
                </a:solidFill>
                <a:latin typeface="Noto Sans JP" pitchFamily="34" charset="0"/>
                <a:ea typeface="Noto Sans JP" pitchFamily="34" charset="-122"/>
                <a:cs typeface="Noto Sans JP" pitchFamily="34" charset="-120"/>
              </a:rPr>
              <a:t> Sci.</a:t>
            </a:r>
            <a:r>
              <a:rPr lang="en-US" sz="1650" dirty="0" spc="0" kern="0">
                <a:solidFill>
                  <a:srgbClr val="F3EEE3"/>
                </a:solidFill>
                <a:latin typeface="Noto Sans JP" pitchFamily="34" charset="0"/>
                <a:ea typeface="Noto Sans JP" pitchFamily="34" charset="-122"/>
                <a:cs typeface="Noto Sans JP" pitchFamily="34" charset="-120"/>
              </a:rPr>
              <a:t> 246,</a:t>
            </a:r>
            <a:r>
              <a:rPr lang="en-US" sz="1650" dirty="0" spc="1" kern="0">
                <a:solidFill>
                  <a:srgbClr val="F3EEE3"/>
                </a:solidFill>
                <a:latin typeface="Noto Sans JP" pitchFamily="34" charset="0"/>
                <a:ea typeface="Noto Sans JP" pitchFamily="34" charset="-122"/>
                <a:cs typeface="Noto Sans JP" pitchFamily="34" charset="-120"/>
              </a:rPr>
              <a:t> 116876,</a:t>
            </a:r>
            <a:r>
              <a:rPr lang="en-US" sz="1650" dirty="0" spc="-1" kern="0">
                <a:solidFill>
                  <a:srgbClr val="F3EEE3"/>
                </a:solidFill>
                <a:latin typeface="Noto Sans JP" pitchFamily="34" charset="0"/>
                <a:ea typeface="Noto Sans JP" pitchFamily="34" charset="-122"/>
                <a:cs typeface="Noto Sans JP" pitchFamily="34" charset="-120"/>
              </a:rPr>
              <a:t> doi</a:t>
            </a:r>
            <a:r>
              <a:rPr lang="en-US" sz="1650" dirty="0" spc="0" kern="0">
                <a:solidFill>
                  <a:srgbClr val="F3EEE3"/>
                </a:solidFill>
                <a:latin typeface="Noto Sans JP" pitchFamily="34" charset="0"/>
                <a:ea typeface="Noto Sans JP" pitchFamily="34" charset="-122"/>
                <a:cs typeface="Noto Sans JP" pitchFamily="34" charset="-120"/>
              </a:rPr>
              <a:t> 10.1016/j.ces.2021.116876</a:t>
            </a:r>
            <a:endParaRPr lang="en-US" sz="1650" dirty="0"/>
          </a:p>
        </p:txBody>
      </p:sp>
      <p:sp>
        <p:nvSpPr>
          <p:cNvPr id="30" name="Shape 28"/>
          <p:cNvSpPr/>
          <p:nvPr/>
        </p:nvSpPr>
        <p:spPr>
          <a:xfrm>
            <a:off x="9334500" y="2571750"/>
            <a:ext cx="8039100" cy="590550"/>
          </a:xfrm>
          <a:prstGeom prst="roundRect">
            <a:avLst>
              <a:gd name="adj" fmla="val 25806"/>
            </a:avLst>
          </a:prstGeom>
          <a:solidFill>
            <a:srgbClr val="1E212B"/>
          </a:solidFill>
          <a:ln/>
        </p:spPr>
      </p:sp>
      <p:sp>
        <p:nvSpPr>
          <p:cNvPr id="31" name="Text 29"/>
          <p:cNvSpPr/>
          <p:nvPr/>
        </p:nvSpPr>
        <p:spPr>
          <a:xfrm>
            <a:off x="9563100" y="2571750"/>
            <a:ext cx="876300" cy="590550"/>
          </a:xfrm>
          <a:prstGeom prst="rect">
            <a:avLst/>
          </a:prstGeom>
          <a:noFill/>
          <a:ln/>
        </p:spPr>
        <p:txBody>
          <a:bodyPr wrap="square" lIns="0" tIns="0" rIns="0" bIns="0" rtlCol="0" anchor="ctr"/>
          <a:lstStyle/>
          <a:p>
            <a:pPr algn="l" indent="0" marL="0">
              <a:buNone/>
            </a:pPr>
            <a:r>
              <a:rPr lang="en-US" sz="1950" dirty="0" spc="6" kern="0">
                <a:solidFill>
                  <a:srgbClr val="FF6A4D"/>
                </a:solidFill>
                <a:latin typeface="Noto Sans JP ExtraBold" pitchFamily="34" charset="0"/>
                <a:ea typeface="Noto Sans JP ExtraBold" pitchFamily="34" charset="-122"/>
                <a:cs typeface="Noto Sans JP ExtraBold" pitchFamily="34" charset="-120"/>
              </a:rPr>
              <a:t>S10</a:t>
            </a:r>
            <a:endParaRPr lang="en-US" sz="1950" dirty="0"/>
          </a:p>
        </p:txBody>
      </p:sp>
      <p:sp>
        <p:nvSpPr>
          <p:cNvPr id="32" name="Text 30"/>
          <p:cNvSpPr/>
          <p:nvPr/>
        </p:nvSpPr>
        <p:spPr>
          <a:xfrm>
            <a:off x="10477500" y="2571750"/>
            <a:ext cx="6667500" cy="590550"/>
          </a:xfrm>
          <a:prstGeom prst="rect">
            <a:avLst/>
          </a:prstGeom>
          <a:noFill/>
          <a:ln/>
        </p:spPr>
        <p:txBody>
          <a:bodyPr wrap="square" lIns="0" tIns="17743" rIns="0" bIns="-17743" rtlCol="0" anchor="ctr"/>
          <a:lstStyle/>
          <a:p>
            <a:pPr algn="l" indent="0" marL="0">
              <a:lnSpc>
                <a:spcPts val="1947"/>
              </a:lnSpc>
              <a:buNone/>
            </a:pPr>
            <a:r>
              <a:rPr lang="en-US" sz="1650" dirty="0" spc="-1" kern="0">
                <a:solidFill>
                  <a:srgbClr val="F3EEE3"/>
                </a:solidFill>
                <a:latin typeface="Noto Sans JP" pitchFamily="34" charset="0"/>
                <a:ea typeface="Noto Sans JP" pitchFamily="34" charset="-122"/>
                <a:cs typeface="Noto Sans JP" pitchFamily="34" charset="-120"/>
              </a:rPr>
              <a:t>Weeks</a:t>
            </a:r>
            <a:r>
              <a:rPr lang="en-US" sz="1650" dirty="0" spc="-2" kern="0">
                <a:solidFill>
                  <a:srgbClr val="F3EEE3"/>
                </a:solidFill>
                <a:latin typeface="Noto Sans JP" pitchFamily="34" charset="0"/>
                <a:ea typeface="Noto Sans JP" pitchFamily="34" charset="-122"/>
                <a:cs typeface="Noto Sans JP" pitchFamily="34" charset="-120"/>
              </a:rPr>
              <a:t> ほか,</a:t>
            </a:r>
            <a:r>
              <a:rPr lang="en-US" sz="1650" dirty="0" spc="1" kern="0">
                <a:solidFill>
                  <a:srgbClr val="F3EEE3"/>
                </a:solidFill>
                <a:latin typeface="Noto Sans JP" pitchFamily="34" charset="0"/>
                <a:ea typeface="Noto Sans JP" pitchFamily="34" charset="-122"/>
                <a:cs typeface="Noto Sans JP" pitchFamily="34" charset="-120"/>
              </a:rPr>
              <a:t> 2015,</a:t>
            </a:r>
            <a:r>
              <a:rPr lang="en-US" sz="1650" dirty="0" spc="-3" kern="0">
                <a:solidFill>
                  <a:srgbClr val="F3EEE3"/>
                </a:solidFill>
                <a:latin typeface="Noto Sans JP" pitchFamily="34" charset="0"/>
                <a:ea typeface="Noto Sans JP" pitchFamily="34" charset="-122"/>
                <a:cs typeface="Noto Sans JP" pitchFamily="34" charset="-120"/>
              </a:rPr>
              <a:t> SAE</a:t>
            </a:r>
            <a:r>
              <a:rPr lang="en-US" sz="1650" dirty="0" spc="-2" kern="0">
                <a:solidFill>
                  <a:srgbClr val="F3EEE3"/>
                </a:solidFill>
                <a:latin typeface="Noto Sans JP" pitchFamily="34" charset="0"/>
                <a:ea typeface="Noto Sans JP" pitchFamily="34" charset="-122"/>
                <a:cs typeface="Noto Sans JP" pitchFamily="34" charset="-120"/>
              </a:rPr>
              <a:t> Int.</a:t>
            </a:r>
            <a:r>
              <a:rPr lang="en-US" sz="1650" dirty="0" spc="-21" kern="0">
                <a:solidFill>
                  <a:srgbClr val="F3EEE3"/>
                </a:solidFill>
                <a:latin typeface="Noto Sans JP" pitchFamily="34" charset="0"/>
                <a:ea typeface="Noto Sans JP" pitchFamily="34" charset="-122"/>
                <a:cs typeface="Noto Sans JP" pitchFamily="34" charset="-120"/>
              </a:rPr>
              <a:t> J.</a:t>
            </a:r>
            <a:r>
              <a:rPr lang="en-US" sz="1650" dirty="0" spc="-2" kern="0">
                <a:solidFill>
                  <a:srgbClr val="F3EEE3"/>
                </a:solidFill>
                <a:latin typeface="Noto Sans JP" pitchFamily="34" charset="0"/>
                <a:ea typeface="Noto Sans JP" pitchFamily="34" charset="-122"/>
                <a:cs typeface="Noto Sans JP" pitchFamily="34" charset="-120"/>
              </a:rPr>
              <a:t> Engines 8(3),</a:t>
            </a:r>
            <a:r>
              <a:rPr lang="en-US" sz="1650" dirty="0" spc="0" kern="0">
                <a:solidFill>
                  <a:srgbClr val="F3EEE3"/>
                </a:solidFill>
                <a:latin typeface="Noto Sans JP" pitchFamily="34" charset="0"/>
                <a:ea typeface="Noto Sans JP" pitchFamily="34" charset="-122"/>
                <a:cs typeface="Noto Sans JP" pitchFamily="34" charset="-120"/>
              </a:rPr>
              <a:t> doi</a:t>
            </a:r>
            <a:r>
              <a:rPr lang="en-US" sz="1650" dirty="0" spc="2" kern="0">
                <a:solidFill>
                  <a:srgbClr val="F3EEE3"/>
                </a:solidFill>
                <a:latin typeface="Noto Sans JP" pitchFamily="34" charset="0"/>
                <a:ea typeface="Noto Sans JP" pitchFamily="34" charset="-122"/>
                <a:cs typeface="Noto Sans JP" pitchFamily="34" charset="-120"/>
              </a:rPr>
              <a:t> 10.4271/2015-01-1037</a:t>
            </a:r>
            <a:endParaRPr lang="en-US" sz="1650" dirty="0"/>
          </a:p>
        </p:txBody>
      </p:sp>
      <p:sp>
        <p:nvSpPr>
          <p:cNvPr id="33" name="Shape 31"/>
          <p:cNvSpPr/>
          <p:nvPr/>
        </p:nvSpPr>
        <p:spPr>
          <a:xfrm>
            <a:off x="9334500" y="3276600"/>
            <a:ext cx="8039100" cy="590550"/>
          </a:xfrm>
          <a:prstGeom prst="roundRect">
            <a:avLst>
              <a:gd name="adj" fmla="val 25806"/>
            </a:avLst>
          </a:prstGeom>
          <a:solidFill>
            <a:srgbClr val="1E212B"/>
          </a:solidFill>
          <a:ln/>
        </p:spPr>
      </p:sp>
      <p:sp>
        <p:nvSpPr>
          <p:cNvPr id="34" name="Text 32"/>
          <p:cNvSpPr/>
          <p:nvPr/>
        </p:nvSpPr>
        <p:spPr>
          <a:xfrm>
            <a:off x="9563100" y="3276600"/>
            <a:ext cx="876300" cy="590550"/>
          </a:xfrm>
          <a:prstGeom prst="rect">
            <a:avLst/>
          </a:prstGeom>
          <a:noFill/>
          <a:ln/>
        </p:spPr>
        <p:txBody>
          <a:bodyPr wrap="square" lIns="0" tIns="0" rIns="0" bIns="0" rtlCol="0" anchor="ctr"/>
          <a:lstStyle/>
          <a:p>
            <a:pPr algn="l" indent="0" marL="0">
              <a:buNone/>
            </a:pPr>
            <a:r>
              <a:rPr lang="en-US" sz="1950" dirty="0" spc="6" kern="0">
                <a:solidFill>
                  <a:srgbClr val="7C93FF"/>
                </a:solidFill>
                <a:latin typeface="Noto Sans JP ExtraBold" pitchFamily="34" charset="0"/>
                <a:ea typeface="Noto Sans JP ExtraBold" pitchFamily="34" charset="-122"/>
                <a:cs typeface="Noto Sans JP ExtraBold" pitchFamily="34" charset="-120"/>
              </a:rPr>
              <a:t>S11</a:t>
            </a:r>
            <a:endParaRPr lang="en-US" sz="1950" dirty="0"/>
          </a:p>
        </p:txBody>
      </p:sp>
      <p:sp>
        <p:nvSpPr>
          <p:cNvPr id="35" name="Text 33"/>
          <p:cNvSpPr/>
          <p:nvPr/>
        </p:nvSpPr>
        <p:spPr>
          <a:xfrm>
            <a:off x="10477500" y="3276600"/>
            <a:ext cx="6667500" cy="590550"/>
          </a:xfrm>
          <a:prstGeom prst="rect">
            <a:avLst/>
          </a:prstGeom>
          <a:noFill/>
          <a:ln/>
        </p:spPr>
        <p:txBody>
          <a:bodyPr wrap="square" lIns="0" tIns="17743" rIns="0" bIns="-17743" rtlCol="0" anchor="ctr"/>
          <a:lstStyle/>
          <a:p>
            <a:pPr algn="l" indent="0" marL="0">
              <a:lnSpc>
                <a:spcPts val="1947"/>
              </a:lnSpc>
              <a:buNone/>
            </a:pPr>
            <a:r>
              <a:rPr lang="en-US" sz="1650" dirty="0" spc="-6" kern="0">
                <a:solidFill>
                  <a:srgbClr val="F3EEE3"/>
                </a:solidFill>
                <a:latin typeface="Noto Sans JP" pitchFamily="34" charset="0"/>
                <a:ea typeface="Noto Sans JP" pitchFamily="34" charset="-122"/>
                <a:cs typeface="Noto Sans JP" pitchFamily="34" charset="-120"/>
              </a:rPr>
              <a:t>Mazari,</a:t>
            </a:r>
            <a:r>
              <a:rPr lang="en-US" sz="1650" dirty="0" spc="-4" kern="0">
                <a:solidFill>
                  <a:srgbClr val="F3EEE3"/>
                </a:solidFill>
                <a:latin typeface="Noto Sans JP" pitchFamily="34" charset="0"/>
                <a:ea typeface="Noto Sans JP" pitchFamily="34" charset="-122"/>
                <a:cs typeface="Noto Sans JP" pitchFamily="34" charset="-120"/>
              </a:rPr>
              <a:t> Ganippa, Megaritis,</a:t>
            </a:r>
            <a:r>
              <a:rPr lang="en-US" sz="1650" dirty="0" spc="0" kern="0">
                <a:solidFill>
                  <a:srgbClr val="F3EEE3"/>
                </a:solidFill>
                <a:latin typeface="Noto Sans JP" pitchFamily="34" charset="0"/>
                <a:ea typeface="Noto Sans JP" pitchFamily="34" charset="-122"/>
                <a:cs typeface="Noto Sans JP" pitchFamily="34" charset="-120"/>
              </a:rPr>
              <a:t> 2025,</a:t>
            </a:r>
            <a:r>
              <a:rPr lang="en-US" sz="1650" dirty="0" spc="-6" kern="0">
                <a:solidFill>
                  <a:srgbClr val="F3EEE3"/>
                </a:solidFill>
                <a:latin typeface="Noto Sans JP" pitchFamily="34" charset="0"/>
                <a:ea typeface="Noto Sans JP" pitchFamily="34" charset="-122"/>
                <a:cs typeface="Noto Sans JP" pitchFamily="34" charset="-120"/>
              </a:rPr>
              <a:t> Fuel</a:t>
            </a:r>
            <a:r>
              <a:rPr lang="en-US" sz="1650" dirty="0" spc="0" kern="0">
                <a:solidFill>
                  <a:srgbClr val="F3EEE3"/>
                </a:solidFill>
                <a:latin typeface="Noto Sans JP" pitchFamily="34" charset="0"/>
                <a:ea typeface="Noto Sans JP" pitchFamily="34" charset="-122"/>
                <a:cs typeface="Noto Sans JP" pitchFamily="34" charset="-120"/>
              </a:rPr>
              <a:t> 402,</a:t>
            </a:r>
            <a:r>
              <a:rPr lang="en-US" sz="1650" dirty="0" spc="1" kern="0">
                <a:solidFill>
                  <a:srgbClr val="F3EEE3"/>
                </a:solidFill>
                <a:latin typeface="Noto Sans JP" pitchFamily="34" charset="0"/>
                <a:ea typeface="Noto Sans JP" pitchFamily="34" charset="-122"/>
                <a:cs typeface="Noto Sans JP" pitchFamily="34" charset="-120"/>
              </a:rPr>
              <a:t> 135987,</a:t>
            </a:r>
            <a:r>
              <a:rPr lang="en-US" sz="1650" dirty="0" spc="0" kern="0">
                <a:solidFill>
                  <a:srgbClr val="F3EEE3"/>
                </a:solidFill>
                <a:latin typeface="Noto Sans JP" pitchFamily="34" charset="0"/>
                <a:ea typeface="Noto Sans JP" pitchFamily="34" charset="-122"/>
                <a:cs typeface="Noto Sans JP" pitchFamily="34" charset="-120"/>
              </a:rPr>
              <a:t> doi</a:t>
            </a:r>
            <a:r>
              <a:rPr lang="en-US" sz="1650" dirty="0" spc="3" kern="0">
                <a:solidFill>
                  <a:srgbClr val="F3EEE3"/>
                </a:solidFill>
                <a:latin typeface="Noto Sans JP" pitchFamily="34" charset="0"/>
                <a:ea typeface="Noto Sans JP" pitchFamily="34" charset="-122"/>
                <a:cs typeface="Noto Sans JP" pitchFamily="34" charset="-120"/>
              </a:rPr>
              <a:t> 10.1016/j.fuel.2025.135987</a:t>
            </a:r>
            <a:endParaRPr lang="en-US" sz="1650" dirty="0"/>
          </a:p>
        </p:txBody>
      </p:sp>
      <p:sp>
        <p:nvSpPr>
          <p:cNvPr id="36" name="Shape 34"/>
          <p:cNvSpPr/>
          <p:nvPr/>
        </p:nvSpPr>
        <p:spPr>
          <a:xfrm>
            <a:off x="9334500" y="3971925"/>
            <a:ext cx="8039100" cy="590550"/>
          </a:xfrm>
          <a:prstGeom prst="roundRect">
            <a:avLst>
              <a:gd name="adj" fmla="val 25806"/>
            </a:avLst>
          </a:prstGeom>
          <a:solidFill>
            <a:srgbClr val="1E212B"/>
          </a:solidFill>
          <a:ln/>
        </p:spPr>
      </p:sp>
      <p:sp>
        <p:nvSpPr>
          <p:cNvPr id="37" name="Text 35"/>
          <p:cNvSpPr/>
          <p:nvPr/>
        </p:nvSpPr>
        <p:spPr>
          <a:xfrm>
            <a:off x="9563100" y="3971925"/>
            <a:ext cx="876300" cy="590550"/>
          </a:xfrm>
          <a:prstGeom prst="rect">
            <a:avLst/>
          </a:prstGeom>
          <a:noFill/>
          <a:ln/>
        </p:spPr>
        <p:txBody>
          <a:bodyPr wrap="square" lIns="0" tIns="0" rIns="0" bIns="0" rtlCol="0" anchor="ctr"/>
          <a:lstStyle/>
          <a:p>
            <a:pPr algn="l" indent="0" marL="0">
              <a:buNone/>
            </a:pPr>
            <a:r>
              <a:rPr lang="en-US" sz="1950" dirty="0" spc="6" kern="0">
                <a:solidFill>
                  <a:srgbClr val="FFB454"/>
                </a:solidFill>
                <a:latin typeface="Noto Sans JP ExtraBold" pitchFamily="34" charset="0"/>
                <a:ea typeface="Noto Sans JP ExtraBold" pitchFamily="34" charset="-122"/>
                <a:cs typeface="Noto Sans JP ExtraBold" pitchFamily="34" charset="-120"/>
              </a:rPr>
              <a:t>S12</a:t>
            </a:r>
            <a:endParaRPr lang="en-US" sz="1950" dirty="0"/>
          </a:p>
        </p:txBody>
      </p:sp>
      <p:sp>
        <p:nvSpPr>
          <p:cNvPr id="38" name="Text 36"/>
          <p:cNvSpPr/>
          <p:nvPr/>
        </p:nvSpPr>
        <p:spPr>
          <a:xfrm>
            <a:off x="10477500" y="3971925"/>
            <a:ext cx="6667500" cy="590550"/>
          </a:xfrm>
          <a:prstGeom prst="rect">
            <a:avLst/>
          </a:prstGeom>
          <a:noFill/>
          <a:ln/>
        </p:spPr>
        <p:txBody>
          <a:bodyPr wrap="square" lIns="0" tIns="17743" rIns="0" bIns="-17743" rtlCol="0" anchor="ctr"/>
          <a:lstStyle/>
          <a:p>
            <a:pPr algn="l" indent="0" marL="0">
              <a:lnSpc>
                <a:spcPts val="1947"/>
              </a:lnSpc>
              <a:buNone/>
            </a:pPr>
            <a:r>
              <a:rPr lang="en-US" sz="1650" dirty="0" spc="0" kern="0">
                <a:solidFill>
                  <a:srgbClr val="F3EEE3"/>
                </a:solidFill>
                <a:latin typeface="Noto Sans JP" pitchFamily="34" charset="0"/>
                <a:ea typeface="Noto Sans JP" pitchFamily="34" charset="-122"/>
                <a:cs typeface="Noto Sans JP" pitchFamily="34" charset="-120"/>
              </a:rPr>
              <a:t>Smith,</a:t>
            </a:r>
            <a:r>
              <a:rPr lang="en-US" sz="1650" dirty="0" spc="-16" kern="0">
                <a:solidFill>
                  <a:srgbClr val="F3EEE3"/>
                </a:solidFill>
                <a:latin typeface="Noto Sans JP" pitchFamily="34" charset="0"/>
                <a:ea typeface="Noto Sans JP" pitchFamily="34" charset="-122"/>
                <a:cs typeface="Noto Sans JP" pitchFamily="34" charset="-120"/>
              </a:rPr>
              <a:t> Lauer,</a:t>
            </a:r>
            <a:r>
              <a:rPr lang="en-US" sz="1650" dirty="0" spc="-17" kern="0">
                <a:solidFill>
                  <a:srgbClr val="F3EEE3"/>
                </a:solidFill>
                <a:latin typeface="Noto Sans JP" pitchFamily="34" charset="0"/>
                <a:ea typeface="Noto Sans JP" pitchFamily="34" charset="-122"/>
                <a:cs typeface="Noto Sans JP" pitchFamily="34" charset="-120"/>
              </a:rPr>
              <a:t> Mayer,</a:t>
            </a:r>
            <a:r>
              <a:rPr lang="en-US" sz="1650" dirty="0" spc="-3" kern="0">
                <a:solidFill>
                  <a:srgbClr val="F3EEE3"/>
                </a:solidFill>
                <a:latin typeface="Noto Sans JP" pitchFamily="34" charset="0"/>
                <a:ea typeface="Noto Sans JP" pitchFamily="34" charset="-122"/>
                <a:cs typeface="Noto Sans JP" pitchFamily="34" charset="-120"/>
              </a:rPr>
              <a:t> Pierson,</a:t>
            </a:r>
            <a:r>
              <a:rPr lang="en-US" sz="1650" dirty="0" spc="1" kern="0">
                <a:solidFill>
                  <a:srgbClr val="F3EEE3"/>
                </a:solidFill>
                <a:latin typeface="Noto Sans JP" pitchFamily="34" charset="0"/>
                <a:ea typeface="Noto Sans JP" pitchFamily="34" charset="-122"/>
                <a:cs typeface="Noto Sans JP" pitchFamily="34" charset="-120"/>
              </a:rPr>
              <a:t> 2014,</a:t>
            </a:r>
            <a:r>
              <a:rPr lang="en-US" sz="1650" dirty="0" spc="-3" kern="0">
                <a:solidFill>
                  <a:srgbClr val="F3EEE3"/>
                </a:solidFill>
                <a:latin typeface="Noto Sans JP" pitchFamily="34" charset="0"/>
                <a:ea typeface="Noto Sans JP" pitchFamily="34" charset="-122"/>
                <a:cs typeface="Noto Sans JP" pitchFamily="34" charset="-120"/>
              </a:rPr>
              <a:t> SAE Int.</a:t>
            </a:r>
            <a:r>
              <a:rPr lang="en-US" sz="1650" dirty="0" spc="-20" kern="0">
                <a:solidFill>
                  <a:srgbClr val="F3EEE3"/>
                </a:solidFill>
                <a:latin typeface="Noto Sans JP" pitchFamily="34" charset="0"/>
                <a:ea typeface="Noto Sans JP" pitchFamily="34" charset="-122"/>
                <a:cs typeface="Noto Sans JP" pitchFamily="34" charset="-120"/>
              </a:rPr>
              <a:t> J.</a:t>
            </a:r>
            <a:r>
              <a:rPr lang="en-US" sz="1650" dirty="0" spc="-6" kern="0">
                <a:solidFill>
                  <a:srgbClr val="F3EEE3"/>
                </a:solidFill>
                <a:latin typeface="Noto Sans JP" pitchFamily="34" charset="0"/>
                <a:ea typeface="Noto Sans JP" pitchFamily="34" charset="-122"/>
                <a:cs typeface="Noto Sans JP" pitchFamily="34" charset="-120"/>
              </a:rPr>
              <a:t> Fuels</a:t>
            </a:r>
            <a:r>
              <a:rPr lang="en-US" sz="1650" dirty="0" spc="-23" kern="0">
                <a:solidFill>
                  <a:srgbClr val="F3EEE3"/>
                </a:solidFill>
                <a:latin typeface="Noto Sans JP" pitchFamily="34" charset="0"/>
                <a:ea typeface="Noto Sans JP" pitchFamily="34" charset="-122"/>
                <a:cs typeface="Noto Sans JP" pitchFamily="34" charset="-120"/>
              </a:rPr>
              <a:t> Lubr.</a:t>
            </a:r>
            <a:r>
              <a:rPr lang="en-US" sz="1650" dirty="0" spc="-2" kern="0">
                <a:solidFill>
                  <a:srgbClr val="F3EEE3"/>
                </a:solidFill>
                <a:latin typeface="Noto Sans JP" pitchFamily="34" charset="0"/>
                <a:ea typeface="Noto Sans JP" pitchFamily="34" charset="-122"/>
                <a:cs typeface="Noto Sans JP" pitchFamily="34" charset="-120"/>
              </a:rPr>
              <a:t> 7(2), doi</a:t>
            </a:r>
            <a:r>
              <a:rPr lang="en-US" sz="1650" dirty="0" spc="2" kern="0">
                <a:solidFill>
                  <a:srgbClr val="F3EEE3"/>
                </a:solidFill>
                <a:latin typeface="Noto Sans JP" pitchFamily="34" charset="0"/>
                <a:ea typeface="Noto Sans JP" pitchFamily="34" charset="-122"/>
                <a:cs typeface="Noto Sans JP" pitchFamily="34" charset="-120"/>
              </a:rPr>
              <a:t> 10.4271/2014-01-1563</a:t>
            </a:r>
            <a:endParaRPr lang="en-US" sz="1650" dirty="0"/>
          </a:p>
        </p:txBody>
      </p:sp>
      <p:sp>
        <p:nvSpPr>
          <p:cNvPr id="39" name="Shape 37"/>
          <p:cNvSpPr/>
          <p:nvPr/>
        </p:nvSpPr>
        <p:spPr>
          <a:xfrm>
            <a:off x="9334500" y="4676775"/>
            <a:ext cx="8039100" cy="590550"/>
          </a:xfrm>
          <a:prstGeom prst="roundRect">
            <a:avLst>
              <a:gd name="adj" fmla="val 25806"/>
            </a:avLst>
          </a:prstGeom>
          <a:solidFill>
            <a:srgbClr val="1E212B"/>
          </a:solidFill>
          <a:ln/>
        </p:spPr>
      </p:sp>
      <p:sp>
        <p:nvSpPr>
          <p:cNvPr id="40" name="Text 38"/>
          <p:cNvSpPr/>
          <p:nvPr/>
        </p:nvSpPr>
        <p:spPr>
          <a:xfrm>
            <a:off x="9563100" y="4676775"/>
            <a:ext cx="876300" cy="590550"/>
          </a:xfrm>
          <a:prstGeom prst="rect">
            <a:avLst/>
          </a:prstGeom>
          <a:noFill/>
          <a:ln/>
        </p:spPr>
        <p:txBody>
          <a:bodyPr wrap="square" lIns="0" tIns="0" rIns="0" bIns="0" rtlCol="0" anchor="ctr"/>
          <a:lstStyle/>
          <a:p>
            <a:pPr algn="l" indent="0" marL="0">
              <a:buNone/>
            </a:pPr>
            <a:r>
              <a:rPr lang="en-US" sz="1950" dirty="0" spc="6" kern="0">
                <a:solidFill>
                  <a:srgbClr val="3DD6A0"/>
                </a:solidFill>
                <a:latin typeface="Noto Sans JP ExtraBold" pitchFamily="34" charset="0"/>
                <a:ea typeface="Noto Sans JP ExtraBold" pitchFamily="34" charset="-122"/>
                <a:cs typeface="Noto Sans JP ExtraBold" pitchFamily="34" charset="-120"/>
              </a:rPr>
              <a:t>S13</a:t>
            </a:r>
            <a:endParaRPr lang="en-US" sz="1950" dirty="0"/>
          </a:p>
        </p:txBody>
      </p:sp>
      <p:sp>
        <p:nvSpPr>
          <p:cNvPr id="41" name="Text 39"/>
          <p:cNvSpPr/>
          <p:nvPr/>
        </p:nvSpPr>
        <p:spPr>
          <a:xfrm>
            <a:off x="10477500" y="4676775"/>
            <a:ext cx="6667500" cy="590550"/>
          </a:xfrm>
          <a:prstGeom prst="rect">
            <a:avLst/>
          </a:prstGeom>
          <a:noFill/>
          <a:ln/>
        </p:spPr>
        <p:txBody>
          <a:bodyPr wrap="square" lIns="0" tIns="17743" rIns="0" bIns="-17743" rtlCol="0" anchor="ctr"/>
          <a:lstStyle/>
          <a:p>
            <a:pPr algn="l" indent="0" marL="0">
              <a:lnSpc>
                <a:spcPts val="1947"/>
              </a:lnSpc>
              <a:buNone/>
            </a:pPr>
            <a:r>
              <a:rPr lang="en-US" sz="1650" dirty="0" spc="1" kern="0">
                <a:solidFill>
                  <a:srgbClr val="F3EEE3"/>
                </a:solidFill>
                <a:latin typeface="Noto Sans JP" pitchFamily="34" charset="0"/>
                <a:ea typeface="Noto Sans JP" pitchFamily="34" charset="-122"/>
                <a:cs typeface="Noto Sans JP" pitchFamily="34" charset="-120"/>
              </a:rPr>
              <a:t>Majewski,</a:t>
            </a:r>
            <a:r>
              <a:rPr lang="en-US" sz="1650" dirty="0" spc="-10" kern="0">
                <a:solidFill>
                  <a:srgbClr val="F3EEE3"/>
                </a:solidFill>
                <a:latin typeface="Noto Sans JP" pitchFamily="34" charset="0"/>
                <a:ea typeface="Noto Sans JP" pitchFamily="34" charset="-122"/>
                <a:cs typeface="Noto Sans JP" pitchFamily="34" charset="-120"/>
              </a:rPr>
              <a:t> Urea</a:t>
            </a:r>
            <a:r>
              <a:rPr lang="en-US" sz="1650" dirty="0" spc="-2" kern="0">
                <a:solidFill>
                  <a:srgbClr val="F3EEE3"/>
                </a:solidFill>
                <a:latin typeface="Noto Sans JP" pitchFamily="34" charset="0"/>
                <a:ea typeface="Noto Sans JP" pitchFamily="34" charset="-122"/>
                <a:cs typeface="Noto Sans JP" pitchFamily="34" charset="-120"/>
              </a:rPr>
              <a:t> Dosing and</a:t>
            </a:r>
            <a:r>
              <a:rPr lang="en-US" sz="1650" dirty="0" spc="-4" kern="0">
                <a:solidFill>
                  <a:srgbClr val="F3EEE3"/>
                </a:solidFill>
                <a:latin typeface="Noto Sans JP" pitchFamily="34" charset="0"/>
                <a:ea typeface="Noto Sans JP" pitchFamily="34" charset="-122"/>
                <a:cs typeface="Noto Sans JP" pitchFamily="34" charset="-120"/>
              </a:rPr>
              <a:t> Injection</a:t>
            </a:r>
            <a:r>
              <a:rPr lang="en-US" sz="1650" dirty="0" spc="-10" kern="0">
                <a:solidFill>
                  <a:srgbClr val="F3EEE3"/>
                </a:solidFill>
                <a:latin typeface="Noto Sans JP" pitchFamily="34" charset="0"/>
                <a:ea typeface="Noto Sans JP" pitchFamily="34" charset="-122"/>
                <a:cs typeface="Noto Sans JP" pitchFamily="34" charset="-120"/>
              </a:rPr>
              <a:t> Systems,</a:t>
            </a:r>
            <a:r>
              <a:rPr lang="en-US" sz="1650" dirty="0" spc="-1" kern="0">
                <a:solidFill>
                  <a:srgbClr val="F3EEE3"/>
                </a:solidFill>
                <a:latin typeface="Noto Sans JP" pitchFamily="34" charset="0"/>
                <a:ea typeface="Noto Sans JP" pitchFamily="34" charset="-122"/>
                <a:cs typeface="Noto Sans JP" pitchFamily="34" charset="-120"/>
              </a:rPr>
              <a:t> DieselNet,</a:t>
            </a:r>
            <a:r>
              <a:rPr lang="en-US" sz="1650" dirty="0" spc="1" kern="0">
                <a:solidFill>
                  <a:srgbClr val="F3EEE3"/>
                </a:solidFill>
                <a:latin typeface="Noto Sans JP" pitchFamily="34" charset="0"/>
                <a:ea typeface="Noto Sans JP" pitchFamily="34" charset="-122"/>
                <a:cs typeface="Noto Sans JP" pitchFamily="34" charset="-120"/>
              </a:rPr>
              <a:t> 2025.07版</a:t>
            </a:r>
            <a:endParaRPr lang="en-US" sz="1650" dirty="0"/>
          </a:p>
        </p:txBody>
      </p:sp>
      <p:sp>
        <p:nvSpPr>
          <p:cNvPr id="42" name="Shape 40"/>
          <p:cNvSpPr/>
          <p:nvPr/>
        </p:nvSpPr>
        <p:spPr>
          <a:xfrm>
            <a:off x="9334500" y="5372100"/>
            <a:ext cx="8039100" cy="590550"/>
          </a:xfrm>
          <a:prstGeom prst="roundRect">
            <a:avLst>
              <a:gd name="adj" fmla="val 25806"/>
            </a:avLst>
          </a:prstGeom>
          <a:solidFill>
            <a:srgbClr val="1E212B"/>
          </a:solidFill>
          <a:ln/>
        </p:spPr>
      </p:sp>
      <p:sp>
        <p:nvSpPr>
          <p:cNvPr id="43" name="Text 41"/>
          <p:cNvSpPr/>
          <p:nvPr/>
        </p:nvSpPr>
        <p:spPr>
          <a:xfrm>
            <a:off x="9563100" y="5372100"/>
            <a:ext cx="876300" cy="590550"/>
          </a:xfrm>
          <a:prstGeom prst="rect">
            <a:avLst/>
          </a:prstGeom>
          <a:noFill/>
          <a:ln/>
        </p:spPr>
        <p:txBody>
          <a:bodyPr wrap="square" lIns="0" tIns="0" rIns="0" bIns="0" rtlCol="0" anchor="ctr"/>
          <a:lstStyle/>
          <a:p>
            <a:pPr algn="l" indent="0" marL="0">
              <a:buNone/>
            </a:pPr>
            <a:r>
              <a:rPr lang="en-US" sz="1950" dirty="0" spc="6" kern="0">
                <a:solidFill>
                  <a:srgbClr val="FF6A4D"/>
                </a:solidFill>
                <a:latin typeface="Noto Sans JP ExtraBold" pitchFamily="34" charset="0"/>
                <a:ea typeface="Noto Sans JP ExtraBold" pitchFamily="34" charset="-122"/>
                <a:cs typeface="Noto Sans JP ExtraBold" pitchFamily="34" charset="-120"/>
              </a:rPr>
              <a:t>S14</a:t>
            </a:r>
            <a:endParaRPr lang="en-US" sz="1950" dirty="0"/>
          </a:p>
        </p:txBody>
      </p:sp>
      <p:sp>
        <p:nvSpPr>
          <p:cNvPr id="44" name="Text 42"/>
          <p:cNvSpPr/>
          <p:nvPr/>
        </p:nvSpPr>
        <p:spPr>
          <a:xfrm>
            <a:off x="10477500" y="5372100"/>
            <a:ext cx="6667500" cy="590550"/>
          </a:xfrm>
          <a:prstGeom prst="rect">
            <a:avLst/>
          </a:prstGeom>
          <a:noFill/>
          <a:ln/>
        </p:spPr>
        <p:txBody>
          <a:bodyPr wrap="square" lIns="0" tIns="17743" rIns="0" bIns="-17743" rtlCol="0" anchor="ctr"/>
          <a:lstStyle/>
          <a:p>
            <a:pPr algn="l" indent="0" marL="0">
              <a:lnSpc>
                <a:spcPts val="1947"/>
              </a:lnSpc>
              <a:buNone/>
            </a:pPr>
            <a:r>
              <a:rPr lang="en-US" sz="1650" dirty="0" spc="1" kern="0">
                <a:solidFill>
                  <a:srgbClr val="F3EEE3"/>
                </a:solidFill>
                <a:latin typeface="Noto Sans JP" pitchFamily="34" charset="0"/>
                <a:ea typeface="Noto Sans JP" pitchFamily="34" charset="-122"/>
                <a:cs typeface="Noto Sans JP" pitchFamily="34" charset="-120"/>
              </a:rPr>
              <a:t>Majewski,</a:t>
            </a:r>
            <a:r>
              <a:rPr lang="en-US" sz="1650" dirty="0" spc="-3" kern="0">
                <a:solidFill>
                  <a:srgbClr val="F3EEE3"/>
                </a:solidFill>
                <a:latin typeface="Noto Sans JP" pitchFamily="34" charset="0"/>
                <a:ea typeface="Noto Sans JP" pitchFamily="34" charset="-122"/>
                <a:cs typeface="Noto Sans JP" pitchFamily="34" charset="-120"/>
              </a:rPr>
              <a:t> Selective</a:t>
            </a:r>
            <a:r>
              <a:rPr lang="en-US" sz="1650" dirty="0" spc="-6" kern="0">
                <a:solidFill>
                  <a:srgbClr val="F3EEE3"/>
                </a:solidFill>
                <a:latin typeface="Noto Sans JP" pitchFamily="34" charset="0"/>
                <a:ea typeface="Noto Sans JP" pitchFamily="34" charset="-122"/>
                <a:cs typeface="Noto Sans JP" pitchFamily="34" charset="-120"/>
              </a:rPr>
              <a:t> Catalytic Reduction,</a:t>
            </a:r>
            <a:r>
              <a:rPr lang="en-US" sz="1650" dirty="0" spc="-1" kern="0">
                <a:solidFill>
                  <a:srgbClr val="F3EEE3"/>
                </a:solidFill>
                <a:latin typeface="Noto Sans JP" pitchFamily="34" charset="0"/>
                <a:ea typeface="Noto Sans JP" pitchFamily="34" charset="-122"/>
                <a:cs typeface="Noto Sans JP" pitchFamily="34" charset="-120"/>
              </a:rPr>
              <a:t> DieselNet,</a:t>
            </a:r>
            <a:r>
              <a:rPr lang="en-US" sz="1650" dirty="0" spc="2" kern="0">
                <a:solidFill>
                  <a:srgbClr val="F3EEE3"/>
                </a:solidFill>
                <a:latin typeface="Noto Sans JP" pitchFamily="34" charset="0"/>
                <a:ea typeface="Noto Sans JP" pitchFamily="34" charset="-122"/>
                <a:cs typeface="Noto Sans JP" pitchFamily="34" charset="-120"/>
              </a:rPr>
              <a:t> 2026.05版</a:t>
            </a:r>
            <a:endParaRPr lang="en-US" sz="1650" dirty="0"/>
          </a:p>
        </p:txBody>
      </p:sp>
      <p:sp>
        <p:nvSpPr>
          <p:cNvPr id="45" name="Shape 43"/>
          <p:cNvSpPr/>
          <p:nvPr/>
        </p:nvSpPr>
        <p:spPr>
          <a:xfrm>
            <a:off x="9334500" y="6076950"/>
            <a:ext cx="8039100" cy="590550"/>
          </a:xfrm>
          <a:prstGeom prst="roundRect">
            <a:avLst>
              <a:gd name="adj" fmla="val 25806"/>
            </a:avLst>
          </a:prstGeom>
          <a:solidFill>
            <a:srgbClr val="1E212B"/>
          </a:solidFill>
          <a:ln/>
        </p:spPr>
      </p:sp>
      <p:sp>
        <p:nvSpPr>
          <p:cNvPr id="46" name="Text 44"/>
          <p:cNvSpPr/>
          <p:nvPr/>
        </p:nvSpPr>
        <p:spPr>
          <a:xfrm>
            <a:off x="9563100" y="6076950"/>
            <a:ext cx="876300" cy="590550"/>
          </a:xfrm>
          <a:prstGeom prst="rect">
            <a:avLst/>
          </a:prstGeom>
          <a:noFill/>
          <a:ln/>
        </p:spPr>
        <p:txBody>
          <a:bodyPr wrap="square" lIns="0" tIns="0" rIns="0" bIns="0" rtlCol="0" anchor="ctr"/>
          <a:lstStyle/>
          <a:p>
            <a:pPr algn="l" indent="0" marL="0">
              <a:buNone/>
            </a:pPr>
            <a:r>
              <a:rPr lang="en-US" sz="1950" dirty="0" spc="6" kern="0">
                <a:solidFill>
                  <a:srgbClr val="7C93FF"/>
                </a:solidFill>
                <a:latin typeface="Noto Sans JP ExtraBold" pitchFamily="34" charset="0"/>
                <a:ea typeface="Noto Sans JP ExtraBold" pitchFamily="34" charset="-122"/>
                <a:cs typeface="Noto Sans JP ExtraBold" pitchFamily="34" charset="-120"/>
              </a:rPr>
              <a:t>S15</a:t>
            </a:r>
            <a:endParaRPr lang="en-US" sz="1950" dirty="0"/>
          </a:p>
        </p:txBody>
      </p:sp>
      <p:sp>
        <p:nvSpPr>
          <p:cNvPr id="47" name="Text 45"/>
          <p:cNvSpPr/>
          <p:nvPr/>
        </p:nvSpPr>
        <p:spPr>
          <a:xfrm>
            <a:off x="10477500" y="6076950"/>
            <a:ext cx="6667500" cy="590550"/>
          </a:xfrm>
          <a:prstGeom prst="rect">
            <a:avLst/>
          </a:prstGeom>
          <a:noFill/>
          <a:ln/>
        </p:spPr>
        <p:txBody>
          <a:bodyPr wrap="square" lIns="0" tIns="17743" rIns="0" bIns="-17743" rtlCol="0" anchor="ctr"/>
          <a:lstStyle/>
          <a:p>
            <a:pPr algn="l" indent="0" marL="0">
              <a:lnSpc>
                <a:spcPts val="1947"/>
              </a:lnSpc>
              <a:buNone/>
            </a:pPr>
            <a:r>
              <a:rPr lang="en-US" sz="1650" dirty="0" spc="-5" kern="0">
                <a:solidFill>
                  <a:srgbClr val="F3EEE3"/>
                </a:solidFill>
                <a:latin typeface="Noto Sans JP" pitchFamily="34" charset="0"/>
                <a:ea typeface="Noto Sans JP" pitchFamily="34" charset="-122"/>
                <a:cs typeface="Noto Sans JP" pitchFamily="34" charset="-120"/>
              </a:rPr>
              <a:t>Govindarajan</a:t>
            </a:r>
            <a:r>
              <a:rPr lang="en-US" sz="1650" dirty="0" spc="-1" kern="0">
                <a:solidFill>
                  <a:srgbClr val="F3EEE3"/>
                </a:solidFill>
                <a:latin typeface="Noto Sans JP" pitchFamily="34" charset="0"/>
                <a:ea typeface="Noto Sans JP" pitchFamily="34" charset="-122"/>
                <a:cs typeface="Noto Sans JP" pitchFamily="34" charset="-120"/>
              </a:rPr>
              <a:t> ほか,</a:t>
            </a:r>
            <a:r>
              <a:rPr lang="en-US" sz="1650" dirty="0" spc="1" kern="0">
                <a:solidFill>
                  <a:srgbClr val="F3EEE3"/>
                </a:solidFill>
                <a:latin typeface="Noto Sans JP" pitchFamily="34" charset="0"/>
                <a:ea typeface="Noto Sans JP" pitchFamily="34" charset="-122"/>
                <a:cs typeface="Noto Sans JP" pitchFamily="34" charset="-120"/>
              </a:rPr>
              <a:t> 2024,</a:t>
            </a:r>
            <a:r>
              <a:rPr lang="en-US" sz="1650" dirty="0" spc="-3" kern="0">
                <a:solidFill>
                  <a:srgbClr val="F3EEE3"/>
                </a:solidFill>
                <a:latin typeface="Noto Sans JP" pitchFamily="34" charset="0"/>
                <a:ea typeface="Noto Sans JP" pitchFamily="34" charset="-122"/>
                <a:cs typeface="Noto Sans JP" pitchFamily="34" charset="-120"/>
              </a:rPr>
              <a:t> SAE</a:t>
            </a:r>
            <a:r>
              <a:rPr lang="en-US" sz="1650" dirty="0" spc="-13" kern="0">
                <a:solidFill>
                  <a:srgbClr val="F3EEE3"/>
                </a:solidFill>
                <a:latin typeface="Noto Sans JP" pitchFamily="34" charset="0"/>
                <a:ea typeface="Noto Sans JP" pitchFamily="34" charset="-122"/>
                <a:cs typeface="Noto Sans JP" pitchFamily="34" charset="-120"/>
              </a:rPr>
              <a:t> Technical</a:t>
            </a:r>
            <a:r>
              <a:rPr lang="en-US" sz="1650" dirty="0" spc="-15" kern="0">
                <a:solidFill>
                  <a:srgbClr val="F3EEE3"/>
                </a:solidFill>
                <a:latin typeface="Noto Sans JP" pitchFamily="34" charset="0"/>
                <a:ea typeface="Noto Sans JP" pitchFamily="34" charset="-122"/>
                <a:cs typeface="Noto Sans JP" pitchFamily="34" charset="-120"/>
              </a:rPr>
              <a:t> Paper</a:t>
            </a:r>
            <a:r>
              <a:rPr lang="en-US" sz="1650" dirty="0" spc="1" kern="0">
                <a:solidFill>
                  <a:srgbClr val="F3EEE3"/>
                </a:solidFill>
                <a:latin typeface="Noto Sans JP" pitchFamily="34" charset="0"/>
                <a:ea typeface="Noto Sans JP" pitchFamily="34" charset="-122"/>
                <a:cs typeface="Noto Sans JP" pitchFamily="34" charset="-120"/>
              </a:rPr>
              <a:t> 2024-26-0263</a:t>
            </a:r>
            <a:endParaRPr lang="en-US" sz="1650" dirty="0"/>
          </a:p>
        </p:txBody>
      </p:sp>
      <p:sp>
        <p:nvSpPr>
          <p:cNvPr id="48" name="Shape 46"/>
          <p:cNvSpPr/>
          <p:nvPr/>
        </p:nvSpPr>
        <p:spPr>
          <a:xfrm>
            <a:off x="9334500" y="6772275"/>
            <a:ext cx="8039100" cy="590550"/>
          </a:xfrm>
          <a:prstGeom prst="roundRect">
            <a:avLst>
              <a:gd name="adj" fmla="val 25806"/>
            </a:avLst>
          </a:prstGeom>
          <a:solidFill>
            <a:srgbClr val="1E212B"/>
          </a:solidFill>
          <a:ln/>
        </p:spPr>
      </p:sp>
      <p:sp>
        <p:nvSpPr>
          <p:cNvPr id="49" name="Text 47"/>
          <p:cNvSpPr/>
          <p:nvPr/>
        </p:nvSpPr>
        <p:spPr>
          <a:xfrm>
            <a:off x="9563100" y="6772275"/>
            <a:ext cx="876300" cy="590550"/>
          </a:xfrm>
          <a:prstGeom prst="rect">
            <a:avLst/>
          </a:prstGeom>
          <a:noFill/>
          <a:ln/>
        </p:spPr>
        <p:txBody>
          <a:bodyPr wrap="square" lIns="0" tIns="0" rIns="0" bIns="0" rtlCol="0" anchor="ctr"/>
          <a:lstStyle/>
          <a:p>
            <a:pPr algn="l" indent="0" marL="0">
              <a:buNone/>
            </a:pPr>
            <a:r>
              <a:rPr lang="en-US" sz="1950" dirty="0" spc="6" kern="0">
                <a:solidFill>
                  <a:srgbClr val="FFB454"/>
                </a:solidFill>
                <a:latin typeface="Noto Sans JP ExtraBold" pitchFamily="34" charset="0"/>
                <a:ea typeface="Noto Sans JP ExtraBold" pitchFamily="34" charset="-122"/>
                <a:cs typeface="Noto Sans JP ExtraBold" pitchFamily="34" charset="-120"/>
              </a:rPr>
              <a:t>S16</a:t>
            </a:r>
            <a:endParaRPr lang="en-US" sz="1950" dirty="0"/>
          </a:p>
        </p:txBody>
      </p:sp>
      <p:sp>
        <p:nvSpPr>
          <p:cNvPr id="50" name="Text 48"/>
          <p:cNvSpPr/>
          <p:nvPr/>
        </p:nvSpPr>
        <p:spPr>
          <a:xfrm>
            <a:off x="10477500" y="6772275"/>
            <a:ext cx="6667500" cy="590550"/>
          </a:xfrm>
          <a:prstGeom prst="rect">
            <a:avLst/>
          </a:prstGeom>
          <a:noFill/>
          <a:ln/>
        </p:spPr>
        <p:txBody>
          <a:bodyPr wrap="square" lIns="0" tIns="17743" rIns="0" bIns="-17743" rtlCol="0" anchor="ctr"/>
          <a:lstStyle/>
          <a:p>
            <a:pPr algn="l" indent="0" marL="0">
              <a:lnSpc>
                <a:spcPts val="1947"/>
              </a:lnSpc>
              <a:buNone/>
            </a:pPr>
            <a:r>
              <a:rPr lang="en-US" sz="1650" dirty="0" spc="-2" kern="0">
                <a:solidFill>
                  <a:srgbClr val="F3EEE3"/>
                </a:solidFill>
                <a:latin typeface="Noto Sans JP" pitchFamily="34" charset="0"/>
                <a:ea typeface="Noto Sans JP" pitchFamily="34" charset="-122"/>
                <a:cs typeface="Noto Sans JP" pitchFamily="34" charset="-120"/>
              </a:rPr>
              <a:t>Bosch,</a:t>
            </a:r>
            <a:r>
              <a:rPr lang="en-US" sz="1650" dirty="0" spc="-10" kern="0">
                <a:solidFill>
                  <a:srgbClr val="F3EEE3"/>
                </a:solidFill>
                <a:latin typeface="Noto Sans JP" pitchFamily="34" charset="0"/>
                <a:ea typeface="Noto Sans JP" pitchFamily="34" charset="-122"/>
                <a:cs typeface="Noto Sans JP" pitchFamily="34" charset="-120"/>
              </a:rPr>
              <a:t> Denoxtronic</a:t>
            </a:r>
            <a:r>
              <a:rPr lang="en-US" sz="1650" dirty="0" spc="-1" kern="0">
                <a:solidFill>
                  <a:srgbClr val="F3EEE3"/>
                </a:solidFill>
                <a:latin typeface="Noto Sans JP" pitchFamily="34" charset="0"/>
                <a:ea typeface="Noto Sans JP" pitchFamily="34" charset="-122"/>
                <a:cs typeface="Noto Sans JP" pitchFamily="34" charset="-120"/>
              </a:rPr>
              <a:t> アフターマーケット向け</a:t>
            </a:r>
            <a:r>
              <a:rPr lang="en-US" sz="1650" dirty="0" spc="3" kern="0">
                <a:solidFill>
                  <a:srgbClr val="F3EEE3"/>
                </a:solidFill>
                <a:latin typeface="Noto Sans JP" pitchFamily="34" charset="0"/>
                <a:ea typeface="Noto Sans JP" pitchFamily="34" charset="-122"/>
                <a:cs typeface="Noto Sans JP" pitchFamily="34" charset="-120"/>
              </a:rPr>
              <a:t> パンフレット（年の</a:t>
            </a:r>
            <a:r>
              <a:rPr lang="en-US" sz="1650" dirty="0" spc="-1" kern="0">
                <a:solidFill>
                  <a:srgbClr val="F3EEE3"/>
                </a:solidFill>
                <a:latin typeface="Noto Sans JP" pitchFamily="34" charset="0"/>
                <a:ea typeface="Noto Sans JP" pitchFamily="34" charset="-122"/>
                <a:cs typeface="Noto Sans JP" pitchFamily="34" charset="-120"/>
              </a:rPr>
              <a:t> 記載なし）</a:t>
            </a:r>
            <a:endParaRPr lang="en-US" sz="1650" dirty="0"/>
          </a:p>
        </p:txBody>
      </p:sp>
      <p:sp>
        <p:nvSpPr>
          <p:cNvPr id="51" name="Shape 49"/>
          <p:cNvSpPr/>
          <p:nvPr/>
        </p:nvSpPr>
        <p:spPr>
          <a:xfrm>
            <a:off x="9334500" y="7477125"/>
            <a:ext cx="8039100" cy="590550"/>
          </a:xfrm>
          <a:prstGeom prst="roundRect">
            <a:avLst>
              <a:gd name="adj" fmla="val 25806"/>
            </a:avLst>
          </a:prstGeom>
          <a:solidFill>
            <a:srgbClr val="1E212B"/>
          </a:solidFill>
          <a:ln/>
        </p:spPr>
      </p:sp>
      <p:sp>
        <p:nvSpPr>
          <p:cNvPr id="52" name="Text 50"/>
          <p:cNvSpPr/>
          <p:nvPr/>
        </p:nvSpPr>
        <p:spPr>
          <a:xfrm>
            <a:off x="9563100" y="7477125"/>
            <a:ext cx="876300" cy="590550"/>
          </a:xfrm>
          <a:prstGeom prst="rect">
            <a:avLst/>
          </a:prstGeom>
          <a:noFill/>
          <a:ln/>
        </p:spPr>
        <p:txBody>
          <a:bodyPr wrap="square" lIns="0" tIns="0" rIns="0" bIns="0" rtlCol="0" anchor="ctr"/>
          <a:lstStyle/>
          <a:p>
            <a:pPr algn="l" indent="0" marL="0">
              <a:buNone/>
            </a:pPr>
            <a:r>
              <a:rPr lang="en-US" sz="1950" dirty="0" spc="6" kern="0">
                <a:solidFill>
                  <a:srgbClr val="3DD6A0"/>
                </a:solidFill>
                <a:latin typeface="Noto Sans JP ExtraBold" pitchFamily="34" charset="0"/>
                <a:ea typeface="Noto Sans JP ExtraBold" pitchFamily="34" charset="-122"/>
                <a:cs typeface="Noto Sans JP ExtraBold" pitchFamily="34" charset="-120"/>
              </a:rPr>
              <a:t>S17</a:t>
            </a:r>
            <a:endParaRPr lang="en-US" sz="1950" dirty="0"/>
          </a:p>
        </p:txBody>
      </p:sp>
      <p:sp>
        <p:nvSpPr>
          <p:cNvPr id="53" name="Text 51"/>
          <p:cNvSpPr/>
          <p:nvPr/>
        </p:nvSpPr>
        <p:spPr>
          <a:xfrm>
            <a:off x="10477500" y="7477125"/>
            <a:ext cx="6667500" cy="590550"/>
          </a:xfrm>
          <a:prstGeom prst="rect">
            <a:avLst/>
          </a:prstGeom>
          <a:noFill/>
          <a:ln/>
        </p:spPr>
        <p:txBody>
          <a:bodyPr wrap="square" lIns="0" tIns="17743" rIns="0" bIns="-17743" rtlCol="0" anchor="ctr"/>
          <a:lstStyle/>
          <a:p>
            <a:pPr algn="l" indent="0" marL="0">
              <a:lnSpc>
                <a:spcPts val="1947"/>
              </a:lnSpc>
              <a:buNone/>
            </a:pPr>
            <a:r>
              <a:rPr lang="en-US" sz="1650" dirty="0" spc="0" kern="0">
                <a:solidFill>
                  <a:srgbClr val="F3EEE3"/>
                </a:solidFill>
                <a:latin typeface="Noto Sans JP" pitchFamily="34" charset="0"/>
                <a:ea typeface="Noto Sans JP" pitchFamily="34" charset="-122"/>
                <a:cs typeface="Noto Sans JP" pitchFamily="34" charset="-120"/>
              </a:rPr>
              <a:t>Obuchi,</a:t>
            </a:r>
            <a:r>
              <a:rPr lang="en-US" sz="1650" dirty="0" spc="-2" kern="0">
                <a:solidFill>
                  <a:srgbClr val="F3EEE3"/>
                </a:solidFill>
                <a:latin typeface="Noto Sans JP" pitchFamily="34" charset="0"/>
                <a:ea typeface="Noto Sans JP" pitchFamily="34" charset="-122"/>
                <a:cs typeface="Noto Sans JP" pitchFamily="34" charset="-120"/>
              </a:rPr>
              <a:t> Uchisawa,</a:t>
            </a:r>
            <a:r>
              <a:rPr lang="en-US" sz="1650" dirty="0" spc="-4" kern="0">
                <a:solidFill>
                  <a:srgbClr val="F3EEE3"/>
                </a:solidFill>
                <a:latin typeface="Noto Sans JP" pitchFamily="34" charset="0"/>
                <a:ea typeface="Noto Sans JP" pitchFamily="34" charset="-122"/>
                <a:cs typeface="Noto Sans JP" pitchFamily="34" charset="-120"/>
              </a:rPr>
              <a:t> Suzuki,</a:t>
            </a:r>
            <a:r>
              <a:rPr lang="en-US" sz="1650" dirty="0" spc="1" kern="0">
                <a:solidFill>
                  <a:srgbClr val="F3EEE3"/>
                </a:solidFill>
                <a:latin typeface="Noto Sans JP" pitchFamily="34" charset="0"/>
                <a:ea typeface="Noto Sans JP" pitchFamily="34" charset="-122"/>
                <a:cs typeface="Noto Sans JP" pitchFamily="34" charset="-120"/>
              </a:rPr>
              <a:t> 2021,</a:t>
            </a:r>
            <a:r>
              <a:rPr lang="en-US" sz="1650" dirty="0" spc="-3" kern="0">
                <a:solidFill>
                  <a:srgbClr val="F3EEE3"/>
                </a:solidFill>
                <a:latin typeface="Noto Sans JP" pitchFamily="34" charset="0"/>
                <a:ea typeface="Noto Sans JP" pitchFamily="34" charset="-122"/>
                <a:cs typeface="Noto Sans JP" pitchFamily="34" charset="-120"/>
              </a:rPr>
              <a:t> JSAE</a:t>
            </a:r>
            <a:r>
              <a:rPr lang="en-US" sz="1650" dirty="0" spc="-6" kern="0">
                <a:solidFill>
                  <a:srgbClr val="F3EEE3"/>
                </a:solidFill>
                <a:latin typeface="Noto Sans JP" pitchFamily="34" charset="0"/>
                <a:ea typeface="Noto Sans JP" pitchFamily="34" charset="-122"/>
                <a:cs typeface="Noto Sans JP" pitchFamily="34" charset="-120"/>
              </a:rPr>
              <a:t> paper</a:t>
            </a:r>
            <a:r>
              <a:rPr lang="en-US" sz="1650" dirty="0" spc="2" kern="0">
                <a:solidFill>
                  <a:srgbClr val="F3EEE3"/>
                </a:solidFill>
                <a:latin typeface="Noto Sans JP" pitchFamily="34" charset="0"/>
                <a:ea typeface="Noto Sans JP" pitchFamily="34" charset="-122"/>
                <a:cs typeface="Noto Sans JP" pitchFamily="34" charset="-120"/>
              </a:rPr>
              <a:t> 122-21</a:t>
            </a:r>
            <a:r>
              <a:rPr lang="en-US" sz="1650" dirty="0" spc="-9" kern="0">
                <a:solidFill>
                  <a:srgbClr val="F3EEE3"/>
                </a:solidFill>
                <a:latin typeface="Noto Sans JP" pitchFamily="34" charset="0"/>
                <a:ea typeface="Noto Sans JP" pitchFamily="34" charset="-122"/>
                <a:cs typeface="Noto Sans JP" pitchFamily="34" charset="-120"/>
              </a:rPr>
              <a:t> (AIST)</a:t>
            </a:r>
            <a:endParaRPr lang="en-US" sz="1650" dirty="0"/>
          </a:p>
        </p:txBody>
      </p:sp>
      <p:sp>
        <p:nvSpPr>
          <p:cNvPr id="54" name="Shape 52"/>
          <p:cNvSpPr/>
          <p:nvPr/>
        </p:nvSpPr>
        <p:spPr>
          <a:xfrm>
            <a:off x="9334500" y="8172450"/>
            <a:ext cx="8039100" cy="590550"/>
          </a:xfrm>
          <a:prstGeom prst="roundRect">
            <a:avLst>
              <a:gd name="adj" fmla="val 25806"/>
            </a:avLst>
          </a:prstGeom>
          <a:solidFill>
            <a:srgbClr val="1E212B"/>
          </a:solidFill>
          <a:ln/>
        </p:spPr>
      </p:sp>
      <p:sp>
        <p:nvSpPr>
          <p:cNvPr id="55" name="Text 53"/>
          <p:cNvSpPr/>
          <p:nvPr/>
        </p:nvSpPr>
        <p:spPr>
          <a:xfrm>
            <a:off x="9563100" y="8172450"/>
            <a:ext cx="876300" cy="590550"/>
          </a:xfrm>
          <a:prstGeom prst="rect">
            <a:avLst/>
          </a:prstGeom>
          <a:noFill/>
          <a:ln/>
        </p:spPr>
        <p:txBody>
          <a:bodyPr wrap="square" lIns="0" tIns="0" rIns="0" bIns="0" rtlCol="0" anchor="ctr"/>
          <a:lstStyle/>
          <a:p>
            <a:pPr algn="l" indent="0" marL="0">
              <a:buNone/>
            </a:pPr>
            <a:r>
              <a:rPr lang="en-US" sz="1950" dirty="0" spc="6" kern="0">
                <a:solidFill>
                  <a:srgbClr val="FF6A4D"/>
                </a:solidFill>
                <a:latin typeface="Noto Sans JP ExtraBold" pitchFamily="34" charset="0"/>
                <a:ea typeface="Noto Sans JP ExtraBold" pitchFamily="34" charset="-122"/>
                <a:cs typeface="Noto Sans JP ExtraBold" pitchFamily="34" charset="-120"/>
              </a:rPr>
              <a:t>S18</a:t>
            </a:r>
            <a:endParaRPr lang="en-US" sz="1950" dirty="0"/>
          </a:p>
        </p:txBody>
      </p:sp>
      <p:sp>
        <p:nvSpPr>
          <p:cNvPr id="56" name="Text 54"/>
          <p:cNvSpPr/>
          <p:nvPr/>
        </p:nvSpPr>
        <p:spPr>
          <a:xfrm>
            <a:off x="10477500" y="8172450"/>
            <a:ext cx="6667500" cy="590550"/>
          </a:xfrm>
          <a:prstGeom prst="rect">
            <a:avLst/>
          </a:prstGeom>
          <a:noFill/>
          <a:ln/>
        </p:spPr>
        <p:txBody>
          <a:bodyPr wrap="square" lIns="0" tIns="17743" rIns="0" bIns="-17743" rtlCol="0" anchor="ctr"/>
          <a:lstStyle/>
          <a:p>
            <a:pPr algn="l" indent="0" marL="0">
              <a:lnSpc>
                <a:spcPts val="1947"/>
              </a:lnSpc>
              <a:buNone/>
            </a:pPr>
            <a:r>
              <a:rPr lang="en-US" sz="1650" dirty="0" spc="2" kern="0">
                <a:solidFill>
                  <a:srgbClr val="F3EEE3"/>
                </a:solidFill>
                <a:latin typeface="Noto Sans JP" pitchFamily="34" charset="0"/>
                <a:ea typeface="Noto Sans JP" pitchFamily="34" charset="-122"/>
                <a:cs typeface="Noto Sans JP" pitchFamily="34" charset="-120"/>
              </a:rPr>
              <a:t>Wikimedia</a:t>
            </a:r>
            <a:r>
              <a:rPr lang="en-US" sz="1650" dirty="0" spc="-1" kern="0">
                <a:solidFill>
                  <a:srgbClr val="F3EEE3"/>
                </a:solidFill>
                <a:latin typeface="Noto Sans JP" pitchFamily="34" charset="0"/>
                <a:ea typeface="Noto Sans JP" pitchFamily="34" charset="-122"/>
                <a:cs typeface="Noto Sans JP" pitchFamily="34" charset="-120"/>
              </a:rPr>
              <a:t> Commons：</a:t>
            </a:r>
            <a:r>
              <a:rPr lang="en-US" sz="1650" dirty="0" spc="0" kern="0">
                <a:solidFill>
                  <a:srgbClr val="F3EEE3"/>
                </a:solidFill>
                <a:latin typeface="Noto Sans JP" pitchFamily="34" charset="0"/>
                <a:ea typeface="Noto Sans JP" pitchFamily="34" charset="-122"/>
                <a:cs typeface="Noto Sans JP" pitchFamily="34" charset="-120"/>
              </a:rPr>
              <a:t> 4物質の 構造式（パブリックドメイン）、</a:t>
            </a:r>
            <a:r>
              <a:rPr lang="en-US" sz="1650" dirty="0" spc="-3" kern="0">
                <a:solidFill>
                  <a:srgbClr val="F3EEE3"/>
                </a:solidFill>
                <a:latin typeface="Noto Sans JP" pitchFamily="34" charset="0"/>
                <a:ea typeface="Noto Sans JP" pitchFamily="34" charset="-122"/>
                <a:cs typeface="Noto Sans JP" pitchFamily="34" charset="-120"/>
              </a:rPr>
              <a:t> Hino</a:t>
            </a:r>
            <a:r>
              <a:rPr lang="en-US" sz="1650" dirty="0" spc="-2" kern="0">
                <a:solidFill>
                  <a:srgbClr val="F3EEE3"/>
                </a:solidFill>
                <a:latin typeface="Noto Sans JP" pitchFamily="34" charset="0"/>
                <a:ea typeface="Noto Sans JP" pitchFamily="34" charset="-122"/>
                <a:cs typeface="Noto Sans JP" pitchFamily="34" charset="-120"/>
              </a:rPr>
              <a:t> SCR Unit の</a:t>
            </a:r>
            <a:r>
              <a:rPr lang="en-US" sz="1650" dirty="0" spc="-9" kern="0">
                <a:solidFill>
                  <a:srgbClr val="F3EEE3"/>
                </a:solidFill>
                <a:latin typeface="Noto Sans JP" pitchFamily="34" charset="0"/>
                <a:ea typeface="Noto Sans JP" pitchFamily="34" charset="-122"/>
                <a:cs typeface="Noto Sans JP" pitchFamily="34" charset="-120"/>
              </a:rPr>
              <a:t> 写真（CC</a:t>
            </a:r>
            <a:r>
              <a:rPr lang="en-US" sz="1650" dirty="0" spc="-34" kern="0">
                <a:solidFill>
                  <a:srgbClr val="F3EEE3"/>
                </a:solidFill>
                <a:latin typeface="Noto Sans JP" pitchFamily="34" charset="0"/>
                <a:ea typeface="Noto Sans JP" pitchFamily="34" charset="-122"/>
                <a:cs typeface="Noto Sans JP" pitchFamily="34" charset="-120"/>
              </a:rPr>
              <a:t> BY-SA</a:t>
            </a:r>
            <a:r>
              <a:rPr lang="en-US" sz="1650" dirty="0" spc="-1" kern="0">
                <a:solidFill>
                  <a:srgbClr val="F3EEE3"/>
                </a:solidFill>
                <a:latin typeface="Noto Sans JP" pitchFamily="34" charset="0"/>
                <a:ea typeface="Noto Sans JP" pitchFamily="34" charset="-122"/>
                <a:cs typeface="Noto Sans JP" pitchFamily="34" charset="-120"/>
              </a:rPr>
              <a:t> 3.0）</a:t>
            </a:r>
            <a:endParaRPr lang="en-US" sz="1650" dirty="0"/>
          </a:p>
        </p:txBody>
      </p:sp>
      <p:sp>
        <p:nvSpPr>
          <p:cNvPr id="57" name="Shape 55"/>
          <p:cNvSpPr/>
          <p:nvPr/>
        </p:nvSpPr>
        <p:spPr>
          <a:xfrm>
            <a:off x="960711" y="9580836"/>
            <a:ext cx="78828" cy="78828"/>
          </a:xfrm>
          <a:prstGeom prst="ellipse">
            <a:avLst/>
          </a:prstGeom>
          <a:solidFill>
            <a:srgbClr val="F3EEE3">
              <a:alpha val="28000"/>
            </a:srgbClr>
          </a:solidFill>
          <a:ln/>
        </p:spPr>
      </p:sp>
      <p:sp>
        <p:nvSpPr>
          <p:cNvPr id="58" name="Shape 56"/>
          <p:cNvSpPr/>
          <p:nvPr/>
        </p:nvSpPr>
        <p:spPr>
          <a:xfrm>
            <a:off x="1118366" y="9580836"/>
            <a:ext cx="78828" cy="78828"/>
          </a:xfrm>
          <a:prstGeom prst="ellipse">
            <a:avLst/>
          </a:prstGeom>
          <a:solidFill>
            <a:srgbClr val="F3EEE3">
              <a:alpha val="28000"/>
            </a:srgbClr>
          </a:solidFill>
          <a:ln/>
        </p:spPr>
      </p:sp>
      <p:sp>
        <p:nvSpPr>
          <p:cNvPr id="59" name="Shape 57"/>
          <p:cNvSpPr/>
          <p:nvPr/>
        </p:nvSpPr>
        <p:spPr>
          <a:xfrm>
            <a:off x="1276021" y="9580836"/>
            <a:ext cx="78828" cy="78828"/>
          </a:xfrm>
          <a:prstGeom prst="ellipse">
            <a:avLst/>
          </a:prstGeom>
          <a:solidFill>
            <a:srgbClr val="F3EEE3">
              <a:alpha val="28000"/>
            </a:srgbClr>
          </a:solidFill>
          <a:ln/>
        </p:spPr>
      </p:sp>
      <p:sp>
        <p:nvSpPr>
          <p:cNvPr id="60" name="Shape 58"/>
          <p:cNvSpPr/>
          <p:nvPr/>
        </p:nvSpPr>
        <p:spPr>
          <a:xfrm>
            <a:off x="1433676" y="9580836"/>
            <a:ext cx="78828" cy="78828"/>
          </a:xfrm>
          <a:prstGeom prst="ellipse">
            <a:avLst/>
          </a:prstGeom>
          <a:solidFill>
            <a:srgbClr val="F3EEE3">
              <a:alpha val="28000"/>
            </a:srgbClr>
          </a:solidFill>
          <a:ln/>
        </p:spPr>
      </p:sp>
      <p:sp>
        <p:nvSpPr>
          <p:cNvPr id="61" name="Shape 59"/>
          <p:cNvSpPr/>
          <p:nvPr/>
        </p:nvSpPr>
        <p:spPr>
          <a:xfrm>
            <a:off x="1591331" y="9580836"/>
            <a:ext cx="78828" cy="78828"/>
          </a:xfrm>
          <a:prstGeom prst="ellipse">
            <a:avLst/>
          </a:prstGeom>
          <a:solidFill>
            <a:srgbClr val="F3EEE3">
              <a:alpha val="28000"/>
            </a:srgbClr>
          </a:solidFill>
          <a:ln/>
        </p:spPr>
      </p:sp>
      <p:sp>
        <p:nvSpPr>
          <p:cNvPr id="62" name="Shape 60"/>
          <p:cNvSpPr/>
          <p:nvPr/>
        </p:nvSpPr>
        <p:spPr>
          <a:xfrm>
            <a:off x="1748986" y="9580836"/>
            <a:ext cx="78828" cy="78828"/>
          </a:xfrm>
          <a:prstGeom prst="ellipse">
            <a:avLst/>
          </a:prstGeom>
          <a:solidFill>
            <a:srgbClr val="F3EEE3">
              <a:alpha val="28000"/>
            </a:srgbClr>
          </a:solidFill>
          <a:ln/>
        </p:spPr>
      </p:sp>
      <p:sp>
        <p:nvSpPr>
          <p:cNvPr id="63" name="Shape 61"/>
          <p:cNvSpPr/>
          <p:nvPr/>
        </p:nvSpPr>
        <p:spPr>
          <a:xfrm>
            <a:off x="1906641" y="9580836"/>
            <a:ext cx="78828" cy="78828"/>
          </a:xfrm>
          <a:prstGeom prst="ellipse">
            <a:avLst/>
          </a:prstGeom>
          <a:solidFill>
            <a:srgbClr val="F3EEE3">
              <a:alpha val="28000"/>
            </a:srgbClr>
          </a:solidFill>
          <a:ln/>
        </p:spPr>
      </p:sp>
      <p:sp>
        <p:nvSpPr>
          <p:cNvPr id="64" name="Shape 62"/>
          <p:cNvSpPr/>
          <p:nvPr/>
        </p:nvSpPr>
        <p:spPr>
          <a:xfrm>
            <a:off x="2064296" y="9580836"/>
            <a:ext cx="78828" cy="78828"/>
          </a:xfrm>
          <a:prstGeom prst="ellipse">
            <a:avLst/>
          </a:prstGeom>
          <a:solidFill>
            <a:srgbClr val="F3EEE3">
              <a:alpha val="28000"/>
            </a:srgbClr>
          </a:solidFill>
          <a:ln/>
        </p:spPr>
      </p:sp>
      <p:sp>
        <p:nvSpPr>
          <p:cNvPr id="65" name="Shape 63"/>
          <p:cNvSpPr/>
          <p:nvPr/>
        </p:nvSpPr>
        <p:spPr>
          <a:xfrm>
            <a:off x="2221951" y="9580836"/>
            <a:ext cx="78828" cy="78828"/>
          </a:xfrm>
          <a:prstGeom prst="ellipse">
            <a:avLst/>
          </a:prstGeom>
          <a:solidFill>
            <a:srgbClr val="F3EEE3">
              <a:alpha val="28000"/>
            </a:srgbClr>
          </a:solidFill>
          <a:ln/>
        </p:spPr>
      </p:sp>
      <p:sp>
        <p:nvSpPr>
          <p:cNvPr id="66" name="Shape 64"/>
          <p:cNvSpPr/>
          <p:nvPr/>
        </p:nvSpPr>
        <p:spPr>
          <a:xfrm>
            <a:off x="2379606" y="9580836"/>
            <a:ext cx="78828" cy="78828"/>
          </a:xfrm>
          <a:prstGeom prst="ellipse">
            <a:avLst/>
          </a:prstGeom>
          <a:solidFill>
            <a:srgbClr val="F3EEE3">
              <a:alpha val="28000"/>
            </a:srgbClr>
          </a:solidFill>
          <a:ln/>
        </p:spPr>
      </p:sp>
      <p:sp>
        <p:nvSpPr>
          <p:cNvPr id="67" name="Shape 65"/>
          <p:cNvSpPr/>
          <p:nvPr/>
        </p:nvSpPr>
        <p:spPr>
          <a:xfrm>
            <a:off x="2537261" y="9580836"/>
            <a:ext cx="78828" cy="78828"/>
          </a:xfrm>
          <a:prstGeom prst="ellipse">
            <a:avLst/>
          </a:prstGeom>
          <a:solidFill>
            <a:srgbClr val="F3EEE3">
              <a:alpha val="28000"/>
            </a:srgbClr>
          </a:solidFill>
          <a:ln/>
        </p:spPr>
      </p:sp>
      <p:sp>
        <p:nvSpPr>
          <p:cNvPr id="68" name="Shape 66"/>
          <p:cNvSpPr/>
          <p:nvPr/>
        </p:nvSpPr>
        <p:spPr>
          <a:xfrm>
            <a:off x="2694916" y="9580836"/>
            <a:ext cx="78828" cy="78828"/>
          </a:xfrm>
          <a:prstGeom prst="ellipse">
            <a:avLst/>
          </a:prstGeom>
          <a:solidFill>
            <a:srgbClr val="F3EEE3">
              <a:alpha val="28000"/>
            </a:srgbClr>
          </a:solidFill>
          <a:ln/>
        </p:spPr>
      </p:sp>
      <p:sp>
        <p:nvSpPr>
          <p:cNvPr id="69" name="Shape 67"/>
          <p:cNvSpPr/>
          <p:nvPr/>
        </p:nvSpPr>
        <p:spPr>
          <a:xfrm>
            <a:off x="2852571" y="9580836"/>
            <a:ext cx="78828" cy="78828"/>
          </a:xfrm>
          <a:prstGeom prst="ellipse">
            <a:avLst/>
          </a:prstGeom>
          <a:solidFill>
            <a:srgbClr val="F3EEE3">
              <a:alpha val="28000"/>
            </a:srgbClr>
          </a:solidFill>
          <a:ln/>
        </p:spPr>
      </p:sp>
      <p:sp>
        <p:nvSpPr>
          <p:cNvPr id="70" name="Shape 68"/>
          <p:cNvSpPr/>
          <p:nvPr/>
        </p:nvSpPr>
        <p:spPr>
          <a:xfrm>
            <a:off x="3010225" y="9580836"/>
            <a:ext cx="78828" cy="78828"/>
          </a:xfrm>
          <a:prstGeom prst="ellipse">
            <a:avLst/>
          </a:prstGeom>
          <a:solidFill>
            <a:srgbClr val="F3EEE3">
              <a:alpha val="28000"/>
            </a:srgbClr>
          </a:solidFill>
          <a:ln/>
        </p:spPr>
      </p:sp>
      <p:sp>
        <p:nvSpPr>
          <p:cNvPr id="71" name="Shape 69"/>
          <p:cNvSpPr/>
          <p:nvPr/>
        </p:nvSpPr>
        <p:spPr>
          <a:xfrm>
            <a:off x="3167880" y="9580836"/>
            <a:ext cx="78828" cy="78828"/>
          </a:xfrm>
          <a:prstGeom prst="ellipse">
            <a:avLst/>
          </a:prstGeom>
          <a:solidFill>
            <a:srgbClr val="F3EEE3">
              <a:alpha val="28000"/>
            </a:srgbClr>
          </a:solidFill>
          <a:ln/>
        </p:spPr>
      </p:sp>
      <p:sp>
        <p:nvSpPr>
          <p:cNvPr id="72" name="Shape 70"/>
          <p:cNvSpPr/>
          <p:nvPr/>
        </p:nvSpPr>
        <p:spPr>
          <a:xfrm>
            <a:off x="3325535" y="9580836"/>
            <a:ext cx="78828" cy="78828"/>
          </a:xfrm>
          <a:prstGeom prst="ellipse">
            <a:avLst/>
          </a:prstGeom>
          <a:solidFill>
            <a:srgbClr val="F3EEE3">
              <a:alpha val="28000"/>
            </a:srgbClr>
          </a:solidFill>
          <a:ln/>
        </p:spPr>
      </p:sp>
      <p:sp>
        <p:nvSpPr>
          <p:cNvPr id="73" name="Shape 71"/>
          <p:cNvSpPr/>
          <p:nvPr/>
        </p:nvSpPr>
        <p:spPr>
          <a:xfrm>
            <a:off x="3483190" y="9580836"/>
            <a:ext cx="78828" cy="78828"/>
          </a:xfrm>
          <a:prstGeom prst="ellipse">
            <a:avLst/>
          </a:prstGeom>
          <a:solidFill>
            <a:srgbClr val="F3EEE3">
              <a:alpha val="28000"/>
            </a:srgbClr>
          </a:solidFill>
          <a:ln/>
        </p:spPr>
      </p:sp>
      <p:sp>
        <p:nvSpPr>
          <p:cNvPr id="74" name="Shape 72"/>
          <p:cNvSpPr/>
          <p:nvPr/>
        </p:nvSpPr>
        <p:spPr>
          <a:xfrm>
            <a:off x="3640845" y="9580836"/>
            <a:ext cx="78828" cy="78828"/>
          </a:xfrm>
          <a:prstGeom prst="ellipse">
            <a:avLst/>
          </a:prstGeom>
          <a:solidFill>
            <a:srgbClr val="F3EEE3">
              <a:alpha val="28000"/>
            </a:srgbClr>
          </a:solidFill>
          <a:ln/>
        </p:spPr>
      </p:sp>
      <p:sp>
        <p:nvSpPr>
          <p:cNvPr id="75" name="Shape 73"/>
          <p:cNvSpPr/>
          <p:nvPr/>
        </p:nvSpPr>
        <p:spPr>
          <a:xfrm>
            <a:off x="3798500" y="9580836"/>
            <a:ext cx="78828" cy="78828"/>
          </a:xfrm>
          <a:prstGeom prst="ellipse">
            <a:avLst/>
          </a:prstGeom>
          <a:solidFill>
            <a:srgbClr val="F3EEE3">
              <a:alpha val="28000"/>
            </a:srgbClr>
          </a:solidFill>
          <a:ln/>
        </p:spPr>
      </p:sp>
      <p:sp>
        <p:nvSpPr>
          <p:cNvPr id="76" name="Shape 74"/>
          <p:cNvSpPr/>
          <p:nvPr/>
        </p:nvSpPr>
        <p:spPr>
          <a:xfrm>
            <a:off x="3956155" y="9580836"/>
            <a:ext cx="78828" cy="78828"/>
          </a:xfrm>
          <a:prstGeom prst="ellipse">
            <a:avLst/>
          </a:prstGeom>
          <a:solidFill>
            <a:srgbClr val="F3EEE3">
              <a:alpha val="28000"/>
            </a:srgbClr>
          </a:solidFill>
          <a:ln/>
        </p:spPr>
      </p:sp>
      <p:sp>
        <p:nvSpPr>
          <p:cNvPr id="77" name="Shape 75"/>
          <p:cNvSpPr/>
          <p:nvPr/>
        </p:nvSpPr>
        <p:spPr>
          <a:xfrm>
            <a:off x="4113810" y="9580836"/>
            <a:ext cx="78828" cy="78828"/>
          </a:xfrm>
          <a:prstGeom prst="ellipse">
            <a:avLst/>
          </a:prstGeom>
          <a:solidFill>
            <a:srgbClr val="F3EEE3">
              <a:alpha val="28000"/>
            </a:srgbClr>
          </a:solidFill>
          <a:ln/>
        </p:spPr>
      </p:sp>
      <p:sp>
        <p:nvSpPr>
          <p:cNvPr id="78" name="Shape 76"/>
          <p:cNvSpPr/>
          <p:nvPr/>
        </p:nvSpPr>
        <p:spPr>
          <a:xfrm>
            <a:off x="4271465" y="9580836"/>
            <a:ext cx="78828" cy="78828"/>
          </a:xfrm>
          <a:prstGeom prst="ellipse">
            <a:avLst/>
          </a:prstGeom>
          <a:solidFill>
            <a:srgbClr val="F3EEE3">
              <a:alpha val="28000"/>
            </a:srgbClr>
          </a:solidFill>
          <a:ln/>
        </p:spPr>
      </p:sp>
      <p:sp>
        <p:nvSpPr>
          <p:cNvPr id="79" name="Shape 77"/>
          <p:cNvSpPr/>
          <p:nvPr/>
        </p:nvSpPr>
        <p:spPr>
          <a:xfrm>
            <a:off x="4429120" y="9580836"/>
            <a:ext cx="78828" cy="78828"/>
          </a:xfrm>
          <a:prstGeom prst="ellipse">
            <a:avLst/>
          </a:prstGeom>
          <a:solidFill>
            <a:srgbClr val="F3EEE3">
              <a:alpha val="28000"/>
            </a:srgbClr>
          </a:solidFill>
          <a:ln/>
        </p:spPr>
      </p:sp>
      <p:sp>
        <p:nvSpPr>
          <p:cNvPr id="80" name="Shape 78"/>
          <p:cNvSpPr/>
          <p:nvPr/>
        </p:nvSpPr>
        <p:spPr>
          <a:xfrm>
            <a:off x="4586775" y="9580836"/>
            <a:ext cx="78828" cy="78828"/>
          </a:xfrm>
          <a:prstGeom prst="ellipse">
            <a:avLst/>
          </a:prstGeom>
          <a:solidFill>
            <a:srgbClr val="F3EEE3">
              <a:alpha val="28000"/>
            </a:srgbClr>
          </a:solidFill>
          <a:ln/>
        </p:spPr>
      </p:sp>
      <p:sp>
        <p:nvSpPr>
          <p:cNvPr id="81" name="Shape 79"/>
          <p:cNvSpPr/>
          <p:nvPr/>
        </p:nvSpPr>
        <p:spPr>
          <a:xfrm>
            <a:off x="4744430" y="9580836"/>
            <a:ext cx="78828" cy="78828"/>
          </a:xfrm>
          <a:prstGeom prst="ellipse">
            <a:avLst/>
          </a:prstGeom>
          <a:solidFill>
            <a:srgbClr val="F3EEE3">
              <a:alpha val="28000"/>
            </a:srgbClr>
          </a:solidFill>
          <a:ln/>
        </p:spPr>
      </p:sp>
      <p:sp>
        <p:nvSpPr>
          <p:cNvPr id="82" name="Shape 80"/>
          <p:cNvSpPr/>
          <p:nvPr/>
        </p:nvSpPr>
        <p:spPr>
          <a:xfrm>
            <a:off x="4902085" y="9580836"/>
            <a:ext cx="78828" cy="78828"/>
          </a:xfrm>
          <a:prstGeom prst="ellipse">
            <a:avLst/>
          </a:prstGeom>
          <a:solidFill>
            <a:srgbClr val="F3EEE3">
              <a:alpha val="28000"/>
            </a:srgbClr>
          </a:solidFill>
          <a:ln/>
        </p:spPr>
      </p:sp>
      <p:sp>
        <p:nvSpPr>
          <p:cNvPr id="83" name="Shape 81"/>
          <p:cNvSpPr/>
          <p:nvPr/>
        </p:nvSpPr>
        <p:spPr>
          <a:xfrm>
            <a:off x="5059740" y="9580836"/>
            <a:ext cx="78828" cy="78828"/>
          </a:xfrm>
          <a:prstGeom prst="ellipse">
            <a:avLst/>
          </a:prstGeom>
          <a:solidFill>
            <a:srgbClr val="F3EEE3">
              <a:alpha val="28000"/>
            </a:srgbClr>
          </a:solidFill>
          <a:ln/>
        </p:spPr>
      </p:sp>
      <p:sp>
        <p:nvSpPr>
          <p:cNvPr id="84" name="Shape 82"/>
          <p:cNvSpPr/>
          <p:nvPr/>
        </p:nvSpPr>
        <p:spPr>
          <a:xfrm>
            <a:off x="5217395" y="9580836"/>
            <a:ext cx="78828" cy="78828"/>
          </a:xfrm>
          <a:prstGeom prst="ellipse">
            <a:avLst/>
          </a:prstGeom>
          <a:solidFill>
            <a:srgbClr val="F3EEE3">
              <a:alpha val="28000"/>
            </a:srgbClr>
          </a:solidFill>
          <a:ln/>
        </p:spPr>
      </p:sp>
      <p:sp>
        <p:nvSpPr>
          <p:cNvPr id="85" name="Shape 83"/>
          <p:cNvSpPr/>
          <p:nvPr/>
        </p:nvSpPr>
        <p:spPr>
          <a:xfrm>
            <a:off x="5375050" y="9580836"/>
            <a:ext cx="78828" cy="78828"/>
          </a:xfrm>
          <a:prstGeom prst="ellipse">
            <a:avLst/>
          </a:prstGeom>
          <a:solidFill>
            <a:srgbClr val="F3EEE3">
              <a:alpha val="28000"/>
            </a:srgbClr>
          </a:solidFill>
          <a:ln/>
        </p:spPr>
      </p:sp>
      <p:sp>
        <p:nvSpPr>
          <p:cNvPr id="86" name="Shape 84"/>
          <p:cNvSpPr/>
          <p:nvPr/>
        </p:nvSpPr>
        <p:spPr>
          <a:xfrm>
            <a:off x="5532705" y="9580836"/>
            <a:ext cx="78828" cy="78828"/>
          </a:xfrm>
          <a:prstGeom prst="ellipse">
            <a:avLst/>
          </a:prstGeom>
          <a:solidFill>
            <a:srgbClr val="F3EEE3">
              <a:alpha val="28000"/>
            </a:srgbClr>
          </a:solidFill>
          <a:ln/>
        </p:spPr>
      </p:sp>
      <p:sp>
        <p:nvSpPr>
          <p:cNvPr id="87" name="Shape 85"/>
          <p:cNvSpPr/>
          <p:nvPr/>
        </p:nvSpPr>
        <p:spPr>
          <a:xfrm>
            <a:off x="5690359" y="9580836"/>
            <a:ext cx="78828" cy="78828"/>
          </a:xfrm>
          <a:prstGeom prst="ellipse">
            <a:avLst/>
          </a:prstGeom>
          <a:solidFill>
            <a:srgbClr val="F3EEE3">
              <a:alpha val="28000"/>
            </a:srgbClr>
          </a:solidFill>
          <a:ln/>
        </p:spPr>
      </p:sp>
      <p:sp>
        <p:nvSpPr>
          <p:cNvPr id="88" name="Shape 86"/>
          <p:cNvSpPr/>
          <p:nvPr/>
        </p:nvSpPr>
        <p:spPr>
          <a:xfrm>
            <a:off x="5848014" y="9580836"/>
            <a:ext cx="78828" cy="78828"/>
          </a:xfrm>
          <a:prstGeom prst="ellipse">
            <a:avLst/>
          </a:prstGeom>
          <a:solidFill>
            <a:srgbClr val="F3EEE3">
              <a:alpha val="28000"/>
            </a:srgbClr>
          </a:solidFill>
          <a:ln/>
        </p:spPr>
      </p:sp>
      <p:sp>
        <p:nvSpPr>
          <p:cNvPr id="89" name="Shape 87"/>
          <p:cNvSpPr/>
          <p:nvPr/>
        </p:nvSpPr>
        <p:spPr>
          <a:xfrm>
            <a:off x="6005669" y="9580836"/>
            <a:ext cx="78828" cy="78828"/>
          </a:xfrm>
          <a:prstGeom prst="ellipse">
            <a:avLst/>
          </a:prstGeom>
          <a:solidFill>
            <a:srgbClr val="F3EEE3">
              <a:alpha val="28000"/>
            </a:srgbClr>
          </a:solidFill>
          <a:ln/>
        </p:spPr>
      </p:sp>
      <p:sp>
        <p:nvSpPr>
          <p:cNvPr id="90" name="Shape 88"/>
          <p:cNvSpPr/>
          <p:nvPr/>
        </p:nvSpPr>
        <p:spPr>
          <a:xfrm>
            <a:off x="6163324" y="9580836"/>
            <a:ext cx="78828" cy="78828"/>
          </a:xfrm>
          <a:prstGeom prst="ellipse">
            <a:avLst/>
          </a:prstGeom>
          <a:solidFill>
            <a:srgbClr val="F3EEE3">
              <a:alpha val="28000"/>
            </a:srgbClr>
          </a:solidFill>
          <a:ln/>
        </p:spPr>
      </p:sp>
      <p:sp>
        <p:nvSpPr>
          <p:cNvPr id="91" name="Shape 89"/>
          <p:cNvSpPr/>
          <p:nvPr/>
        </p:nvSpPr>
        <p:spPr>
          <a:xfrm>
            <a:off x="6320979" y="9580836"/>
            <a:ext cx="78828" cy="78828"/>
          </a:xfrm>
          <a:prstGeom prst="ellipse">
            <a:avLst/>
          </a:prstGeom>
          <a:solidFill>
            <a:srgbClr val="F3EEE3">
              <a:alpha val="28000"/>
            </a:srgbClr>
          </a:solidFill>
          <a:ln/>
        </p:spPr>
      </p:sp>
      <p:sp>
        <p:nvSpPr>
          <p:cNvPr id="92" name="Shape 90"/>
          <p:cNvSpPr/>
          <p:nvPr/>
        </p:nvSpPr>
        <p:spPr>
          <a:xfrm>
            <a:off x="6478634" y="9580836"/>
            <a:ext cx="78828" cy="78828"/>
          </a:xfrm>
          <a:prstGeom prst="ellipse">
            <a:avLst/>
          </a:prstGeom>
          <a:solidFill>
            <a:srgbClr val="F3EEE3">
              <a:alpha val="28000"/>
            </a:srgbClr>
          </a:solidFill>
          <a:ln/>
        </p:spPr>
      </p:sp>
      <p:sp>
        <p:nvSpPr>
          <p:cNvPr id="93" name="Shape 91"/>
          <p:cNvSpPr/>
          <p:nvPr/>
        </p:nvSpPr>
        <p:spPr>
          <a:xfrm>
            <a:off x="6636289" y="9580836"/>
            <a:ext cx="78828" cy="78828"/>
          </a:xfrm>
          <a:prstGeom prst="ellipse">
            <a:avLst/>
          </a:prstGeom>
          <a:solidFill>
            <a:srgbClr val="F3EEE3">
              <a:alpha val="28000"/>
            </a:srgbClr>
          </a:solidFill>
          <a:ln/>
        </p:spPr>
      </p:sp>
      <p:sp>
        <p:nvSpPr>
          <p:cNvPr id="94" name="Shape 92"/>
          <p:cNvSpPr/>
          <p:nvPr/>
        </p:nvSpPr>
        <p:spPr>
          <a:xfrm>
            <a:off x="6793944" y="9580836"/>
            <a:ext cx="78828" cy="78828"/>
          </a:xfrm>
          <a:prstGeom prst="ellipse">
            <a:avLst/>
          </a:prstGeom>
          <a:solidFill>
            <a:srgbClr val="F3EEE3">
              <a:alpha val="28000"/>
            </a:srgbClr>
          </a:solidFill>
          <a:ln/>
        </p:spPr>
      </p:sp>
      <p:sp>
        <p:nvSpPr>
          <p:cNvPr id="95" name="Shape 93"/>
          <p:cNvSpPr/>
          <p:nvPr/>
        </p:nvSpPr>
        <p:spPr>
          <a:xfrm>
            <a:off x="6951599" y="9580836"/>
            <a:ext cx="78828" cy="78828"/>
          </a:xfrm>
          <a:prstGeom prst="ellipse">
            <a:avLst/>
          </a:prstGeom>
          <a:solidFill>
            <a:srgbClr val="F3EEE3">
              <a:alpha val="28000"/>
            </a:srgbClr>
          </a:solidFill>
          <a:ln/>
        </p:spPr>
      </p:sp>
      <p:sp>
        <p:nvSpPr>
          <p:cNvPr id="96" name="Shape 94"/>
          <p:cNvSpPr/>
          <p:nvPr/>
        </p:nvSpPr>
        <p:spPr>
          <a:xfrm>
            <a:off x="7109254" y="9580836"/>
            <a:ext cx="78828" cy="78828"/>
          </a:xfrm>
          <a:prstGeom prst="ellipse">
            <a:avLst/>
          </a:prstGeom>
          <a:solidFill>
            <a:srgbClr val="F3EEE3">
              <a:alpha val="28000"/>
            </a:srgbClr>
          </a:solidFill>
          <a:ln/>
        </p:spPr>
      </p:sp>
      <p:sp>
        <p:nvSpPr>
          <p:cNvPr id="97" name="Shape 95"/>
          <p:cNvSpPr/>
          <p:nvPr/>
        </p:nvSpPr>
        <p:spPr>
          <a:xfrm>
            <a:off x="7266909" y="9580836"/>
            <a:ext cx="78828" cy="78828"/>
          </a:xfrm>
          <a:prstGeom prst="ellipse">
            <a:avLst/>
          </a:prstGeom>
          <a:solidFill>
            <a:srgbClr val="F3EEE3">
              <a:alpha val="28000"/>
            </a:srgbClr>
          </a:solidFill>
          <a:ln/>
        </p:spPr>
      </p:sp>
      <p:sp>
        <p:nvSpPr>
          <p:cNvPr id="98" name="Shape 96"/>
          <p:cNvSpPr/>
          <p:nvPr/>
        </p:nvSpPr>
        <p:spPr>
          <a:xfrm>
            <a:off x="7424564" y="9580836"/>
            <a:ext cx="78828" cy="78828"/>
          </a:xfrm>
          <a:prstGeom prst="ellipse">
            <a:avLst/>
          </a:prstGeom>
          <a:solidFill>
            <a:srgbClr val="F3EEE3">
              <a:alpha val="28000"/>
            </a:srgbClr>
          </a:solidFill>
          <a:ln/>
        </p:spPr>
      </p:sp>
      <p:sp>
        <p:nvSpPr>
          <p:cNvPr id="99" name="Shape 97"/>
          <p:cNvSpPr/>
          <p:nvPr/>
        </p:nvSpPr>
        <p:spPr>
          <a:xfrm>
            <a:off x="7582219" y="9580836"/>
            <a:ext cx="78828" cy="78828"/>
          </a:xfrm>
          <a:prstGeom prst="ellipse">
            <a:avLst/>
          </a:prstGeom>
          <a:solidFill>
            <a:srgbClr val="F3EEE3">
              <a:alpha val="28000"/>
            </a:srgbClr>
          </a:solidFill>
          <a:ln/>
        </p:spPr>
      </p:sp>
      <p:sp>
        <p:nvSpPr>
          <p:cNvPr id="100" name="Shape 98"/>
          <p:cNvSpPr/>
          <p:nvPr/>
        </p:nvSpPr>
        <p:spPr>
          <a:xfrm>
            <a:off x="7739874" y="9580836"/>
            <a:ext cx="78828" cy="78828"/>
          </a:xfrm>
          <a:prstGeom prst="ellipse">
            <a:avLst/>
          </a:prstGeom>
          <a:solidFill>
            <a:srgbClr val="F3EEE3">
              <a:alpha val="28000"/>
            </a:srgbClr>
          </a:solidFill>
          <a:ln/>
        </p:spPr>
      </p:sp>
      <p:sp>
        <p:nvSpPr>
          <p:cNvPr id="101" name="Shape 99"/>
          <p:cNvSpPr/>
          <p:nvPr/>
        </p:nvSpPr>
        <p:spPr>
          <a:xfrm>
            <a:off x="7897529" y="9580836"/>
            <a:ext cx="78828" cy="78828"/>
          </a:xfrm>
          <a:prstGeom prst="ellipse">
            <a:avLst/>
          </a:prstGeom>
          <a:solidFill>
            <a:srgbClr val="F3EEE3">
              <a:alpha val="28000"/>
            </a:srgbClr>
          </a:solidFill>
          <a:ln/>
        </p:spPr>
      </p:sp>
      <p:sp>
        <p:nvSpPr>
          <p:cNvPr id="102" name="Shape 100"/>
          <p:cNvSpPr/>
          <p:nvPr/>
        </p:nvSpPr>
        <p:spPr>
          <a:xfrm>
            <a:off x="8055184" y="9580836"/>
            <a:ext cx="78828" cy="78828"/>
          </a:xfrm>
          <a:prstGeom prst="ellipse">
            <a:avLst/>
          </a:prstGeom>
          <a:solidFill>
            <a:srgbClr val="F3EEE3">
              <a:alpha val="28000"/>
            </a:srgbClr>
          </a:solidFill>
          <a:ln/>
        </p:spPr>
      </p:sp>
      <p:sp>
        <p:nvSpPr>
          <p:cNvPr id="103" name="Shape 101"/>
          <p:cNvSpPr/>
          <p:nvPr/>
        </p:nvSpPr>
        <p:spPr>
          <a:xfrm>
            <a:off x="8212839" y="9580836"/>
            <a:ext cx="78828" cy="78828"/>
          </a:xfrm>
          <a:prstGeom prst="ellipse">
            <a:avLst/>
          </a:prstGeom>
          <a:solidFill>
            <a:srgbClr val="F3EEE3">
              <a:alpha val="28000"/>
            </a:srgbClr>
          </a:solidFill>
          <a:ln/>
        </p:spPr>
      </p:sp>
      <p:sp>
        <p:nvSpPr>
          <p:cNvPr id="104" name="Shape 102"/>
          <p:cNvSpPr/>
          <p:nvPr/>
        </p:nvSpPr>
        <p:spPr>
          <a:xfrm>
            <a:off x="8370494" y="9580836"/>
            <a:ext cx="78828" cy="78828"/>
          </a:xfrm>
          <a:prstGeom prst="ellipse">
            <a:avLst/>
          </a:prstGeom>
          <a:solidFill>
            <a:srgbClr val="F3EEE3">
              <a:alpha val="28000"/>
            </a:srgbClr>
          </a:solidFill>
          <a:ln/>
        </p:spPr>
      </p:sp>
      <p:sp>
        <p:nvSpPr>
          <p:cNvPr id="105" name="Shape 103"/>
          <p:cNvSpPr/>
          <p:nvPr/>
        </p:nvSpPr>
        <p:spPr>
          <a:xfrm>
            <a:off x="8528148" y="9580836"/>
            <a:ext cx="78828" cy="78828"/>
          </a:xfrm>
          <a:prstGeom prst="ellipse">
            <a:avLst/>
          </a:prstGeom>
          <a:solidFill>
            <a:srgbClr val="F3EEE3">
              <a:alpha val="28000"/>
            </a:srgbClr>
          </a:solidFill>
          <a:ln/>
        </p:spPr>
      </p:sp>
      <p:sp>
        <p:nvSpPr>
          <p:cNvPr id="106" name="Shape 104"/>
          <p:cNvSpPr/>
          <p:nvPr/>
        </p:nvSpPr>
        <p:spPr>
          <a:xfrm>
            <a:off x="8685803" y="9580836"/>
            <a:ext cx="78828" cy="78828"/>
          </a:xfrm>
          <a:prstGeom prst="ellipse">
            <a:avLst/>
          </a:prstGeom>
          <a:solidFill>
            <a:srgbClr val="F3EEE3">
              <a:alpha val="28000"/>
            </a:srgbClr>
          </a:solidFill>
          <a:ln/>
        </p:spPr>
      </p:sp>
      <p:sp>
        <p:nvSpPr>
          <p:cNvPr id="107" name="Shape 105"/>
          <p:cNvSpPr/>
          <p:nvPr/>
        </p:nvSpPr>
        <p:spPr>
          <a:xfrm>
            <a:off x="8843458" y="9580836"/>
            <a:ext cx="78828" cy="78828"/>
          </a:xfrm>
          <a:prstGeom prst="ellipse">
            <a:avLst/>
          </a:prstGeom>
          <a:solidFill>
            <a:srgbClr val="F3EEE3">
              <a:alpha val="28000"/>
            </a:srgbClr>
          </a:solidFill>
          <a:ln/>
        </p:spPr>
      </p:sp>
      <p:sp>
        <p:nvSpPr>
          <p:cNvPr id="108" name="Shape 106"/>
          <p:cNvSpPr/>
          <p:nvPr/>
        </p:nvSpPr>
        <p:spPr>
          <a:xfrm>
            <a:off x="9001113" y="9580836"/>
            <a:ext cx="78828" cy="78828"/>
          </a:xfrm>
          <a:prstGeom prst="ellipse">
            <a:avLst/>
          </a:prstGeom>
          <a:solidFill>
            <a:srgbClr val="F3EEE3">
              <a:alpha val="28000"/>
            </a:srgbClr>
          </a:solidFill>
          <a:ln/>
        </p:spPr>
      </p:sp>
      <p:sp>
        <p:nvSpPr>
          <p:cNvPr id="109" name="Shape 107"/>
          <p:cNvSpPr/>
          <p:nvPr/>
        </p:nvSpPr>
        <p:spPr>
          <a:xfrm>
            <a:off x="9158768" y="9580836"/>
            <a:ext cx="78828" cy="78828"/>
          </a:xfrm>
          <a:prstGeom prst="ellipse">
            <a:avLst/>
          </a:prstGeom>
          <a:solidFill>
            <a:srgbClr val="F3EEE3">
              <a:alpha val="28000"/>
            </a:srgbClr>
          </a:solidFill>
          <a:ln/>
        </p:spPr>
      </p:sp>
      <p:sp>
        <p:nvSpPr>
          <p:cNvPr id="110" name="Shape 108"/>
          <p:cNvSpPr/>
          <p:nvPr/>
        </p:nvSpPr>
        <p:spPr>
          <a:xfrm>
            <a:off x="9316423" y="9580836"/>
            <a:ext cx="78828" cy="78828"/>
          </a:xfrm>
          <a:prstGeom prst="ellipse">
            <a:avLst/>
          </a:prstGeom>
          <a:solidFill>
            <a:srgbClr val="F3EEE3">
              <a:alpha val="28000"/>
            </a:srgbClr>
          </a:solidFill>
          <a:ln/>
        </p:spPr>
      </p:sp>
      <p:sp>
        <p:nvSpPr>
          <p:cNvPr id="111" name="Shape 109"/>
          <p:cNvSpPr/>
          <p:nvPr/>
        </p:nvSpPr>
        <p:spPr>
          <a:xfrm>
            <a:off x="9474078" y="9580836"/>
            <a:ext cx="78828" cy="78828"/>
          </a:xfrm>
          <a:prstGeom prst="ellipse">
            <a:avLst/>
          </a:prstGeom>
          <a:solidFill>
            <a:srgbClr val="F3EEE3">
              <a:alpha val="28000"/>
            </a:srgbClr>
          </a:solidFill>
          <a:ln/>
        </p:spPr>
      </p:sp>
      <p:sp>
        <p:nvSpPr>
          <p:cNvPr id="112" name="Shape 110"/>
          <p:cNvSpPr/>
          <p:nvPr/>
        </p:nvSpPr>
        <p:spPr>
          <a:xfrm>
            <a:off x="9631733" y="9580836"/>
            <a:ext cx="78828" cy="78828"/>
          </a:xfrm>
          <a:prstGeom prst="ellipse">
            <a:avLst/>
          </a:prstGeom>
          <a:solidFill>
            <a:srgbClr val="F3EEE3">
              <a:alpha val="28000"/>
            </a:srgbClr>
          </a:solidFill>
          <a:ln/>
        </p:spPr>
      </p:sp>
      <p:sp>
        <p:nvSpPr>
          <p:cNvPr id="113" name="Shape 111"/>
          <p:cNvSpPr/>
          <p:nvPr/>
        </p:nvSpPr>
        <p:spPr>
          <a:xfrm>
            <a:off x="9789388" y="9580836"/>
            <a:ext cx="78828" cy="78828"/>
          </a:xfrm>
          <a:prstGeom prst="ellipse">
            <a:avLst/>
          </a:prstGeom>
          <a:solidFill>
            <a:srgbClr val="F3EEE3">
              <a:alpha val="28000"/>
            </a:srgbClr>
          </a:solidFill>
          <a:ln/>
        </p:spPr>
      </p:sp>
      <p:sp>
        <p:nvSpPr>
          <p:cNvPr id="114" name="Shape 112"/>
          <p:cNvSpPr/>
          <p:nvPr/>
        </p:nvSpPr>
        <p:spPr>
          <a:xfrm>
            <a:off x="9933905" y="9567698"/>
            <a:ext cx="105103" cy="105103"/>
          </a:xfrm>
          <a:prstGeom prst="ellipse">
            <a:avLst/>
          </a:prstGeom>
          <a:solidFill>
            <a:srgbClr val="FF6A4D"/>
          </a:solidFill>
          <a:ln/>
        </p:spPr>
      </p:sp>
      <p:sp>
        <p:nvSpPr>
          <p:cNvPr id="115" name="Text 11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L18</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58/58</a:t>
            </a:r>
            <a:endParaRPr lang="en-US" sz="1800" dirty="0"/>
          </a:p>
        </p:txBody>
      </p:sp>
      <p:sp>
        <p:nvSpPr>
          <p:cNvPr id="116" name="Shape 114"/>
          <p:cNvSpPr/>
          <p:nvPr/>
        </p:nvSpPr>
        <p:spPr>
          <a:xfrm>
            <a:off x="15983712" y="9076331"/>
            <a:ext cx="1645920" cy="552301"/>
          </a:xfrm>
          <a:prstGeom prst="roundRect">
            <a:avLst>
              <a:gd name="adj" fmla="val 28000"/>
            </a:avLst>
          </a:prstGeom>
          <a:solidFill>
            <a:srgbClr val="FFFFFF">
              <a:alpha val="82000"/>
            </a:srgbClr>
          </a:solidFill>
          <a:ln/>
        </p:spPr>
      </p:sp>
      <p:pic>
        <p:nvPicPr>
          <p:cNvPr id="117" name="Moda image moda-export-watermark-5ac76e2b-cb4b-43bc-8413-8d2f19e73821"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2026-10-29T08:16:19Z</dcterms:created>
  <dcterms:modified xsi:type="dcterms:W3CDTF">2026-10-29T08:16:19Z</dcterms:modified>
</cp:coreProperties>
</file>