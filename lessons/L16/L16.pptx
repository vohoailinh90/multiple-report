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8288000" cy="10287000"/>
  <p:notesSz cx="10287000" cy="18288000"/>
  <p:embeddedFontLst>
    <p:embeddedFont>
      <p:font typeface="Be Vietnam Pro"/>
      <p:regular r:id="rId46"/>
      <p:bold r:id="rId43"/>
    </p:embeddedFont>
    <p:embeddedFont>
      <p:font typeface="Bricolage Grotesque ExtraBold"/>
      <p:regular r:id="rId44"/>
    </p:embeddedFont>
    <p:embeddedFont>
      <p:font typeface="Be Vietnam Pro SemiBold"/>
      <p:regular r:id="rId45"/>
    </p:embeddedFont>
    <p:embeddedFont>
      <p:font typeface="Be Vietnam Pro ExtraBold"/>
      <p:regular r:id="rId47"/>
    </p:embeddedFont>
    <p:embeddedFont>
      <p:font typeface="Be Vietnam Pro Medium"/>
      <p:regular r:id="rId4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Relationship Id="rId43" Type="http://schemas.openxmlformats.org/officeDocument/2006/relationships/font" Target="fonts/font1.fntdata"/><Relationship Id="rId44" Type="http://schemas.openxmlformats.org/officeDocument/2006/relationships/font" Target="fonts/font2.fntdata"/><Relationship Id="rId45" Type="http://schemas.openxmlformats.org/officeDocument/2006/relationships/font" Target="fonts/font3.fntdata"/><Relationship Id="rId46" Type="http://schemas.openxmlformats.org/officeDocument/2006/relationships/font" Target="fonts/font4.fntdata"/><Relationship Id="rId47" Type="http://schemas.openxmlformats.org/officeDocument/2006/relationships/font" Target="fonts/font5.fntdata"/><Relationship Id="rId4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430250" y="3714750"/>
            <a:ext cx="1714500" cy="171450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2620625" y="2905125"/>
            <a:ext cx="3333750" cy="333375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11000" y="2095500"/>
            <a:ext cx="4953000" cy="495300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001375" y="1285875"/>
            <a:ext cx="6572250" cy="657225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191750" y="476250"/>
            <a:ext cx="8191500" cy="819150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82125" y="-333375"/>
            <a:ext cx="9810750" cy="9810750"/>
          </a:xfrm>
          <a:prstGeom prst="ellipse">
            <a:avLst/>
          </a:prstGeom>
          <a:noFill/>
          <a:ln w="3810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039850" y="4324350"/>
            <a:ext cx="495300" cy="495300"/>
          </a:xfrm>
          <a:prstGeom prst="ellipse">
            <a:avLst/>
          </a:prstGeom>
          <a:solidFill>
            <a:srgbClr val="FF6A4D">
              <a:alpha val="7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KỸ</a:t>
            </a:r>
            <a:r>
              <a:rPr lang="en-US" sz="2100" b="1" spc="4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b="1" spc="4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spc="4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b="1" spc="4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14400" y="1619250"/>
            <a:ext cx="14287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Bot:</a:t>
            </a:r>
            <a:r>
              <a:rPr lang="en-US" sz="81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r>
              <a:rPr lang="en-US" sz="81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agent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</a:t>
            </a:r>
            <a:endParaRPr lang="en-US" sz="8100" dirty="0"/>
          </a:p>
        </p:txBody>
      </p:sp>
      <p:sp>
        <p:nvSpPr>
          <p:cNvPr id="11" name="Text 9"/>
          <p:cNvSpPr/>
          <p:nvPr/>
        </p:nvSpPr>
        <p:spPr>
          <a:xfrm>
            <a:off x="914400" y="561975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Agent</a:t>
            </a:r>
            <a:r>
              <a:rPr lang="en-US" sz="33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AI</a:t>
            </a:r>
            <a:r>
              <a:rPr lang="en-US" sz="330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30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3300" dirty="0" spc="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300" dirty="0" spc="-4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r>
              <a:rPr lang="en-US" sz="3300" dirty="0" spc="1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3300" dirty="0" spc="-2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3300" dirty="0" spc="-1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máy:</a:t>
            </a:r>
            <a:r>
              <a:rPr lang="en-US" sz="3300" dirty="0" spc="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đáng</a:t>
            </a:r>
            <a:r>
              <a:rPr lang="en-US" sz="3300" dirty="0" spc="-4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tiền</a:t>
            </a:r>
            <a:r>
              <a:rPr lang="en-US" sz="3300" dirty="0" spc="5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3300" dirty="0" spc="1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đâu?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91440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110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509587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6257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277350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44050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Routine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connector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458825" y="7429500"/>
            <a:ext cx="3914775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25525" y="7429500"/>
            <a:ext cx="3381375" cy="161925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16551bb-2628-472f-a2bd-4b74e3a11a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 hỏi của</a:t>
            </a:r>
            <a:r>
              <a:rPr lang="en-US" sz="5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9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đáng</a:t>
            </a:r>
            <a:r>
              <a:rPr lang="en-US" sz="69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không,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đâu,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nó?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[S9]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52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02/36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9f5d3897-ecf9-4336-9b44-ed916ec12c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57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bài: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 khối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agent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1492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511492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549592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549592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549592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routine,</a:t>
            </a:r>
            <a:r>
              <a:rPr lang="en-US" sz="25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connector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15450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9315450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9696450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 nhiêu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9696450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nằm</a:t>
            </a:r>
            <a:r>
              <a:rPr lang="en-US" sz="25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5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 giá còn</a:t>
            </a:r>
            <a:r>
              <a:rPr lang="en-US" sz="25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3515975" y="3048000"/>
            <a:ext cx="3857625" cy="4953000"/>
          </a:xfrm>
          <a:prstGeom prst="roundRect">
            <a:avLst>
              <a:gd name="adj" fmla="val 6914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3515975" y="3048000"/>
            <a:ext cx="3857625" cy="152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13896975" y="3543300"/>
            <a:ext cx="3095625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13896975" y="4857750"/>
            <a:ext cx="3095625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Rủi</a:t>
            </a:r>
            <a:r>
              <a:rPr lang="en-US" sz="27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7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3896975" y="6000750"/>
            <a:ext cx="3095625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381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03/36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173ccae3-d117-441c-aa12-6944252b2a9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mang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Bot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đồng</a:t>
            </a:r>
            <a:r>
              <a:rPr lang="en-US" sz="30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đội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việc,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0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30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30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đám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mây,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0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30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30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câu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máy;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mô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tả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Đừng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300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chiếu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30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 [S9]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609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04/36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65123664-c203-4a43-9f55-e1bd415ca8d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57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2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Grok</a:t>
            </a:r>
            <a:r>
              <a:rPr lang="en-US" sz="28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của xAI,</a:t>
            </a:r>
            <a:r>
              <a:rPr lang="en-US" sz="28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nghiệm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early</a:t>
            </a:r>
            <a:r>
              <a:rPr lang="en-US" sz="28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beta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)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11/08/2026</a:t>
            </a: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[S8]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b="1" dirty="0" spc="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8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laptop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[S8]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xAI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[S15]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Alarcon: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4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24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đám</a:t>
            </a:r>
            <a:r>
              <a:rPr lang="en-US" sz="24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mây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24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duyệt,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file,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terminal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nhận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việc,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4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thao</a:t>
            </a: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tác,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chatbot</a:t>
            </a:r>
            <a:r>
              <a:rPr lang="en-US" sz="24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câu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38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a94065de-d8e2-4b55-b8e5-5873a9c68e0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Chatbot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 nào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DDE3F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Chatbot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1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31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dừng,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1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Bot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1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1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31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file,</a:t>
            </a:r>
            <a:r>
              <a:rPr lang="en-US" sz="31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</a:t>
            </a:r>
            <a:r>
              <a:rPr lang="en-US" sz="31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vắng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Hợp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Bot: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lặp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lại,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laptop,</a:t>
            </a:r>
            <a:r>
              <a:rPr lang="en-US" sz="2850" dirty="0" spc="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2850" dirty="0" spc="-3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66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0dc743ca-92ad-4ca0-8a94-71aa7f9c98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57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 từ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r>
              <a:rPr lang="en-US" sz="57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mắt</a:t>
            </a:r>
            <a:endParaRPr lang="en-US" sz="5700" dirty="0"/>
          </a:p>
        </p:txBody>
      </p:sp>
      <p:sp>
        <p:nvSpPr>
          <p:cNvPr id="3" name="Connector line-1792595860840-273173011"/>
          <p:cNvSpPr/>
          <p:nvPr/>
        </p:nvSpPr>
        <p:spPr>
          <a:xfrm>
            <a:off x="914400" y="5810250"/>
            <a:ext cx="16459200" cy="0"/>
          </a:xfrm>
          <a:prstGeom prst="line">
            <a:avLst/>
          </a:prstGeom>
          <a:noFill/>
          <a:ln w="57150">
            <a:solidFill>
              <a:srgbClr val="9AA0B5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2724150" y="5562600"/>
            <a:ext cx="495300" cy="4953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5" name="Connector line-1792595860841-874833433"/>
          <p:cNvSpPr/>
          <p:nvPr/>
        </p:nvSpPr>
        <p:spPr>
          <a:xfrm flipV="1">
            <a:off x="2971800" y="5238750"/>
            <a:ext cx="0" cy="32385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04900" y="342900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11/08/2026:</a:t>
            </a:r>
            <a:r>
              <a:rPr lang="en-US" sz="2700" dirty="0" spc="-2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beta,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ban</a:t>
            </a:r>
            <a:r>
              <a:rPr lang="en-US" sz="27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7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cao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6838950" y="5562600"/>
            <a:ext cx="495300" cy="4953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8" name="Connector line-1792595860845-103125983"/>
          <p:cNvSpPr/>
          <p:nvPr/>
        </p:nvSpPr>
        <p:spPr>
          <a:xfrm>
            <a:off x="7086600" y="6057900"/>
            <a:ext cx="0" cy="32385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219700" y="638175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12/08/2026: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Gigazine</a:t>
            </a:r>
            <a:r>
              <a:rPr lang="en-US" sz="2700" dirty="0" spc="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đưa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70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</a:t>
            </a:r>
            <a:r>
              <a:rPr lang="en-US" sz="27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dưới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</a:t>
            </a: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SpaceXAI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0953750" y="556260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1" name="Connector line-1792595860849-759354975"/>
          <p:cNvSpPr/>
          <p:nvPr/>
        </p:nvSpPr>
        <p:spPr>
          <a:xfrm flipV="1">
            <a:off x="11201400" y="5238750"/>
            <a:ext cx="0" cy="3238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9334500" y="342900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26/08/2026: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mọi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7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SuperGrok,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2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</a:t>
            </a:r>
            <a:r>
              <a:rPr lang="en-US" sz="27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4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Teams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15068550" y="5562600"/>
            <a:ext cx="495300" cy="495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Connector line-1792595860852-798846787"/>
          <p:cNvSpPr/>
          <p:nvPr/>
        </p:nvSpPr>
        <p:spPr>
          <a:xfrm>
            <a:off x="15316200" y="6057900"/>
            <a:ext cx="0" cy="3238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13449300" y="6381750"/>
            <a:ext cx="37338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17/10/2026: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cập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nhật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lớn,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chợ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connector</a:t>
            </a:r>
            <a:r>
              <a:rPr lang="en-US" sz="2700" dirty="0" spc="-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Chat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 [S14]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295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Shape 2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07/36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30359fc1-2f3a-4d8b-8c1a-c062d09a698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mây: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57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xuống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16459200" cy="1381125"/>
          </a:xfrm>
          <a:prstGeom prst="roundRect">
            <a:avLst>
              <a:gd name="adj" fmla="val 15172"/>
            </a:avLst>
          </a:prstGeom>
          <a:solidFill>
            <a:srgbClr val="DDE3FA"/>
          </a:solidFill>
          <a:ln w="38100">
            <a:solidFill>
              <a:srgbClr val="1F3FD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95400" y="2857500"/>
            <a:ext cx="156972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Bạn: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qua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</a:t>
            </a:r>
            <a:r>
              <a:rPr lang="en-US" sz="28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581150" y="4391025"/>
            <a:ext cx="15125700" cy="1381125"/>
          </a:xfrm>
          <a:prstGeom prst="roundRect">
            <a:avLst>
              <a:gd name="adj" fmla="val 15172"/>
            </a:avLst>
          </a:prstGeom>
          <a:solidFill>
            <a:srgbClr val="F3DFB8"/>
          </a:solidFill>
          <a:ln w="38100">
            <a:solidFill>
              <a:srgbClr val="B4530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62150" y="4391025"/>
            <a:ext cx="143637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Bot: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2247900" y="5924550"/>
            <a:ext cx="13792200" cy="1381125"/>
          </a:xfrm>
          <a:prstGeom prst="roundRect">
            <a:avLst>
              <a:gd name="adj" fmla="val 15172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28900" y="5924550"/>
            <a:ext cx="130302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chung: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file,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terminal,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2914650" y="7458075"/>
            <a:ext cx="12458700" cy="1381125"/>
          </a:xfrm>
          <a:prstGeom prst="roundRect">
            <a:avLst>
              <a:gd name="adj" fmla="val 15172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5650" y="7458075"/>
            <a:ext cx="11696700" cy="1381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Firecracker</a:t>
            </a:r>
            <a:r>
              <a:rPr lang="en-US" sz="28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microVM: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nhân,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b="1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524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08/36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2cbd8d5-b747-40e9-884b-eacd4f1703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 một</a:t>
            </a:r>
            <a:r>
              <a:rPr lang="en-US" sz="57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máy,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máy?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262C4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42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 mô</a:t>
            </a:r>
            <a:r>
              <a:rPr lang="en-US" sz="42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tiêu</a:t>
            </a:r>
            <a:r>
              <a:rPr lang="en-US" sz="31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31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Gigazine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1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r>
              <a:rPr lang="en-US" sz="31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khiển</a:t>
            </a: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PC</a:t>
            </a: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31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31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riêng;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Mem0</a:t>
            </a: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1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duyệt,</a:t>
            </a:r>
            <a:r>
              <a:rPr lang="en-US" sz="31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file,</a:t>
            </a:r>
            <a:r>
              <a:rPr lang="en-US" sz="31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terminal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3A22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9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42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42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31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1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</a:t>
            </a:r>
            <a:r>
              <a:rPr lang="en-US" sz="31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 hình</a:t>
            </a:r>
            <a:r>
              <a:rPr lang="en-US" sz="31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</a:t>
            </a:r>
            <a:r>
              <a:rPr lang="en-US" sz="31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5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luận: khi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 thì</a:t>
            </a:r>
            <a:r>
              <a:rPr lang="en-US" sz="28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tài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28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8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52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988f0f02-61fe-4548-baef-59c6a8717b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đám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mây: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Nơi</a:t>
            </a:r>
            <a:r>
              <a:rPr lang="en-US" sz="2100" dirty="0" spc="-1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Máy</a:t>
            </a:r>
            <a:r>
              <a:rPr lang="en-US" sz="2550" dirty="0" spc="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đám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mây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do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Cursor</a:t>
            </a:r>
            <a:r>
              <a:rPr lang="en-US" sz="2550" dirty="0" spc="2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lưu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trữ;</a:t>
            </a:r>
            <a:r>
              <a:rPr lang="en-US" sz="255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on-premises</a:t>
            </a:r>
            <a:r>
              <a:rPr lang="en-US" sz="25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tự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mang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image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Cô</a:t>
            </a:r>
            <a:r>
              <a:rPr lang="en-US" sz="2100" dirty="0" spc="-2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lập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Mỗi</a:t>
            </a:r>
            <a:r>
              <a:rPr lang="en-US" sz="2550" dirty="0" spc="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550" dirty="0" spc="-2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Firecracker microVM</a:t>
            </a:r>
            <a:r>
              <a:rPr lang="en-US" sz="2550" dirty="0" spc="-1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với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nhân</a:t>
            </a:r>
            <a:r>
              <a:rPr lang="en-US" sz="2550" dirty="0" spc="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riêng;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các</a:t>
            </a:r>
            <a:r>
              <a:rPr lang="en-US" sz="2550" dirty="0" spc="-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Bot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550" dirty="0" spc="7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người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dùng chung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máy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Phiên</a:t>
            </a:r>
            <a:r>
              <a:rPr lang="en-US" sz="210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</a:t>
            </a:r>
            <a:r>
              <a:rPr lang="en-US" sz="210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nhập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Có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1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rơi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khi</a:t>
            </a:r>
            <a:r>
              <a:rPr lang="en-US" sz="2550" dirty="0" spc="-1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máy</a:t>
            </a:r>
            <a:r>
              <a:rPr lang="en-US" sz="2550" dirty="0" spc="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được</a:t>
            </a:r>
            <a:r>
              <a:rPr lang="en-US" sz="2550" dirty="0" spc="-9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tạo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lại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sau</a:t>
            </a:r>
            <a:r>
              <a:rPr lang="en-US" sz="2550" dirty="0" spc="-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cập</a:t>
            </a:r>
            <a:r>
              <a:rPr lang="en-US" sz="2550" dirty="0" spc="-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nhật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image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hoặc</a:t>
            </a:r>
            <a:r>
              <a:rPr lang="en-US" sz="2550" dirty="0" spc="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đổi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chính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sách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Quản</a:t>
            </a:r>
            <a:r>
              <a:rPr lang="en-US" sz="2100" dirty="0" spc="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6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Team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Setup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Enterprise;</a:t>
            </a:r>
            <a:r>
              <a:rPr lang="en-US" sz="2550" dirty="0" spc="6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nguồn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dữ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liệu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EDR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cho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khách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hàng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Hạn</a:t>
            </a:r>
            <a:r>
              <a:rPr lang="en-US" sz="2100" dirty="0" spc="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mức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Có</a:t>
            </a:r>
            <a:r>
              <a:rPr lang="en-US" sz="2550" dirty="0" spc="-5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hạn</a:t>
            </a:r>
            <a:r>
              <a:rPr lang="en-US" sz="2550" dirty="0" spc="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mức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hằng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tuần</a:t>
            </a:r>
            <a:r>
              <a:rPr lang="en-US" sz="2550" dirty="0" spc="1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nhưng</a:t>
            </a:r>
            <a:r>
              <a:rPr lang="en-US" sz="2550" dirty="0" spc="-2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550" dirty="0" spc="-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công bố</a:t>
            </a:r>
            <a:r>
              <a:rPr lang="en-US" sz="2550" dirty="0" spc="13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mức</a:t>
            </a:r>
            <a:r>
              <a:rPr lang="en-US" sz="2550" dirty="0" spc="0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cụ</a:t>
            </a:r>
            <a:r>
              <a:rPr lang="en-US" sz="2550" dirty="0" spc="-4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1" kern="0">
                <a:solidFill>
                  <a:srgbClr val="14161C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6B6A66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[S6]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981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10/36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2f4eb2ee-df7a-4185-8592-bb7d4a0820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57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Giao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việc: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@Bot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chat</a:t>
            </a:r>
            <a:endParaRPr lang="en-US" sz="2700" dirty="0"/>
          </a:p>
        </p:txBody>
      </p:sp>
      <p:sp>
        <p:nvSpPr>
          <p:cNvPr id="7" name="Connector line-1792598178409-474757989"/>
          <p:cNvSpPr/>
          <p:nvPr/>
        </p:nvSpPr>
        <p:spPr>
          <a:xfrm>
            <a:off x="37528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43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9150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4629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648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Bot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làm:</a:t>
            </a: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70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70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đám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mây</a:t>
            </a:r>
            <a:endParaRPr lang="en-US" sz="2700" dirty="0"/>
          </a:p>
        </p:txBody>
      </p:sp>
      <p:sp>
        <p:nvSpPr>
          <p:cNvPr id="12" name="Connector line-1792598178412-840843808"/>
          <p:cNvSpPr/>
          <p:nvPr/>
        </p:nvSpPr>
        <p:spPr>
          <a:xfrm>
            <a:off x="7172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62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8625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8048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8067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700" dirty="0" spc="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hỏi: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tùy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luật</a:t>
            </a:r>
            <a:r>
              <a:rPr lang="en-US" sz="2700" dirty="0" spc="-2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endParaRPr lang="en-US" sz="2700" dirty="0"/>
          </a:p>
        </p:txBody>
      </p:sp>
      <p:sp>
        <p:nvSpPr>
          <p:cNvPr id="17" name="Connector line-1792598178416-856026995"/>
          <p:cNvSpPr/>
          <p:nvPr/>
        </p:nvSpPr>
        <p:spPr>
          <a:xfrm>
            <a:off x="10601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191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77625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11477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96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r>
              <a:rPr lang="en-US" sz="27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quyết: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lần,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chối,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luôn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endParaRPr lang="en-US" sz="2700" dirty="0"/>
          </a:p>
        </p:txBody>
      </p:sp>
      <p:sp>
        <p:nvSpPr>
          <p:cNvPr id="22" name="Connector line-1792598178419-972057252"/>
          <p:cNvSpPr/>
          <p:nvPr/>
        </p:nvSpPr>
        <p:spPr>
          <a:xfrm>
            <a:off x="140208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61135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9710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48971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91615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5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quả: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</a:t>
            </a:r>
            <a:r>
              <a:rPr lang="en-US" sz="270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 ghi</a:t>
            </a: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hoạt</a:t>
            </a: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 [S18]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09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5019477e-55de-4553-8124-48429bd72eb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cách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Chat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nhắc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@Bot,</a:t>
            </a:r>
            <a:r>
              <a:rPr lang="en-US" sz="25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55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lưu,</a:t>
            </a:r>
            <a:r>
              <a:rPr lang="en-US" sz="2550" dirty="0" spc="4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mới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68961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68961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quả,</a:t>
            </a:r>
            <a:r>
              <a:rPr lang="en-US" sz="255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@everyone</a:t>
            </a:r>
            <a:r>
              <a:rPr lang="en-US" sz="25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tất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6800" y="4857750"/>
            <a:ext cx="44958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Routine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496800" y="6000750"/>
            <a:ext cx="44958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lại,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có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5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alias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email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438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12/36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7" name="Moda image moda-export-watermark-3c474ba1-571f-43d0-91a3-2352033b15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Chat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nhóm:</a:t>
            </a:r>
            <a:r>
              <a:rPr lang="en-US" sz="57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r>
              <a:rPr lang="en-US" sz="57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khiển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chat,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@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nhắc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Bot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routine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connector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,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 có thể</a:t>
            </a:r>
            <a:r>
              <a:rPr lang="en-US" sz="2850" dirty="0" spc="4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mới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làm;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Stop now</a:t>
            </a:r>
            <a:r>
              <a:rPr lang="en-US" sz="285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thoại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cụ,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tính,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phê</a:t>
            </a:r>
            <a:r>
              <a:rPr lang="en-US" sz="285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;</a:t>
            </a:r>
            <a:r>
              <a:rPr lang="en-US" sz="2850" dirty="0" spc="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iOS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8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vắng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[S2]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khung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chat</a:t>
            </a:r>
            <a:r>
              <a:rPr lang="en-US" sz="24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4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sáu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nhắc,</a:t>
            </a:r>
            <a:r>
              <a:rPr lang="en-US" sz="24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giao,</a:t>
            </a:r>
            <a:r>
              <a:rPr lang="en-US" sz="24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dẫn,</a:t>
            </a:r>
            <a:r>
              <a:rPr lang="en-US" sz="240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Stop</a:t>
            </a:r>
            <a:r>
              <a:rPr lang="en-US" sz="24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now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hoàn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tác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[S14]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67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13/36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6c5715c9-ed4c-417a-b060-1be07527675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Phê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duyệt: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57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được,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phải</a:t>
            </a:r>
            <a:r>
              <a:rPr lang="en-US" sz="57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57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đảm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2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Allow</a:t>
            </a:r>
            <a:r>
              <a:rPr lang="en-US" sz="3000" dirty="0" spc="-1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once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 lần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38004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8004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3800475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2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Deny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3800475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483870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83870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4838700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3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Always</a:t>
            </a:r>
            <a:r>
              <a:rPr lang="en-US" sz="3000" dirty="0" spc="-1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allow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4838700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luôn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587692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587692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876925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Auto</a:t>
            </a:r>
            <a:r>
              <a:rPr lang="en-US" sz="3000" dirty="0" spc="-4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Review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5876925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trước;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chạy,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đòi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69151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69151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915150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Ask</a:t>
            </a:r>
            <a:r>
              <a:rPr lang="en-US" sz="3000" dirty="0" spc="-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first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81900" y="6915150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luật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endParaRPr lang="en-US" sz="2700" dirty="0"/>
          </a:p>
        </p:txBody>
      </p:sp>
      <p:sp>
        <p:nvSpPr>
          <p:cNvPr id="23" name="Shape 21"/>
          <p:cNvSpPr/>
          <p:nvPr/>
        </p:nvSpPr>
        <p:spPr>
          <a:xfrm>
            <a:off x="914400" y="79533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79533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5" name="Text 23"/>
          <p:cNvSpPr/>
          <p:nvPr/>
        </p:nvSpPr>
        <p:spPr>
          <a:xfrm>
            <a:off x="1295400" y="7953375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1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Giới</a:t>
            </a:r>
            <a:r>
              <a:rPr lang="en-US" sz="30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hạn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81900" y="7953375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phụ; giảm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[S16]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895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31185e67-cb50-4e23-88ef-955ceb0491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Connector: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57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5700" dirty="0"/>
          </a:p>
        </p:txBody>
      </p:sp>
      <p:sp>
        <p:nvSpPr>
          <p:cNvPr id="3" name="Connector line-1792595923792-522310735"/>
          <p:cNvSpPr/>
          <p:nvPr/>
        </p:nvSpPr>
        <p:spPr>
          <a:xfrm flipH="1" flipV="1">
            <a:off x="3619500" y="3619500"/>
            <a:ext cx="5524500" cy="200025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4" name="Connector line-1792595923792-885152102"/>
          <p:cNvSpPr/>
          <p:nvPr/>
        </p:nvSpPr>
        <p:spPr>
          <a:xfrm flipV="1">
            <a:off x="9144000" y="3619500"/>
            <a:ext cx="5524500" cy="200025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5" name="Connector line-1792595923792-2509999"/>
          <p:cNvSpPr/>
          <p:nvPr/>
        </p:nvSpPr>
        <p:spPr>
          <a:xfrm flipH="1">
            <a:off x="3619500" y="5619750"/>
            <a:ext cx="5524500" cy="200025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Connector line-1792595923792-179455019"/>
          <p:cNvSpPr/>
          <p:nvPr/>
        </p:nvSpPr>
        <p:spPr>
          <a:xfrm>
            <a:off x="9144000" y="5619750"/>
            <a:ext cx="5524500" cy="20002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33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047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550" b="1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Teams: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tìm,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2550" b="1" dirty="0" spc="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96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Salesforce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SharePoint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connector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096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Email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alias: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kích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 routine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 [S14]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24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cdf0f74f-25f5-4066-805c-400f286b9b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riêng: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gói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b="1" dirty="0" spc="-2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Grok</a:t>
            </a:r>
            <a:r>
              <a:rPr lang="en-US" sz="2850" b="1" dirty="0" spc="-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riêng:</a:t>
            </a:r>
            <a:r>
              <a:rPr lang="en-US" sz="28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đường: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</a:t>
            </a:r>
            <a:r>
              <a:rPr lang="en-US" sz="28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8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Subscription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(Premium,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Super,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Ultra),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(Pro, Pro+,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Ultra,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Teams),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SuperGrok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Premium+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cũ,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Business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[S17]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cộng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dồn: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 tuần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bể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[S17]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thêm,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[S11]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5478" rIns="0" bIns="-15478" rtlCol="0" anchor="t"/>
          <a:lstStyle/>
          <a:p>
            <a:pPr algn="l" indent="0" marL="0">
              <a:lnSpc>
                <a:spcPts val="2379"/>
              </a:lnSpc>
              <a:buNone/>
            </a:pPr>
            <a:r>
              <a:rPr lang="en-US" sz="19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Subscription,</a:t>
            </a:r>
            <a:r>
              <a:rPr lang="en-US" sz="19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19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cũ,</a:t>
            </a:r>
            <a:r>
              <a:rPr lang="en-US" sz="19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liên</a:t>
            </a:r>
            <a:r>
              <a:rPr lang="en-US" sz="195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19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SuperGrok,</a:t>
            </a:r>
            <a:r>
              <a:rPr lang="en-US" sz="19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Grok</a:t>
            </a:r>
            <a:r>
              <a:rPr lang="en-US" sz="19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Business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4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24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bể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hằng</a:t>
            </a: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tuần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gói</a:t>
            </a:r>
            <a:r>
              <a:rPr lang="en-US" sz="24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có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4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đủ,</a:t>
            </a:r>
            <a:r>
              <a:rPr lang="en-US" sz="240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đừng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mua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thêm</a:t>
            </a:r>
            <a:r>
              <a:rPr lang="en-US" sz="24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vội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52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2d9af0ac-9550-4afc-b3bf-55c5e5a57b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 vào</a:t>
            </a:r>
            <a:r>
              <a:rPr lang="en-US" sz="57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Grok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The</a:t>
            </a:r>
            <a:r>
              <a:rPr lang="en-US" sz="30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X Subscription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Premium,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Super,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Ultra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Bot; Plus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4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Free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không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38004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8004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3800475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Gói</a:t>
            </a:r>
            <a:r>
              <a:rPr lang="en-US" sz="30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Cursor</a:t>
            </a:r>
            <a:r>
              <a:rPr lang="en-US" sz="30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3800475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Pro,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Pro+,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Ultra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700" dirty="0" spc="-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Teams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 vụ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483870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483870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4838700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Liên</a:t>
            </a:r>
            <a:r>
              <a:rPr lang="en-US" sz="3000" dirty="0" spc="-3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kết</a:t>
            </a:r>
            <a:r>
              <a:rPr lang="en-US" sz="300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tài</a:t>
            </a:r>
            <a:r>
              <a:rPr lang="en-US" sz="30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khoản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4838700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SuperGrok,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Plus,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Heavy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Premium+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87692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587692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876925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Chỗ</a:t>
            </a:r>
            <a:r>
              <a:rPr lang="en-US" sz="3000" dirty="0" spc="-1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Grok</a:t>
            </a:r>
            <a:r>
              <a:rPr lang="en-US" sz="30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Business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5876925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gán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14400" y="6915150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6915150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1" name="Text 19"/>
          <p:cNvSpPr/>
          <p:nvPr/>
        </p:nvSpPr>
        <p:spPr>
          <a:xfrm>
            <a:off x="1295400" y="6915150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3000" dirty="0" spc="-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cộng dồn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81900" y="6915150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 nhiều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700" dirty="0"/>
          </a:p>
        </p:txBody>
      </p:sp>
      <p:sp>
        <p:nvSpPr>
          <p:cNvPr id="23" name="Shape 21"/>
          <p:cNvSpPr/>
          <p:nvPr/>
        </p:nvSpPr>
        <p:spPr>
          <a:xfrm>
            <a:off x="914400" y="7953375"/>
            <a:ext cx="16459200" cy="904875"/>
          </a:xfrm>
          <a:prstGeom prst="roundRect">
            <a:avLst>
              <a:gd name="adj" fmla="val 21053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7953375"/>
            <a:ext cx="133350" cy="904875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5" name="Text 23"/>
          <p:cNvSpPr/>
          <p:nvPr/>
        </p:nvSpPr>
        <p:spPr>
          <a:xfrm>
            <a:off x="1295400" y="7953375"/>
            <a:ext cx="5905500" cy="904875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Giá</a:t>
            </a:r>
            <a:r>
              <a:rPr lang="en-US" sz="300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chỗ</a:t>
            </a:r>
            <a:r>
              <a:rPr lang="en-US" sz="3000" dirty="0" spc="-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nhóm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81900" y="7953375"/>
            <a:ext cx="95250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$30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Premium,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$100 Super, $200</a:t>
            </a:r>
            <a:r>
              <a:rPr lang="en-US" sz="24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Ultra;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ghi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gói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581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3d9f65d5-8baf-4f27-8e9b-c3f781a1c0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Gói</a:t>
            </a:r>
            <a:r>
              <a:rPr lang="en-US" sz="57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r>
              <a:rPr lang="en-US" sz="57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57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57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 nào</a:t>
            </a:r>
            <a:endParaRPr lang="en-US" sz="5700" dirty="0"/>
          </a:p>
        </p:txBody>
      </p:sp>
      <p:sp>
        <p:nvSpPr>
          <p:cNvPr id="3" name="Connector line-1792616719372-85954674"/>
          <p:cNvSpPr/>
          <p:nvPr/>
        </p:nvSpPr>
        <p:spPr>
          <a:xfrm>
            <a:off x="914400" y="5810250"/>
            <a:ext cx="16459200" cy="0"/>
          </a:xfrm>
          <a:prstGeom prst="line">
            <a:avLst/>
          </a:prstGeom>
          <a:noFill/>
          <a:ln w="571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4" name="Shape 2"/>
          <p:cNvSpPr/>
          <p:nvPr/>
        </p:nvSpPr>
        <p:spPr>
          <a:xfrm>
            <a:off x="3409950" y="55626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5" name="Connector line-1792616719373-296613881"/>
          <p:cNvSpPr/>
          <p:nvPr/>
        </p:nvSpPr>
        <p:spPr>
          <a:xfrm flipV="1">
            <a:off x="3657600" y="5238750"/>
            <a:ext cx="0" cy="32385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04900" y="3429000"/>
            <a:ext cx="51054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7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Ra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mắt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11/08: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cao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nhất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8896350" y="5562600"/>
            <a:ext cx="495300" cy="4953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8" name="Connector line-1792616719374-986569685"/>
          <p:cNvSpPr/>
          <p:nvPr/>
        </p:nvSpPr>
        <p:spPr>
          <a:xfrm>
            <a:off x="9144000" y="6057900"/>
            <a:ext cx="0" cy="3238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6591300" y="6381750"/>
            <a:ext cx="51054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26/08: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mọi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 SuperGrok,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Pro,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4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Teams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14382750" y="5562600"/>
            <a:ext cx="495300" cy="4953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Connector line-1792616719376-264157113"/>
          <p:cNvSpPr/>
          <p:nvPr/>
        </p:nvSpPr>
        <p:spPr>
          <a:xfrm flipV="1">
            <a:off x="14630400" y="5238750"/>
            <a:ext cx="0" cy="32385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12077700" y="3429000"/>
            <a:ext cx="510540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Nay: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Subscription</a:t>
            </a:r>
            <a:r>
              <a:rPr lang="en-US" sz="2700" dirty="0" spc="-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cũ;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Cursor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10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f3c624d3-f6bf-409c-9c27-1c427315dd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57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thử,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57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57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tiêu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262C4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Dùng</a:t>
            </a:r>
            <a:r>
              <a:rPr lang="en-US" sz="42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0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30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[S10],</a:t>
            </a:r>
            <a:r>
              <a:rPr lang="en-US" sz="30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30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[S11];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30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300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0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30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30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bảy</a:t>
            </a:r>
            <a:r>
              <a:rPr lang="en-US" sz="30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30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không</a:t>
            </a: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4A3A22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</a:t>
            </a: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tiêu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bể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tuần</a:t>
            </a:r>
            <a:r>
              <a:rPr lang="en-US" sz="31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31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[S17];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trần</a:t>
            </a:r>
            <a:r>
              <a:rPr lang="en-US" sz="31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1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31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[S1];</a:t>
            </a:r>
            <a:r>
              <a:rPr lang="en-US" sz="31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1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1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1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31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1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31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2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Lưu</a:t>
            </a:r>
            <a:r>
              <a:rPr lang="en-US" sz="28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ý: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ngưỡng</a:t>
            </a:r>
            <a:r>
              <a:rPr lang="en-US" sz="2850" dirty="0" spc="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cứng,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8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8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85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vượt</a:t>
            </a:r>
            <a:r>
              <a:rPr lang="en-US" sz="28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chút;</a:t>
            </a:r>
            <a:r>
              <a:rPr lang="en-US" sz="285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</a:t>
            </a:r>
            <a:r>
              <a:rPr lang="en-US" sz="28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8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8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8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[S6]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[S6]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[S10] [S11]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38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85333477-b780-4bf6-83e2-9f77631a969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57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3812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422" dirty="0"/>
          </a:p>
        </p:txBody>
      </p:sp>
      <p:sp>
        <p:nvSpPr>
          <p:cNvPr id="4" name="Shape 2"/>
          <p:cNvSpPr/>
          <p:nvPr/>
        </p:nvSpPr>
        <p:spPr>
          <a:xfrm>
            <a:off x="2724150" y="24765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4765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Làm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nền,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laptop</a:t>
            </a: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bật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34766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422" dirty="0"/>
          </a:p>
        </p:txBody>
      </p:sp>
      <p:sp>
        <p:nvSpPr>
          <p:cNvPr id="7" name="Shape 5"/>
          <p:cNvSpPr/>
          <p:nvPr/>
        </p:nvSpPr>
        <p:spPr>
          <a:xfrm>
            <a:off x="2724150" y="35718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35718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Dùng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thật: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duyệt,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file,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terminal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422" dirty="0"/>
          </a:p>
        </p:txBody>
      </p:sp>
      <p:sp>
        <p:nvSpPr>
          <p:cNvPr id="10" name="Shape 8"/>
          <p:cNvSpPr/>
          <p:nvPr/>
        </p:nvSpPr>
        <p:spPr>
          <a:xfrm>
            <a:off x="2724150" y="466725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466725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Chạy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song,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đến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sáu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70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14400" y="566737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6422" dirty="0"/>
          </a:p>
        </p:txBody>
      </p:sp>
      <p:sp>
        <p:nvSpPr>
          <p:cNvPr id="13" name="Shape 11"/>
          <p:cNvSpPr/>
          <p:nvPr/>
        </p:nvSpPr>
        <p:spPr>
          <a:xfrm>
            <a:off x="2724150" y="576262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576262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Có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cổng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soát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27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được:</a:t>
            </a:r>
            <a:r>
              <a:rPr lang="en-US" sz="27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phê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duyệt,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Auto</a:t>
            </a:r>
            <a:r>
              <a:rPr lang="en-US" sz="2700" dirty="0" spc="-3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Review,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Ask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first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6762750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6422" dirty="0"/>
          </a:p>
        </p:txBody>
      </p:sp>
      <p:sp>
        <p:nvSpPr>
          <p:cNvPr id="16" name="Shape 14"/>
          <p:cNvSpPr/>
          <p:nvPr/>
        </p:nvSpPr>
        <p:spPr>
          <a:xfrm>
            <a:off x="2724150" y="6858000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3105150" y="6858000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Cô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lập</a:t>
            </a:r>
            <a:r>
              <a:rPr lang="en-US" sz="270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70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microVM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914400" y="7858125"/>
            <a:ext cx="1619250" cy="98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22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6422" dirty="0"/>
          </a:p>
        </p:txBody>
      </p:sp>
      <p:sp>
        <p:nvSpPr>
          <p:cNvPr id="19" name="Shape 17"/>
          <p:cNvSpPr/>
          <p:nvPr/>
        </p:nvSpPr>
        <p:spPr>
          <a:xfrm>
            <a:off x="2724150" y="7953375"/>
            <a:ext cx="14649450" cy="790575"/>
          </a:xfrm>
          <a:prstGeom prst="roundRect">
            <a:avLst>
              <a:gd name="adj" fmla="val 24096"/>
            </a:avLst>
          </a:prstGeom>
          <a:solidFill>
            <a:srgbClr val="E8E0CF"/>
          </a:solidFill>
          <a:ln/>
        </p:spPr>
      </p:sp>
      <p:sp>
        <p:nvSpPr>
          <p:cNvPr id="20" name="Text 18"/>
          <p:cNvSpPr/>
          <p:nvPr/>
        </p:nvSpPr>
        <p:spPr>
          <a:xfrm>
            <a:off x="3105150" y="7953375"/>
            <a:ext cx="14001750" cy="790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2700" dirty="0" spc="-4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Teams,</a:t>
            </a:r>
            <a:r>
              <a:rPr lang="en-US" sz="27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Salesforce,</a:t>
            </a: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SharePoint,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MCP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[S5]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267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20/36</a:t>
            </a:r>
            <a:endParaRPr lang="en-US" sz="1800" dirty="0"/>
          </a:p>
        </p:txBody>
      </p:sp>
      <p:sp>
        <p:nvSpPr>
          <p:cNvPr id="59" name="Shape 5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0" name="Moda image moda-export-watermark-4b904a72-c81d-49bf-918a-a3f1dc0c3e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Giá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57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57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nhất: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57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57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vắng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lịch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690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</a:t>
            </a:r>
            <a:r>
              <a:rPr lang="en-US" sz="69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1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laptop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495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21/36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cf4ae798-2aa2-4300-bad0-7059f71d49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 chung</a:t>
            </a: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b="1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85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bởi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dùng;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[S4]</a:t>
            </a:r>
            <a:r>
              <a:rPr lang="en-US" sz="28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Vellum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các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[S16]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 cấp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phê</a:t>
            </a:r>
            <a:r>
              <a:rPr lang="en-US" sz="2850" b="1" dirty="0" spc="-1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luật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Ask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first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hẹp.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24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4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đám</a:t>
            </a:r>
            <a:r>
              <a:rPr lang="en-US" sz="24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mây</a:t>
            </a:r>
            <a:r>
              <a:rPr lang="en-US" sz="24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mỗi</a:t>
            </a:r>
            <a:r>
              <a:rPr lang="en-US" sz="24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6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Hệ</a:t>
            </a:r>
            <a:r>
              <a:rPr lang="en-US" sz="195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quả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file</a:t>
            </a:r>
            <a:r>
              <a:rPr lang="en-US" sz="24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4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bị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mọi</a:t>
            </a:r>
            <a:r>
              <a:rPr lang="en-US" sz="24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màn</a:t>
            </a:r>
            <a:r>
              <a:rPr lang="en-US" sz="24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 riêng</a:t>
            </a:r>
            <a:r>
              <a:rPr lang="en-US" sz="24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4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ranh</a:t>
            </a:r>
            <a:r>
              <a:rPr lang="en-US" sz="24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 bảo</a:t>
            </a:r>
            <a:r>
              <a:rPr lang="en-US" sz="24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[S16]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24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1eb186cf-4526-4704-bbbf-680139e4acd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57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yếu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Phiên</a:t>
            </a:r>
            <a:r>
              <a:rPr lang="en-US" sz="21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</a:t>
            </a:r>
            <a:r>
              <a:rPr lang="en-US" sz="21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nhập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Có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rơi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khi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máy</a:t>
            </a:r>
            <a:r>
              <a:rPr lang="en-US" sz="2550" dirty="0" spc="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được</a:t>
            </a:r>
            <a:r>
              <a:rPr lang="en-US" sz="2550" dirty="0" spc="-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tạo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lại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8652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648652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686752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Hạ</a:t>
            </a:r>
            <a:r>
              <a:rPr lang="en-US" sz="210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tầng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6752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Chỉ</a:t>
            </a:r>
            <a:r>
              <a:rPr lang="en-US" sz="2550" dirty="0" spc="-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trên</a:t>
            </a:r>
            <a:r>
              <a:rPr lang="en-US" sz="2550" dirty="0" spc="-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máy</a:t>
            </a:r>
            <a:r>
              <a:rPr lang="en-US" sz="2550" dirty="0" spc="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đám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mây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Cursor;</a:t>
            </a:r>
            <a:r>
              <a:rPr lang="en-US" sz="2550" dirty="0" spc="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on-premises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68175" y="272415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68175" y="272415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2449175" y="293370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Quản</a:t>
            </a:r>
            <a:r>
              <a:rPr lang="en-US" sz="2100" dirty="0" spc="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trị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449175" y="344805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Khóa</a:t>
            </a:r>
            <a:r>
              <a:rPr lang="en-US" sz="2400" dirty="0" spc="-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Auto</a:t>
            </a:r>
            <a:r>
              <a:rPr lang="en-US" sz="2400" dirty="0" spc="-3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Review</a:t>
            </a:r>
            <a:r>
              <a:rPr lang="en-US" sz="240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chỉ</a:t>
            </a:r>
            <a:r>
              <a:rPr lang="en-US" sz="24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ở</a:t>
            </a:r>
            <a:r>
              <a:rPr lang="en-US" sz="240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Enterprise;</a:t>
            </a:r>
            <a:r>
              <a:rPr lang="en-US" sz="2400" dirty="0" spc="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chưa</a:t>
            </a:r>
            <a:r>
              <a:rPr lang="en-US" sz="240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40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nguồn</a:t>
            </a:r>
            <a:r>
              <a:rPr lang="en-US" sz="240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dữ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liệu</a:t>
            </a:r>
            <a:r>
              <a:rPr lang="en-US" sz="2400" dirty="0" spc="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EDR;</a:t>
            </a:r>
            <a:r>
              <a:rPr lang="en-US" sz="240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một</a:t>
            </a:r>
            <a:r>
              <a:rPr lang="en-US" sz="2400" dirty="0" spc="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hướng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dẫn</a:t>
            </a:r>
            <a:r>
              <a:rPr lang="en-US" sz="240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nói</a:t>
            </a:r>
            <a:r>
              <a:rPr lang="en-US" sz="240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thiếu</a:t>
            </a:r>
            <a:r>
              <a:rPr lang="en-US" sz="24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màn</a:t>
            </a:r>
            <a:r>
              <a:rPr lang="en-US" sz="24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hình</a:t>
            </a:r>
            <a:r>
              <a:rPr lang="en-US" sz="240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kiểm</a:t>
            </a:r>
            <a:r>
              <a:rPr lang="en-US" sz="2400" dirty="0" spc="-1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toán</a:t>
            </a:r>
            <a:r>
              <a:rPr lang="en-US" sz="2400" dirty="0" spc="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đầy đủ</a:t>
            </a:r>
            <a:r>
              <a:rPr lang="en-US" sz="240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000"/>
              </a:lnSpc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[S5]</a:t>
            </a:r>
            <a:r>
              <a:rPr lang="en-US" sz="2400" dirty="0" spc="-1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[S16]</a:t>
            </a:r>
            <a:r>
              <a:rPr lang="en-US" sz="2400" dirty="0" spc="0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[S18]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Còn</a:t>
            </a:r>
            <a:r>
              <a:rPr lang="en-US" sz="210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beta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295400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Giá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và</a:t>
            </a:r>
            <a:r>
              <a:rPr lang="en-US" sz="2550" dirty="0" spc="-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nền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tảng</a:t>
            </a:r>
            <a:r>
              <a:rPr lang="en-US" sz="2550" dirty="0" spc="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đổi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nhanh;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nguồn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lệch</a:t>
            </a:r>
            <a:r>
              <a:rPr lang="en-US" sz="2550" dirty="0" spc="-2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về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hệ</a:t>
            </a:r>
            <a:r>
              <a:rPr lang="en-US" sz="2550" dirty="0" spc="19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điều</a:t>
            </a:r>
            <a:r>
              <a:rPr lang="en-US" sz="2550" dirty="0" spc="-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hành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hỗ</a:t>
            </a:r>
            <a:r>
              <a:rPr lang="en-US" sz="2550" dirty="0" spc="-2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trợ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1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[S7]</a:t>
            </a:r>
            <a:r>
              <a:rPr lang="en-US" sz="2550" dirty="0" spc="-4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[S10]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648652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652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21" name="Text 19"/>
          <p:cNvSpPr/>
          <p:nvPr/>
        </p:nvSpPr>
        <p:spPr>
          <a:xfrm>
            <a:off x="686752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Trang</a:t>
            </a:r>
            <a:r>
              <a:rPr lang="en-US" sz="2100" dirty="0" spc="-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cần</a:t>
            </a:r>
            <a:r>
              <a:rPr lang="en-US" sz="2100" dirty="0" spc="-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</a:t>
            </a:r>
            <a:r>
              <a:rPr lang="en-US" sz="210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nhập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686752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Mem0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thấy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chụp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màn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hình</a:t>
            </a:r>
            <a:r>
              <a:rPr lang="en-US" sz="2550" dirty="0" spc="-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trang</a:t>
            </a:r>
            <a:r>
              <a:rPr lang="en-US" sz="2550" dirty="0" spc="15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đã</a:t>
            </a:r>
            <a:r>
              <a:rPr lang="en-US" sz="2550" dirty="0" spc="7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đăng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nhập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1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đòi</a:t>
            </a:r>
            <a:r>
              <a:rPr lang="en-US" sz="2550" dirty="0" spc="8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đăng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nhập thêm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[S8]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12068175" y="5829300"/>
            <a:ext cx="5305425" cy="2838450"/>
          </a:xfrm>
          <a:prstGeom prst="roundRect">
            <a:avLst>
              <a:gd name="adj" fmla="val 8054"/>
            </a:avLst>
          </a:prstGeom>
          <a:solidFill>
            <a:srgbClr val="1E21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68175" y="5829300"/>
            <a:ext cx="114300" cy="28384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5" name="Text 23"/>
          <p:cNvSpPr/>
          <p:nvPr/>
        </p:nvSpPr>
        <p:spPr>
          <a:xfrm>
            <a:off x="12449175" y="6038850"/>
            <a:ext cx="469582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</a:t>
            </a:r>
            <a:r>
              <a:rPr lang="en-US" sz="210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phí</a:t>
            </a:r>
            <a:r>
              <a:rPr lang="en-US" sz="2100" dirty="0" spc="-2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100" dirty="0" spc="-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</a:t>
            </a:r>
            <a:r>
              <a:rPr lang="en-US" sz="210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2449175" y="6553200"/>
            <a:ext cx="4695825" cy="19621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Hạn</a:t>
            </a:r>
            <a:r>
              <a:rPr lang="en-US" sz="2550" dirty="0" spc="1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mức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không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công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bố;</a:t>
            </a:r>
            <a:r>
              <a:rPr lang="en-US" sz="2550" dirty="0" spc="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mô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hình do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dịch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vụ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chọn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theo</a:t>
            </a:r>
            <a:r>
              <a:rPr lang="en-US" sz="2550" dirty="0" spc="-1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tác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vụ,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có</a:t>
            </a:r>
            <a:r>
              <a:rPr lang="en-US" sz="2550" dirty="0" spc="-3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thể</a:t>
            </a:r>
            <a:r>
              <a:rPr lang="en-US" sz="2550" dirty="0" spc="0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của</a:t>
            </a:r>
            <a:r>
              <a:rPr lang="en-US" sz="2550" dirty="0" spc="-6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bên</a:t>
            </a:r>
            <a:r>
              <a:rPr lang="en-US" sz="2550" dirty="0" spc="-2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thứ</a:t>
            </a:r>
            <a:r>
              <a:rPr lang="en-US" sz="2550" dirty="0" spc="-4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ba</a:t>
            </a:r>
            <a:r>
              <a:rPr lang="en-US" sz="2550" dirty="0" spc="-1" kern="0">
                <a:solidFill>
                  <a:srgbClr val="F3EEE3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 </a:t>
            </a:r>
            <a:pPr algn="l" indent="0" marL="0">
              <a:lnSpc>
                <a:spcPts val="3188"/>
              </a:lnSpc>
              <a:buNone/>
            </a:pPr>
            <a:r>
              <a:rPr lang="en-US" sz="2550" dirty="0" spc="-3" kern="0">
                <a:solidFill>
                  <a:srgbClr val="9AA0B5"/>
                </a:solidFill>
                <a:latin typeface="Be Vietnam Pro Medium" pitchFamily="34" charset="0"/>
                <a:ea typeface="Be Vietnam Pro Medium" pitchFamily="34" charset="-122"/>
                <a:cs typeface="Be Vietnam Pro Medium" pitchFamily="34" charset="-120"/>
              </a:rPr>
              <a:t>[S6] [S15]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[S7]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 [S10] [S15]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53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1" name="Shape 4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06810a60-1465-4421-9059-49afff41a8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57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ro: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57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Quyền</a:t>
            </a:r>
            <a:r>
              <a:rPr lang="en-US" sz="27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tối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thiểu: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 cần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thiết</a:t>
            </a:r>
            <a:endParaRPr lang="en-US" sz="2700" dirty="0"/>
          </a:p>
        </p:txBody>
      </p:sp>
      <p:sp>
        <p:nvSpPr>
          <p:cNvPr id="7" name="Connector line-1792598291967-507340068"/>
          <p:cNvSpPr/>
          <p:nvPr/>
        </p:nvSpPr>
        <p:spPr>
          <a:xfrm>
            <a:off x="375285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43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9150" y="3714750"/>
            <a:ext cx="647700" cy="6477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4629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648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Giao</a:t>
            </a:r>
            <a:r>
              <a:rPr lang="en-US" sz="27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đăng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nhập thủ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công,</a:t>
            </a:r>
            <a:r>
              <a:rPr lang="en-US" sz="270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endParaRPr lang="en-US" sz="2700" dirty="0"/>
          </a:p>
        </p:txBody>
      </p:sp>
      <p:sp>
        <p:nvSpPr>
          <p:cNvPr id="12" name="Connector line-1792598291971-412408499"/>
          <p:cNvSpPr/>
          <p:nvPr/>
        </p:nvSpPr>
        <p:spPr>
          <a:xfrm>
            <a:off x="71723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62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8625" y="3714750"/>
            <a:ext cx="647700" cy="6477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Text 13"/>
          <p:cNvSpPr/>
          <p:nvPr/>
        </p:nvSpPr>
        <p:spPr>
          <a:xfrm>
            <a:off x="8048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8067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Luật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Ask first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5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5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ngoài,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ít</a:t>
            </a: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Always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allow</a:t>
            </a:r>
            <a:endParaRPr lang="en-US" sz="2550" dirty="0"/>
          </a:p>
        </p:txBody>
      </p:sp>
      <p:sp>
        <p:nvSpPr>
          <p:cNvPr id="17" name="Connector line-1792598291973-927151489"/>
          <p:cNvSpPr/>
          <p:nvPr/>
        </p:nvSpPr>
        <p:spPr>
          <a:xfrm>
            <a:off x="10601325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191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77625" y="3714750"/>
            <a:ext cx="647700" cy="6477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Text 18"/>
          <p:cNvSpPr/>
          <p:nvPr/>
        </p:nvSpPr>
        <p:spPr>
          <a:xfrm>
            <a:off x="11477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96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 ghi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70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endParaRPr lang="en-US" sz="2700" dirty="0"/>
          </a:p>
        </p:txBody>
      </p:sp>
      <p:sp>
        <p:nvSpPr>
          <p:cNvPr id="22" name="Connector line-1792598291975-423975601"/>
          <p:cNvSpPr/>
          <p:nvPr/>
        </p:nvSpPr>
        <p:spPr>
          <a:xfrm>
            <a:off x="14020800" y="5334000"/>
            <a:ext cx="5143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61135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97100" y="3714750"/>
            <a:ext cx="647700" cy="6477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25" name="Text 23"/>
          <p:cNvSpPr/>
          <p:nvPr/>
        </p:nvSpPr>
        <p:spPr>
          <a:xfrm>
            <a:off x="148971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91615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Thu</a:t>
            </a:r>
            <a:r>
              <a:rPr lang="en-US" sz="27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r>
              <a:rPr lang="en-US" sz="270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7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phía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700" dirty="0" spc="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ngừng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[S16]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181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7d04471a-0718-43df-b44b-bfdd8fe874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57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 sinh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endParaRPr lang="en-US" sz="5700" dirty="0"/>
          </a:p>
        </p:txBody>
      </p:sp>
      <p:sp>
        <p:nvSpPr>
          <p:cNvPr id="3" name="Connector line-1792616743611-753421658"/>
          <p:cNvSpPr/>
          <p:nvPr/>
        </p:nvSpPr>
        <p:spPr>
          <a:xfrm flipH="1" flipV="1">
            <a:off x="3619500" y="3619500"/>
            <a:ext cx="5524500" cy="200025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4" name="Connector line-1792616743611-183235359"/>
          <p:cNvSpPr/>
          <p:nvPr/>
        </p:nvSpPr>
        <p:spPr>
          <a:xfrm flipV="1">
            <a:off x="9144000" y="3619500"/>
            <a:ext cx="5524500" cy="200025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5" name="Connector line-1792616743611-471697281"/>
          <p:cNvSpPr/>
          <p:nvPr/>
        </p:nvSpPr>
        <p:spPr>
          <a:xfrm flipH="1">
            <a:off x="3619500" y="5619750"/>
            <a:ext cx="5524500" cy="200025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6" name="Connector line-1792616743611-7905760"/>
          <p:cNvSpPr/>
          <p:nvPr/>
        </p:nvSpPr>
        <p:spPr>
          <a:xfrm>
            <a:off x="9144000" y="5619750"/>
            <a:ext cx="5524500" cy="200025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6953250" y="4191000"/>
            <a:ext cx="4381500" cy="28575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8" name="Text 6"/>
          <p:cNvSpPr/>
          <p:nvPr/>
        </p:nvSpPr>
        <p:spPr>
          <a:xfrm>
            <a:off x="7239000" y="4476750"/>
            <a:ext cx="3810000" cy="2286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ctr"/>
          <a:lstStyle/>
          <a:p>
            <a:pPr algn="ctr" indent="0" marL="0">
              <a:lnSpc>
                <a:spcPts val="3630"/>
              </a:lnSpc>
              <a:buNone/>
            </a:pPr>
            <a:r>
              <a:rPr lang="en-US" sz="3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33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1047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xAI: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phẩm;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xAI hoặc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096750" y="28575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0" y="28575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Cursor: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550" b="1" dirty="0" spc="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liệu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1047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33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Subscription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SuperGrok: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xAI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12096750" y="6858000"/>
            <a:ext cx="5143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47625">
            <a:solidFill>
              <a:srgbClr val="FF6A4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0" y="6858000"/>
            <a:ext cx="4572000" cy="15240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ctr" indent="0" marL="0">
              <a:lnSpc>
                <a:spcPts val="2933"/>
              </a:lnSpc>
              <a:buNone/>
            </a:pP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Connector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dụng:</a:t>
            </a:r>
            <a:r>
              <a:rPr lang="en-US" sz="2550" b="1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Teams,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Salesforce,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iOS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[S13]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[S15]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10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c1fbef3d-5197-48b9-b338-932ac5188f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57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57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 sinh thái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xAI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Cursor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mây,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E8E0CF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Gói</a:t>
            </a:r>
            <a:r>
              <a:rPr lang="en-US" sz="3000" dirty="0" spc="-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</a:t>
            </a:r>
            <a:r>
              <a:rPr lang="en-US" sz="3000" dirty="0" spc="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ký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Subscription,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SuperGrok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914400" y="71628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71628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71628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Mem0,</a:t>
            </a:r>
            <a:r>
              <a:rPr lang="en-US" sz="3000" dirty="0" spc="-2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Vellum,</a:t>
            </a:r>
            <a:r>
              <a:rPr lang="en-US" sz="3000" dirty="0" spc="-4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Toolradar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81900" y="71628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đánh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[S2]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[S8] [S12]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[S16]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66389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6" name="Shape 44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26/36</a:t>
            </a:r>
            <a:endParaRPr lang="en-US" sz="1800" dirty="0"/>
          </a:p>
        </p:txBody>
      </p:sp>
      <p:sp>
        <p:nvSpPr>
          <p:cNvPr id="57" name="Shape 5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8" name="Moda image moda-export-watermark-ef6e0f4d-ee63-4531-9958-1e7418f68d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 chọn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Việc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lặp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lịch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Chạy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mà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file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30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laptop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5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Kết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 bạn kiểm</a:t>
            </a:r>
            <a:r>
              <a:rPr lang="en-US" sz="30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8675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0" name="Shape 38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27/36</a:t>
            </a:r>
            <a:endParaRPr lang="en-US" sz="180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7453a702-a027-4e12-acf3-f17d93e79d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57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nêu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57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đánh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4958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Theo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dõi</a:t>
            </a:r>
            <a:r>
              <a:rPr lang="en-US" sz="31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31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thủ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cạnh</a:t>
            </a:r>
            <a:r>
              <a:rPr lang="en-US" sz="31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tranh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65151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8" name="Shape 6"/>
          <p:cNvSpPr/>
          <p:nvPr/>
        </p:nvSpPr>
        <p:spPr>
          <a:xfrm>
            <a:off x="65151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68961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6896100" y="4857750"/>
            <a:ext cx="44958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Kiểm</a:t>
            </a:r>
            <a:r>
              <a:rPr lang="en-US" sz="31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kho</a:t>
            </a:r>
            <a:r>
              <a:rPr lang="en-US" sz="31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31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1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tóm</a:t>
            </a:r>
            <a:r>
              <a:rPr lang="en-US" sz="31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2115800" y="3048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12115800" y="3048000"/>
            <a:ext cx="5257800" cy="152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3543300"/>
            <a:ext cx="44958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12496800" y="4857750"/>
            <a:ext cx="4495800" cy="3048000"/>
          </a:xfrm>
          <a:prstGeom prst="rect">
            <a:avLst/>
          </a:prstGeom>
          <a:noFill/>
          <a:ln/>
        </p:spPr>
        <p:txBody>
          <a:bodyPr wrap="square" lIns="0" tIns="21987" rIns="0" bIns="-21987" rtlCol="0" anchor="t"/>
          <a:lstStyle/>
          <a:p>
            <a:pPr algn="l" indent="0" marL="0">
              <a:lnSpc>
                <a:spcPts val="3938"/>
              </a:lnSpc>
              <a:buNone/>
            </a:pP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Nghiên</a:t>
            </a:r>
            <a:r>
              <a:rPr lang="en-US" sz="3150" dirty="0" spc="3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31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31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r>
              <a:rPr lang="en-US" sz="31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</a:t>
            </a:r>
            <a:r>
              <a:rPr lang="en-US" sz="31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song,</a:t>
            </a:r>
            <a:r>
              <a:rPr lang="en-US" sz="31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31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minh dữ</a:t>
            </a:r>
            <a:r>
              <a:rPr lang="en-US" sz="31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kiện</a:t>
            </a:r>
            <a:endParaRPr lang="en-US" sz="315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0961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28/36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4" name="Moda image moda-export-watermark-f5e269ff-013f-4288-a7c7-517fbdbbbff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Áp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57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57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57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57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tình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huống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7622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4180" rIns="0" bIns="-14180" rtlCol="0" anchor="ctr"/>
          <a:lstStyle/>
          <a:p>
            <a:pPr algn="l" indent="0" marL="0">
              <a:lnSpc>
                <a:spcPts val="2933"/>
              </a:lnSpc>
              <a:buNone/>
            </a:pPr>
            <a:r>
              <a:rPr lang="en-US" sz="2550" dirty="0" spc="-97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Tóm</a:t>
            </a:r>
            <a:r>
              <a:rPr lang="en-US" sz="25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tắt</a:t>
            </a:r>
            <a:r>
              <a:rPr lang="en-US" sz="2550" dirty="0" spc="-1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thay</a:t>
            </a:r>
            <a:r>
              <a:rPr lang="en-US" sz="25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đổi</a:t>
            </a:r>
            <a:r>
              <a:rPr lang="en-US" sz="25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giá</a:t>
            </a:r>
            <a:r>
              <a:rPr lang="en-US" sz="2550" dirty="0" spc="-2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-1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changelog</a:t>
            </a:r>
            <a:r>
              <a:rPr lang="en-US" sz="25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2550" dirty="0" spc="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đối</a:t>
            </a:r>
            <a:r>
              <a:rPr lang="en-US" sz="25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thủ</a:t>
            </a:r>
            <a:r>
              <a:rPr lang="en-US" sz="25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mỗi</a:t>
            </a:r>
            <a:r>
              <a:rPr lang="en-US" sz="25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sáng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7581900" y="2762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đạt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22910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422910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22910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Quét</a:t>
            </a:r>
            <a:r>
              <a:rPr lang="en-US" sz="300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kho</a:t>
            </a:r>
            <a:r>
              <a:rPr lang="en-US" sz="3000" dirty="0" spc="-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mã</a:t>
            </a:r>
            <a:r>
              <a:rPr lang="en-US" sz="3000" dirty="0" spc="-8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hằng</a:t>
            </a:r>
            <a:r>
              <a:rPr lang="en-US" sz="300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tuần</a:t>
            </a:r>
            <a:r>
              <a:rPr lang="en-US" sz="3000" dirty="0" spc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tìm</a:t>
            </a:r>
            <a:r>
              <a:rPr lang="en-US" sz="3000" dirty="0" spc="-2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dependency</a:t>
            </a:r>
            <a:r>
              <a:rPr lang="en-US" sz="300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cũ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81900" y="422910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đạt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cấp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7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5695950"/>
            <a:ext cx="16459200" cy="1333500"/>
          </a:xfrm>
          <a:prstGeom prst="roundRect">
            <a:avLst>
              <a:gd name="adj" fmla="val 14286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5695950"/>
            <a:ext cx="133350" cy="1333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695950"/>
            <a:ext cx="5905500" cy="1333500"/>
          </a:xfrm>
          <a:prstGeom prst="rect">
            <a:avLst/>
          </a:prstGeom>
          <a:noFill/>
          <a:ln/>
        </p:spPr>
        <p:txBody>
          <a:bodyPr wrap="square" lIns="0" tIns="16720" rIns="0" bIns="-16720" rtlCol="0" anchor="ctr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dirty="0" spc="-17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Một</a:t>
            </a:r>
            <a:r>
              <a:rPr lang="en-US" sz="3000" dirty="0" spc="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câu</a:t>
            </a:r>
            <a:r>
              <a:rPr lang="en-US" sz="3000" dirty="0" spc="-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hỏi</a:t>
            </a:r>
            <a:r>
              <a:rPr lang="en-US" sz="30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pháp</a:t>
            </a:r>
            <a:r>
              <a:rPr lang="en-US" sz="3000" dirty="0" spc="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lý</a:t>
            </a:r>
            <a:r>
              <a:rPr lang="en-US" sz="300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hỏi</a:t>
            </a:r>
            <a:r>
              <a:rPr lang="en-US" sz="30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00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581900" y="56959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chatbot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3247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5" name="Shape 4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29/36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4" name="Moda image moda-export-watermark-616f0f76-6c1e-4175-a175-b4ffe8aec5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57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r>
              <a:rPr lang="en-US" sz="57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OpenClaw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DDE3F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Grok</a:t>
            </a:r>
            <a:r>
              <a:rPr lang="en-US" sz="4200" dirty="0" spc="-8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Bot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cung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 lo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31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31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1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1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1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sửa,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31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OpenClaw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1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dựng,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31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31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1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file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31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1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 được,</a:t>
            </a:r>
            <a:r>
              <a:rPr lang="en-US" sz="31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chợ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315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31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chiến dịch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28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cực: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quản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lý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phí</a:t>
            </a:r>
            <a:r>
              <a:rPr lang="en-US" sz="2850" dirty="0" spc="-1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850" dirty="0" spc="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dựng;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so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sánh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</a:t>
            </a: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agent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Claude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[S12]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533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33c6ee60-6e89-4767-8a03-542bd070d3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57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cực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agent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95275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85900" y="2857500"/>
            <a:ext cx="15811500" cy="4191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Quản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1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69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69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tiện</a:t>
            </a:r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;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 kiểm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soát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[S12]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7781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31/36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95df9a9a-ea2b-4736-a6a2-7ca01caa1dd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Nên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57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7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57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DDE3F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5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Nên</a:t>
            </a:r>
            <a:r>
              <a:rPr lang="en-US" sz="42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42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37160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1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tắt,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1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31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31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315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8" name="Shape 6"/>
          <p:cNvSpPr/>
          <p:nvPr/>
        </p:nvSpPr>
        <p:spPr>
          <a:xfrm>
            <a:off x="9315450" y="2857500"/>
            <a:ext cx="133350" cy="4191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9" name="Text 7"/>
          <p:cNvSpPr/>
          <p:nvPr/>
        </p:nvSpPr>
        <p:spPr>
          <a:xfrm>
            <a:off x="9772650" y="3200400"/>
            <a:ext cx="71437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42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nên</a:t>
            </a:r>
            <a:r>
              <a:rPr lang="en-US" sz="42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772650" y="4286250"/>
            <a:ext cx="7143750" cy="2286000"/>
          </a:xfrm>
          <a:prstGeom prst="rect">
            <a:avLst/>
          </a:prstGeom>
          <a:noFill/>
          <a:ln/>
        </p:spPr>
        <p:txBody>
          <a:bodyPr wrap="square" lIns="0" tIns="17002" rIns="0" bIns="-17002" rtlCol="0" anchor="t"/>
          <a:lstStyle/>
          <a:p>
            <a:pPr algn="l" indent="0" marL="0">
              <a:lnSpc>
                <a:spcPts val="4095"/>
              </a:lnSpc>
              <a:buNone/>
            </a:pPr>
            <a:r>
              <a:rPr lang="en-US" sz="31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ly</a:t>
            </a:r>
            <a:r>
              <a:rPr lang="en-US" sz="31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31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31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31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 cần</a:t>
            </a:r>
            <a:r>
              <a:rPr lang="en-US" sz="31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on-premises</a:t>
            </a:r>
            <a:r>
              <a:rPr lang="en-US" sz="31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1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tuân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31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chặt,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1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31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31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31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đoán</a:t>
            </a:r>
            <a:r>
              <a:rPr lang="en-US" sz="31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E8E0CF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7429500"/>
            <a:ext cx="15697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Trước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 mua: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85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28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8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đang</a:t>
            </a:r>
            <a:r>
              <a:rPr lang="en-US" sz="28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(Cursor,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SuperGrok,</a:t>
            </a:r>
            <a:r>
              <a:rPr lang="en-US" sz="28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Premium,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Grok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Business)</a:t>
            </a:r>
            <a:r>
              <a:rPr lang="en-US" sz="28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8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gồm</a:t>
            </a:r>
            <a:r>
              <a:rPr lang="en-US" sz="28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Grok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[S17]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[S6]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[S17]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0105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6" name="Shape 44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32/36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3cdde7ae-2d5e-4c49-9511-4c12b09a59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Quy</a:t>
            </a:r>
            <a:r>
              <a:rPr lang="en-US" sz="57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57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gợi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0015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19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Chọn</a:t>
            </a:r>
            <a:r>
              <a:rPr lang="en-US" sz="27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đạt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</a:t>
            </a:r>
            <a:r>
              <a:rPr lang="en-US" sz="27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endParaRPr lang="en-US" sz="2700" dirty="0"/>
          </a:p>
        </p:txBody>
      </p:sp>
      <p:sp>
        <p:nvSpPr>
          <p:cNvPr id="7" name="Connector line-1792598328975-16768213"/>
          <p:cNvSpPr/>
          <p:nvPr/>
        </p:nvSpPr>
        <p:spPr>
          <a:xfrm>
            <a:off x="375285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34340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9150" y="3714750"/>
            <a:ext cx="647700" cy="6477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0" name="Text 8"/>
          <p:cNvSpPr/>
          <p:nvPr/>
        </p:nvSpPr>
        <p:spPr>
          <a:xfrm>
            <a:off x="462915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464820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Cấp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700" dirty="0" spc="-1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tối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thiểu</a:t>
            </a:r>
            <a:endParaRPr lang="en-US" sz="2700" dirty="0"/>
          </a:p>
        </p:txBody>
      </p:sp>
      <p:sp>
        <p:nvSpPr>
          <p:cNvPr id="12" name="Connector line-1792598328977-162570530"/>
          <p:cNvSpPr/>
          <p:nvPr/>
        </p:nvSpPr>
        <p:spPr>
          <a:xfrm>
            <a:off x="7172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62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8625" y="3714750"/>
            <a:ext cx="647700" cy="6477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8048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8067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1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Đặt</a:t>
            </a:r>
            <a:r>
              <a:rPr lang="en-US" sz="27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luật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Ask</a:t>
            </a:r>
            <a:r>
              <a:rPr lang="en-US" sz="27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first</a:t>
            </a: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 mọi</a:t>
            </a:r>
            <a:r>
              <a:rPr lang="en-US" sz="27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27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2700" dirty="0" spc="-2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7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</a:t>
            </a:r>
            <a:endParaRPr lang="en-US" sz="2700" dirty="0"/>
          </a:p>
        </p:txBody>
      </p:sp>
      <p:sp>
        <p:nvSpPr>
          <p:cNvPr id="17" name="Connector line-1792598328980-699536690"/>
          <p:cNvSpPr/>
          <p:nvPr/>
        </p:nvSpPr>
        <p:spPr>
          <a:xfrm>
            <a:off x="10601325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191875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77625" y="37147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0" name="Text 18"/>
          <p:cNvSpPr/>
          <p:nvPr/>
        </p:nvSpPr>
        <p:spPr>
          <a:xfrm>
            <a:off x="11477625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96675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4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 ghi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70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vài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lần</a:t>
            </a:r>
            <a:r>
              <a:rPr lang="en-US" sz="27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</a:t>
            </a:r>
            <a:endParaRPr lang="en-US" sz="2700" dirty="0"/>
          </a:p>
        </p:txBody>
      </p:sp>
      <p:sp>
        <p:nvSpPr>
          <p:cNvPr id="22" name="Connector line-1792598328983-59342753"/>
          <p:cNvSpPr/>
          <p:nvPr/>
        </p:nvSpPr>
        <p:spPr>
          <a:xfrm>
            <a:off x="14020800" y="533400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4611350" y="3429000"/>
            <a:ext cx="2762250" cy="381000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2C304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97100" y="3714750"/>
            <a:ext cx="647700" cy="6477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5" name="Text 23"/>
          <p:cNvSpPr/>
          <p:nvPr/>
        </p:nvSpPr>
        <p:spPr>
          <a:xfrm>
            <a:off x="14897100" y="37147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4916150" y="4572000"/>
            <a:ext cx="2152650" cy="24765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70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rộng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dần;</a:t>
            </a:r>
            <a:r>
              <a:rPr lang="en-US" sz="27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</a:t>
            </a:r>
            <a:r>
              <a:rPr lang="en-US" sz="270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hồi</a:t>
            </a:r>
            <a:r>
              <a:rPr lang="en-US" sz="270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7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2700" dirty="0" spc="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ngừng</a:t>
            </a:r>
            <a:r>
              <a:rPr lang="en-US" sz="27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2700" dirty="0"/>
          </a:p>
        </p:txBody>
      </p:sp>
      <p:sp>
        <p:nvSpPr>
          <p:cNvPr id="27" name="Text 2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[S5] [S9]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2391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1" name="Shape 5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Text 6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33/36</a:t>
            </a:r>
            <a:endParaRPr lang="en-US" sz="1800" dirty="0"/>
          </a:p>
        </p:txBody>
      </p:sp>
      <p:sp>
        <p:nvSpPr>
          <p:cNvPr id="65" name="Shape 6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6" name="Moda image moda-export-watermark-9537aa90-2a88-4f77-841e-48ba4dba9e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57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</a:t>
            </a:r>
            <a:r>
              <a:rPr lang="en-US" sz="57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57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5700" dirty="0"/>
          </a:p>
        </p:txBody>
      </p:sp>
      <p:sp>
        <p:nvSpPr>
          <p:cNvPr id="3" name="Text 1"/>
          <p:cNvSpPr/>
          <p:nvPr/>
        </p:nvSpPr>
        <p:spPr>
          <a:xfrm>
            <a:off x="914400" y="26670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8700" dirty="0"/>
          </a:p>
        </p:txBody>
      </p:sp>
      <p:sp>
        <p:nvSpPr>
          <p:cNvPr id="4" name="Shape 2"/>
          <p:cNvSpPr/>
          <p:nvPr/>
        </p:nvSpPr>
        <p:spPr>
          <a:xfrm>
            <a:off x="2724150" y="27622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3105150" y="27622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Grok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agent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chạy nền</a:t>
            </a:r>
            <a:r>
              <a:rPr lang="en-US" sz="30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30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30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đám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mây,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mạnh</a:t>
            </a:r>
            <a:r>
              <a:rPr lang="en-US" sz="30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lặp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theo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lịch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42100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8700" dirty="0"/>
          </a:p>
        </p:txBody>
      </p:sp>
      <p:sp>
        <p:nvSpPr>
          <p:cNvPr id="7" name="Shape 5"/>
          <p:cNvSpPr/>
          <p:nvPr/>
        </p:nvSpPr>
        <p:spPr>
          <a:xfrm>
            <a:off x="2724150" y="43053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3105150" y="43053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Bot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người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30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máy;</a:t>
            </a:r>
            <a:r>
              <a:rPr lang="en-US" sz="3000" dirty="0" spc="2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đừng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coi</a:t>
            </a:r>
            <a:r>
              <a:rPr lang="en-US" sz="300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đó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 cách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ly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14400" y="575310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8700" dirty="0"/>
          </a:p>
        </p:txBody>
      </p:sp>
      <p:sp>
        <p:nvSpPr>
          <p:cNvPr id="10" name="Shape 8"/>
          <p:cNvSpPr/>
          <p:nvPr/>
        </p:nvSpPr>
        <p:spPr>
          <a:xfrm>
            <a:off x="2724150" y="584835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3105150" y="584835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Giá</a:t>
            </a:r>
            <a:r>
              <a:rPr lang="en-US" sz="30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300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ổn</a:t>
            </a:r>
            <a:r>
              <a:rPr lang="en-US" sz="300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định,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</a:t>
            </a:r>
            <a:r>
              <a:rPr lang="en-US" sz="30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r>
              <a:rPr lang="en-US" sz="30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lệch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nhau: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300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hiện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14400" y="7296150"/>
            <a:ext cx="1619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00" dirty="0" spc="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8700" dirty="0"/>
          </a:p>
        </p:txBody>
      </p:sp>
      <p:sp>
        <p:nvSpPr>
          <p:cNvPr id="13" name="Shape 11"/>
          <p:cNvSpPr/>
          <p:nvPr/>
        </p:nvSpPr>
        <p:spPr>
          <a:xfrm>
            <a:off x="2724150" y="7391400"/>
            <a:ext cx="1464945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4" name="Text 12"/>
          <p:cNvSpPr/>
          <p:nvPr/>
        </p:nvSpPr>
        <p:spPr>
          <a:xfrm>
            <a:off x="3105150" y="7391400"/>
            <a:ext cx="14001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Đặt</a:t>
            </a:r>
            <a:r>
              <a:rPr lang="en-US" sz="30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luật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Ask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first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 hành</a:t>
            </a:r>
            <a:r>
              <a:rPr lang="en-US" sz="30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động</a:t>
            </a:r>
            <a:r>
              <a:rPr lang="en-US" sz="300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30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ngoài; phê</a:t>
            </a:r>
            <a:r>
              <a:rPr lang="en-US" sz="30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</a:t>
            </a:r>
            <a:r>
              <a:rPr lang="en-US" sz="30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30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lớp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vệ</a:t>
            </a:r>
            <a:r>
              <a:rPr lang="en-US" sz="30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cấu</a:t>
            </a:r>
            <a:r>
              <a:rPr lang="en-US" sz="30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300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được,</a:t>
            </a:r>
            <a:r>
              <a:rPr lang="en-US" sz="30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0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300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đảm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[S3] [S5]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[S8]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[S11]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[S18]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467725" y="954405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50" name="Shape 48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14161C">
              <a:alpha val="28000"/>
            </a:srgbClr>
          </a:solidFill>
          <a:ln/>
        </p:spPr>
      </p:sp>
      <p:sp>
        <p:nvSpPr>
          <p:cNvPr id="52" name="Text 50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34/36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4" name="Moda image moda-export-watermark-c1049d7b-8e51-423a-9557-b4e5efe2fd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57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819400"/>
            <a:ext cx="95250" cy="55054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295400" y="2762250"/>
            <a:ext cx="10572750" cy="5619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b="1" dirty="0" spc="-1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b="1" dirty="0" spc="-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b="1" dirty="0" spc="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8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r>
              <a:rPr lang="en-US" sz="2850" dirty="0" spc="-6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xAI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Cursor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85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 tìm kiếm,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 văn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[S1]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[S4]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chi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8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giá,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gói,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8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early</a:t>
            </a:r>
            <a:r>
              <a:rPr lang="en-US" sz="285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beta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[S9]</a:t>
            </a:r>
            <a:pPr algn="l" indent="0" marL="0">
              <a:lnSpc>
                <a:spcPts val="3848"/>
              </a:lnSpc>
              <a:buNone/>
            </a:pP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Hãy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12325350" y="2762250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12325350" y="2762250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7" name="Text 5"/>
          <p:cNvSpPr/>
          <p:nvPr/>
        </p:nvSpPr>
        <p:spPr>
          <a:xfrm>
            <a:off x="12630150" y="3028950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4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Ở</a:t>
            </a:r>
            <a:r>
              <a:rPr lang="en-US" sz="1950" dirty="0" spc="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đâu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2630150" y="3486150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chỉ</a:t>
            </a:r>
            <a:r>
              <a:rPr lang="en-US" sz="24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tóm</a:t>
            </a: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r>
              <a:rPr lang="en-US" sz="240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tìm</a:t>
            </a: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kiếm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12325350" y="47148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325350" y="47148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12630150" y="49815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Làm</a:t>
            </a: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gì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630150" y="54387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cần</a:t>
            </a:r>
            <a:r>
              <a:rPr lang="en-US" sz="240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4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chiếu</a:t>
            </a:r>
            <a:r>
              <a:rPr lang="en-US" sz="24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400" dirty="0" spc="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12325350" y="6657975"/>
            <a:ext cx="5048250" cy="1724025"/>
          </a:xfrm>
          <a:prstGeom prst="roundRect">
            <a:avLst>
              <a:gd name="adj" fmla="val 12155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325350" y="6657975"/>
            <a:ext cx="5048250" cy="95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12630150" y="6924675"/>
            <a:ext cx="4438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2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Đừng</a:t>
            </a:r>
            <a:r>
              <a:rPr lang="en-US" sz="1950" dirty="0" spc="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1950" dirty="0" spc="-3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nhầm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630150" y="7381875"/>
            <a:ext cx="4438650" cy="809625"/>
          </a:xfrm>
          <a:prstGeom prst="rect">
            <a:avLst/>
          </a:prstGeom>
          <a:noFill/>
          <a:ln/>
        </p:spPr>
        <p:txBody>
          <a:bodyPr wrap="square" lIns="0" tIns="19050" rIns="0" bIns="-19050" rtlCol="0" anchor="t"/>
          <a:lstStyle/>
          <a:p>
            <a:pPr algn="l" indent="0" marL="0">
              <a:lnSpc>
                <a:spcPts val="2928"/>
              </a:lnSpc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24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4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r>
              <a:rPr lang="en-US" sz="240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khuyên</a:t>
            </a:r>
            <a:r>
              <a:rPr lang="en-US" sz="24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bảo</a:t>
            </a:r>
            <a:r>
              <a:rPr lang="en-US" sz="2400" dirty="0" spc="-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" y="89916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[S1] [S4]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[S9]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86963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3" name="Shape 51"/>
          <p:cNvSpPr/>
          <p:nvPr/>
        </p:nvSpPr>
        <p:spPr>
          <a:xfrm>
            <a:off x="8943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35/36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6" name="Moda image moda-export-watermark-636d958b-49b2-4d55-bc70-c55b741eda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43434" rIns="0" bIns="-43434" rtlCol="0" anchor="t"/>
          <a:lstStyle/>
          <a:p>
            <a:pPr algn="l" indent="0" marL="0">
              <a:lnSpc>
                <a:spcPts val="6156"/>
              </a:lnSpc>
              <a:buNone/>
            </a:pPr>
            <a:r>
              <a:rPr lang="en-US" sz="5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khảo</a:t>
            </a:r>
            <a:endParaRPr lang="en-US" sz="5700" dirty="0"/>
          </a:p>
        </p:txBody>
      </p:sp>
      <p:sp>
        <p:nvSpPr>
          <p:cNvPr id="3" name="Shape 1"/>
          <p:cNvSpPr/>
          <p:nvPr/>
        </p:nvSpPr>
        <p:spPr>
          <a:xfrm>
            <a:off x="914400" y="25717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25717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2057400" y="25717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xAI,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FAQ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liệu), 2026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14400" y="32766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2766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S2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2057400" y="32766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153" rIns="0" bIns="-7153" rtlCol="0" anchor="ctr"/>
          <a:lstStyle/>
          <a:p>
            <a:pPr algn="l" indent="0" marL="0">
              <a:lnSpc>
                <a:spcPts val="2301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xAI,</a:t>
            </a:r>
            <a:r>
              <a:rPr lang="en-US" sz="19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r>
              <a:rPr lang="en-US" sz="19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Bot: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chat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tác,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14400" y="39719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39719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S3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2057400" y="39719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153" rIns="0" bIns="-7153" rtlCol="0" anchor="ctr"/>
          <a:lstStyle/>
          <a:p>
            <a:pPr algn="l" indent="0" marL="0">
              <a:lnSpc>
                <a:spcPts val="2301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xAI,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9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protect: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9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9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46767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46767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S4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2057400" y="46767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started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53721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53721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S5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2057400" y="5372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2100" dirty="0" spc="-5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FAQ,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60769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43000" y="60769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S6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2057400" y="60769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5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FAQs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(trợ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giúp),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14400" y="67722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1143000" y="67722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S7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2057400" y="67722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053" rIns="0" bIns="-6053" rtlCol="0" anchor="ctr"/>
          <a:lstStyle/>
          <a:p>
            <a:pPr algn="l" indent="0" marL="0">
              <a:lnSpc>
                <a:spcPts val="1947"/>
              </a:lnSpc>
              <a:buNone/>
            </a:pPr>
            <a:r>
              <a:rPr lang="en-US" sz="16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Gigazine,</a:t>
            </a:r>
            <a:r>
              <a:rPr lang="en-US" sz="16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SpaceXAI</a:t>
            </a:r>
            <a:r>
              <a:rPr lang="en-US" sz="16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6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mắt</a:t>
            </a:r>
            <a:r>
              <a:rPr lang="en-US" sz="16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agent</a:t>
            </a:r>
            <a:r>
              <a:rPr lang="en-US" sz="16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6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16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16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12/08/2026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914400" y="74771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143000" y="74771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S8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2057400" y="74771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Mem0,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guide,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14400" y="81724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28" name="Text 26"/>
          <p:cNvSpPr/>
          <p:nvPr/>
        </p:nvSpPr>
        <p:spPr>
          <a:xfrm>
            <a:off x="1143000" y="81724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S9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2057400" y="81724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Christopher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Alarcon,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 use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cases,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9334500" y="25717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31" name="Text 29"/>
          <p:cNvSpPr/>
          <p:nvPr/>
        </p:nvSpPr>
        <p:spPr>
          <a:xfrm>
            <a:off x="9563100" y="25717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S10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0477500" y="25717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MindStudio,</a:t>
            </a:r>
            <a:r>
              <a:rPr lang="en-US" sz="21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pricing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 access,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9334500" y="32766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34" name="Text 32"/>
          <p:cNvSpPr/>
          <p:nvPr/>
        </p:nvSpPr>
        <p:spPr>
          <a:xfrm>
            <a:off x="9563100" y="32766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S11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0477500" y="32766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Builder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Club,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pricing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9334500" y="39719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37" name="Text 35"/>
          <p:cNvSpPr/>
          <p:nvPr/>
        </p:nvSpPr>
        <p:spPr>
          <a:xfrm>
            <a:off x="9563100" y="39719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S12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10477500" y="39719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Toolradar,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OpenClaw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vs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9334500" y="46767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0" name="Text 38"/>
          <p:cNvSpPr/>
          <p:nvPr/>
        </p:nvSpPr>
        <p:spPr>
          <a:xfrm>
            <a:off x="9563100" y="46767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S13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10477500" y="46767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6603" rIns="0" bIns="-6603" rtlCol="0" anchor="ctr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sz="180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Tesla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North,</a:t>
            </a:r>
            <a:r>
              <a:rPr lang="en-US" sz="18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18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18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r>
              <a:rPr lang="en-US" sz="18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Teams,</a:t>
            </a:r>
            <a:r>
              <a:rPr lang="en-US" sz="18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11/09/2026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9334500" y="537210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3" name="Text 41"/>
          <p:cNvSpPr/>
          <p:nvPr/>
        </p:nvSpPr>
        <p:spPr>
          <a:xfrm>
            <a:off x="9563100" y="537210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S14</a:t>
            </a:r>
            <a:endParaRPr lang="en-US" sz="1950" dirty="0"/>
          </a:p>
        </p:txBody>
      </p:sp>
      <p:sp>
        <p:nvSpPr>
          <p:cNvPr id="44" name="Text 42"/>
          <p:cNvSpPr/>
          <p:nvPr/>
        </p:nvSpPr>
        <p:spPr>
          <a:xfrm>
            <a:off x="10477500" y="5372100"/>
            <a:ext cx="6667500" cy="590550"/>
          </a:xfrm>
          <a:prstGeom prst="rect">
            <a:avLst/>
          </a:prstGeom>
          <a:noFill/>
          <a:ln/>
        </p:spPr>
        <p:txBody>
          <a:bodyPr wrap="square" lIns="0" tIns="6603" rIns="0" bIns="-6603" rtlCol="0" anchor="ctr"/>
          <a:lstStyle/>
          <a:p>
            <a:pPr algn="l" indent="0" marL="0">
              <a:lnSpc>
                <a:spcPts val="2124"/>
              </a:lnSpc>
              <a:buNone/>
            </a:pP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iPhone</a:t>
            </a:r>
            <a:r>
              <a:rPr lang="en-US" sz="18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Canada,</a:t>
            </a:r>
            <a:r>
              <a:rPr lang="en-US" sz="18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18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18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major</a:t>
            </a:r>
            <a:r>
              <a:rPr lang="en-US" sz="18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update,</a:t>
            </a:r>
            <a:r>
              <a:rPr lang="en-US" sz="18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17/10/2026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334500" y="60769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6" name="Text 44"/>
          <p:cNvSpPr/>
          <p:nvPr/>
        </p:nvSpPr>
        <p:spPr>
          <a:xfrm>
            <a:off x="9563100" y="60769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S15</a:t>
            </a:r>
            <a:endParaRPr lang="en-US" sz="1950" dirty="0"/>
          </a:p>
        </p:txBody>
      </p:sp>
      <p:sp>
        <p:nvSpPr>
          <p:cNvPr id="47" name="Text 45"/>
          <p:cNvSpPr/>
          <p:nvPr/>
        </p:nvSpPr>
        <p:spPr>
          <a:xfrm>
            <a:off x="10477500" y="60769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Which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models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power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Bot?,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48" name="Shape 46"/>
          <p:cNvSpPr/>
          <p:nvPr/>
        </p:nvSpPr>
        <p:spPr>
          <a:xfrm>
            <a:off x="9334500" y="677227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49" name="Text 47"/>
          <p:cNvSpPr/>
          <p:nvPr/>
        </p:nvSpPr>
        <p:spPr>
          <a:xfrm>
            <a:off x="9563100" y="677227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S16</a:t>
            </a:r>
            <a:endParaRPr lang="en-US" sz="1950" dirty="0"/>
          </a:p>
        </p:txBody>
      </p:sp>
      <p:sp>
        <p:nvSpPr>
          <p:cNvPr id="50" name="Text 48"/>
          <p:cNvSpPr/>
          <p:nvPr/>
        </p:nvSpPr>
        <p:spPr>
          <a:xfrm>
            <a:off x="10477500" y="677227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Vellum,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Official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breakdown,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51" name="Shape 49"/>
          <p:cNvSpPr/>
          <p:nvPr/>
        </p:nvSpPr>
        <p:spPr>
          <a:xfrm>
            <a:off x="9334500" y="7477125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52" name="Text 50"/>
          <p:cNvSpPr/>
          <p:nvPr/>
        </p:nvSpPr>
        <p:spPr>
          <a:xfrm>
            <a:off x="9563100" y="7477125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S17</a:t>
            </a:r>
            <a:endParaRPr lang="en-US" sz="1950" dirty="0"/>
          </a:p>
        </p:txBody>
      </p:sp>
      <p:sp>
        <p:nvSpPr>
          <p:cNvPr id="53" name="Text 51"/>
          <p:cNvSpPr/>
          <p:nvPr/>
        </p:nvSpPr>
        <p:spPr>
          <a:xfrm>
            <a:off x="10477500" y="7477125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Plans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billing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(Grok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Bot),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</a:t>
            </a:r>
            <a:endParaRPr lang="en-US" sz="2100" dirty="0"/>
          </a:p>
        </p:txBody>
      </p:sp>
      <p:sp>
        <p:nvSpPr>
          <p:cNvPr id="54" name="Shape 52"/>
          <p:cNvSpPr/>
          <p:nvPr/>
        </p:nvSpPr>
        <p:spPr>
          <a:xfrm>
            <a:off x="9334500" y="8172450"/>
            <a:ext cx="8039100" cy="590550"/>
          </a:xfrm>
          <a:prstGeom prst="roundRect">
            <a:avLst>
              <a:gd name="adj" fmla="val 25806"/>
            </a:avLst>
          </a:prstGeom>
          <a:solidFill>
            <a:srgbClr val="1E212B"/>
          </a:solidFill>
          <a:ln/>
        </p:spPr>
      </p:sp>
      <p:sp>
        <p:nvSpPr>
          <p:cNvPr id="55" name="Text 53"/>
          <p:cNvSpPr/>
          <p:nvPr/>
        </p:nvSpPr>
        <p:spPr>
          <a:xfrm>
            <a:off x="9563100" y="8172450"/>
            <a:ext cx="8763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S18</a:t>
            </a:r>
            <a:endParaRPr lang="en-US" sz="1950" dirty="0"/>
          </a:p>
        </p:txBody>
      </p:sp>
      <p:sp>
        <p:nvSpPr>
          <p:cNvPr id="56" name="Text 54"/>
          <p:cNvSpPr/>
          <p:nvPr/>
        </p:nvSpPr>
        <p:spPr>
          <a:xfrm>
            <a:off x="10477500" y="8172450"/>
            <a:ext cx="6667500" cy="590550"/>
          </a:xfrm>
          <a:prstGeom prst="rect">
            <a:avLst/>
          </a:prstGeom>
          <a:noFill/>
          <a:ln/>
        </p:spPr>
        <p:txBody>
          <a:bodyPr wrap="square" lIns="0" tIns="7703" rIns="0" bIns="-7703" rtlCol="0" anchor="ctr"/>
          <a:lstStyle/>
          <a:p>
            <a:pPr algn="l" indent="0" marL="0">
              <a:lnSpc>
                <a:spcPts val="2478"/>
              </a:lnSpc>
              <a:buNone/>
            </a:pP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Cursor,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Grok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liệu), 2026</a:t>
            </a:r>
            <a:endParaRPr lang="en-US" sz="2100" dirty="0"/>
          </a:p>
        </p:txBody>
      </p:sp>
      <p:sp>
        <p:nvSpPr>
          <p:cNvPr id="57" name="Shape 55"/>
          <p:cNvSpPr/>
          <p:nvPr/>
        </p:nvSpPr>
        <p:spPr>
          <a:xfrm>
            <a:off x="942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171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400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628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1857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2085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2314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2543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2771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3000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3228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3457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3686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3914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4143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4371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4600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4829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5057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5286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5514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5743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5972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6200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6429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6657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6886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7115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7343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7572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78009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80295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82581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84867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8715375" y="9563100"/>
            <a:ext cx="114300" cy="114300"/>
          </a:xfrm>
          <a:prstGeom prst="ellipse">
            <a:avLst/>
          </a:prstGeom>
          <a:solidFill>
            <a:srgbClr val="F3EEE3">
              <a:alpha val="28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8924925" y="954405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93" name="Text 91"/>
          <p:cNvSpPr/>
          <p:nvPr/>
        </p:nvSpPr>
        <p:spPr>
          <a:xfrm>
            <a:off x="9372600" y="9467850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Multiple-report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L16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36/36</a:t>
            </a:r>
            <a:endParaRPr lang="en-US" sz="1800" dirty="0"/>
          </a:p>
        </p:txBody>
      </p:sp>
      <p:sp>
        <p:nvSpPr>
          <p:cNvPr id="94" name="Shape 9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95" name="Moda image moda-export-watermark-659d385c-38f1-4a9e-a79b-f5fe497cfd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2026-10-21T21:07:03Z</dcterms:created>
  <dcterms:modified xsi:type="dcterms:W3CDTF">2026-10-21T21:07:03Z</dcterms:modified>
</cp:coreProperties>
</file>