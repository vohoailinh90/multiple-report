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8288000" cy="10287000"/>
  <p:notesSz cx="10287000" cy="18288000"/>
  <p:embeddedFontLst>
    <p:embeddedFont>
      <p:font typeface="Be Vietnam Pro"/>
      <p:regular r:id="rId46"/>
      <p:bold r:id="rId43"/>
    </p:embeddedFont>
    <p:embeddedFont>
      <p:font typeface="Bricolage Grotesque ExtraBold"/>
      <p:regular r:id="rId44"/>
    </p:embeddedFont>
    <p:embeddedFont>
      <p:font typeface="Be Vietnam Pro SemiBold"/>
      <p:regular r:id="rId45"/>
    </p:embeddedFont>
    <p:embeddedFont>
      <p:font typeface="Be Vietnam Pro ExtraBold"/>
      <p:regular r:id="rId47"/>
    </p:embeddedFont>
    <p:embeddedFont>
      <p:font typeface="Be Vietnam Pro Medium"/>
      <p:regular r:id="rId4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430250" y="3714750"/>
            <a:ext cx="1714500" cy="1714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620625" y="2905125"/>
            <a:ext cx="3333750" cy="3333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11000" y="2095500"/>
            <a:ext cx="4953000" cy="49530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01375" y="1285875"/>
            <a:ext cx="6572250" cy="65722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1750" y="476250"/>
            <a:ext cx="8191500" cy="8191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82125" y="-333375"/>
            <a:ext cx="9810750" cy="9810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39850" y="4324350"/>
            <a:ext cx="495300" cy="495300"/>
          </a:xfrm>
          <a:prstGeom prst="ellipse">
            <a:avLst/>
          </a:prstGeom>
          <a:solidFill>
            <a:srgbClr val="FF6A4D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100" b="1" spc="4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Bot: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8100" dirty="0"/>
          </a:p>
        </p:txBody>
      </p:sp>
      <p:sp>
        <p:nvSpPr>
          <p:cNvPr id="11" name="Text 9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Agent</a:t>
            </a:r>
            <a:r>
              <a:rPr lang="en-US" sz="33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33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3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3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330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3300" dirty="0" spc="-2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33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máy: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đáng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300" dirty="0" spc="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16551bb-2628-472f-a2bd-4b74e3a11a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hỏi của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đáng</a:t>
            </a:r>
            <a:r>
              <a:rPr lang="en-US" sz="69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đâu,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nó?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f5d3897-ecf9-4336-9b44-ed916ec12c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khối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routine,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nhiêu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giá còn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173ccae3-d117-441c-aa12-6944252b2a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[S9]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65123664-c203-4a43-9f55-e1bd415ca8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của xAI,</a:t>
            </a: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nghiệm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)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11/08/2026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laptop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thao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chatbot</a:t>
            </a: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94065de-d8e2-4b55-b8e5-5873a9c68e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Hợp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Bot: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laptop,</a:t>
            </a:r>
            <a:r>
              <a:rPr lang="en-US" sz="28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8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0dc743ca-92ad-4ca0-8a94-71aa7f9c98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endParaRPr lang="en-US" sz="5700" dirty="0"/>
          </a:p>
        </p:txBody>
      </p:sp>
      <p:sp>
        <p:nvSpPr>
          <p:cNvPr id="3" name="Connector line-1792595860840-273173011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Connector line-1792595860841-874833433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11/08/2026:</a:t>
            </a:r>
            <a:r>
              <a:rPr lang="en-US" sz="27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beta,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ban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Connector line-1792595860845-103125983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12/08/2026: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Gigazine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SpaceXAI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Connector line-1792595860849-759354975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26/08/2026: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Connector line-1792595860852-798846787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17/10/2026: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lớn,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chợ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connector</a:t>
            </a:r>
            <a:r>
              <a:rPr lang="en-US" sz="27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 [S14]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07/36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0359fc1-2f3a-4d8b-8c1a-c062d09a69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6459200" cy="1381125"/>
          </a:xfrm>
          <a:prstGeom prst="roundRect">
            <a:avLst>
              <a:gd name="adj" fmla="val 15172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57500"/>
            <a:ext cx="15697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Bạn: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qua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581150" y="4391025"/>
            <a:ext cx="15125700" cy="1381125"/>
          </a:xfrm>
          <a:prstGeom prst="roundRect">
            <a:avLst>
              <a:gd name="adj" fmla="val 15172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2150" y="4391025"/>
            <a:ext cx="14363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2247900" y="5924550"/>
            <a:ext cx="13792200" cy="1381125"/>
          </a:xfrm>
          <a:prstGeom prst="roundRect">
            <a:avLst>
              <a:gd name="adj" fmla="val 15172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8900" y="5924550"/>
            <a:ext cx="13030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chung: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2914650" y="7458075"/>
            <a:ext cx="12458700" cy="1381125"/>
          </a:xfrm>
          <a:prstGeom prst="roundRect">
            <a:avLst>
              <a:gd name="adj" fmla="val 15172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5650" y="7458075"/>
            <a:ext cx="11696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Firecracker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microVM: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08/36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2cbd8d5-b747-40e9-884b-eacd4f170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 một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mô</a:t>
            </a: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Gigazine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Mem0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9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4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luận: khi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 thì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988f0f02-61fe-4548-baef-59c6a8717b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1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Máy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</a:t>
            </a:r>
            <a:r>
              <a:rPr lang="en-US" sz="2550" dirty="0" spc="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trữ;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</a:t>
            </a: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lập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Firecracker microVM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riêng;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Bot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 chung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cập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nhật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hoặc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sách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Team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Setup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Hạn</a:t>
            </a:r>
            <a:r>
              <a:rPr lang="en-US" sz="2100" dirty="0" spc="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hằng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tuần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 bố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2f4eb2ee-df7a-4185-8592-bb7d4a0820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việc: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@Bot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7" name="Connector line-1792598178409-474757989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làm: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endParaRPr lang="en-US" sz="2700" dirty="0"/>
          </a:p>
        </p:txBody>
      </p:sp>
      <p:sp>
        <p:nvSpPr>
          <p:cNvPr id="12" name="Connector line-1792598178412-840843808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endParaRPr lang="en-US" sz="2700" dirty="0"/>
          </a:p>
        </p:txBody>
      </p:sp>
      <p:sp>
        <p:nvSpPr>
          <p:cNvPr id="17" name="Connector line-1792598178416-856026995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quyết: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luôn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endParaRPr lang="en-US" sz="2700" dirty="0"/>
          </a:p>
        </p:txBody>
      </p:sp>
      <p:sp>
        <p:nvSpPr>
          <p:cNvPr id="22" name="Connector line-1792598178419-972057252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5019477e-55de-4553-8124-48429bd72e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nhắc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@Bot,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2550" dirty="0" spc="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@everyone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12/36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3c474ba1-571f-43d0-91a3-2352033b15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nhóm: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có thể</a:t>
            </a:r>
            <a:r>
              <a:rPr lang="en-US" sz="2850" dirty="0" spc="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 now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giao,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dẫn,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Stop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now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c5715c9-ed4c-417a-b060-1be0752767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Phê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phải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Allow</a:t>
            </a:r>
            <a:r>
              <a:rPr lang="en-US" sz="300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lần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8004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Deny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8004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83870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Always</a:t>
            </a:r>
            <a:r>
              <a:rPr lang="en-US" sz="3000" dirty="0" spc="-1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allow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483870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87692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Auto</a:t>
            </a:r>
            <a:r>
              <a:rPr lang="en-US" sz="3000" dirty="0" spc="-4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Review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587692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9151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Ask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first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69151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9533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Giới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1900" y="79533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phụ; giảm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31185e67-cb50-4e23-88ef-955ceb0491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Connector: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Connector line-1792595923792-522310735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595923792-885152102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95923792-2509999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95923792-179455019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5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Salesforce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SharePoint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Email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 routine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df0f74f-25f5-4066-805c-400f286b9b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nằm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khác, nên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9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dùng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các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26/08/2026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SuperGrok,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 hành.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SuperGrok,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Pro,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40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giá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nay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2d9af0ac-9550-4afc-b3bf-55c5e5a57b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57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5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SuperGrok</a:t>
            </a:r>
            <a:r>
              <a:rPr lang="en-US" sz="300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cơ</a:t>
            </a:r>
            <a:r>
              <a:rPr lang="en-US" sz="30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$30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khớp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9814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9814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9814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SuperGrok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Plus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9814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$100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nguồn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2006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2006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2006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SuperGrok</a:t>
            </a:r>
            <a:r>
              <a:rPr lang="en-US" sz="300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Heavy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2006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$300;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64198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64198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4198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Cursor</a:t>
            </a:r>
            <a:r>
              <a:rPr lang="en-US" sz="300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64198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$20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tháng,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14400" y="7639050"/>
            <a:ext cx="16459200" cy="1085850"/>
          </a:xfrm>
          <a:prstGeom prst="roundRect">
            <a:avLst>
              <a:gd name="adj" fmla="val 17544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7639050"/>
            <a:ext cx="133350" cy="10858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7639050"/>
            <a:ext cx="5905500" cy="108585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Cursor</a:t>
            </a:r>
            <a:r>
              <a:rPr lang="en-US" sz="30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Ultra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7639050"/>
            <a:ext cx="95250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$200;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3d9f65d5-8baf-4f27-8e9b-c3f781a1c0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Connector line-1792598225437-212320305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34099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Connector line-1792598225438-170004791"/>
          <p:cNvSpPr/>
          <p:nvPr/>
        </p:nvSpPr>
        <p:spPr>
          <a:xfrm flipV="1">
            <a:off x="36576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7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Ra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11/08: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Connector line-1792598225440-951673774"/>
          <p:cNvSpPr/>
          <p:nvPr/>
        </p:nvSpPr>
        <p:spPr>
          <a:xfrm>
            <a:off x="914400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591300" y="638175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 SuperGrok,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4382750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Connector line-1792598225441-852114190"/>
          <p:cNvSpPr/>
          <p:nvPr/>
        </p:nvSpPr>
        <p:spPr>
          <a:xfrm flipV="1">
            <a:off x="14630400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0777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thử: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bảy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7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mười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f3c624d3-f6bf-409c-9c27-1c427315dd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[S10],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[S11];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không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[S1];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khoản: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On-demand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monthly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 hạn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ý: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r>
              <a:rPr lang="en-US" sz="28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cứng,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vượt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chút;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85333477-b780-4bf6-83e2-9f77631a96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thật: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Auto</a:t>
            </a:r>
            <a:r>
              <a:rPr lang="en-US" sz="270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Cô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microVM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7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Teams,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Salesforce,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SharePoint,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MCP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67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20/36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4b904a72-c81d-49bf-918a-a3f1dc0c3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vắng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laptop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95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cf4ae798-2aa2-4300-bad0-7059f71d49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chung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Vellum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các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Ask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Hệ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file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màn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riêng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 bảo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24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1eb186cf-4526-4704-bbbf-680139e4ac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Chỉ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Khóa</a:t>
            </a:r>
            <a:r>
              <a:rPr lang="en-US" sz="24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Auto</a:t>
            </a:r>
            <a:r>
              <a:rPr lang="en-US" sz="2400" dirty="0" spc="-3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Review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40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4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EDR;</a:t>
            </a: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hướng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thiếu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kiểm</a:t>
            </a:r>
            <a:r>
              <a:rPr lang="en-US" sz="240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toán</a:t>
            </a:r>
            <a:r>
              <a:rPr lang="en-US" sz="24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đầy đủ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[S16]</a:t>
            </a: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[S18]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Còn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beta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Giá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tảng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nhanh;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lệch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về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hỗ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trợ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[S7]</a:t>
            </a: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[S10]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Trang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cần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Mem0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thấy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chụp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trang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đòi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 thêm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[S8]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phí</a:t>
            </a:r>
            <a:r>
              <a:rPr lang="en-US" sz="2100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Hạn</a:t>
            </a:r>
            <a:r>
              <a:rPr lang="en-US" sz="2550" dirty="0" spc="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bố;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 do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chọn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 [S15]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[S10] [S15]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53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06810a60-1465-4421-9059-49afff41a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Quyền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cần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endParaRPr lang="en-US" sz="2700" dirty="0"/>
          </a:p>
        </p:txBody>
      </p:sp>
      <p:sp>
        <p:nvSpPr>
          <p:cNvPr id="7" name="Connector line-1792598291967-507340068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thủ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công,</a:t>
            </a:r>
            <a:r>
              <a:rPr lang="en-US" sz="27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endParaRPr lang="en-US" sz="2700" dirty="0"/>
          </a:p>
        </p:txBody>
      </p:sp>
      <p:sp>
        <p:nvSpPr>
          <p:cNvPr id="12" name="Connector line-1792598291971-412408499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Luật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 first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allow</a:t>
            </a:r>
            <a:endParaRPr lang="en-US" sz="2550" dirty="0"/>
          </a:p>
        </p:txBody>
      </p:sp>
      <p:sp>
        <p:nvSpPr>
          <p:cNvPr id="17" name="Connector line-1792598291973-927151489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291975-423975601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1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7d04471a-0718-43df-b44b-bfdd8fe87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5700" dirty="0"/>
          </a:p>
        </p:txBody>
      </p:sp>
      <p:sp>
        <p:nvSpPr>
          <p:cNvPr id="3" name="Connector line-1792598302436-943658979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598302436-640939337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98302436-724661340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98302436-886909603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phẩm;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 hoặc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Cursor: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liệu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SuperGrok: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Salesforce,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 [S11] [S13]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10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bef3d-5197-48b9-b338-932ac5188f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 thái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xAI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Cursor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SuperGrok</a:t>
            </a:r>
            <a:r>
              <a:rPr lang="en-US" sz="3000" dirty="0" spc="-2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Cursor</a:t>
            </a:r>
            <a:r>
              <a:rPr lang="en-US" sz="3000" dirty="0" spc="-1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Pro,</a:t>
            </a:r>
            <a:r>
              <a:rPr lang="en-US" sz="3000" dirty="0" spc="-54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Teams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Mem0,</a:t>
            </a:r>
            <a:r>
              <a:rPr lang="en-US" sz="3000" dirty="0" spc="-2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Vellum,</a:t>
            </a:r>
            <a:r>
              <a:rPr lang="en-US" sz="3000" dirty="0" spc="-4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Toolradar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[S8]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38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26/36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ef6e0f4d-ee63-4531-9958-1e7418f68d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chọn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bạn kiểm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7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7453a702-a027-4e12-acf3-f17d93e79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dõi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31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5495925" y="4857750"/>
            <a:ext cx="3095625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31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9696450" y="4857750"/>
            <a:ext cx="3095625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3150" dirty="0" spc="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 dữ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3150" dirty="0"/>
          </a:p>
        </p:txBody>
      </p:sp>
      <p:sp>
        <p:nvSpPr>
          <p:cNvPr id="15" name="Shape 13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Bot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</a:t>
            </a:r>
            <a:r>
              <a:rPr lang="en-US" sz="25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096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28/36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f5e269ff-013f-4288-a7c7-517fbdbbbf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9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Tóm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r>
              <a:rPr lang="en-US" sz="25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</a:t>
            </a:r>
            <a:r>
              <a:rPr lang="en-US" sz="255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changelog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sáng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Quét</a:t>
            </a:r>
            <a:r>
              <a:rPr lang="en-US" sz="30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r>
              <a:rPr lang="en-US" sz="30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hằng</a:t>
            </a:r>
            <a:r>
              <a:rPr lang="en-US" sz="30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tuần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3000" dirty="0" spc="-2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dependency</a:t>
            </a:r>
            <a:r>
              <a:rPr lang="en-US" sz="300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cấp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30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câu</a:t>
            </a:r>
            <a:r>
              <a:rPr lang="en-US" sz="30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pháp</a:t>
            </a:r>
            <a:r>
              <a:rPr lang="en-US" sz="300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r>
              <a:rPr lang="en-US" sz="30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chatbot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4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616f0f76-6c1e-4175-a175-b4ffe8aec5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OpenClaw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4200" dirty="0" spc="-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lo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OpenClaw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 được,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chợ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 dịch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cực: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dựng;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Claude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53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3c6ee60-6e89-4767-8a03-542bd070d3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Quản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;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 kiểm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781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5df9a9a-ea2b-4736-a6a2-7ca01caa1d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r>
              <a:rPr lang="en-US" sz="31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 cần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on-premises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hai: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8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10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cdde7ae-2d5e-4c49-9511-4c12b09a59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Connector line-1792598328975-16768213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</a:t>
            </a:r>
            <a:endParaRPr lang="en-US" sz="2700" dirty="0"/>
          </a:p>
        </p:txBody>
      </p:sp>
      <p:sp>
        <p:nvSpPr>
          <p:cNvPr id="12" name="Connector line-1792598328977-162570530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mọi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endParaRPr lang="en-US" sz="2700" dirty="0"/>
          </a:p>
        </p:txBody>
      </p:sp>
      <p:sp>
        <p:nvSpPr>
          <p:cNvPr id="17" name="Connector line-1792598328980-699536690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328983-59342753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dần;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39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9537aa90-2a88-4f77-841e-48ba4dba9e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Grok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 nền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0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coi</a:t>
            </a:r>
            <a:r>
              <a:rPr lang="en-US" sz="30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cách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Giá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ổn</a:t>
            </a:r>
            <a:r>
              <a:rPr lang="en-US" sz="30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nhau: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30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hành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0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ngoài; phê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lớp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vệ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được,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67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c1049d7b-8e51-423a-9557-b4e5efe2f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tìm kiếm,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 văn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chi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kiếm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cần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96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36d958b-49b2-4d55-bc70-c55b741eda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protect: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started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FAQs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(trợ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giúp),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20574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Gigazine,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SpaceXAI</a:t>
            </a:r>
            <a:r>
              <a:rPr lang="en-US" sz="16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12/08/2026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44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0574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Mem0,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144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20574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Christopher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 use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3345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MindStudio,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access,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3345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4" name="Text 32"/>
          <p:cNvSpPr/>
          <p:nvPr/>
        </p:nvSpPr>
        <p:spPr>
          <a:xfrm>
            <a:off x="95631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S11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4775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Builder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Club,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3345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S12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Toolradar,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OpenClaw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93345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95631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S13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4775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Tesla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North,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18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11/09/2026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3345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3" name="Text 41"/>
          <p:cNvSpPr/>
          <p:nvPr/>
        </p:nvSpPr>
        <p:spPr>
          <a:xfrm>
            <a:off x="95631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S14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4775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iPhone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Canada,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major</a:t>
            </a:r>
            <a:r>
              <a:rPr lang="en-US" sz="18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update,</a:t>
            </a:r>
            <a:r>
              <a:rPr lang="en-US" sz="18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17/10/2026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3345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6" name="Text 44"/>
          <p:cNvSpPr/>
          <p:nvPr/>
        </p:nvSpPr>
        <p:spPr>
          <a:xfrm>
            <a:off x="95631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S15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04775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Which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models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power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Bot?,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93345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95631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S16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104775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Vellum,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Official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breakdown,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1" name="Shape 49"/>
          <p:cNvSpPr/>
          <p:nvPr/>
        </p:nvSpPr>
        <p:spPr>
          <a:xfrm>
            <a:off x="93345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2" name="Text 50"/>
          <p:cNvSpPr/>
          <p:nvPr/>
        </p:nvSpPr>
        <p:spPr>
          <a:xfrm>
            <a:off x="95631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S17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04775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Toolradar,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93345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5" name="Text 53"/>
          <p:cNvSpPr/>
          <p:nvPr/>
        </p:nvSpPr>
        <p:spPr>
          <a:xfrm>
            <a:off x="95631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S18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104775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57" name="Shape 5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924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3" name="Text 9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36/36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5" name="Moda image moda-export-watermark-659d385c-38f1-4a9e-a79b-f5fe497cfd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2026-10-21T15:59:49Z</dcterms:created>
  <dcterms:modified xsi:type="dcterms:W3CDTF">2026-10-21T15:59:49Z</dcterms:modified>
</cp:coreProperties>
</file>