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fals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embeddedFontLst>
    <p:embeddedFont>
      <p:font typeface="Noto Sans JP"/>
      <p:regular r:id="rId27"/>
      <p:bold r:id="rId24"/>
    </p:embeddedFont>
    <p:embeddedFont>
      <p:font typeface="Noto Sans JP ExtraBold"/>
      <p:regular r:id="rId25"/>
    </p:embeddedFont>
    <p:embeddedFont>
      <p:font typeface="Noto Sans JP SemiBold"/>
      <p:regular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導入：加熱すると尿素は何になり、どの温度で堆積物が付きやすいか。「Source number 3」の尿素加熱グラフを読みます。数値はグラフから、説明は最終スライドの文献と照合した知識です。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Blueは尿素32.5%の水溶液です。尿素は還元剤そのものではなく、NH3の貯蔵庫と考えてください。排気の熱で尿素がNH3に分解し、そのNH3が触媒上でNOxを還元します。水が先に蒸発し、尿素は約133°Cで溶融するので、グラフはそこから始まります。注意点：尿素がすべてNH3になるわけではなく、温度が足りないと一部は固体として残ります。この資料全体が、その「もう一つの道」の話で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つの物質を顔と名前で覚えます。尿素は欲しい物質で、NH3を出します。ビウレットは「まだ焼けていないパン生地」のような中間体です。シアヌル酸とアンメリドは安定で蒸発しにくい固体で、排気管に残る堆積物になります。構造は、尿素は炭素にNH2が2つ、後の2つは炭素と窒素の六員環です。「良い・悪い」の分類は本資料の知識であり、グラフから読み取ったもの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グラフは3段階で読みます。横軸は加熱温度、縦軸は当初の尿素に対する質量%です。紺色の線は総回収量、つまり4種の固体の合計で、100%に足りない分は消えたのではなく気体になりました。測定点は9つだけで、点を結ぶ直線は目を助けるためのものです。そのため160°Cや170°Cの実測値はありません。目読みの誤差は約±2%で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発点は純粋な尿素で、質量の100%、他の4つは0です。尿素は溶けて液体になりましたが、まだほとんど分解していません。AdBlueの水はすでに蒸発しているので、グラフには出てきません。実用上は、この段階では新しい堆積物はなく、NH3もまだ多くありません。注意：133°Cは実験試料の温度であり、車の排気温度ではありません。車では、液滴が触れる壁の温度が決め手になり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160°Cと170°Cを見たいという要望ですが、グラフにはこの間の測定点がありません。推定の2行は133°Cと190°Cを直線で結んだ内挿なので、方向を示すだけです。尿素は減り、ビウレットは増え、NH3とHNCOが逃げるので固体の合計は下がりはじめます。設計の数値として使わないでください。実際の160・170°Cの値には、別の実験か測定点の多い原論文が必要で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190°Cで尿素は約半分になりました。2つの反応が並行して進みます。尿素がNH3とHNCOに分かれ、一部の尿素がHNCOと結びついてビウレットを作ります。ビウレットは約28%でピークです。シアヌル酸（2.5%）とアンメリド（0.5%）は出始めたところです。固体の合計は約77%、つまり約23%が気体になりました。Schaberの4つの温度領域では、約190°Cからビウレットが分解しはじめま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ここは主役の交代です。尿素はほぼなくなり、ビウレットは28%から14%、さらに約1%へ落ちます。ビウレットは理由なく消えるのではなく、分解してシアヌル酸とアンメリドを作ります。HNCO 3分子が結びついてシアヌル酸になる経路もあります（本資料の知識）。シアヌル酸は2.5%から22%、23.5%へ跳ね上がります。実用上は、ここから堆積物は軟らかく変化中のものではなく、安定で落ちにくい固体になり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275°C以上では固体は2種類だけです。シアヌル酸は275°Cで約24%のピークに達し、325°Cで約15%に下がります。アンメリドは約5.5%で動きません。Schaberの領域では250〜360°Cでシアヌル酸が昇華するので、紫の線が下がります。固体の合計は約30%、次いで約20%で、量も多く安定しています。壁の温度がこの領域に長く留まるのは避けたいところで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350°Cで残るのはシアヌル酸約2%とアンメリド約5.5%だけです。アンメリドが最も安定で、400°Cで約1%、450°Cで0になります。固体の合計は400°Cで約2.5%、450°Cで約1%です。小さな注意：400°Cの合計（約2.5%）は読み取れる4種の合計（約1%）より大きいですが、目読みの誤差の範囲です。実用上、約400°C以上の排気管はほぼ自然にきれいになり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つの転換点がこの資料の骨格です。1つ目：ビウレットは上がって下がる。供給源の尿素が尽き、自らも分解するからです。2つ目：シアヌル酸にビウレットとHNCOが流れ込み、190〜225°Cで急増します。3つ目：アンメリドはゆっくり増えて最も長生きです。4つ目：総回収量は各段階で気体を放出しながら下がり続けます。5つ目：約400°C以上はほぼきれいです。理由の説明は本資料の解釈で、グラフが与えるのは数値だけで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色の帯は本資料のグラフからの推論で、特定メーカーのしきい値ではありません。赤の190〜325°Cが危険なのは、固体が最も多く最も安定だからです。壁の温度が低いと危ない理由：液滴が壁に当たると液膜ができ、膜が蒸発するときに熱を奪って壁がさらに冷えます。そのため排気ガスが熱くても壁が赤い領域に留まることがあります。ガス温度だけでなく壁の温度を見る必要がありま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4つの提案は、グラフと化学からの推論であり、特定メーカーの仕様ではありません。1：噴射開始の温度は、ガスだけでなく壁の温度で決める。2：噴射戦略は液滴を小さく保ち、冷たい壁への接触を避け、低温では量を減らす。3：ミキサーは液滴が早く蒸発し、よどみができにくい設計にする。4：熱による清掃（再生）で壁を約400°C以上にします。具体的なしきい値はメーカーが適合させるもので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5つで話の筋を再現できます。1：尿素が溶けてガスを出す。2：ビウレットは190°Cでピークになって消える中間駅。3：シアヌル酸が主な堆積物、アンメリドは量は少ないがより頑丈。4：固体の質量は気体になって減っていく。5：危険域は190〜325°C、約400°C以上はほぼきれい。聞き手に尋ねてください。自分の車ではどの領域が起きやすいか、壁は排気ガスより遅れてどれくらいで温まるか。</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問いで議論を始めてください。最初は実際の場面です。ガスは熱いが、ミキサーの壁は冷たい。2つ目は壁の温度を測るか推定する方法。3つ目は走行パターンで、低負荷、市街地走行、長い停車などが危険域に留まらせます。4つ目は熱による清掃です。唯一の答えはありません。目的は、グラフの各点を自分たちのシステムに結びつけてもらうことで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このスライドで、数値と推論を分けます。数値：Source number 3のグラフの9つの測定点、目読みで誤差約±2%。推論：反応名、良し悪しの分類、危険領域、対策、160・170°Cの内挿値。これは実験室での尿素加熱実験なので、車では昇温速度、ガス流、触媒、噴霧液滴によって値が変わります。グラフの著者と年が不明なため、各数値を原論文と照合してはいません。</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本資料の出典です。S1は所有者提供のグラフ。S2・S3は尿素の熱分解に関する古典的論文、S4は温度領域を要約した公開のモデル化論文（CC BY）、S5は尿素堆積の形成、S6は堆積物の組成、S7はAdBlueの説明、S8はWikimedia Commonsの図です。詳しく知りたい方はS4とS5をご覧ください。</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C"/>
        </a:solidFill>
      </p:bgPr>
    </p:bg>
    <p:spTree>
      <p:nvGrpSpPr>
        <p:cNvPr id="1" name=""/>
        <p:cNvGrpSpPr/>
        <p:nvPr/>
      </p:nvGrpSpPr>
      <p:grpSpPr>
        <a:xfrm>
          <a:off x="0" y="0"/>
          <a:ext cx="0" cy="0"/>
          <a:chOff x="0" y="0"/>
          <a:chExt cx="0" cy="0"/>
        </a:xfrm>
      </p:grpSpPr>
      <p:sp>
        <p:nvSpPr>
          <p:cNvPr id="2" name="Shape 0"/>
          <p:cNvSpPr/>
          <p:nvPr/>
        </p:nvSpPr>
        <p:spPr>
          <a:xfrm>
            <a:off x="9334500" y="952500"/>
            <a:ext cx="381000" cy="381000"/>
          </a:xfrm>
          <a:prstGeom prst="ellipse">
            <a:avLst/>
          </a:prstGeom>
          <a:solidFill>
            <a:srgbClr val="FFB454">
              <a:alpha val="22000"/>
            </a:srgbClr>
          </a:solidFill>
          <a:ln/>
        </p:spPr>
      </p:sp>
      <p:sp>
        <p:nvSpPr>
          <p:cNvPr id="3" name="Shape 1"/>
          <p:cNvSpPr/>
          <p:nvPr/>
        </p:nvSpPr>
        <p:spPr>
          <a:xfrm>
            <a:off x="10477500" y="1047750"/>
            <a:ext cx="190500" cy="190500"/>
          </a:xfrm>
          <a:prstGeom prst="ellipse">
            <a:avLst/>
          </a:prstGeom>
          <a:solidFill>
            <a:srgbClr val="2C3040">
              <a:alpha val="22000"/>
            </a:srgbClr>
          </a:solidFill>
          <a:ln/>
        </p:spPr>
      </p:sp>
      <p:sp>
        <p:nvSpPr>
          <p:cNvPr id="4" name="Shape 2"/>
          <p:cNvSpPr/>
          <p:nvPr/>
        </p:nvSpPr>
        <p:spPr>
          <a:xfrm>
            <a:off x="11525250" y="1047750"/>
            <a:ext cx="190500" cy="190500"/>
          </a:xfrm>
          <a:prstGeom prst="ellipse">
            <a:avLst/>
          </a:prstGeom>
          <a:solidFill>
            <a:srgbClr val="2C3040">
              <a:alpha val="22000"/>
            </a:srgbClr>
          </a:solidFill>
          <a:ln/>
        </p:spPr>
      </p:sp>
      <p:sp>
        <p:nvSpPr>
          <p:cNvPr id="5" name="Shape 3"/>
          <p:cNvSpPr/>
          <p:nvPr/>
        </p:nvSpPr>
        <p:spPr>
          <a:xfrm>
            <a:off x="12477750" y="952500"/>
            <a:ext cx="381000" cy="381000"/>
          </a:xfrm>
          <a:prstGeom prst="ellipse">
            <a:avLst/>
          </a:prstGeom>
          <a:solidFill>
            <a:srgbClr val="FFB454">
              <a:alpha val="22000"/>
            </a:srgbClr>
          </a:solidFill>
          <a:ln/>
        </p:spPr>
      </p:sp>
      <p:sp>
        <p:nvSpPr>
          <p:cNvPr id="6" name="Shape 4"/>
          <p:cNvSpPr/>
          <p:nvPr/>
        </p:nvSpPr>
        <p:spPr>
          <a:xfrm>
            <a:off x="13620750" y="1047750"/>
            <a:ext cx="190500" cy="190500"/>
          </a:xfrm>
          <a:prstGeom prst="ellipse">
            <a:avLst/>
          </a:prstGeom>
          <a:solidFill>
            <a:srgbClr val="2C3040">
              <a:alpha val="22000"/>
            </a:srgbClr>
          </a:solidFill>
          <a:ln/>
        </p:spPr>
      </p:sp>
      <p:sp>
        <p:nvSpPr>
          <p:cNvPr id="7" name="Shape 5"/>
          <p:cNvSpPr/>
          <p:nvPr/>
        </p:nvSpPr>
        <p:spPr>
          <a:xfrm>
            <a:off x="14668500" y="1047750"/>
            <a:ext cx="190500" cy="190500"/>
          </a:xfrm>
          <a:prstGeom prst="ellipse">
            <a:avLst/>
          </a:prstGeom>
          <a:solidFill>
            <a:srgbClr val="2C3040">
              <a:alpha val="22000"/>
            </a:srgbClr>
          </a:solidFill>
          <a:ln/>
        </p:spPr>
      </p:sp>
      <p:sp>
        <p:nvSpPr>
          <p:cNvPr id="8" name="Shape 6"/>
          <p:cNvSpPr/>
          <p:nvPr/>
        </p:nvSpPr>
        <p:spPr>
          <a:xfrm>
            <a:off x="15621000" y="952500"/>
            <a:ext cx="381000" cy="381000"/>
          </a:xfrm>
          <a:prstGeom prst="ellipse">
            <a:avLst/>
          </a:prstGeom>
          <a:solidFill>
            <a:srgbClr val="FFB454">
              <a:alpha val="22000"/>
            </a:srgbClr>
          </a:solidFill>
          <a:ln/>
        </p:spPr>
      </p:sp>
      <p:sp>
        <p:nvSpPr>
          <p:cNvPr id="9" name="Shape 7"/>
          <p:cNvSpPr/>
          <p:nvPr/>
        </p:nvSpPr>
        <p:spPr>
          <a:xfrm>
            <a:off x="16764000" y="1047750"/>
            <a:ext cx="190500" cy="190500"/>
          </a:xfrm>
          <a:prstGeom prst="ellipse">
            <a:avLst/>
          </a:prstGeom>
          <a:solidFill>
            <a:srgbClr val="2C3040">
              <a:alpha val="22000"/>
            </a:srgbClr>
          </a:solidFill>
          <a:ln/>
        </p:spPr>
      </p:sp>
      <p:sp>
        <p:nvSpPr>
          <p:cNvPr id="10" name="Shape 8"/>
          <p:cNvSpPr/>
          <p:nvPr/>
        </p:nvSpPr>
        <p:spPr>
          <a:xfrm>
            <a:off x="9429750" y="2476500"/>
            <a:ext cx="190500" cy="190500"/>
          </a:xfrm>
          <a:prstGeom prst="ellipse">
            <a:avLst/>
          </a:prstGeom>
          <a:solidFill>
            <a:srgbClr val="2C3040">
              <a:alpha val="22000"/>
            </a:srgbClr>
          </a:solidFill>
          <a:ln/>
        </p:spPr>
      </p:sp>
      <p:sp>
        <p:nvSpPr>
          <p:cNvPr id="11" name="Shape 9"/>
          <p:cNvSpPr/>
          <p:nvPr/>
        </p:nvSpPr>
        <p:spPr>
          <a:xfrm>
            <a:off x="10382250" y="2381250"/>
            <a:ext cx="381000" cy="381000"/>
          </a:xfrm>
          <a:prstGeom prst="ellipse">
            <a:avLst/>
          </a:prstGeom>
          <a:solidFill>
            <a:srgbClr val="FFB454">
              <a:alpha val="22000"/>
            </a:srgbClr>
          </a:solidFill>
          <a:ln/>
        </p:spPr>
      </p:sp>
      <p:sp>
        <p:nvSpPr>
          <p:cNvPr id="12" name="Shape 10"/>
          <p:cNvSpPr/>
          <p:nvPr/>
        </p:nvSpPr>
        <p:spPr>
          <a:xfrm>
            <a:off x="11525250" y="2476500"/>
            <a:ext cx="190500" cy="190500"/>
          </a:xfrm>
          <a:prstGeom prst="ellipse">
            <a:avLst/>
          </a:prstGeom>
          <a:solidFill>
            <a:srgbClr val="2C3040">
              <a:alpha val="22000"/>
            </a:srgbClr>
          </a:solidFill>
          <a:ln/>
        </p:spPr>
      </p:sp>
      <p:sp>
        <p:nvSpPr>
          <p:cNvPr id="13" name="Shape 11"/>
          <p:cNvSpPr/>
          <p:nvPr/>
        </p:nvSpPr>
        <p:spPr>
          <a:xfrm>
            <a:off x="12573000" y="2476500"/>
            <a:ext cx="190500" cy="190500"/>
          </a:xfrm>
          <a:prstGeom prst="ellipse">
            <a:avLst/>
          </a:prstGeom>
          <a:solidFill>
            <a:srgbClr val="2C3040">
              <a:alpha val="22000"/>
            </a:srgbClr>
          </a:solidFill>
          <a:ln/>
        </p:spPr>
      </p:sp>
      <p:sp>
        <p:nvSpPr>
          <p:cNvPr id="14" name="Shape 12"/>
          <p:cNvSpPr/>
          <p:nvPr/>
        </p:nvSpPr>
        <p:spPr>
          <a:xfrm>
            <a:off x="13525500" y="2381250"/>
            <a:ext cx="381000" cy="381000"/>
          </a:xfrm>
          <a:prstGeom prst="ellipse">
            <a:avLst/>
          </a:prstGeom>
          <a:solidFill>
            <a:srgbClr val="FFB454">
              <a:alpha val="22000"/>
            </a:srgbClr>
          </a:solidFill>
          <a:ln/>
        </p:spPr>
      </p:sp>
      <p:sp>
        <p:nvSpPr>
          <p:cNvPr id="15" name="Shape 13"/>
          <p:cNvSpPr/>
          <p:nvPr/>
        </p:nvSpPr>
        <p:spPr>
          <a:xfrm>
            <a:off x="14668500" y="2476500"/>
            <a:ext cx="190500" cy="190500"/>
          </a:xfrm>
          <a:prstGeom prst="ellipse">
            <a:avLst/>
          </a:prstGeom>
          <a:solidFill>
            <a:srgbClr val="2C3040">
              <a:alpha val="22000"/>
            </a:srgbClr>
          </a:solidFill>
          <a:ln/>
        </p:spPr>
      </p:sp>
      <p:sp>
        <p:nvSpPr>
          <p:cNvPr id="16" name="Shape 14"/>
          <p:cNvSpPr/>
          <p:nvPr/>
        </p:nvSpPr>
        <p:spPr>
          <a:xfrm>
            <a:off x="15716250" y="2476500"/>
            <a:ext cx="190500" cy="190500"/>
          </a:xfrm>
          <a:prstGeom prst="ellipse">
            <a:avLst/>
          </a:prstGeom>
          <a:solidFill>
            <a:srgbClr val="2C3040">
              <a:alpha val="22000"/>
            </a:srgbClr>
          </a:solidFill>
          <a:ln/>
        </p:spPr>
      </p:sp>
      <p:sp>
        <p:nvSpPr>
          <p:cNvPr id="17" name="Shape 15"/>
          <p:cNvSpPr/>
          <p:nvPr/>
        </p:nvSpPr>
        <p:spPr>
          <a:xfrm>
            <a:off x="16668750" y="2381250"/>
            <a:ext cx="381000" cy="381000"/>
          </a:xfrm>
          <a:prstGeom prst="ellipse">
            <a:avLst/>
          </a:prstGeom>
          <a:solidFill>
            <a:srgbClr val="FFB454">
              <a:alpha val="22000"/>
            </a:srgbClr>
          </a:solidFill>
          <a:ln/>
        </p:spPr>
      </p:sp>
      <p:sp>
        <p:nvSpPr>
          <p:cNvPr id="18" name="Shape 16"/>
          <p:cNvSpPr/>
          <p:nvPr/>
        </p:nvSpPr>
        <p:spPr>
          <a:xfrm>
            <a:off x="9429750" y="3905250"/>
            <a:ext cx="190500" cy="190500"/>
          </a:xfrm>
          <a:prstGeom prst="ellipse">
            <a:avLst/>
          </a:prstGeom>
          <a:solidFill>
            <a:srgbClr val="2C3040">
              <a:alpha val="22000"/>
            </a:srgbClr>
          </a:solidFill>
          <a:ln/>
        </p:spPr>
      </p:sp>
      <p:sp>
        <p:nvSpPr>
          <p:cNvPr id="19" name="Shape 17"/>
          <p:cNvSpPr/>
          <p:nvPr/>
        </p:nvSpPr>
        <p:spPr>
          <a:xfrm>
            <a:off x="10477500" y="3905250"/>
            <a:ext cx="190500" cy="190500"/>
          </a:xfrm>
          <a:prstGeom prst="ellipse">
            <a:avLst/>
          </a:prstGeom>
          <a:solidFill>
            <a:srgbClr val="2C3040">
              <a:alpha val="22000"/>
            </a:srgbClr>
          </a:solidFill>
          <a:ln/>
        </p:spPr>
      </p:sp>
      <p:sp>
        <p:nvSpPr>
          <p:cNvPr id="20" name="Shape 18"/>
          <p:cNvSpPr/>
          <p:nvPr/>
        </p:nvSpPr>
        <p:spPr>
          <a:xfrm>
            <a:off x="11430000" y="3810000"/>
            <a:ext cx="381000" cy="381000"/>
          </a:xfrm>
          <a:prstGeom prst="ellipse">
            <a:avLst/>
          </a:prstGeom>
          <a:solidFill>
            <a:srgbClr val="FFB454">
              <a:alpha val="22000"/>
            </a:srgbClr>
          </a:solidFill>
          <a:ln/>
        </p:spPr>
      </p:sp>
      <p:sp>
        <p:nvSpPr>
          <p:cNvPr id="21" name="Shape 19"/>
          <p:cNvSpPr/>
          <p:nvPr/>
        </p:nvSpPr>
        <p:spPr>
          <a:xfrm>
            <a:off x="12573000" y="3905250"/>
            <a:ext cx="190500" cy="190500"/>
          </a:xfrm>
          <a:prstGeom prst="ellipse">
            <a:avLst/>
          </a:prstGeom>
          <a:solidFill>
            <a:srgbClr val="2C3040">
              <a:alpha val="22000"/>
            </a:srgbClr>
          </a:solidFill>
          <a:ln/>
        </p:spPr>
      </p:sp>
      <p:sp>
        <p:nvSpPr>
          <p:cNvPr id="22" name="Shape 20"/>
          <p:cNvSpPr/>
          <p:nvPr/>
        </p:nvSpPr>
        <p:spPr>
          <a:xfrm>
            <a:off x="13620750" y="3905250"/>
            <a:ext cx="190500" cy="190500"/>
          </a:xfrm>
          <a:prstGeom prst="ellipse">
            <a:avLst/>
          </a:prstGeom>
          <a:solidFill>
            <a:srgbClr val="2C3040">
              <a:alpha val="22000"/>
            </a:srgbClr>
          </a:solidFill>
          <a:ln/>
        </p:spPr>
      </p:sp>
      <p:sp>
        <p:nvSpPr>
          <p:cNvPr id="23" name="Shape 21"/>
          <p:cNvSpPr/>
          <p:nvPr/>
        </p:nvSpPr>
        <p:spPr>
          <a:xfrm>
            <a:off x="14573250" y="3810000"/>
            <a:ext cx="381000" cy="381000"/>
          </a:xfrm>
          <a:prstGeom prst="ellipse">
            <a:avLst/>
          </a:prstGeom>
          <a:solidFill>
            <a:srgbClr val="FFB454">
              <a:alpha val="22000"/>
            </a:srgbClr>
          </a:solidFill>
          <a:ln/>
        </p:spPr>
      </p:sp>
      <p:sp>
        <p:nvSpPr>
          <p:cNvPr id="24" name="Shape 22"/>
          <p:cNvSpPr/>
          <p:nvPr/>
        </p:nvSpPr>
        <p:spPr>
          <a:xfrm>
            <a:off x="15716250" y="3905250"/>
            <a:ext cx="190500" cy="190500"/>
          </a:xfrm>
          <a:prstGeom prst="ellipse">
            <a:avLst/>
          </a:prstGeom>
          <a:solidFill>
            <a:srgbClr val="2C3040">
              <a:alpha val="22000"/>
            </a:srgbClr>
          </a:solidFill>
          <a:ln/>
        </p:spPr>
      </p:sp>
      <p:sp>
        <p:nvSpPr>
          <p:cNvPr id="25" name="Shape 23"/>
          <p:cNvSpPr/>
          <p:nvPr/>
        </p:nvSpPr>
        <p:spPr>
          <a:xfrm>
            <a:off x="16764000" y="3905250"/>
            <a:ext cx="190500" cy="190500"/>
          </a:xfrm>
          <a:prstGeom prst="ellipse">
            <a:avLst/>
          </a:prstGeom>
          <a:solidFill>
            <a:srgbClr val="2C3040">
              <a:alpha val="22000"/>
            </a:srgbClr>
          </a:solidFill>
          <a:ln/>
        </p:spPr>
      </p:sp>
      <p:sp>
        <p:nvSpPr>
          <p:cNvPr id="26" name="Shape 24"/>
          <p:cNvSpPr/>
          <p:nvPr/>
        </p:nvSpPr>
        <p:spPr>
          <a:xfrm>
            <a:off x="9334500" y="5238750"/>
            <a:ext cx="381000" cy="381000"/>
          </a:xfrm>
          <a:prstGeom prst="ellipse">
            <a:avLst/>
          </a:prstGeom>
          <a:solidFill>
            <a:srgbClr val="FFB454">
              <a:alpha val="22000"/>
            </a:srgbClr>
          </a:solidFill>
          <a:ln/>
        </p:spPr>
      </p:sp>
      <p:sp>
        <p:nvSpPr>
          <p:cNvPr id="27" name="Shape 25"/>
          <p:cNvSpPr/>
          <p:nvPr/>
        </p:nvSpPr>
        <p:spPr>
          <a:xfrm>
            <a:off x="10477500" y="5334000"/>
            <a:ext cx="190500" cy="190500"/>
          </a:xfrm>
          <a:prstGeom prst="ellipse">
            <a:avLst/>
          </a:prstGeom>
          <a:solidFill>
            <a:srgbClr val="2C3040">
              <a:alpha val="22000"/>
            </a:srgbClr>
          </a:solidFill>
          <a:ln/>
        </p:spPr>
      </p:sp>
      <p:sp>
        <p:nvSpPr>
          <p:cNvPr id="28" name="Shape 26"/>
          <p:cNvSpPr/>
          <p:nvPr/>
        </p:nvSpPr>
        <p:spPr>
          <a:xfrm>
            <a:off x="11525250" y="5334000"/>
            <a:ext cx="190500" cy="190500"/>
          </a:xfrm>
          <a:prstGeom prst="ellipse">
            <a:avLst/>
          </a:prstGeom>
          <a:solidFill>
            <a:srgbClr val="2C3040">
              <a:alpha val="22000"/>
            </a:srgbClr>
          </a:solidFill>
          <a:ln/>
        </p:spPr>
      </p:sp>
      <p:sp>
        <p:nvSpPr>
          <p:cNvPr id="29" name="Shape 27"/>
          <p:cNvSpPr/>
          <p:nvPr/>
        </p:nvSpPr>
        <p:spPr>
          <a:xfrm>
            <a:off x="12477750" y="5238750"/>
            <a:ext cx="381000" cy="381000"/>
          </a:xfrm>
          <a:prstGeom prst="ellipse">
            <a:avLst/>
          </a:prstGeom>
          <a:solidFill>
            <a:srgbClr val="FFB454">
              <a:alpha val="22000"/>
            </a:srgbClr>
          </a:solidFill>
          <a:ln/>
        </p:spPr>
      </p:sp>
      <p:sp>
        <p:nvSpPr>
          <p:cNvPr id="30" name="Shape 28"/>
          <p:cNvSpPr/>
          <p:nvPr/>
        </p:nvSpPr>
        <p:spPr>
          <a:xfrm>
            <a:off x="13620750" y="5334000"/>
            <a:ext cx="190500" cy="190500"/>
          </a:xfrm>
          <a:prstGeom prst="ellipse">
            <a:avLst/>
          </a:prstGeom>
          <a:solidFill>
            <a:srgbClr val="2C3040">
              <a:alpha val="22000"/>
            </a:srgbClr>
          </a:solidFill>
          <a:ln/>
        </p:spPr>
      </p:sp>
      <p:sp>
        <p:nvSpPr>
          <p:cNvPr id="31" name="Shape 29"/>
          <p:cNvSpPr/>
          <p:nvPr/>
        </p:nvSpPr>
        <p:spPr>
          <a:xfrm>
            <a:off x="14668500" y="5334000"/>
            <a:ext cx="190500" cy="190500"/>
          </a:xfrm>
          <a:prstGeom prst="ellipse">
            <a:avLst/>
          </a:prstGeom>
          <a:solidFill>
            <a:srgbClr val="2C3040">
              <a:alpha val="22000"/>
            </a:srgbClr>
          </a:solidFill>
          <a:ln/>
        </p:spPr>
      </p:sp>
      <p:sp>
        <p:nvSpPr>
          <p:cNvPr id="32" name="Shape 30"/>
          <p:cNvSpPr/>
          <p:nvPr/>
        </p:nvSpPr>
        <p:spPr>
          <a:xfrm>
            <a:off x="15621000" y="5238750"/>
            <a:ext cx="381000" cy="381000"/>
          </a:xfrm>
          <a:prstGeom prst="ellipse">
            <a:avLst/>
          </a:prstGeom>
          <a:solidFill>
            <a:srgbClr val="FFB454">
              <a:alpha val="22000"/>
            </a:srgbClr>
          </a:solidFill>
          <a:ln/>
        </p:spPr>
      </p:sp>
      <p:sp>
        <p:nvSpPr>
          <p:cNvPr id="33" name="Shape 31"/>
          <p:cNvSpPr/>
          <p:nvPr/>
        </p:nvSpPr>
        <p:spPr>
          <a:xfrm>
            <a:off x="16764000" y="5334000"/>
            <a:ext cx="190500" cy="190500"/>
          </a:xfrm>
          <a:prstGeom prst="ellipse">
            <a:avLst/>
          </a:prstGeom>
          <a:solidFill>
            <a:srgbClr val="2C3040">
              <a:alpha val="22000"/>
            </a:srgbClr>
          </a:solidFill>
          <a:ln/>
        </p:spPr>
      </p:sp>
      <p:sp>
        <p:nvSpPr>
          <p:cNvPr id="34" name="Shape 32"/>
          <p:cNvSpPr/>
          <p:nvPr/>
        </p:nvSpPr>
        <p:spPr>
          <a:xfrm>
            <a:off x="9429750" y="6762750"/>
            <a:ext cx="190500" cy="190500"/>
          </a:xfrm>
          <a:prstGeom prst="ellipse">
            <a:avLst/>
          </a:prstGeom>
          <a:solidFill>
            <a:srgbClr val="2C3040">
              <a:alpha val="22000"/>
            </a:srgbClr>
          </a:solidFill>
          <a:ln/>
        </p:spPr>
      </p:sp>
      <p:sp>
        <p:nvSpPr>
          <p:cNvPr id="35" name="Shape 33"/>
          <p:cNvSpPr/>
          <p:nvPr/>
        </p:nvSpPr>
        <p:spPr>
          <a:xfrm>
            <a:off x="10382250" y="6667500"/>
            <a:ext cx="381000" cy="381000"/>
          </a:xfrm>
          <a:prstGeom prst="ellipse">
            <a:avLst/>
          </a:prstGeom>
          <a:solidFill>
            <a:srgbClr val="FFB454">
              <a:alpha val="22000"/>
            </a:srgbClr>
          </a:solidFill>
          <a:ln/>
        </p:spPr>
      </p:sp>
      <p:sp>
        <p:nvSpPr>
          <p:cNvPr id="36" name="Shape 34"/>
          <p:cNvSpPr/>
          <p:nvPr/>
        </p:nvSpPr>
        <p:spPr>
          <a:xfrm>
            <a:off x="11525250" y="6762750"/>
            <a:ext cx="190500" cy="190500"/>
          </a:xfrm>
          <a:prstGeom prst="ellipse">
            <a:avLst/>
          </a:prstGeom>
          <a:solidFill>
            <a:srgbClr val="2C3040">
              <a:alpha val="22000"/>
            </a:srgbClr>
          </a:solidFill>
          <a:ln/>
        </p:spPr>
      </p:sp>
      <p:sp>
        <p:nvSpPr>
          <p:cNvPr id="37" name="Shape 35"/>
          <p:cNvSpPr/>
          <p:nvPr/>
        </p:nvSpPr>
        <p:spPr>
          <a:xfrm>
            <a:off x="12573000" y="6762750"/>
            <a:ext cx="190500" cy="190500"/>
          </a:xfrm>
          <a:prstGeom prst="ellipse">
            <a:avLst/>
          </a:prstGeom>
          <a:solidFill>
            <a:srgbClr val="2C3040">
              <a:alpha val="22000"/>
            </a:srgbClr>
          </a:solidFill>
          <a:ln/>
        </p:spPr>
      </p:sp>
      <p:sp>
        <p:nvSpPr>
          <p:cNvPr id="38" name="Shape 36"/>
          <p:cNvSpPr/>
          <p:nvPr/>
        </p:nvSpPr>
        <p:spPr>
          <a:xfrm>
            <a:off x="13525500" y="6667500"/>
            <a:ext cx="381000" cy="381000"/>
          </a:xfrm>
          <a:prstGeom prst="ellipse">
            <a:avLst/>
          </a:prstGeom>
          <a:solidFill>
            <a:srgbClr val="FFB454">
              <a:alpha val="22000"/>
            </a:srgbClr>
          </a:solidFill>
          <a:ln/>
        </p:spPr>
      </p:sp>
      <p:sp>
        <p:nvSpPr>
          <p:cNvPr id="39" name="Shape 37"/>
          <p:cNvSpPr/>
          <p:nvPr/>
        </p:nvSpPr>
        <p:spPr>
          <a:xfrm>
            <a:off x="14668500" y="6762750"/>
            <a:ext cx="190500" cy="190500"/>
          </a:xfrm>
          <a:prstGeom prst="ellipse">
            <a:avLst/>
          </a:prstGeom>
          <a:solidFill>
            <a:srgbClr val="2C3040">
              <a:alpha val="22000"/>
            </a:srgbClr>
          </a:solidFill>
          <a:ln/>
        </p:spPr>
      </p:sp>
      <p:sp>
        <p:nvSpPr>
          <p:cNvPr id="40" name="Shape 38"/>
          <p:cNvSpPr/>
          <p:nvPr/>
        </p:nvSpPr>
        <p:spPr>
          <a:xfrm>
            <a:off x="15716250" y="6762750"/>
            <a:ext cx="190500" cy="190500"/>
          </a:xfrm>
          <a:prstGeom prst="ellipse">
            <a:avLst/>
          </a:prstGeom>
          <a:solidFill>
            <a:srgbClr val="2C3040">
              <a:alpha val="22000"/>
            </a:srgbClr>
          </a:solidFill>
          <a:ln/>
        </p:spPr>
      </p:sp>
      <p:sp>
        <p:nvSpPr>
          <p:cNvPr id="41" name="Shape 39"/>
          <p:cNvSpPr/>
          <p:nvPr/>
        </p:nvSpPr>
        <p:spPr>
          <a:xfrm>
            <a:off x="16668750" y="6667500"/>
            <a:ext cx="381000" cy="381000"/>
          </a:xfrm>
          <a:prstGeom prst="ellipse">
            <a:avLst/>
          </a:prstGeom>
          <a:solidFill>
            <a:srgbClr val="FFB454">
              <a:alpha val="22000"/>
            </a:srgbClr>
          </a:solidFill>
          <a:ln/>
        </p:spPr>
      </p:sp>
      <p:sp>
        <p:nvSpPr>
          <p:cNvPr id="42" name="Shape 40"/>
          <p:cNvSpPr/>
          <p:nvPr/>
        </p:nvSpPr>
        <p:spPr>
          <a:xfrm>
            <a:off x="9429750" y="8191500"/>
            <a:ext cx="190500" cy="190500"/>
          </a:xfrm>
          <a:prstGeom prst="ellipse">
            <a:avLst/>
          </a:prstGeom>
          <a:solidFill>
            <a:srgbClr val="2C3040">
              <a:alpha val="22000"/>
            </a:srgbClr>
          </a:solidFill>
          <a:ln/>
        </p:spPr>
      </p:sp>
      <p:sp>
        <p:nvSpPr>
          <p:cNvPr id="43" name="Shape 41"/>
          <p:cNvSpPr/>
          <p:nvPr/>
        </p:nvSpPr>
        <p:spPr>
          <a:xfrm>
            <a:off x="10477500" y="8191500"/>
            <a:ext cx="190500" cy="190500"/>
          </a:xfrm>
          <a:prstGeom prst="ellipse">
            <a:avLst/>
          </a:prstGeom>
          <a:solidFill>
            <a:srgbClr val="2C3040">
              <a:alpha val="22000"/>
            </a:srgbClr>
          </a:solidFill>
          <a:ln/>
        </p:spPr>
      </p:sp>
      <p:sp>
        <p:nvSpPr>
          <p:cNvPr id="44" name="Shape 42"/>
          <p:cNvSpPr/>
          <p:nvPr/>
        </p:nvSpPr>
        <p:spPr>
          <a:xfrm>
            <a:off x="11430000" y="8096250"/>
            <a:ext cx="381000" cy="381000"/>
          </a:xfrm>
          <a:prstGeom prst="ellipse">
            <a:avLst/>
          </a:prstGeom>
          <a:solidFill>
            <a:srgbClr val="FFB454">
              <a:alpha val="22000"/>
            </a:srgbClr>
          </a:solidFill>
          <a:ln/>
        </p:spPr>
      </p:sp>
      <p:sp>
        <p:nvSpPr>
          <p:cNvPr id="45" name="Shape 43"/>
          <p:cNvSpPr/>
          <p:nvPr/>
        </p:nvSpPr>
        <p:spPr>
          <a:xfrm>
            <a:off x="12573000" y="8191500"/>
            <a:ext cx="190500" cy="190500"/>
          </a:xfrm>
          <a:prstGeom prst="ellipse">
            <a:avLst/>
          </a:prstGeom>
          <a:solidFill>
            <a:srgbClr val="2C3040">
              <a:alpha val="22000"/>
            </a:srgbClr>
          </a:solidFill>
          <a:ln/>
        </p:spPr>
      </p:sp>
      <p:sp>
        <p:nvSpPr>
          <p:cNvPr id="46" name="Shape 44"/>
          <p:cNvSpPr/>
          <p:nvPr/>
        </p:nvSpPr>
        <p:spPr>
          <a:xfrm>
            <a:off x="13620750" y="8191500"/>
            <a:ext cx="190500" cy="190500"/>
          </a:xfrm>
          <a:prstGeom prst="ellipse">
            <a:avLst/>
          </a:prstGeom>
          <a:solidFill>
            <a:srgbClr val="2C3040">
              <a:alpha val="22000"/>
            </a:srgbClr>
          </a:solidFill>
          <a:ln/>
        </p:spPr>
      </p:sp>
      <p:sp>
        <p:nvSpPr>
          <p:cNvPr id="47" name="Shape 45"/>
          <p:cNvSpPr/>
          <p:nvPr/>
        </p:nvSpPr>
        <p:spPr>
          <a:xfrm>
            <a:off x="14573250" y="8096250"/>
            <a:ext cx="381000" cy="381000"/>
          </a:xfrm>
          <a:prstGeom prst="ellipse">
            <a:avLst/>
          </a:prstGeom>
          <a:solidFill>
            <a:srgbClr val="FFB454">
              <a:alpha val="22000"/>
            </a:srgbClr>
          </a:solidFill>
          <a:ln/>
        </p:spPr>
      </p:sp>
      <p:sp>
        <p:nvSpPr>
          <p:cNvPr id="48" name="Shape 46"/>
          <p:cNvSpPr/>
          <p:nvPr/>
        </p:nvSpPr>
        <p:spPr>
          <a:xfrm>
            <a:off x="15716250" y="8191500"/>
            <a:ext cx="190500" cy="190500"/>
          </a:xfrm>
          <a:prstGeom prst="ellipse">
            <a:avLst/>
          </a:prstGeom>
          <a:solidFill>
            <a:srgbClr val="2C3040">
              <a:alpha val="22000"/>
            </a:srgbClr>
          </a:solidFill>
          <a:ln/>
        </p:spPr>
      </p:sp>
      <p:sp>
        <p:nvSpPr>
          <p:cNvPr id="49" name="Shape 47"/>
          <p:cNvSpPr/>
          <p:nvPr/>
        </p:nvSpPr>
        <p:spPr>
          <a:xfrm>
            <a:off x="16764000" y="8191500"/>
            <a:ext cx="190500" cy="190500"/>
          </a:xfrm>
          <a:prstGeom prst="ellipse">
            <a:avLst/>
          </a:prstGeom>
          <a:solidFill>
            <a:srgbClr val="2C3040">
              <a:alpha val="22000"/>
            </a:srgbClr>
          </a:solidFill>
          <a:ln/>
        </p:spPr>
      </p:sp>
      <p:sp>
        <p:nvSpPr>
          <p:cNvPr id="50" name="Text 48"/>
          <p:cNvSpPr/>
          <p:nvPr/>
        </p:nvSpPr>
        <p:spPr>
          <a:xfrm>
            <a:off x="914400" y="914400"/>
            <a:ext cx="11430000" cy="381000"/>
          </a:xfrm>
          <a:prstGeom prst="rect">
            <a:avLst/>
          </a:prstGeom>
          <a:noFill/>
          <a:ln/>
        </p:spPr>
        <p:txBody>
          <a:bodyPr wrap="square" lIns="0" tIns="0" rIns="0" bIns="0" rtlCol="0" anchor="ctr"/>
          <a:lstStyle/>
          <a:p>
            <a:pPr algn="l" indent="0" marL="0">
              <a:buNone/>
            </a:pPr>
            <a:r>
              <a:rPr lang="en-US" sz="2100" b="1" spc="450" kern="0" dirty="0">
                <a:solidFill>
                  <a:srgbClr val="9AA0B5"/>
                </a:solidFill>
                <a:latin typeface="Noto Sans JP" pitchFamily="34" charset="0"/>
                <a:ea typeface="Noto Sans JP" pitchFamily="34" charset="-122"/>
                <a:cs typeface="Noto Sans JP" pitchFamily="34" charset="-120"/>
              </a:rPr>
              <a:t>技術</a:t>
            </a:r>
            <a:r>
              <a:rPr lang="en-US" sz="2100" b="1" spc="454" kern="0" dirty="0">
                <a:solidFill>
                  <a:srgbClr val="9AA0B5"/>
                </a:solidFill>
                <a:latin typeface="Noto Sans JP" pitchFamily="34" charset="0"/>
                <a:ea typeface="Noto Sans JP" pitchFamily="34" charset="-122"/>
                <a:cs typeface="Noto Sans JP" pitchFamily="34" charset="-120"/>
              </a:rPr>
              <a:t> ·</a:t>
            </a:r>
            <a:r>
              <a:rPr lang="en-US" sz="2100" b="1" spc="451" kern="0" dirty="0">
                <a:solidFill>
                  <a:srgbClr val="9AA0B5"/>
                </a:solidFill>
                <a:latin typeface="Noto Sans JP" pitchFamily="34" charset="0"/>
                <a:ea typeface="Noto Sans JP" pitchFamily="34" charset="-122"/>
                <a:cs typeface="Noto Sans JP" pitchFamily="34" charset="-120"/>
              </a:rPr>
              <a:t> L17（日本語版）</a:t>
            </a:r>
            <a:endParaRPr lang="en-US" sz="2100" dirty="0"/>
          </a:p>
        </p:txBody>
      </p:sp>
      <p:sp>
        <p:nvSpPr>
          <p:cNvPr id="51" name="Text 49"/>
          <p:cNvSpPr/>
          <p:nvPr/>
        </p:nvSpPr>
        <p:spPr>
          <a:xfrm>
            <a:off x="914400" y="1619250"/>
            <a:ext cx="14287500" cy="3810000"/>
          </a:xfrm>
          <a:prstGeom prst="rect">
            <a:avLst/>
          </a:prstGeom>
          <a:noFill/>
          <a:ln/>
        </p:spPr>
        <p:txBody>
          <a:bodyPr wrap="square" lIns="0" tIns="159113" rIns="0" bIns="-159113" rtlCol="0" anchor="t"/>
          <a:lstStyle/>
          <a:p>
            <a:pPr algn="l" indent="0" marL="0">
              <a:lnSpc>
                <a:spcPts val="8424"/>
              </a:lnSpc>
              <a:buNone/>
            </a:pPr>
            <a:r>
              <a:rPr lang="en-US" sz="8100" dirty="0" spc="-1" kern="0">
                <a:solidFill>
                  <a:srgbClr val="F3EEE3"/>
                </a:solidFill>
                <a:latin typeface="Noto Sans JP ExtraBold" pitchFamily="34" charset="0"/>
                <a:ea typeface="Noto Sans JP ExtraBold" pitchFamily="34" charset="-122"/>
                <a:cs typeface="Noto Sans JP ExtraBold" pitchFamily="34" charset="-120"/>
              </a:rPr>
              <a:t>AdBlueの 尿素は</a:t>
            </a:r>
            <a:r>
              <a:rPr lang="en-US" sz="8100" dirty="0" spc="0" kern="0">
                <a:solidFill>
                  <a:srgbClr val="F3EEE3"/>
                </a:solidFill>
                <a:latin typeface="Noto Sans JP ExtraBold" pitchFamily="34" charset="0"/>
                <a:ea typeface="Noto Sans JP ExtraBold" pitchFamily="34" charset="-122"/>
                <a:cs typeface="Noto Sans JP ExtraBold" pitchFamily="34" charset="-120"/>
              </a:rPr>
              <a:t> 加熱でどう</a:t>
            </a:r>
            <a:r>
              <a:rPr lang="en-US" sz="8100" dirty="0" spc="-1" kern="0">
                <a:solidFill>
                  <a:srgbClr val="F3EEE3"/>
                </a:solidFill>
                <a:latin typeface="Noto Sans JP ExtraBold" pitchFamily="34" charset="0"/>
                <a:ea typeface="Noto Sans JP ExtraBold" pitchFamily="34" charset="-122"/>
                <a:cs typeface="Noto Sans JP ExtraBold" pitchFamily="34" charset="-120"/>
              </a:rPr>
              <a:t> 変わるか：</a:t>
            </a:r>
            <a:r>
              <a:rPr lang="en-US" sz="8100" dirty="0" spc="0" kern="0">
                <a:solidFill>
                  <a:srgbClr val="F3EEE3"/>
                </a:solidFill>
                <a:latin typeface="Noto Sans JP ExtraBold" pitchFamily="34" charset="0"/>
                <a:ea typeface="Noto Sans JP ExtraBold" pitchFamily="34" charset="-122"/>
                <a:cs typeface="Noto Sans JP ExtraBold" pitchFamily="34" charset="-120"/>
              </a:rPr>
              <a:t> ビウレットから</a:t>
            </a:r>
            <a:r>
              <a:rPr lang="en-US" sz="8100" dirty="0" spc="-1" kern="0">
                <a:solidFill>
                  <a:srgbClr val="F3EEE3"/>
                </a:solidFill>
                <a:latin typeface="Noto Sans JP ExtraBold" pitchFamily="34" charset="0"/>
                <a:ea typeface="Noto Sans JP ExtraBold" pitchFamily="34" charset="-122"/>
                <a:cs typeface="Noto Sans JP ExtraBold" pitchFamily="34" charset="-120"/>
              </a:rPr>
              <a:t> 堆積物まで</a:t>
            </a:r>
            <a:endParaRPr lang="en-US" sz="8100" dirty="0"/>
          </a:p>
        </p:txBody>
      </p:sp>
      <p:sp>
        <p:nvSpPr>
          <p:cNvPr id="52" name="Text 50"/>
          <p:cNvSpPr/>
          <p:nvPr/>
        </p:nvSpPr>
        <p:spPr>
          <a:xfrm>
            <a:off x="914400" y="5619750"/>
            <a:ext cx="13335000" cy="1143000"/>
          </a:xfrm>
          <a:prstGeom prst="rect">
            <a:avLst/>
          </a:prstGeom>
          <a:noFill/>
          <a:ln/>
        </p:spPr>
        <p:txBody>
          <a:bodyPr wrap="square" lIns="0" tIns="0" rIns="0" bIns="0" rtlCol="0" anchor="t"/>
          <a:lstStyle/>
          <a:p>
            <a:pPr algn="l" indent="0" marL="0">
              <a:buNone/>
            </a:pPr>
            <a:r>
              <a:rPr lang="en-US" sz="3300" dirty="0" spc="0" kern="0">
                <a:solidFill>
                  <a:srgbClr val="FFB454"/>
                </a:solidFill>
                <a:latin typeface="Noto Sans JP SemiBold" pitchFamily="34" charset="0"/>
                <a:ea typeface="Noto Sans JP SemiBold" pitchFamily="34" charset="-122"/>
                <a:cs typeface="Noto Sans JP SemiBold" pitchFamily="34" charset="-120"/>
              </a:rPr>
              <a:t>加熱すると</a:t>
            </a:r>
            <a:r>
              <a:rPr lang="en-US" sz="3300" dirty="0" spc="-1" kern="0">
                <a:solidFill>
                  <a:srgbClr val="FFB454"/>
                </a:solidFill>
                <a:latin typeface="Noto Sans JP SemiBold" pitchFamily="34" charset="0"/>
                <a:ea typeface="Noto Sans JP SemiBold" pitchFamily="34" charset="-122"/>
                <a:cs typeface="Noto Sans JP SemiBold" pitchFamily="34" charset="-120"/>
              </a:rPr>
              <a:t> 尿素は</a:t>
            </a:r>
            <a:r>
              <a:rPr lang="en-US" sz="3300" dirty="0" spc="-17" kern="0">
                <a:solidFill>
                  <a:srgbClr val="FFB454"/>
                </a:solidFill>
                <a:latin typeface="Noto Sans JP SemiBold" pitchFamily="34" charset="0"/>
                <a:ea typeface="Noto Sans JP SemiBold" pitchFamily="34" charset="-122"/>
                <a:cs typeface="Noto Sans JP SemiBold" pitchFamily="34" charset="-120"/>
              </a:rPr>
              <a:t> 何になり、どの</a:t>
            </a:r>
            <a:r>
              <a:rPr lang="en-US" sz="3300" dirty="0" spc="-1" kern="0">
                <a:solidFill>
                  <a:srgbClr val="FFB454"/>
                </a:solidFill>
                <a:latin typeface="Noto Sans JP SemiBold" pitchFamily="34" charset="0"/>
                <a:ea typeface="Noto Sans JP SemiBold" pitchFamily="34" charset="-122"/>
                <a:cs typeface="Noto Sans JP SemiBold" pitchFamily="34" charset="-120"/>
              </a:rPr>
              <a:t> 温度で 堆積物が</a:t>
            </a:r>
            <a:r>
              <a:rPr lang="en-US" sz="3300" dirty="0" spc="0" kern="0">
                <a:solidFill>
                  <a:srgbClr val="FFB454"/>
                </a:solidFill>
                <a:latin typeface="Noto Sans JP SemiBold" pitchFamily="34" charset="0"/>
                <a:ea typeface="Noto Sans JP SemiBold" pitchFamily="34" charset="-122"/>
                <a:cs typeface="Noto Sans JP SemiBold" pitchFamily="34" charset="-120"/>
              </a:rPr>
              <a:t> 付きやすいか？</a:t>
            </a:r>
            <a:endParaRPr lang="en-US" sz="3300" dirty="0"/>
          </a:p>
        </p:txBody>
      </p:sp>
      <p:sp>
        <p:nvSpPr>
          <p:cNvPr id="53" name="Shape 51"/>
          <p:cNvSpPr/>
          <p:nvPr/>
        </p:nvSpPr>
        <p:spPr>
          <a:xfrm>
            <a:off x="914400" y="7429500"/>
            <a:ext cx="3914775" cy="1619250"/>
          </a:xfrm>
          <a:prstGeom prst="roundRect">
            <a:avLst>
              <a:gd name="adj" fmla="val 16471"/>
            </a:avLst>
          </a:prstGeom>
          <a:solidFill>
            <a:srgbClr val="1E212B"/>
          </a:solidFill>
          <a:ln w="38100">
            <a:solidFill>
              <a:srgbClr val="FF4FD8"/>
            </a:solidFill>
            <a:prstDash val="solid"/>
          </a:ln>
        </p:spPr>
      </p:sp>
      <p:sp>
        <p:nvSpPr>
          <p:cNvPr id="54" name="Text 52"/>
          <p:cNvSpPr/>
          <p:nvPr/>
        </p:nvSpPr>
        <p:spPr>
          <a:xfrm>
            <a:off x="1181100" y="7429500"/>
            <a:ext cx="3381375" cy="1619250"/>
          </a:xfrm>
          <a:prstGeom prst="rect">
            <a:avLst/>
          </a:prstGeom>
          <a:noFill/>
          <a:ln/>
        </p:spPr>
        <p:txBody>
          <a:bodyPr wrap="square" lIns="0" tIns="32248" rIns="0" bIns="-32248" rtlCol="0" anchor="ctr"/>
          <a:lstStyle/>
          <a:p>
            <a:pPr algn="l" indent="0" marL="0">
              <a:lnSpc>
                <a:spcPts val="2933"/>
              </a:lnSpc>
              <a:buNone/>
            </a:pPr>
            <a:r>
              <a:rPr lang="en-US" sz="2550" b="1" dirty="0" kern="0">
                <a:solidFill>
                  <a:srgbClr val="F3EEE3"/>
                </a:solidFill>
                <a:latin typeface="Noto Sans JP" pitchFamily="34" charset="0"/>
                <a:ea typeface="Noto Sans JP" pitchFamily="34" charset="-122"/>
                <a:cs typeface="Noto Sans JP" pitchFamily="34" charset="-120"/>
              </a:rPr>
              <a:t>尿素</a:t>
            </a:r>
            <a:endParaRPr lang="en-US" sz="2550" dirty="0"/>
          </a:p>
        </p:txBody>
      </p:sp>
      <p:sp>
        <p:nvSpPr>
          <p:cNvPr id="55" name="Shape 53"/>
          <p:cNvSpPr/>
          <p:nvPr/>
        </p:nvSpPr>
        <p:spPr>
          <a:xfrm>
            <a:off x="5095875" y="7429500"/>
            <a:ext cx="3914775" cy="1619250"/>
          </a:xfrm>
          <a:prstGeom prst="roundRect">
            <a:avLst>
              <a:gd name="adj" fmla="val 16471"/>
            </a:avLst>
          </a:prstGeom>
          <a:solidFill>
            <a:srgbClr val="1E212B"/>
          </a:solidFill>
          <a:ln w="38100">
            <a:solidFill>
              <a:srgbClr val="4CD964"/>
            </a:solidFill>
            <a:prstDash val="solid"/>
          </a:ln>
        </p:spPr>
      </p:sp>
      <p:sp>
        <p:nvSpPr>
          <p:cNvPr id="56" name="Text 54"/>
          <p:cNvSpPr/>
          <p:nvPr/>
        </p:nvSpPr>
        <p:spPr>
          <a:xfrm>
            <a:off x="5362575" y="7429500"/>
            <a:ext cx="3381375" cy="1619250"/>
          </a:xfrm>
          <a:prstGeom prst="rect">
            <a:avLst/>
          </a:prstGeom>
          <a:noFill/>
          <a:ln/>
        </p:spPr>
        <p:txBody>
          <a:bodyPr wrap="square" lIns="0" tIns="32248" rIns="0" bIns="-32248" rtlCol="0" anchor="ctr"/>
          <a:lstStyle/>
          <a:p>
            <a:pPr algn="l" indent="0" marL="0">
              <a:lnSpc>
                <a:spcPts val="2933"/>
              </a:lnSpc>
              <a:buNone/>
            </a:pPr>
            <a:r>
              <a:rPr lang="en-US" sz="2550" b="1" dirty="0" kern="0">
                <a:solidFill>
                  <a:srgbClr val="F3EEE3"/>
                </a:solidFill>
                <a:latin typeface="Noto Sans JP" pitchFamily="34" charset="0"/>
                <a:ea typeface="Noto Sans JP" pitchFamily="34" charset="-122"/>
                <a:cs typeface="Noto Sans JP" pitchFamily="34" charset="-120"/>
              </a:rPr>
              <a:t>ビウレット</a:t>
            </a:r>
            <a:endParaRPr lang="en-US" sz="2550" dirty="0"/>
          </a:p>
        </p:txBody>
      </p:sp>
      <p:sp>
        <p:nvSpPr>
          <p:cNvPr id="57" name="Shape 55"/>
          <p:cNvSpPr/>
          <p:nvPr/>
        </p:nvSpPr>
        <p:spPr>
          <a:xfrm>
            <a:off x="9277350" y="7429500"/>
            <a:ext cx="3914775" cy="1619250"/>
          </a:xfrm>
          <a:prstGeom prst="roundRect">
            <a:avLst>
              <a:gd name="adj" fmla="val 16471"/>
            </a:avLst>
          </a:prstGeom>
          <a:solidFill>
            <a:srgbClr val="1E212B"/>
          </a:solidFill>
          <a:ln w="38100">
            <a:solidFill>
              <a:srgbClr val="FF5C5C"/>
            </a:solidFill>
            <a:prstDash val="solid"/>
          </a:ln>
        </p:spPr>
      </p:sp>
      <p:sp>
        <p:nvSpPr>
          <p:cNvPr id="58" name="Text 56"/>
          <p:cNvSpPr/>
          <p:nvPr/>
        </p:nvSpPr>
        <p:spPr>
          <a:xfrm>
            <a:off x="9544050" y="7429500"/>
            <a:ext cx="3381375" cy="1619250"/>
          </a:xfrm>
          <a:prstGeom prst="rect">
            <a:avLst/>
          </a:prstGeom>
          <a:noFill/>
          <a:ln/>
        </p:spPr>
        <p:txBody>
          <a:bodyPr wrap="square" lIns="0" tIns="32248" rIns="0" bIns="-32248" rtlCol="0" anchor="ctr"/>
          <a:lstStyle/>
          <a:p>
            <a:pPr algn="l" indent="0" marL="0">
              <a:lnSpc>
                <a:spcPts val="2933"/>
              </a:lnSpc>
              <a:buNone/>
            </a:pPr>
            <a:r>
              <a:rPr lang="en-US" sz="2550" b="1" dirty="0" spc="-36" kern="0">
                <a:solidFill>
                  <a:srgbClr val="F3EEE3"/>
                </a:solidFill>
                <a:latin typeface="Noto Sans JP" pitchFamily="34" charset="0"/>
                <a:ea typeface="Noto Sans JP" pitchFamily="34" charset="-122"/>
                <a:cs typeface="Noto Sans JP" pitchFamily="34" charset="-120"/>
              </a:rPr>
              <a:t>アンメリド</a:t>
            </a:r>
            <a:endParaRPr lang="en-US" sz="2550" dirty="0"/>
          </a:p>
        </p:txBody>
      </p:sp>
      <p:sp>
        <p:nvSpPr>
          <p:cNvPr id="59" name="Shape 57"/>
          <p:cNvSpPr/>
          <p:nvPr/>
        </p:nvSpPr>
        <p:spPr>
          <a:xfrm>
            <a:off x="13458825" y="7429500"/>
            <a:ext cx="3914775" cy="1619250"/>
          </a:xfrm>
          <a:prstGeom prst="roundRect">
            <a:avLst>
              <a:gd name="adj" fmla="val 16471"/>
            </a:avLst>
          </a:prstGeom>
          <a:solidFill>
            <a:srgbClr val="1E212B"/>
          </a:solidFill>
          <a:ln w="38100">
            <a:solidFill>
              <a:srgbClr val="C084FF"/>
            </a:solidFill>
            <a:prstDash val="solid"/>
          </a:ln>
        </p:spPr>
      </p:sp>
      <p:sp>
        <p:nvSpPr>
          <p:cNvPr id="60" name="Text 58"/>
          <p:cNvSpPr/>
          <p:nvPr/>
        </p:nvSpPr>
        <p:spPr>
          <a:xfrm>
            <a:off x="13725525" y="7429500"/>
            <a:ext cx="3381375" cy="1619250"/>
          </a:xfrm>
          <a:prstGeom prst="rect">
            <a:avLst/>
          </a:prstGeom>
          <a:noFill/>
          <a:ln/>
        </p:spPr>
        <p:txBody>
          <a:bodyPr wrap="square" lIns="0" tIns="32248" rIns="0" bIns="-32248" rtlCol="0" anchor="ctr"/>
          <a:lstStyle/>
          <a:p>
            <a:pPr algn="l" indent="0" marL="0">
              <a:lnSpc>
                <a:spcPts val="2933"/>
              </a:lnSpc>
              <a:buNone/>
            </a:pPr>
            <a:r>
              <a:rPr lang="en-US" sz="2550" b="1" dirty="0" kern="0">
                <a:solidFill>
                  <a:srgbClr val="F3EEE3"/>
                </a:solidFill>
                <a:latin typeface="Noto Sans JP" pitchFamily="34" charset="0"/>
                <a:ea typeface="Noto Sans JP" pitchFamily="34" charset="-122"/>
                <a:cs typeface="Noto Sans JP" pitchFamily="34" charset="-120"/>
              </a:rPr>
              <a:t>シアヌル酸</a:t>
            </a:r>
            <a:endParaRPr lang="en-US" sz="2550" dirty="0"/>
          </a:p>
        </p:txBody>
      </p:sp>
      <p:sp>
        <p:nvSpPr>
          <p:cNvPr id="61" name="Shape 59"/>
          <p:cNvSpPr/>
          <p:nvPr/>
        </p:nvSpPr>
        <p:spPr>
          <a:xfrm>
            <a:off x="15983712" y="9076331"/>
            <a:ext cx="1645920" cy="552301"/>
          </a:xfrm>
          <a:prstGeom prst="roundRect">
            <a:avLst>
              <a:gd name="adj" fmla="val 28000"/>
            </a:avLst>
          </a:prstGeom>
          <a:solidFill>
            <a:srgbClr val="FFFFFF">
              <a:alpha val="82000"/>
            </a:srgbClr>
          </a:solidFill>
          <a:ln/>
        </p:spPr>
      </p:sp>
      <p:pic>
        <p:nvPicPr>
          <p:cNvPr id="62" name="Moda image moda-export-watermark-e005ae23-2f02-474f-990d-2a9f403a4a6f"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AdBlueとは</a:t>
            </a:r>
            <a:r>
              <a:rPr lang="en-US" sz="5700" dirty="0" spc="-28" kern="0">
                <a:solidFill>
                  <a:srgbClr val="14161C"/>
                </a:solidFill>
                <a:latin typeface="Noto Sans JP ExtraBold" pitchFamily="34" charset="0"/>
                <a:ea typeface="Noto Sans JP ExtraBold" pitchFamily="34" charset="-122"/>
                <a:cs typeface="Noto Sans JP ExtraBold" pitchFamily="34" charset="-120"/>
              </a:rPr>
              <a:t> 何か、</a:t>
            </a:r>
            <a:r>
              <a:rPr lang="en-US" sz="5700" dirty="0" spc="-1" kern="0">
                <a:solidFill>
                  <a:srgbClr val="14161C"/>
                </a:solidFill>
                <a:latin typeface="Noto Sans JP ExtraBold" pitchFamily="34" charset="0"/>
                <a:ea typeface="Noto Sans JP ExtraBold" pitchFamily="34" charset="-122"/>
                <a:cs typeface="Noto Sans JP ExtraBold" pitchFamily="34" charset="-120"/>
              </a:rPr>
              <a:t> SCRはなぜ</a:t>
            </a:r>
            <a:r>
              <a:rPr lang="en-US" sz="5700" dirty="0" spc="0" kern="0">
                <a:solidFill>
                  <a:srgbClr val="14161C"/>
                </a:solidFill>
                <a:latin typeface="Noto Sans JP ExtraBold" pitchFamily="34" charset="0"/>
                <a:ea typeface="Noto Sans JP ExtraBold" pitchFamily="34" charset="-122"/>
                <a:cs typeface="Noto Sans JP ExtraBold" pitchFamily="34" charset="-120"/>
              </a:rPr>
              <a:t> 必要か</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DDD5C1"/>
            </a:solidFill>
            <a:prstDash val="solid"/>
          </a:ln>
        </p:spPr>
      </p:sp>
      <p:pic>
        <p:nvPicPr>
          <p:cNvPr id="4" name="Moda image rect-1793103842201-921346592" descr="">    </p:cNvPr>
          <p:cNvPicPr>
            <a:picLocks noChangeAspect="1"/>
          </p:cNvPicPr>
          <p:nvPr/>
        </p:nvPicPr>
        <p:blipFill>
          <a:blip r:embed="rId1"/>
          <a:srcRect l="0" r="0" t="0" b="0"/>
          <a:stretch/>
        </p:blipFill>
        <p:spPr>
          <a:xfrm>
            <a:off x="1581150" y="2438400"/>
            <a:ext cx="76200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6B6A66"/>
                </a:solidFill>
                <a:latin typeface="Noto Sans JP" pitchFamily="34" charset="0"/>
                <a:ea typeface="Noto Sans JP" pitchFamily="34" charset="-122"/>
                <a:cs typeface="Noto Sans JP" pitchFamily="34" charset="-120"/>
              </a:rPr>
              <a:t>図:</a:t>
            </a:r>
            <a:r>
              <a:rPr lang="en-US" sz="1650" dirty="0" spc="-1" kern="0">
                <a:solidFill>
                  <a:srgbClr val="6B6A66"/>
                </a:solidFill>
                <a:latin typeface="Noto Sans JP" pitchFamily="34" charset="0"/>
                <a:ea typeface="Noto Sans JP" pitchFamily="34" charset="-122"/>
                <a:cs typeface="Noto Sans JP" pitchFamily="34" charset="-120"/>
              </a:rPr>
              <a:t> Hino</a:t>
            </a:r>
            <a:r>
              <a:rPr lang="en-US" sz="1650" dirty="0" spc="-12" kern="0">
                <a:solidFill>
                  <a:srgbClr val="6B6A66"/>
                </a:solidFill>
                <a:latin typeface="Noto Sans JP" pitchFamily="34" charset="0"/>
                <a:ea typeface="Noto Sans JP" pitchFamily="34" charset="-122"/>
                <a:cs typeface="Noto Sans JP" pitchFamily="34" charset="-120"/>
              </a:rPr>
              <a:t> Standardized</a:t>
            </a:r>
            <a:r>
              <a:rPr lang="en-US" sz="1650" dirty="0" spc="-1" kern="0">
                <a:solidFill>
                  <a:srgbClr val="6B6A66"/>
                </a:solidFill>
                <a:latin typeface="Noto Sans JP" pitchFamily="34" charset="0"/>
                <a:ea typeface="Noto Sans JP" pitchFamily="34" charset="-122"/>
                <a:cs typeface="Noto Sans JP" pitchFamily="34" charset="-120"/>
              </a:rPr>
              <a:t> SCR Unit（z22、</a:t>
            </a:r>
            <a:r>
              <a:rPr lang="en-US" sz="1650" dirty="0" spc="-18" kern="0">
                <a:solidFill>
                  <a:srgbClr val="6B6A66"/>
                </a:solidFill>
                <a:latin typeface="Noto Sans JP" pitchFamily="34" charset="0"/>
                <a:ea typeface="Noto Sans JP" pitchFamily="34" charset="-122"/>
                <a:cs typeface="Noto Sans JP" pitchFamily="34" charset="-120"/>
              </a:rPr>
              <a:t> CC</a:t>
            </a:r>
            <a:r>
              <a:rPr lang="en-US" sz="1650" dirty="0" spc="-34" kern="0">
                <a:solidFill>
                  <a:srgbClr val="6B6A66"/>
                </a:solidFill>
                <a:latin typeface="Noto Sans JP" pitchFamily="34" charset="0"/>
                <a:ea typeface="Noto Sans JP" pitchFamily="34" charset="-122"/>
                <a:cs typeface="Noto Sans JP" pitchFamily="34" charset="-120"/>
              </a:rPr>
              <a:t> BY-SA</a:t>
            </a:r>
            <a:r>
              <a:rPr lang="en-US" sz="1650" dirty="0" spc="0" kern="0">
                <a:solidFill>
                  <a:srgbClr val="6B6A66"/>
                </a:solidFill>
                <a:latin typeface="Noto Sans JP" pitchFamily="34" charset="0"/>
                <a:ea typeface="Noto Sans JP" pitchFamily="34" charset="-122"/>
                <a:cs typeface="Noto Sans JP" pitchFamily="34" charset="-120"/>
              </a:rPr>
              <a:t> 3.0、</a:t>
            </a:r>
            <a:r>
              <a:rPr lang="en-US" sz="1650" dirty="0" spc="1" kern="0">
                <a:solidFill>
                  <a:srgbClr val="6B6A66"/>
                </a:solidFill>
                <a:latin typeface="Noto Sans JP" pitchFamily="34" charset="0"/>
                <a:ea typeface="Noto Sans JP" pitchFamily="34" charset="-122"/>
                <a:cs typeface="Noto Sans JP" pitchFamily="34" charset="-120"/>
              </a:rPr>
              <a:t> Wikimedia</a:t>
            </a:r>
            <a:r>
              <a:rPr lang="en-US" sz="1650" dirty="0" spc="-1" kern="0">
                <a:solidFill>
                  <a:srgbClr val="6B6A66"/>
                </a:solidFill>
                <a:latin typeface="Noto Sans JP" pitchFamily="34" charset="0"/>
                <a:ea typeface="Noto Sans JP" pitchFamily="34" charset="-122"/>
                <a:cs typeface="Noto Sans JP" pitchFamily="34" charset="-120"/>
              </a:rPr>
              <a:t> Commons）[S8]</a:t>
            </a:r>
            <a:endParaRPr lang="en-US" sz="1650" dirty="0"/>
          </a:p>
        </p:txBody>
      </p:sp>
      <p:sp>
        <p:nvSpPr>
          <p:cNvPr id="6" name="Shape 3"/>
          <p:cNvSpPr/>
          <p:nvPr/>
        </p:nvSpPr>
        <p:spPr>
          <a:xfrm>
            <a:off x="10248900" y="2247900"/>
            <a:ext cx="7124700" cy="838200"/>
          </a:xfrm>
          <a:prstGeom prst="roundRect">
            <a:avLst>
              <a:gd name="adj" fmla="val 22727"/>
            </a:avLst>
          </a:prstGeom>
          <a:solidFill>
            <a:srgbClr val="E8E0CF"/>
          </a:solidFill>
          <a:ln/>
        </p:spPr>
      </p:sp>
      <p:sp>
        <p:nvSpPr>
          <p:cNvPr id="7" name="Shape 4"/>
          <p:cNvSpPr/>
          <p:nvPr/>
        </p:nvSpPr>
        <p:spPr>
          <a:xfrm>
            <a:off x="10248900" y="2247900"/>
            <a:ext cx="114300" cy="838200"/>
          </a:xfrm>
          <a:prstGeom prst="roundRect">
            <a:avLst>
              <a:gd name="adj" fmla="val 50000"/>
            </a:avLst>
          </a:prstGeom>
          <a:solidFill>
            <a:srgbClr val="0F766E"/>
          </a:solidFill>
          <a:ln/>
        </p:spPr>
      </p:sp>
      <p:sp>
        <p:nvSpPr>
          <p:cNvPr id="8" name="Text 5"/>
          <p:cNvSpPr/>
          <p:nvPr/>
        </p:nvSpPr>
        <p:spPr>
          <a:xfrm>
            <a:off x="10591800" y="2343150"/>
            <a:ext cx="6591300" cy="333375"/>
          </a:xfrm>
          <a:prstGeom prst="rect">
            <a:avLst/>
          </a:prstGeom>
          <a:noFill/>
          <a:ln/>
        </p:spPr>
        <p:txBody>
          <a:bodyPr wrap="square" lIns="0" tIns="0" rIns="0" bIns="0" rtlCol="0" anchor="ctr"/>
          <a:lstStyle/>
          <a:p>
            <a:pPr algn="l" indent="0" marL="0">
              <a:buNone/>
            </a:pPr>
            <a:r>
              <a:rPr lang="en-US" sz="2187" dirty="0" kern="0">
                <a:solidFill>
                  <a:srgbClr val="0F766E"/>
                </a:solidFill>
                <a:latin typeface="Noto Sans JP ExtraBold" pitchFamily="34" charset="0"/>
                <a:ea typeface="Noto Sans JP ExtraBold" pitchFamily="34" charset="-122"/>
                <a:cs typeface="Noto Sans JP ExtraBold" pitchFamily="34" charset="-120"/>
              </a:rPr>
              <a:t>噴射</a:t>
            </a:r>
            <a:endParaRPr lang="en-US" sz="2187" dirty="0"/>
          </a:p>
        </p:txBody>
      </p:sp>
      <p:sp>
        <p:nvSpPr>
          <p:cNvPr id="9" name="Text 6"/>
          <p:cNvSpPr/>
          <p:nvPr/>
        </p:nvSpPr>
        <p:spPr>
          <a:xfrm>
            <a:off x="10591800" y="2581275"/>
            <a:ext cx="6591300" cy="466725"/>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高温の 排気に</a:t>
            </a:r>
            <a:r>
              <a:rPr lang="en-US" sz="2550" dirty="0" spc="2" kern="0">
                <a:solidFill>
                  <a:srgbClr val="14161C"/>
                </a:solidFill>
                <a:latin typeface="Noto Sans JP SemiBold" pitchFamily="34" charset="0"/>
                <a:ea typeface="Noto Sans JP SemiBold" pitchFamily="34" charset="-122"/>
                <a:cs typeface="Noto Sans JP SemiBold" pitchFamily="34" charset="-120"/>
              </a:rPr>
              <a:t> AdBlueを</a:t>
            </a:r>
            <a:r>
              <a:rPr lang="en-US" sz="2550" dirty="0" spc="0" kern="0">
                <a:solidFill>
                  <a:srgbClr val="14161C"/>
                </a:solidFill>
                <a:latin typeface="Noto Sans JP SemiBold" pitchFamily="34" charset="0"/>
                <a:ea typeface="Noto Sans JP SemiBold" pitchFamily="34" charset="-122"/>
                <a:cs typeface="Noto Sans JP SemiBold" pitchFamily="34" charset="-120"/>
              </a:rPr>
              <a:t> 噴く</a:t>
            </a:r>
            <a:endParaRPr lang="en-US" sz="2550" dirty="0"/>
          </a:p>
        </p:txBody>
      </p:sp>
      <p:sp>
        <p:nvSpPr>
          <p:cNvPr id="10" name="Shape 7"/>
          <p:cNvSpPr/>
          <p:nvPr/>
        </p:nvSpPr>
        <p:spPr>
          <a:xfrm>
            <a:off x="10248900" y="3219450"/>
            <a:ext cx="7124700" cy="838200"/>
          </a:xfrm>
          <a:prstGeom prst="roundRect">
            <a:avLst>
              <a:gd name="adj" fmla="val 22727"/>
            </a:avLst>
          </a:prstGeom>
          <a:solidFill>
            <a:srgbClr val="E8E0CF"/>
          </a:solidFill>
          <a:ln/>
        </p:spPr>
      </p:sp>
      <p:sp>
        <p:nvSpPr>
          <p:cNvPr id="11" name="Shape 8"/>
          <p:cNvSpPr/>
          <p:nvPr/>
        </p:nvSpPr>
        <p:spPr>
          <a:xfrm>
            <a:off x="10248900" y="3219450"/>
            <a:ext cx="114300" cy="838200"/>
          </a:xfrm>
          <a:prstGeom prst="roundRect">
            <a:avLst>
              <a:gd name="adj" fmla="val 50000"/>
            </a:avLst>
          </a:prstGeom>
          <a:solidFill>
            <a:srgbClr val="E8472B"/>
          </a:solidFill>
          <a:ln/>
        </p:spPr>
      </p:sp>
      <p:sp>
        <p:nvSpPr>
          <p:cNvPr id="12" name="Text 9"/>
          <p:cNvSpPr/>
          <p:nvPr/>
        </p:nvSpPr>
        <p:spPr>
          <a:xfrm>
            <a:off x="10591800" y="3314700"/>
            <a:ext cx="6591300" cy="333375"/>
          </a:xfrm>
          <a:prstGeom prst="rect">
            <a:avLst/>
          </a:prstGeom>
          <a:noFill/>
          <a:ln/>
        </p:spPr>
        <p:txBody>
          <a:bodyPr wrap="square" lIns="0" tIns="0" rIns="0" bIns="0" rtlCol="0" anchor="ctr"/>
          <a:lstStyle/>
          <a:p>
            <a:pPr algn="l" indent="0" marL="0">
              <a:buNone/>
            </a:pPr>
            <a:r>
              <a:rPr lang="en-US" sz="2187" dirty="0" kern="0">
                <a:solidFill>
                  <a:srgbClr val="E8472B"/>
                </a:solidFill>
                <a:latin typeface="Noto Sans JP ExtraBold" pitchFamily="34" charset="0"/>
                <a:ea typeface="Noto Sans JP ExtraBold" pitchFamily="34" charset="-122"/>
                <a:cs typeface="Noto Sans JP ExtraBold" pitchFamily="34" charset="-120"/>
              </a:rPr>
              <a:t>目的</a:t>
            </a:r>
            <a:endParaRPr lang="en-US" sz="2187" dirty="0"/>
          </a:p>
        </p:txBody>
      </p:sp>
      <p:sp>
        <p:nvSpPr>
          <p:cNvPr id="13" name="Text 10"/>
          <p:cNvSpPr/>
          <p:nvPr/>
        </p:nvSpPr>
        <p:spPr>
          <a:xfrm>
            <a:off x="10591800" y="3552825"/>
            <a:ext cx="6591300" cy="466725"/>
          </a:xfrm>
          <a:prstGeom prst="rect">
            <a:avLst/>
          </a:prstGeom>
          <a:noFill/>
          <a:ln/>
        </p:spPr>
        <p:txBody>
          <a:bodyPr wrap="square" lIns="0" tIns="32248" rIns="0" bIns="-32248" rtlCol="0" anchor="ctr"/>
          <a:lstStyle/>
          <a:p>
            <a:pPr algn="l" indent="0" marL="0">
              <a:lnSpc>
                <a:spcPts val="2933"/>
              </a:lnSpc>
              <a:buNone/>
            </a:pPr>
            <a:r>
              <a:rPr lang="en-US" sz="2550" dirty="0" spc="2" kern="0">
                <a:solidFill>
                  <a:srgbClr val="14161C"/>
                </a:solidFill>
                <a:latin typeface="Noto Sans JP SemiBold" pitchFamily="34" charset="0"/>
                <a:ea typeface="Noto Sans JP SemiBold" pitchFamily="34" charset="-122"/>
                <a:cs typeface="Noto Sans JP SemiBold" pitchFamily="34" charset="-120"/>
              </a:rPr>
              <a:t>NH3を</a:t>
            </a:r>
            <a:r>
              <a:rPr lang="en-US" sz="2550" dirty="0" spc="-32" kern="0">
                <a:solidFill>
                  <a:srgbClr val="14161C"/>
                </a:solidFill>
                <a:latin typeface="Noto Sans JP SemiBold" pitchFamily="34" charset="0"/>
                <a:ea typeface="Noto Sans JP SemiBold" pitchFamily="34" charset="-122"/>
                <a:cs typeface="Noto Sans JP SemiBold" pitchFamily="34" charset="-120"/>
              </a:rPr>
              <a:t> 作って</a:t>
            </a:r>
            <a:r>
              <a:rPr lang="en-US" sz="2550" dirty="0" spc="-10" kern="0">
                <a:solidFill>
                  <a:srgbClr val="14161C"/>
                </a:solidFill>
                <a:latin typeface="Noto Sans JP SemiBold" pitchFamily="34" charset="0"/>
                <a:ea typeface="Noto Sans JP SemiBold" pitchFamily="34" charset="-122"/>
                <a:cs typeface="Noto Sans JP SemiBold" pitchFamily="34" charset="-120"/>
              </a:rPr>
              <a:t> NOxを</a:t>
            </a:r>
            <a:r>
              <a:rPr lang="en-US" sz="2550" dirty="0" spc="1" kern="0">
                <a:solidFill>
                  <a:srgbClr val="14161C"/>
                </a:solidFill>
                <a:latin typeface="Noto Sans JP SemiBold" pitchFamily="34" charset="0"/>
                <a:ea typeface="Noto Sans JP SemiBold" pitchFamily="34" charset="-122"/>
                <a:cs typeface="Noto Sans JP SemiBold" pitchFamily="34" charset="-120"/>
              </a:rPr>
              <a:t> 還元</a:t>
            </a:r>
            <a:endParaRPr lang="en-US" sz="2550" dirty="0"/>
          </a:p>
        </p:txBody>
      </p:sp>
      <p:sp>
        <p:nvSpPr>
          <p:cNvPr id="14" name="Shape 11"/>
          <p:cNvSpPr/>
          <p:nvPr/>
        </p:nvSpPr>
        <p:spPr>
          <a:xfrm>
            <a:off x="10248900" y="4191000"/>
            <a:ext cx="7124700" cy="838200"/>
          </a:xfrm>
          <a:prstGeom prst="roundRect">
            <a:avLst>
              <a:gd name="adj" fmla="val 22727"/>
            </a:avLst>
          </a:prstGeom>
          <a:solidFill>
            <a:srgbClr val="E8E0CF"/>
          </a:solidFill>
          <a:ln/>
        </p:spPr>
      </p:sp>
      <p:sp>
        <p:nvSpPr>
          <p:cNvPr id="15" name="Shape 12"/>
          <p:cNvSpPr/>
          <p:nvPr/>
        </p:nvSpPr>
        <p:spPr>
          <a:xfrm>
            <a:off x="10248900" y="4191000"/>
            <a:ext cx="114300" cy="838200"/>
          </a:xfrm>
          <a:prstGeom prst="roundRect">
            <a:avLst>
              <a:gd name="adj" fmla="val 50000"/>
            </a:avLst>
          </a:prstGeom>
          <a:solidFill>
            <a:srgbClr val="1F3FD1"/>
          </a:solidFill>
          <a:ln/>
        </p:spPr>
      </p:sp>
      <p:sp>
        <p:nvSpPr>
          <p:cNvPr id="16" name="Text 13"/>
          <p:cNvSpPr/>
          <p:nvPr/>
        </p:nvSpPr>
        <p:spPr>
          <a:xfrm>
            <a:off x="10591800" y="4286250"/>
            <a:ext cx="6591300" cy="333375"/>
          </a:xfrm>
          <a:prstGeom prst="rect">
            <a:avLst/>
          </a:prstGeom>
          <a:noFill/>
          <a:ln/>
        </p:spPr>
        <p:txBody>
          <a:bodyPr wrap="square" lIns="0" tIns="0" rIns="0" bIns="0" rtlCol="0" anchor="ctr"/>
          <a:lstStyle/>
          <a:p>
            <a:pPr algn="l" indent="0" marL="0">
              <a:buNone/>
            </a:pPr>
            <a:r>
              <a:rPr lang="en-US" sz="2187" dirty="0" spc="-1" kern="0">
                <a:solidFill>
                  <a:srgbClr val="1F3FD1"/>
                </a:solidFill>
                <a:latin typeface="Noto Sans JP ExtraBold" pitchFamily="34" charset="0"/>
                <a:ea typeface="Noto Sans JP ExtraBold" pitchFamily="34" charset="-122"/>
                <a:cs typeface="Noto Sans JP ExtraBold" pitchFamily="34" charset="-120"/>
              </a:rPr>
              <a:t>リスク</a:t>
            </a:r>
            <a:endParaRPr lang="en-US" sz="2187" dirty="0"/>
          </a:p>
        </p:txBody>
      </p:sp>
      <p:sp>
        <p:nvSpPr>
          <p:cNvPr id="17" name="Text 14"/>
          <p:cNvSpPr/>
          <p:nvPr/>
        </p:nvSpPr>
        <p:spPr>
          <a:xfrm>
            <a:off x="10591800" y="4524375"/>
            <a:ext cx="6591300" cy="466725"/>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尿素が</a:t>
            </a:r>
            <a:r>
              <a:rPr lang="en-US" sz="2550" dirty="0" spc="-13" kern="0">
                <a:solidFill>
                  <a:srgbClr val="14161C"/>
                </a:solidFill>
                <a:latin typeface="Noto Sans JP SemiBold" pitchFamily="34" charset="0"/>
                <a:ea typeface="Noto Sans JP SemiBold" pitchFamily="34" charset="-122"/>
                <a:cs typeface="Noto Sans JP SemiBold" pitchFamily="34" charset="-120"/>
              </a:rPr>
              <a:t> 固体化して</a:t>
            </a:r>
            <a:r>
              <a:rPr lang="en-US" sz="2550" dirty="0" spc="1" kern="0">
                <a:solidFill>
                  <a:srgbClr val="14161C"/>
                </a:solidFill>
                <a:latin typeface="Noto Sans JP SemiBold" pitchFamily="34" charset="0"/>
                <a:ea typeface="Noto Sans JP SemiBold" pitchFamily="34" charset="-122"/>
                <a:cs typeface="Noto Sans JP SemiBold" pitchFamily="34" charset="-120"/>
              </a:rPr>
              <a:t> 堆積物に</a:t>
            </a:r>
            <a:endParaRPr lang="en-US" sz="2550" dirty="0"/>
          </a:p>
        </p:txBody>
      </p:sp>
      <p:sp>
        <p:nvSpPr>
          <p:cNvPr id="18" name="Shape 15"/>
          <p:cNvSpPr/>
          <p:nvPr/>
        </p:nvSpPr>
        <p:spPr>
          <a:xfrm>
            <a:off x="10248900" y="5162550"/>
            <a:ext cx="7124700" cy="3181350"/>
          </a:xfrm>
          <a:prstGeom prst="roundRect">
            <a:avLst>
              <a:gd name="adj" fmla="val 5988"/>
            </a:avLst>
          </a:prstGeom>
          <a:solidFill>
            <a:srgbClr val="CFE8E2"/>
          </a:solidFill>
          <a:ln/>
        </p:spPr>
      </p:sp>
      <p:sp>
        <p:nvSpPr>
          <p:cNvPr id="19" name="Text 16"/>
          <p:cNvSpPr/>
          <p:nvPr/>
        </p:nvSpPr>
        <p:spPr>
          <a:xfrm>
            <a:off x="10553700" y="5429250"/>
            <a:ext cx="6515100" cy="2647950"/>
          </a:xfrm>
          <a:prstGeom prst="rect">
            <a:avLst/>
          </a:prstGeom>
          <a:noFill/>
          <a:ln/>
        </p:spPr>
        <p:txBody>
          <a:bodyPr wrap="square" lIns="0" tIns="27489" rIns="0" bIns="-27489" rtlCol="0" anchor="t"/>
          <a:lstStyle/>
          <a:p>
            <a:pPr algn="l" indent="0" marL="0">
              <a:lnSpc>
                <a:spcPts val="2535"/>
              </a:lnSpc>
              <a:buNone/>
            </a:pPr>
            <a:r>
              <a:rPr lang="en-US" sz="1950" b="1" dirty="0" spc="2" kern="0">
                <a:solidFill>
                  <a:srgbClr val="0F766E"/>
                </a:solidFill>
                <a:latin typeface="Noto Sans JP" pitchFamily="34" charset="0"/>
                <a:ea typeface="Noto Sans JP" pitchFamily="34" charset="-122"/>
                <a:cs typeface="Noto Sans JP" pitchFamily="34" charset="-120"/>
              </a:rPr>
              <a:t>AdBlue</a:t>
            </a:r>
            <a:pPr algn="l" indent="0" marL="0">
              <a:lnSpc>
                <a:spcPts val="2535"/>
              </a:lnSpc>
              <a:buNone/>
            </a:pPr>
            <a:r>
              <a:rPr lang="en-US" sz="1950" dirty="0" kern="0">
                <a:solidFill>
                  <a:srgbClr val="14161C"/>
                </a:solidFill>
                <a:latin typeface="Noto Sans JP" pitchFamily="34" charset="0"/>
                <a:ea typeface="Noto Sans JP" pitchFamily="34" charset="-122"/>
                <a:cs typeface="Noto Sans JP" pitchFamily="34" charset="-120"/>
              </a:rPr>
              <a:t>は</a:t>
            </a:r>
            <a:pPr algn="l" indent="0" marL="0">
              <a:lnSpc>
                <a:spcPts val="2535"/>
              </a:lnSpc>
              <a:buNone/>
            </a:pPr>
            <a:r>
              <a:rPr lang="en-US" sz="1950" b="1" dirty="0" kern="0">
                <a:solidFill>
                  <a:srgbClr val="E91EC8"/>
                </a:solidFill>
                <a:latin typeface="Noto Sans JP" pitchFamily="34" charset="0"/>
                <a:ea typeface="Noto Sans JP" pitchFamily="34" charset="-122"/>
                <a:cs typeface="Noto Sans JP" pitchFamily="34" charset="-120"/>
              </a:rPr>
              <a:t>尿素</a:t>
            </a:r>
            <a:pPr algn="l" indent="0" marL="0">
              <a:lnSpc>
                <a:spcPts val="2535"/>
              </a:lnSpc>
              <a:buNone/>
            </a:pPr>
            <a:r>
              <a:rPr lang="en-US" sz="1950" dirty="0" spc="0" kern="0">
                <a:solidFill>
                  <a:srgbClr val="14161C"/>
                </a:solidFill>
                <a:latin typeface="Noto Sans JP" pitchFamily="34" charset="0"/>
                <a:ea typeface="Noto Sans JP" pitchFamily="34" charset="-122"/>
                <a:cs typeface="Noto Sans JP" pitchFamily="34" charset="-120"/>
              </a:rPr>
              <a:t>を</a:t>
            </a:r>
            <a:r>
              <a:rPr lang="en-US" sz="1950" dirty="0" spc="-2" kern="0">
                <a:solidFill>
                  <a:srgbClr val="14161C"/>
                </a:solidFill>
                <a:latin typeface="Noto Sans JP" pitchFamily="34" charset="0"/>
                <a:ea typeface="Noto Sans JP" pitchFamily="34" charset="-122"/>
                <a:cs typeface="Noto Sans JP" pitchFamily="34" charset="-120"/>
              </a:rPr>
              <a:t> 32.5%含む</a:t>
            </a:r>
            <a:r>
              <a:rPr lang="en-US" sz="1950" dirty="0" spc="-13" kern="0">
                <a:solidFill>
                  <a:srgbClr val="14161C"/>
                </a:solidFill>
                <a:latin typeface="Noto Sans JP" pitchFamily="34" charset="0"/>
                <a:ea typeface="Noto Sans JP" pitchFamily="34" charset="-122"/>
                <a:cs typeface="Noto Sans JP" pitchFamily="34" charset="-120"/>
              </a:rPr>
              <a:t> 水溶液で、</a:t>
            </a:r>
            <a:r>
              <a:rPr lang="en-US" sz="1950" dirty="0" spc="-20" kern="0">
                <a:solidFill>
                  <a:srgbClr val="14161C"/>
                </a:solidFill>
                <a:latin typeface="Noto Sans JP" pitchFamily="34" charset="0"/>
                <a:ea typeface="Noto Sans JP" pitchFamily="34" charset="-122"/>
                <a:cs typeface="Noto Sans JP" pitchFamily="34" charset="-120"/>
              </a:rPr>
              <a:t> ディーゼルの</a:t>
            </a:r>
            <a:r>
              <a:rPr lang="en-US" sz="1950" dirty="0" spc="0" kern="0">
                <a:solidFill>
                  <a:srgbClr val="14161C"/>
                </a:solidFill>
                <a:latin typeface="Noto Sans JP" pitchFamily="34" charset="0"/>
                <a:ea typeface="Noto Sans JP" pitchFamily="34" charset="-122"/>
                <a:cs typeface="Noto Sans JP" pitchFamily="34" charset="-120"/>
              </a:rPr>
              <a:t> 排気管に 噴射される</a:t>
            </a:r>
            <a:pPr algn="l" indent="0" marL="0">
              <a:lnSpc>
                <a:spcPts val="2535"/>
              </a:lnSpc>
              <a:buNone/>
            </a:pPr>
            <a:r>
              <a:rPr lang="en-US" sz="1950" dirty="0" spc="-3" kern="0">
                <a:solidFill>
                  <a:srgbClr val="6B6A66"/>
                </a:solidFill>
                <a:latin typeface="Noto Sans JP" pitchFamily="34" charset="0"/>
                <a:ea typeface="Noto Sans JP" pitchFamily="34" charset="-122"/>
                <a:cs typeface="Noto Sans JP" pitchFamily="34" charset="-120"/>
              </a:rPr>
              <a:t>[S7]</a:t>
            </a:r>
            <a:pPr algn="l" indent="0" marL="0">
              <a:lnSpc>
                <a:spcPts val="2535"/>
              </a:lnSpc>
              <a:buNone/>
            </a:pPr>
            <a:r>
              <a:rPr lang="en-US" sz="1950" dirty="0" kern="0">
                <a:solidFill>
                  <a:srgbClr val="14161C"/>
                </a:solidFill>
                <a:latin typeface="Noto Sans JP" pitchFamily="34" charset="0"/>
                <a:ea typeface="Noto Sans JP" pitchFamily="34" charset="-122"/>
                <a:cs typeface="Noto Sans JP" pitchFamily="34" charset="-120"/>
              </a:rPr>
              <a:t>。 尿素そのものが 有害ガスを 浄化するのではなく、</a:t>
            </a:r>
            <a:pPr algn="l" indent="0" marL="0">
              <a:lnSpc>
                <a:spcPts val="2535"/>
              </a:lnSpc>
              <a:buNone/>
            </a:pPr>
            <a:r>
              <a:rPr lang="en-US" sz="1950" b="1" dirty="0" kern="0">
                <a:solidFill>
                  <a:srgbClr val="0F766E"/>
                </a:solidFill>
                <a:latin typeface="Noto Sans JP" pitchFamily="34" charset="0"/>
                <a:ea typeface="Noto Sans JP" pitchFamily="34" charset="-122"/>
                <a:cs typeface="Noto Sans JP" pitchFamily="34" charset="-120"/>
              </a:rPr>
              <a:t>NH3</a:t>
            </a:r>
            <a:pPr algn="l" indent="0" marL="0">
              <a:lnSpc>
                <a:spcPts val="2535"/>
              </a:lnSpc>
              <a:buNone/>
            </a:pPr>
            <a:r>
              <a:rPr lang="en-US" sz="1950" dirty="0" spc="-10" kern="0">
                <a:solidFill>
                  <a:srgbClr val="14161C"/>
                </a:solidFill>
                <a:latin typeface="Noto Sans JP" pitchFamily="34" charset="0"/>
                <a:ea typeface="Noto Sans JP" pitchFamily="34" charset="-122"/>
                <a:cs typeface="Noto Sans JP" pitchFamily="34" charset="-120"/>
              </a:rPr>
              <a:t>（アンモニア）を</a:t>
            </a:r>
            <a:r>
              <a:rPr lang="en-US" sz="1950" dirty="0" spc="0" kern="0">
                <a:solidFill>
                  <a:srgbClr val="14161C"/>
                </a:solidFill>
                <a:latin typeface="Noto Sans JP" pitchFamily="34" charset="0"/>
                <a:ea typeface="Noto Sans JP" pitchFamily="34" charset="-122"/>
                <a:cs typeface="Noto Sans JP" pitchFamily="34" charset="-120"/>
              </a:rPr>
              <a:t> 作るのが</a:t>
            </a:r>
            <a:r>
              <a:rPr lang="en-US" sz="1950" dirty="0" spc="-15" kern="0">
                <a:solidFill>
                  <a:srgbClr val="14161C"/>
                </a:solidFill>
                <a:latin typeface="Noto Sans JP" pitchFamily="34" charset="0"/>
                <a:ea typeface="Noto Sans JP" pitchFamily="34" charset="-122"/>
                <a:cs typeface="Noto Sans JP" pitchFamily="34" charset="-120"/>
              </a:rPr>
              <a:t> 役目で、</a:t>
            </a:r>
            <a:pPr algn="l" indent="0" marL="0">
              <a:lnSpc>
                <a:spcPts val="2535"/>
              </a:lnSpc>
              <a:buNone/>
            </a:pPr>
            <a:r>
              <a:rPr lang="en-US" sz="1950" b="1" dirty="0" spc="4" kern="0">
                <a:solidFill>
                  <a:srgbClr val="0F766E"/>
                </a:solidFill>
                <a:latin typeface="Noto Sans JP" pitchFamily="34" charset="0"/>
                <a:ea typeface="Noto Sans JP" pitchFamily="34" charset="-122"/>
                <a:cs typeface="Noto Sans JP" pitchFamily="34" charset="-120"/>
              </a:rPr>
              <a:t>SCR</a:t>
            </a:r>
            <a:pPr algn="l" indent="0" marL="0">
              <a:lnSpc>
                <a:spcPts val="2535"/>
              </a:lnSpc>
              <a:buNone/>
            </a:pPr>
            <a:r>
              <a:rPr lang="en-US" sz="1950" dirty="0" spc="0" kern="0">
                <a:solidFill>
                  <a:srgbClr val="14161C"/>
                </a:solidFill>
                <a:latin typeface="Noto Sans JP" pitchFamily="34" charset="0"/>
                <a:ea typeface="Noto Sans JP" pitchFamily="34" charset="-122"/>
                <a:cs typeface="Noto Sans JP" pitchFamily="34" charset="-120"/>
              </a:rPr>
              <a:t>触媒上で</a:t>
            </a:r>
            <a:r>
              <a:rPr lang="en-US" sz="1950" dirty="0" spc="-3" kern="0">
                <a:solidFill>
                  <a:srgbClr val="14161C"/>
                </a:solidFill>
                <a:latin typeface="Noto Sans JP" pitchFamily="34" charset="0"/>
                <a:ea typeface="Noto Sans JP" pitchFamily="34" charset="-122"/>
                <a:cs typeface="Noto Sans JP" pitchFamily="34" charset="-120"/>
              </a:rPr>
              <a:t> NH3が</a:t>
            </a:r>
            <a:r>
              <a:rPr lang="en-US" sz="1950" dirty="0" spc="-9" kern="0">
                <a:solidFill>
                  <a:srgbClr val="14161C"/>
                </a:solidFill>
                <a:latin typeface="Noto Sans JP" pitchFamily="34" charset="0"/>
                <a:ea typeface="Noto Sans JP" pitchFamily="34" charset="-122"/>
                <a:cs typeface="Noto Sans JP" pitchFamily="34" charset="-120"/>
              </a:rPr>
              <a:t> NOxを</a:t>
            </a:r>
            <a:r>
              <a:rPr lang="en-US" sz="1950" dirty="0" spc="0" kern="0">
                <a:solidFill>
                  <a:srgbClr val="14161C"/>
                </a:solidFill>
                <a:latin typeface="Noto Sans JP" pitchFamily="34" charset="0"/>
                <a:ea typeface="Noto Sans JP" pitchFamily="34" charset="-122"/>
                <a:cs typeface="Noto Sans JP" pitchFamily="34" charset="-120"/>
              </a:rPr>
              <a:t> 窒素と 水蒸気に</a:t>
            </a:r>
            <a:r>
              <a:rPr lang="en-US" sz="1950" dirty="0" spc="-15" kern="0">
                <a:solidFill>
                  <a:srgbClr val="14161C"/>
                </a:solidFill>
                <a:latin typeface="Noto Sans JP" pitchFamily="34" charset="0"/>
                <a:ea typeface="Noto Sans JP" pitchFamily="34" charset="-122"/>
                <a:cs typeface="Noto Sans JP" pitchFamily="34" charset="-120"/>
              </a:rPr>
              <a:t> 変える</a:t>
            </a:r>
            <a:pPr algn="l" indent="0" marL="0">
              <a:lnSpc>
                <a:spcPts val="2535"/>
              </a:lnSpc>
              <a:buNone/>
            </a:pPr>
            <a:r>
              <a:rPr lang="en-US" sz="1950" dirty="0" spc="-3" kern="0">
                <a:solidFill>
                  <a:srgbClr val="6B6A66"/>
                </a:solidFill>
                <a:latin typeface="Noto Sans JP" pitchFamily="34" charset="0"/>
                <a:ea typeface="Noto Sans JP" pitchFamily="34" charset="-122"/>
                <a:cs typeface="Noto Sans JP" pitchFamily="34" charset="-120"/>
              </a:rPr>
              <a:t>[S7]</a:t>
            </a:r>
            <a:pPr algn="l" indent="0" marL="0">
              <a:lnSpc>
                <a:spcPts val="2535"/>
              </a:lnSpc>
              <a:buNone/>
            </a:pPr>
            <a:r>
              <a:rPr lang="en-US" sz="1950" dirty="0" spc="0" kern="0">
                <a:solidFill>
                  <a:srgbClr val="14161C"/>
                </a:solidFill>
                <a:latin typeface="Noto Sans JP" pitchFamily="34" charset="0"/>
                <a:ea typeface="Noto Sans JP" pitchFamily="34" charset="-122"/>
                <a:cs typeface="Noto Sans JP" pitchFamily="34" charset="-120"/>
              </a:rPr>
              <a:t>。 水が 先に 蒸発し、</a:t>
            </a:r>
            <a:r>
              <a:rPr lang="en-US" sz="1950" dirty="0" spc="-1" kern="0">
                <a:solidFill>
                  <a:srgbClr val="14161C"/>
                </a:solidFill>
                <a:latin typeface="Noto Sans JP" pitchFamily="34" charset="0"/>
                <a:ea typeface="Noto Sans JP" pitchFamily="34" charset="-122"/>
                <a:cs typeface="Noto Sans JP" pitchFamily="34" charset="-120"/>
              </a:rPr>
              <a:t> 尿素は</a:t>
            </a:r>
            <a:r>
              <a:rPr lang="en-US" sz="1950" dirty="0" spc="-3" kern="0">
                <a:solidFill>
                  <a:srgbClr val="14161C"/>
                </a:solidFill>
                <a:latin typeface="Noto Sans JP" pitchFamily="34" charset="0"/>
                <a:ea typeface="Noto Sans JP" pitchFamily="34" charset="-122"/>
                <a:cs typeface="Noto Sans JP" pitchFamily="34" charset="-120"/>
              </a:rPr>
              <a:t> 約133°Cで</a:t>
            </a:r>
            <a:r>
              <a:rPr lang="en-US" sz="1950" dirty="0" spc="0" kern="0">
                <a:solidFill>
                  <a:srgbClr val="14161C"/>
                </a:solidFill>
                <a:latin typeface="Noto Sans JP" pitchFamily="34" charset="0"/>
                <a:ea typeface="Noto Sans JP" pitchFamily="34" charset="-122"/>
                <a:cs typeface="Noto Sans JP" pitchFamily="34" charset="-120"/>
              </a:rPr>
              <a:t> 溶融する。 グラフはここから</a:t>
            </a:r>
            <a:r>
              <a:rPr lang="en-US" sz="1950" dirty="0" spc="-1" kern="0">
                <a:solidFill>
                  <a:srgbClr val="14161C"/>
                </a:solidFill>
                <a:latin typeface="Noto Sans JP" pitchFamily="34" charset="0"/>
                <a:ea typeface="Noto Sans JP" pitchFamily="34" charset="-122"/>
                <a:cs typeface="Noto Sans JP" pitchFamily="34" charset="-120"/>
              </a:rPr>
              <a:t> 始まる</a:t>
            </a:r>
            <a:pPr algn="l" indent="0" marL="0">
              <a:lnSpc>
                <a:spcPts val="2535"/>
              </a:lnSpc>
              <a:buNone/>
            </a:pPr>
            <a:r>
              <a:rPr lang="en-US" sz="1950" dirty="0" spc="-3" kern="0">
                <a:solidFill>
                  <a:srgbClr val="6B6A66"/>
                </a:solidFill>
                <a:latin typeface="Noto Sans JP" pitchFamily="34" charset="0"/>
                <a:ea typeface="Noto Sans JP" pitchFamily="34" charset="-122"/>
                <a:cs typeface="Noto Sans JP" pitchFamily="34" charset="-120"/>
              </a:rPr>
              <a:t>[S1]</a:t>
            </a:r>
            <a:pPr algn="l" indent="0" marL="0">
              <a:lnSpc>
                <a:spcPts val="2535"/>
              </a:lnSpc>
              <a:buNone/>
            </a:pPr>
            <a:r>
              <a:rPr lang="en-US" sz="1950" dirty="0" spc="0" kern="0">
                <a:solidFill>
                  <a:srgbClr val="14161C"/>
                </a:solidFill>
                <a:latin typeface="Noto Sans JP" pitchFamily="34" charset="0"/>
                <a:ea typeface="Noto Sans JP" pitchFamily="34" charset="-122"/>
                <a:cs typeface="Noto Sans JP" pitchFamily="34" charset="-120"/>
              </a:rPr>
              <a:t>。 尿素は</a:t>
            </a:r>
            <a:r>
              <a:rPr lang="en-US" sz="1950" dirty="0" spc="-3" kern="0">
                <a:solidFill>
                  <a:srgbClr val="14161C"/>
                </a:solidFill>
                <a:latin typeface="Noto Sans JP" pitchFamily="34" charset="0"/>
                <a:ea typeface="Noto Sans JP" pitchFamily="34" charset="-122"/>
                <a:cs typeface="Noto Sans JP" pitchFamily="34" charset="-120"/>
              </a:rPr>
              <a:t> NH3と</a:t>
            </a:r>
            <a:r>
              <a:rPr lang="en-US" sz="1950" dirty="0" spc="-14" kern="0">
                <a:solidFill>
                  <a:srgbClr val="14161C"/>
                </a:solidFill>
                <a:latin typeface="Noto Sans JP" pitchFamily="34" charset="0"/>
                <a:ea typeface="Noto Sans JP" pitchFamily="34" charset="-122"/>
                <a:cs typeface="Noto Sans JP" pitchFamily="34" charset="-120"/>
              </a:rPr>
              <a:t> HNCOに</a:t>
            </a:r>
            <a:r>
              <a:rPr lang="en-US" sz="1950" dirty="0" spc="0" kern="0">
                <a:solidFill>
                  <a:srgbClr val="14161C"/>
                </a:solidFill>
                <a:latin typeface="Noto Sans JP" pitchFamily="34" charset="0"/>
                <a:ea typeface="Noto Sans JP" pitchFamily="34" charset="-122"/>
                <a:cs typeface="Noto Sans JP" pitchFamily="34" charset="-120"/>
              </a:rPr>
              <a:t> 分解する（望ましい 経路）</a:t>
            </a:r>
            <a:pPr algn="l" indent="0" marL="0">
              <a:lnSpc>
                <a:spcPts val="2535"/>
              </a:lnSpc>
              <a:buNone/>
            </a:pPr>
            <a:r>
              <a:rPr lang="en-US" sz="1950" dirty="0" spc="-3" kern="0">
                <a:solidFill>
                  <a:srgbClr val="6B6A66"/>
                </a:solidFill>
                <a:latin typeface="Noto Sans JP" pitchFamily="34" charset="0"/>
                <a:ea typeface="Noto Sans JP" pitchFamily="34" charset="-122"/>
                <a:cs typeface="Noto Sans JP" pitchFamily="34" charset="-120"/>
              </a:rPr>
              <a:t>[S2]</a:t>
            </a:r>
            <a:pPr algn="l" indent="0" marL="0">
              <a:lnSpc>
                <a:spcPts val="2535"/>
              </a:lnSpc>
              <a:buNone/>
            </a:pPr>
            <a:r>
              <a:rPr lang="en-US" sz="1950" dirty="0" spc="0" kern="0">
                <a:solidFill>
                  <a:srgbClr val="14161C"/>
                </a:solidFill>
                <a:latin typeface="Noto Sans JP" pitchFamily="34" charset="0"/>
                <a:ea typeface="Noto Sans JP" pitchFamily="34" charset="-122"/>
                <a:cs typeface="Noto Sans JP" pitchFamily="34" charset="-120"/>
              </a:rPr>
              <a:t>。 固体になれば</a:t>
            </a:r>
            <a:r>
              <a:rPr lang="en-US" sz="1950" dirty="0" spc="-7" kern="0">
                <a:solidFill>
                  <a:srgbClr val="14161C"/>
                </a:solidFill>
                <a:latin typeface="Noto Sans JP" pitchFamily="34" charset="0"/>
                <a:ea typeface="Noto Sans JP" pitchFamily="34" charset="-122"/>
                <a:cs typeface="Noto Sans JP" pitchFamily="34" charset="-120"/>
              </a:rPr>
              <a:t> 堆積物となる。</a:t>
            </a:r>
            <a:endParaRPr lang="en-US" sz="1950" dirty="0"/>
          </a:p>
        </p:txBody>
      </p:sp>
      <p:sp>
        <p:nvSpPr>
          <p:cNvPr id="20"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[S2]</a:t>
            </a:r>
            <a:r>
              <a:rPr lang="en-US" sz="1800" dirty="0" spc="-2" kern="0">
                <a:solidFill>
                  <a:srgbClr val="6B6A66"/>
                </a:solidFill>
                <a:latin typeface="Noto Sans JP" pitchFamily="34" charset="0"/>
                <a:ea typeface="Noto Sans JP" pitchFamily="34" charset="-122"/>
                <a:cs typeface="Noto Sans JP" pitchFamily="34" charset="-120"/>
              </a:rPr>
              <a:t> [S7]</a:t>
            </a:r>
            <a:r>
              <a:rPr lang="en-US" sz="1800" dirty="0" spc="-1" kern="0">
                <a:solidFill>
                  <a:srgbClr val="6B6A66"/>
                </a:solidFill>
                <a:latin typeface="Noto Sans JP" pitchFamily="34" charset="0"/>
                <a:ea typeface="Noto Sans JP" pitchFamily="34" charset="-122"/>
                <a:cs typeface="Noto Sans JP" pitchFamily="34" charset="-120"/>
              </a:rPr>
              <a:t> [S8]</a:t>
            </a:r>
            <a:endParaRPr lang="en-US" sz="1800" dirty="0"/>
          </a:p>
        </p:txBody>
      </p:sp>
      <p:sp>
        <p:nvSpPr>
          <p:cNvPr id="21" name="Shape 18"/>
          <p:cNvSpPr/>
          <p:nvPr/>
        </p:nvSpPr>
        <p:spPr>
          <a:xfrm>
            <a:off x="942975" y="9563100"/>
            <a:ext cx="114300" cy="114300"/>
          </a:xfrm>
          <a:prstGeom prst="ellipse">
            <a:avLst/>
          </a:prstGeom>
          <a:solidFill>
            <a:srgbClr val="14161C">
              <a:alpha val="28000"/>
            </a:srgbClr>
          </a:solidFill>
          <a:ln/>
        </p:spPr>
      </p:sp>
      <p:sp>
        <p:nvSpPr>
          <p:cNvPr id="22" name="Shape 19"/>
          <p:cNvSpPr/>
          <p:nvPr/>
        </p:nvSpPr>
        <p:spPr>
          <a:xfrm>
            <a:off x="1152525" y="9544050"/>
            <a:ext cx="152400" cy="152400"/>
          </a:xfrm>
          <a:prstGeom prst="ellipse">
            <a:avLst/>
          </a:prstGeom>
          <a:solidFill>
            <a:srgbClr val="E8472B"/>
          </a:solidFill>
          <a:ln/>
        </p:spPr>
      </p:sp>
      <p:sp>
        <p:nvSpPr>
          <p:cNvPr id="23" name="Shape 20"/>
          <p:cNvSpPr/>
          <p:nvPr/>
        </p:nvSpPr>
        <p:spPr>
          <a:xfrm>
            <a:off x="1400175" y="9563100"/>
            <a:ext cx="114300" cy="114300"/>
          </a:xfrm>
          <a:prstGeom prst="ellipse">
            <a:avLst/>
          </a:prstGeom>
          <a:solidFill>
            <a:srgbClr val="14161C">
              <a:alpha val="28000"/>
            </a:srgbClr>
          </a:solidFill>
          <a:ln/>
        </p:spPr>
      </p:sp>
      <p:sp>
        <p:nvSpPr>
          <p:cNvPr id="24" name="Shape 21"/>
          <p:cNvSpPr/>
          <p:nvPr/>
        </p:nvSpPr>
        <p:spPr>
          <a:xfrm>
            <a:off x="1628775" y="9563100"/>
            <a:ext cx="114300" cy="114300"/>
          </a:xfrm>
          <a:prstGeom prst="ellipse">
            <a:avLst/>
          </a:prstGeom>
          <a:solidFill>
            <a:srgbClr val="14161C">
              <a:alpha val="28000"/>
            </a:srgbClr>
          </a:solidFill>
          <a:ln/>
        </p:spPr>
      </p:sp>
      <p:sp>
        <p:nvSpPr>
          <p:cNvPr id="25" name="Shape 22"/>
          <p:cNvSpPr/>
          <p:nvPr/>
        </p:nvSpPr>
        <p:spPr>
          <a:xfrm>
            <a:off x="1857375" y="9563100"/>
            <a:ext cx="114300" cy="114300"/>
          </a:xfrm>
          <a:prstGeom prst="ellipse">
            <a:avLst/>
          </a:prstGeom>
          <a:solidFill>
            <a:srgbClr val="14161C">
              <a:alpha val="28000"/>
            </a:srgbClr>
          </a:solidFill>
          <a:ln/>
        </p:spPr>
      </p:sp>
      <p:sp>
        <p:nvSpPr>
          <p:cNvPr id="26" name="Shape 23"/>
          <p:cNvSpPr/>
          <p:nvPr/>
        </p:nvSpPr>
        <p:spPr>
          <a:xfrm>
            <a:off x="2085975" y="9563100"/>
            <a:ext cx="114300" cy="114300"/>
          </a:xfrm>
          <a:prstGeom prst="ellipse">
            <a:avLst/>
          </a:prstGeom>
          <a:solidFill>
            <a:srgbClr val="14161C">
              <a:alpha val="28000"/>
            </a:srgbClr>
          </a:solidFill>
          <a:ln/>
        </p:spPr>
      </p:sp>
      <p:sp>
        <p:nvSpPr>
          <p:cNvPr id="27" name="Shape 24"/>
          <p:cNvSpPr/>
          <p:nvPr/>
        </p:nvSpPr>
        <p:spPr>
          <a:xfrm>
            <a:off x="2314575" y="9563100"/>
            <a:ext cx="114300" cy="114300"/>
          </a:xfrm>
          <a:prstGeom prst="ellipse">
            <a:avLst/>
          </a:prstGeom>
          <a:solidFill>
            <a:srgbClr val="14161C">
              <a:alpha val="28000"/>
            </a:srgbClr>
          </a:solidFill>
          <a:ln/>
        </p:spPr>
      </p:sp>
      <p:sp>
        <p:nvSpPr>
          <p:cNvPr id="28" name="Shape 25"/>
          <p:cNvSpPr/>
          <p:nvPr/>
        </p:nvSpPr>
        <p:spPr>
          <a:xfrm>
            <a:off x="2543175" y="9563100"/>
            <a:ext cx="114300" cy="114300"/>
          </a:xfrm>
          <a:prstGeom prst="ellipse">
            <a:avLst/>
          </a:prstGeom>
          <a:solidFill>
            <a:srgbClr val="14161C">
              <a:alpha val="28000"/>
            </a:srgbClr>
          </a:solidFill>
          <a:ln/>
        </p:spPr>
      </p:sp>
      <p:sp>
        <p:nvSpPr>
          <p:cNvPr id="29" name="Shape 26"/>
          <p:cNvSpPr/>
          <p:nvPr/>
        </p:nvSpPr>
        <p:spPr>
          <a:xfrm>
            <a:off x="2771775" y="9563100"/>
            <a:ext cx="114300" cy="114300"/>
          </a:xfrm>
          <a:prstGeom prst="ellipse">
            <a:avLst/>
          </a:prstGeom>
          <a:solidFill>
            <a:srgbClr val="14161C">
              <a:alpha val="28000"/>
            </a:srgbClr>
          </a:solidFill>
          <a:ln/>
        </p:spPr>
      </p:sp>
      <p:sp>
        <p:nvSpPr>
          <p:cNvPr id="30" name="Shape 27"/>
          <p:cNvSpPr/>
          <p:nvPr/>
        </p:nvSpPr>
        <p:spPr>
          <a:xfrm>
            <a:off x="3000375" y="9563100"/>
            <a:ext cx="114300" cy="114300"/>
          </a:xfrm>
          <a:prstGeom prst="ellipse">
            <a:avLst/>
          </a:prstGeom>
          <a:solidFill>
            <a:srgbClr val="14161C">
              <a:alpha val="28000"/>
            </a:srgbClr>
          </a:solidFill>
          <a:ln/>
        </p:spPr>
      </p:sp>
      <p:sp>
        <p:nvSpPr>
          <p:cNvPr id="31" name="Shape 28"/>
          <p:cNvSpPr/>
          <p:nvPr/>
        </p:nvSpPr>
        <p:spPr>
          <a:xfrm>
            <a:off x="3228975" y="9563100"/>
            <a:ext cx="114300" cy="114300"/>
          </a:xfrm>
          <a:prstGeom prst="ellipse">
            <a:avLst/>
          </a:prstGeom>
          <a:solidFill>
            <a:srgbClr val="14161C">
              <a:alpha val="28000"/>
            </a:srgbClr>
          </a:solidFill>
          <a:ln/>
        </p:spPr>
      </p:sp>
      <p:sp>
        <p:nvSpPr>
          <p:cNvPr id="32" name="Shape 29"/>
          <p:cNvSpPr/>
          <p:nvPr/>
        </p:nvSpPr>
        <p:spPr>
          <a:xfrm>
            <a:off x="3457575" y="9563100"/>
            <a:ext cx="114300" cy="114300"/>
          </a:xfrm>
          <a:prstGeom prst="ellipse">
            <a:avLst/>
          </a:prstGeom>
          <a:solidFill>
            <a:srgbClr val="14161C">
              <a:alpha val="28000"/>
            </a:srgbClr>
          </a:solidFill>
          <a:ln/>
        </p:spPr>
      </p:sp>
      <p:sp>
        <p:nvSpPr>
          <p:cNvPr id="33" name="Shape 30"/>
          <p:cNvSpPr/>
          <p:nvPr/>
        </p:nvSpPr>
        <p:spPr>
          <a:xfrm>
            <a:off x="3686175" y="9563100"/>
            <a:ext cx="114300" cy="114300"/>
          </a:xfrm>
          <a:prstGeom prst="ellipse">
            <a:avLst/>
          </a:prstGeom>
          <a:solidFill>
            <a:srgbClr val="14161C">
              <a:alpha val="28000"/>
            </a:srgbClr>
          </a:solidFill>
          <a:ln/>
        </p:spPr>
      </p:sp>
      <p:sp>
        <p:nvSpPr>
          <p:cNvPr id="34" name="Shape 31"/>
          <p:cNvSpPr/>
          <p:nvPr/>
        </p:nvSpPr>
        <p:spPr>
          <a:xfrm>
            <a:off x="3914775" y="9563100"/>
            <a:ext cx="114300" cy="114300"/>
          </a:xfrm>
          <a:prstGeom prst="ellipse">
            <a:avLst/>
          </a:prstGeom>
          <a:solidFill>
            <a:srgbClr val="14161C">
              <a:alpha val="28000"/>
            </a:srgbClr>
          </a:solidFill>
          <a:ln/>
        </p:spPr>
      </p:sp>
      <p:sp>
        <p:nvSpPr>
          <p:cNvPr id="35" name="Shape 32"/>
          <p:cNvSpPr/>
          <p:nvPr/>
        </p:nvSpPr>
        <p:spPr>
          <a:xfrm>
            <a:off x="4143375" y="9563100"/>
            <a:ext cx="114300" cy="114300"/>
          </a:xfrm>
          <a:prstGeom prst="ellipse">
            <a:avLst/>
          </a:prstGeom>
          <a:solidFill>
            <a:srgbClr val="14161C">
              <a:alpha val="28000"/>
            </a:srgbClr>
          </a:solidFill>
          <a:ln/>
        </p:spPr>
      </p:sp>
      <p:sp>
        <p:nvSpPr>
          <p:cNvPr id="36" name="Shape 33"/>
          <p:cNvSpPr/>
          <p:nvPr/>
        </p:nvSpPr>
        <p:spPr>
          <a:xfrm>
            <a:off x="4371975" y="9563100"/>
            <a:ext cx="114300" cy="114300"/>
          </a:xfrm>
          <a:prstGeom prst="ellipse">
            <a:avLst/>
          </a:prstGeom>
          <a:solidFill>
            <a:srgbClr val="14161C">
              <a:alpha val="28000"/>
            </a:srgbClr>
          </a:solidFill>
          <a:ln/>
        </p:spPr>
      </p:sp>
      <p:sp>
        <p:nvSpPr>
          <p:cNvPr id="37" name="Shape 34"/>
          <p:cNvSpPr/>
          <p:nvPr/>
        </p:nvSpPr>
        <p:spPr>
          <a:xfrm>
            <a:off x="4600575" y="9563100"/>
            <a:ext cx="114300" cy="114300"/>
          </a:xfrm>
          <a:prstGeom prst="ellipse">
            <a:avLst/>
          </a:prstGeom>
          <a:solidFill>
            <a:srgbClr val="14161C">
              <a:alpha val="28000"/>
            </a:srgbClr>
          </a:solidFill>
          <a:ln/>
        </p:spPr>
      </p:sp>
      <p:sp>
        <p:nvSpPr>
          <p:cNvPr id="38" name="Text 35"/>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L17</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02/17</a:t>
            </a:r>
            <a:endParaRPr lang="en-US" sz="1800" dirty="0"/>
          </a:p>
        </p:txBody>
      </p:sp>
      <p:sp>
        <p:nvSpPr>
          <p:cNvPr id="39" name="Shape 36"/>
          <p:cNvSpPr/>
          <p:nvPr/>
        </p:nvSpPr>
        <p:spPr>
          <a:xfrm>
            <a:off x="15983712" y="9076331"/>
            <a:ext cx="1645920" cy="552301"/>
          </a:xfrm>
          <a:prstGeom prst="roundRect">
            <a:avLst>
              <a:gd name="adj" fmla="val 28000"/>
            </a:avLst>
          </a:prstGeom>
          <a:solidFill>
            <a:srgbClr val="FFFFFF">
              <a:alpha val="82000"/>
            </a:srgbClr>
          </a:solidFill>
          <a:ln/>
        </p:spPr>
      </p:sp>
      <p:pic>
        <p:nvPicPr>
          <p:cNvPr id="40" name="Moda image moda-export-watermark-014ff3c3-cda9-4424-a166-7e2c54093371"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4つの</a:t>
            </a:r>
            <a:r>
              <a:rPr lang="en-US" sz="5700" dirty="0" spc="0" kern="0">
                <a:solidFill>
                  <a:srgbClr val="F3EEE3"/>
                </a:solidFill>
                <a:latin typeface="Noto Sans JP ExtraBold" pitchFamily="34" charset="0"/>
                <a:ea typeface="Noto Sans JP ExtraBold" pitchFamily="34" charset="-122"/>
                <a:cs typeface="Noto Sans JP ExtraBold" pitchFamily="34" charset="-120"/>
              </a:rPr>
              <a:t> 物質：それぞれの</a:t>
            </a:r>
            <a:r>
              <a:rPr lang="en-US" sz="5700" dirty="0" spc="-1" kern="0">
                <a:solidFill>
                  <a:srgbClr val="F3EEE3"/>
                </a:solidFill>
                <a:latin typeface="Noto Sans JP ExtraBold" pitchFamily="34" charset="0"/>
                <a:ea typeface="Noto Sans JP ExtraBold" pitchFamily="34" charset="-122"/>
                <a:cs typeface="Noto Sans JP ExtraBold" pitchFamily="34" charset="-120"/>
              </a:rPr>
              <a:t> 役割</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2C3040"/>
            </a:solidFill>
            <a:prstDash val="solid"/>
          </a:ln>
        </p:spPr>
      </p:sp>
      <p:pic>
        <p:nvPicPr>
          <p:cNvPr id="4" name="Moda image rect-1793103846165-963970786" descr="">    </p:cNvPr>
          <p:cNvPicPr>
            <a:picLocks noChangeAspect="1"/>
          </p:cNvPicPr>
          <p:nvPr/>
        </p:nvPicPr>
        <p:blipFill>
          <a:blip r:embed="rId1"/>
          <a:srcRect l="0" r="0" t="0" b="0"/>
          <a:stretch/>
        </p:blipFill>
        <p:spPr>
          <a:xfrm>
            <a:off x="1104900" y="2438400"/>
            <a:ext cx="9715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9AA0B5"/>
                </a:solidFill>
                <a:latin typeface="Noto Sans JP" pitchFamily="34" charset="0"/>
                <a:ea typeface="Noto Sans JP" pitchFamily="34" charset="-122"/>
                <a:cs typeface="Noto Sans JP" pitchFamily="34" charset="-120"/>
              </a:rPr>
              <a:t>図:</a:t>
            </a:r>
            <a:r>
              <a:rPr lang="en-US" sz="1650" dirty="0" spc="1" kern="0">
                <a:solidFill>
                  <a:srgbClr val="9AA0B5"/>
                </a:solidFill>
                <a:latin typeface="Noto Sans JP" pitchFamily="34" charset="0"/>
                <a:ea typeface="Noto Sans JP" pitchFamily="34" charset="-122"/>
                <a:cs typeface="Noto Sans JP" pitchFamily="34" charset="-120"/>
              </a:rPr>
              <a:t> Wikimedia</a:t>
            </a:r>
            <a:r>
              <a:rPr lang="en-US" sz="1650" dirty="0" spc="-1" kern="0">
                <a:solidFill>
                  <a:srgbClr val="9AA0B5"/>
                </a:solidFill>
                <a:latin typeface="Noto Sans JP" pitchFamily="34" charset="0"/>
                <a:ea typeface="Noto Sans JP" pitchFamily="34" charset="-122"/>
                <a:cs typeface="Noto Sans JP" pitchFamily="34" charset="-120"/>
              </a:rPr>
              <a:t> Commons（パブリックドメイン）:</a:t>
            </a:r>
            <a:r>
              <a:rPr lang="en-US" sz="1650" dirty="0" spc="-4" kern="0">
                <a:solidFill>
                  <a:srgbClr val="9AA0B5"/>
                </a:solidFill>
                <a:latin typeface="Noto Sans JP" pitchFamily="34" charset="0"/>
                <a:ea typeface="Noto Sans JP" pitchFamily="34" charset="-122"/>
                <a:cs typeface="Noto Sans JP" pitchFamily="34" charset="-120"/>
              </a:rPr>
              <a:t> Urea-2D.png、</a:t>
            </a:r>
            <a:r>
              <a:rPr lang="en-US" sz="1650" dirty="0" spc="-3" kern="0">
                <a:solidFill>
                  <a:srgbClr val="9AA0B5"/>
                </a:solidFill>
                <a:latin typeface="Noto Sans JP" pitchFamily="34" charset="0"/>
                <a:ea typeface="Noto Sans JP" pitchFamily="34" charset="-122"/>
                <a:cs typeface="Noto Sans JP" pitchFamily="34" charset="-120"/>
              </a:rPr>
              <a:t> Biuret_struct.svg（Odysseus1479）、</a:t>
            </a:r>
            <a:r>
              <a:rPr lang="en-US" sz="1650" dirty="0" spc="-4" kern="0">
                <a:solidFill>
                  <a:srgbClr val="9AA0B5"/>
                </a:solidFill>
                <a:latin typeface="Noto Sans JP" pitchFamily="34" charset="0"/>
                <a:ea typeface="Noto Sans JP" pitchFamily="34" charset="-122"/>
                <a:cs typeface="Noto Sans JP" pitchFamily="34" charset="-120"/>
              </a:rPr>
              <a:t> Ammelide.png（Tsiaojian</a:t>
            </a:r>
            <a:r>
              <a:rPr lang="en-US" sz="1650" dirty="0" spc="0" kern="0">
                <a:solidFill>
                  <a:srgbClr val="9AA0B5"/>
                </a:solidFill>
                <a:latin typeface="Noto Sans JP" pitchFamily="34" charset="0"/>
                <a:ea typeface="Noto Sans JP" pitchFamily="34" charset="-122"/>
                <a:cs typeface="Noto Sans JP" pitchFamily="34" charset="-120"/>
              </a:rPr>
              <a:t> lee）、</a:t>
            </a:r>
            <a:r>
              <a:rPr lang="en-US" sz="1650" dirty="0" spc="-4" kern="0">
                <a:solidFill>
                  <a:srgbClr val="9AA0B5"/>
                </a:solidFill>
                <a:latin typeface="Noto Sans JP" pitchFamily="34" charset="0"/>
                <a:ea typeface="Noto Sans JP" pitchFamily="34" charset="-122"/>
                <a:cs typeface="Noto Sans JP" pitchFamily="34" charset="-120"/>
              </a:rPr>
              <a:t> Cyanuric_acid.svg（Leyo）[S8]</a:t>
            </a:r>
            <a:endParaRPr lang="en-US" sz="1650" dirty="0"/>
          </a:p>
        </p:txBody>
      </p:sp>
      <p:sp>
        <p:nvSpPr>
          <p:cNvPr id="6" name="Shape 3"/>
          <p:cNvSpPr/>
          <p:nvPr/>
        </p:nvSpPr>
        <p:spPr>
          <a:xfrm>
            <a:off x="11391900" y="2247900"/>
            <a:ext cx="5981700" cy="1352550"/>
          </a:xfrm>
          <a:prstGeom prst="roundRect">
            <a:avLst>
              <a:gd name="adj" fmla="val 14085"/>
            </a:avLst>
          </a:prstGeom>
          <a:solidFill>
            <a:srgbClr val="1E212B"/>
          </a:solidFill>
          <a:ln/>
        </p:spPr>
      </p:sp>
      <p:sp>
        <p:nvSpPr>
          <p:cNvPr id="7" name="Shape 4"/>
          <p:cNvSpPr/>
          <p:nvPr/>
        </p:nvSpPr>
        <p:spPr>
          <a:xfrm>
            <a:off x="11391900" y="2247900"/>
            <a:ext cx="114300" cy="1352550"/>
          </a:xfrm>
          <a:prstGeom prst="roundRect">
            <a:avLst>
              <a:gd name="adj" fmla="val 50000"/>
            </a:avLst>
          </a:prstGeom>
          <a:solidFill>
            <a:srgbClr val="FF4FD8"/>
          </a:solidFill>
          <a:ln/>
        </p:spPr>
      </p:sp>
      <p:sp>
        <p:nvSpPr>
          <p:cNvPr id="8" name="Text 5"/>
          <p:cNvSpPr/>
          <p:nvPr/>
        </p:nvSpPr>
        <p:spPr>
          <a:xfrm>
            <a:off x="11734800" y="2343150"/>
            <a:ext cx="5448300" cy="542925"/>
          </a:xfrm>
          <a:prstGeom prst="rect">
            <a:avLst/>
          </a:prstGeom>
          <a:noFill/>
          <a:ln/>
        </p:spPr>
        <p:txBody>
          <a:bodyPr wrap="square" lIns="0" tIns="0" rIns="0" bIns="0" rtlCol="0" anchor="ctr"/>
          <a:lstStyle/>
          <a:p>
            <a:pPr algn="l" indent="0" marL="0">
              <a:buNone/>
            </a:pPr>
            <a:r>
              <a:rPr lang="en-US" sz="2250" dirty="0" kern="0">
                <a:solidFill>
                  <a:srgbClr val="FF4FD8"/>
                </a:solidFill>
                <a:latin typeface="Noto Sans JP ExtraBold" pitchFamily="34" charset="0"/>
                <a:ea typeface="Noto Sans JP ExtraBold" pitchFamily="34" charset="-122"/>
                <a:cs typeface="Noto Sans JP ExtraBold" pitchFamily="34" charset="-120"/>
              </a:rPr>
              <a:t>尿素</a:t>
            </a:r>
            <a:endParaRPr lang="en-US" sz="2250" dirty="0"/>
          </a:p>
        </p:txBody>
      </p:sp>
      <p:sp>
        <p:nvSpPr>
          <p:cNvPr id="9" name="Text 6"/>
          <p:cNvSpPr/>
          <p:nvPr/>
        </p:nvSpPr>
        <p:spPr>
          <a:xfrm>
            <a:off x="11734800" y="279082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原料。</a:t>
            </a:r>
            <a:r>
              <a:rPr lang="en-US" sz="2550" dirty="0" spc="1" kern="0">
                <a:solidFill>
                  <a:srgbClr val="F3EEE3"/>
                </a:solidFill>
                <a:latin typeface="Noto Sans JP SemiBold" pitchFamily="34" charset="0"/>
                <a:ea typeface="Noto Sans JP SemiBold" pitchFamily="34" charset="-122"/>
                <a:cs typeface="Noto Sans JP SemiBold" pitchFamily="34" charset="-120"/>
              </a:rPr>
              <a:t> NH3の 供給源</a:t>
            </a:r>
            <a:endParaRPr lang="en-US" sz="2550" dirty="0"/>
          </a:p>
        </p:txBody>
      </p:sp>
      <p:sp>
        <p:nvSpPr>
          <p:cNvPr id="10" name="Shape 7"/>
          <p:cNvSpPr/>
          <p:nvPr/>
        </p:nvSpPr>
        <p:spPr>
          <a:xfrm>
            <a:off x="11391900" y="3829050"/>
            <a:ext cx="5981700" cy="1352550"/>
          </a:xfrm>
          <a:prstGeom prst="roundRect">
            <a:avLst>
              <a:gd name="adj" fmla="val 14085"/>
            </a:avLst>
          </a:prstGeom>
          <a:solidFill>
            <a:srgbClr val="1E212B"/>
          </a:solidFill>
          <a:ln/>
        </p:spPr>
      </p:sp>
      <p:sp>
        <p:nvSpPr>
          <p:cNvPr id="11" name="Shape 8"/>
          <p:cNvSpPr/>
          <p:nvPr/>
        </p:nvSpPr>
        <p:spPr>
          <a:xfrm>
            <a:off x="11391900" y="3829050"/>
            <a:ext cx="114300" cy="1352550"/>
          </a:xfrm>
          <a:prstGeom prst="roundRect">
            <a:avLst>
              <a:gd name="adj" fmla="val 50000"/>
            </a:avLst>
          </a:prstGeom>
          <a:solidFill>
            <a:srgbClr val="4CD964"/>
          </a:solidFill>
          <a:ln/>
        </p:spPr>
      </p:sp>
      <p:sp>
        <p:nvSpPr>
          <p:cNvPr id="12" name="Text 9"/>
          <p:cNvSpPr/>
          <p:nvPr/>
        </p:nvSpPr>
        <p:spPr>
          <a:xfrm>
            <a:off x="11734800" y="3924300"/>
            <a:ext cx="5448300" cy="542925"/>
          </a:xfrm>
          <a:prstGeom prst="rect">
            <a:avLst/>
          </a:prstGeom>
          <a:noFill/>
          <a:ln/>
        </p:spPr>
        <p:txBody>
          <a:bodyPr wrap="square" lIns="0" tIns="0" rIns="0" bIns="0" rtlCol="0" anchor="ctr"/>
          <a:lstStyle/>
          <a:p>
            <a:pPr algn="l" indent="0" marL="0">
              <a:buNone/>
            </a:pPr>
            <a:r>
              <a:rPr lang="en-US" sz="2250" dirty="0" kern="0">
                <a:solidFill>
                  <a:srgbClr val="4CD964"/>
                </a:solidFill>
                <a:latin typeface="Noto Sans JP ExtraBold" pitchFamily="34" charset="0"/>
                <a:ea typeface="Noto Sans JP ExtraBold" pitchFamily="34" charset="-122"/>
                <a:cs typeface="Noto Sans JP ExtraBold" pitchFamily="34" charset="-120"/>
              </a:rPr>
              <a:t>ビウレット</a:t>
            </a:r>
            <a:endParaRPr lang="en-US" sz="2250" dirty="0"/>
          </a:p>
        </p:txBody>
      </p:sp>
      <p:sp>
        <p:nvSpPr>
          <p:cNvPr id="13" name="Text 10"/>
          <p:cNvSpPr/>
          <p:nvPr/>
        </p:nvSpPr>
        <p:spPr>
          <a:xfrm>
            <a:off x="11734800" y="4371975"/>
            <a:ext cx="5448300" cy="762000"/>
          </a:xfrm>
          <a:prstGeom prst="rect">
            <a:avLst/>
          </a:prstGeom>
          <a:noFill/>
          <a:ln/>
        </p:spPr>
        <p:txBody>
          <a:bodyPr wrap="square" lIns="0" tIns="32248" rIns="0" bIns="-32248" rtlCol="0" anchor="ctr"/>
          <a:lstStyle/>
          <a:p>
            <a:pPr algn="l" indent="0" marL="0">
              <a:lnSpc>
                <a:spcPts val="2933"/>
              </a:lnSpc>
              <a:buNone/>
            </a:pPr>
            <a:r>
              <a:rPr lang="en-US" sz="2550" dirty="0" spc="-8" kern="0">
                <a:solidFill>
                  <a:srgbClr val="F3EEE3"/>
                </a:solidFill>
                <a:latin typeface="Noto Sans JP SemiBold" pitchFamily="34" charset="0"/>
                <a:ea typeface="Noto Sans JP SemiBold" pitchFamily="34" charset="-122"/>
                <a:cs typeface="Noto Sans JP SemiBold" pitchFamily="34" charset="-120"/>
              </a:rPr>
              <a:t>中間体（尿素＋HNCO）</a:t>
            </a:r>
            <a:endParaRPr lang="en-US" sz="2550" dirty="0"/>
          </a:p>
        </p:txBody>
      </p:sp>
      <p:sp>
        <p:nvSpPr>
          <p:cNvPr id="14" name="Shape 11"/>
          <p:cNvSpPr/>
          <p:nvPr/>
        </p:nvSpPr>
        <p:spPr>
          <a:xfrm>
            <a:off x="11391900" y="5410200"/>
            <a:ext cx="5981700" cy="1352550"/>
          </a:xfrm>
          <a:prstGeom prst="roundRect">
            <a:avLst>
              <a:gd name="adj" fmla="val 14085"/>
            </a:avLst>
          </a:prstGeom>
          <a:solidFill>
            <a:srgbClr val="1E212B"/>
          </a:solidFill>
          <a:ln/>
        </p:spPr>
      </p:sp>
      <p:sp>
        <p:nvSpPr>
          <p:cNvPr id="15" name="Shape 12"/>
          <p:cNvSpPr/>
          <p:nvPr/>
        </p:nvSpPr>
        <p:spPr>
          <a:xfrm>
            <a:off x="11391900" y="5410200"/>
            <a:ext cx="114300" cy="1352550"/>
          </a:xfrm>
          <a:prstGeom prst="roundRect">
            <a:avLst>
              <a:gd name="adj" fmla="val 50000"/>
            </a:avLst>
          </a:prstGeom>
          <a:solidFill>
            <a:srgbClr val="FF5C5C"/>
          </a:solidFill>
          <a:ln/>
        </p:spPr>
      </p:sp>
      <p:sp>
        <p:nvSpPr>
          <p:cNvPr id="16" name="Text 13"/>
          <p:cNvSpPr/>
          <p:nvPr/>
        </p:nvSpPr>
        <p:spPr>
          <a:xfrm>
            <a:off x="11734800" y="5505450"/>
            <a:ext cx="5448300" cy="542925"/>
          </a:xfrm>
          <a:prstGeom prst="rect">
            <a:avLst/>
          </a:prstGeom>
          <a:noFill/>
          <a:ln/>
        </p:spPr>
        <p:txBody>
          <a:bodyPr wrap="square" lIns="0" tIns="0" rIns="0" bIns="0" rtlCol="0" anchor="ctr"/>
          <a:lstStyle/>
          <a:p>
            <a:pPr algn="l" indent="0" marL="0">
              <a:buNone/>
            </a:pPr>
            <a:r>
              <a:rPr lang="en-US" sz="2250" dirty="0" spc="-32" kern="0">
                <a:solidFill>
                  <a:srgbClr val="FF5C5C"/>
                </a:solidFill>
                <a:latin typeface="Noto Sans JP ExtraBold" pitchFamily="34" charset="0"/>
                <a:ea typeface="Noto Sans JP ExtraBold" pitchFamily="34" charset="-122"/>
                <a:cs typeface="Noto Sans JP ExtraBold" pitchFamily="34" charset="-120"/>
              </a:rPr>
              <a:t>アンメリド</a:t>
            </a:r>
            <a:endParaRPr lang="en-US" sz="2250" dirty="0"/>
          </a:p>
        </p:txBody>
      </p:sp>
      <p:sp>
        <p:nvSpPr>
          <p:cNvPr id="17" name="Text 14"/>
          <p:cNvSpPr/>
          <p:nvPr/>
        </p:nvSpPr>
        <p:spPr>
          <a:xfrm>
            <a:off x="11734800" y="595312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安定な 堆積物。ゆっくり</a:t>
            </a:r>
            <a:r>
              <a:rPr lang="en-US" sz="2550" dirty="0" spc="1" kern="0">
                <a:solidFill>
                  <a:srgbClr val="F3EEE3"/>
                </a:solidFill>
                <a:latin typeface="Noto Sans JP SemiBold" pitchFamily="34" charset="0"/>
                <a:ea typeface="Noto Sans JP SemiBold" pitchFamily="34" charset="-122"/>
                <a:cs typeface="Noto Sans JP SemiBold" pitchFamily="34" charset="-120"/>
              </a:rPr>
              <a:t> 生成</a:t>
            </a:r>
            <a:endParaRPr lang="en-US" sz="2550" dirty="0"/>
          </a:p>
        </p:txBody>
      </p:sp>
      <p:sp>
        <p:nvSpPr>
          <p:cNvPr id="18" name="Shape 15"/>
          <p:cNvSpPr/>
          <p:nvPr/>
        </p:nvSpPr>
        <p:spPr>
          <a:xfrm>
            <a:off x="11391900" y="6991350"/>
            <a:ext cx="5981700" cy="1352550"/>
          </a:xfrm>
          <a:prstGeom prst="roundRect">
            <a:avLst>
              <a:gd name="adj" fmla="val 14085"/>
            </a:avLst>
          </a:prstGeom>
          <a:solidFill>
            <a:srgbClr val="1E212B"/>
          </a:solidFill>
          <a:ln/>
        </p:spPr>
      </p:sp>
      <p:sp>
        <p:nvSpPr>
          <p:cNvPr id="19" name="Shape 16"/>
          <p:cNvSpPr/>
          <p:nvPr/>
        </p:nvSpPr>
        <p:spPr>
          <a:xfrm>
            <a:off x="11391900" y="6991350"/>
            <a:ext cx="114300" cy="1352550"/>
          </a:xfrm>
          <a:prstGeom prst="roundRect">
            <a:avLst>
              <a:gd name="adj" fmla="val 50000"/>
            </a:avLst>
          </a:prstGeom>
          <a:solidFill>
            <a:srgbClr val="C084FF"/>
          </a:solidFill>
          <a:ln/>
        </p:spPr>
      </p:sp>
      <p:sp>
        <p:nvSpPr>
          <p:cNvPr id="20" name="Text 17"/>
          <p:cNvSpPr/>
          <p:nvPr/>
        </p:nvSpPr>
        <p:spPr>
          <a:xfrm>
            <a:off x="11734800" y="7086600"/>
            <a:ext cx="5448300" cy="542925"/>
          </a:xfrm>
          <a:prstGeom prst="rect">
            <a:avLst/>
          </a:prstGeom>
          <a:noFill/>
          <a:ln/>
        </p:spPr>
        <p:txBody>
          <a:bodyPr wrap="square" lIns="0" tIns="0" rIns="0" bIns="0" rtlCol="0" anchor="ctr"/>
          <a:lstStyle/>
          <a:p>
            <a:pPr algn="l" indent="0" marL="0">
              <a:buNone/>
            </a:pPr>
            <a:r>
              <a:rPr lang="en-US" sz="2250" dirty="0" kern="0">
                <a:solidFill>
                  <a:srgbClr val="C084FF"/>
                </a:solidFill>
                <a:latin typeface="Noto Sans JP ExtraBold" pitchFamily="34" charset="0"/>
                <a:ea typeface="Noto Sans JP ExtraBold" pitchFamily="34" charset="-122"/>
                <a:cs typeface="Noto Sans JP ExtraBold" pitchFamily="34" charset="-120"/>
              </a:rPr>
              <a:t>シアヌル酸</a:t>
            </a:r>
            <a:endParaRPr lang="en-US" sz="2250" dirty="0"/>
          </a:p>
        </p:txBody>
      </p:sp>
      <p:sp>
        <p:nvSpPr>
          <p:cNvPr id="21" name="Text 18"/>
          <p:cNvSpPr/>
          <p:nvPr/>
        </p:nvSpPr>
        <p:spPr>
          <a:xfrm>
            <a:off x="11734800" y="753427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主な 堆積物。</a:t>
            </a:r>
            <a:r>
              <a:rPr lang="en-US" sz="2550" dirty="0" spc="1" kern="0">
                <a:solidFill>
                  <a:srgbClr val="F3EEE3"/>
                </a:solidFill>
                <a:latin typeface="Noto Sans JP SemiBold" pitchFamily="34" charset="0"/>
                <a:ea typeface="Noto Sans JP SemiBold" pitchFamily="34" charset="-122"/>
                <a:cs typeface="Noto Sans JP SemiBold" pitchFamily="34" charset="-120"/>
              </a:rPr>
              <a:t> 安定</a:t>
            </a:r>
            <a:endParaRPr lang="en-US" sz="2550" dirty="0"/>
          </a:p>
        </p:txBody>
      </p:sp>
      <p:sp>
        <p:nvSpPr>
          <p:cNvPr id="22"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[S4]</a:t>
            </a:r>
            <a:r>
              <a:rPr lang="en-US" sz="1800" dirty="0" spc="-1" kern="0">
                <a:solidFill>
                  <a:srgbClr val="9AA0B5"/>
                </a:solidFill>
                <a:latin typeface="Noto Sans JP" pitchFamily="34" charset="0"/>
                <a:ea typeface="Noto Sans JP" pitchFamily="34" charset="-122"/>
                <a:cs typeface="Noto Sans JP" pitchFamily="34" charset="-120"/>
              </a:rPr>
              <a:t> [S5]</a:t>
            </a:r>
            <a:r>
              <a:rPr lang="en-US" sz="1800" dirty="0" spc="-2" kern="0">
                <a:solidFill>
                  <a:srgbClr val="9AA0B5"/>
                </a:solidFill>
                <a:latin typeface="Noto Sans JP" pitchFamily="34" charset="0"/>
                <a:ea typeface="Noto Sans JP" pitchFamily="34" charset="-122"/>
                <a:cs typeface="Noto Sans JP" pitchFamily="34" charset="-120"/>
              </a:rPr>
              <a:t> [S8]</a:t>
            </a:r>
            <a:endParaRPr lang="en-US" sz="1800" dirty="0"/>
          </a:p>
        </p:txBody>
      </p:sp>
      <p:sp>
        <p:nvSpPr>
          <p:cNvPr id="23" name="Shape 20"/>
          <p:cNvSpPr/>
          <p:nvPr/>
        </p:nvSpPr>
        <p:spPr>
          <a:xfrm>
            <a:off x="942975" y="9563100"/>
            <a:ext cx="114300" cy="114300"/>
          </a:xfrm>
          <a:prstGeom prst="ellipse">
            <a:avLst/>
          </a:prstGeom>
          <a:solidFill>
            <a:srgbClr val="F3EEE3">
              <a:alpha val="28000"/>
            </a:srgbClr>
          </a:solidFill>
          <a:ln/>
        </p:spPr>
      </p:sp>
      <p:sp>
        <p:nvSpPr>
          <p:cNvPr id="24" name="Shape 21"/>
          <p:cNvSpPr/>
          <p:nvPr/>
        </p:nvSpPr>
        <p:spPr>
          <a:xfrm>
            <a:off x="1171575" y="9563100"/>
            <a:ext cx="114300" cy="114300"/>
          </a:xfrm>
          <a:prstGeom prst="ellipse">
            <a:avLst/>
          </a:prstGeom>
          <a:solidFill>
            <a:srgbClr val="F3EEE3">
              <a:alpha val="28000"/>
            </a:srgbClr>
          </a:solidFill>
          <a:ln/>
        </p:spPr>
      </p:sp>
      <p:sp>
        <p:nvSpPr>
          <p:cNvPr id="25" name="Shape 22"/>
          <p:cNvSpPr/>
          <p:nvPr/>
        </p:nvSpPr>
        <p:spPr>
          <a:xfrm>
            <a:off x="1381125" y="9544050"/>
            <a:ext cx="152400" cy="152400"/>
          </a:xfrm>
          <a:prstGeom prst="ellipse">
            <a:avLst/>
          </a:prstGeom>
          <a:solidFill>
            <a:srgbClr val="FF6A4D"/>
          </a:solidFill>
          <a:ln/>
        </p:spPr>
      </p:sp>
      <p:sp>
        <p:nvSpPr>
          <p:cNvPr id="26" name="Shape 23"/>
          <p:cNvSpPr/>
          <p:nvPr/>
        </p:nvSpPr>
        <p:spPr>
          <a:xfrm>
            <a:off x="1628775" y="9563100"/>
            <a:ext cx="114300" cy="114300"/>
          </a:xfrm>
          <a:prstGeom prst="ellipse">
            <a:avLst/>
          </a:prstGeom>
          <a:solidFill>
            <a:srgbClr val="F3EEE3">
              <a:alpha val="28000"/>
            </a:srgbClr>
          </a:solidFill>
          <a:ln/>
        </p:spPr>
      </p:sp>
      <p:sp>
        <p:nvSpPr>
          <p:cNvPr id="27" name="Shape 24"/>
          <p:cNvSpPr/>
          <p:nvPr/>
        </p:nvSpPr>
        <p:spPr>
          <a:xfrm>
            <a:off x="1857375" y="9563100"/>
            <a:ext cx="114300" cy="114300"/>
          </a:xfrm>
          <a:prstGeom prst="ellipse">
            <a:avLst/>
          </a:prstGeom>
          <a:solidFill>
            <a:srgbClr val="F3EEE3">
              <a:alpha val="28000"/>
            </a:srgbClr>
          </a:solidFill>
          <a:ln/>
        </p:spPr>
      </p:sp>
      <p:sp>
        <p:nvSpPr>
          <p:cNvPr id="28" name="Shape 25"/>
          <p:cNvSpPr/>
          <p:nvPr/>
        </p:nvSpPr>
        <p:spPr>
          <a:xfrm>
            <a:off x="2085975" y="9563100"/>
            <a:ext cx="114300" cy="114300"/>
          </a:xfrm>
          <a:prstGeom prst="ellipse">
            <a:avLst/>
          </a:prstGeom>
          <a:solidFill>
            <a:srgbClr val="F3EEE3">
              <a:alpha val="28000"/>
            </a:srgbClr>
          </a:solidFill>
          <a:ln/>
        </p:spPr>
      </p:sp>
      <p:sp>
        <p:nvSpPr>
          <p:cNvPr id="29" name="Shape 26"/>
          <p:cNvSpPr/>
          <p:nvPr/>
        </p:nvSpPr>
        <p:spPr>
          <a:xfrm>
            <a:off x="2314575" y="9563100"/>
            <a:ext cx="114300" cy="114300"/>
          </a:xfrm>
          <a:prstGeom prst="ellipse">
            <a:avLst/>
          </a:prstGeom>
          <a:solidFill>
            <a:srgbClr val="F3EEE3">
              <a:alpha val="28000"/>
            </a:srgbClr>
          </a:solidFill>
          <a:ln/>
        </p:spPr>
      </p:sp>
      <p:sp>
        <p:nvSpPr>
          <p:cNvPr id="30" name="Shape 27"/>
          <p:cNvSpPr/>
          <p:nvPr/>
        </p:nvSpPr>
        <p:spPr>
          <a:xfrm>
            <a:off x="2543175" y="9563100"/>
            <a:ext cx="114300" cy="114300"/>
          </a:xfrm>
          <a:prstGeom prst="ellipse">
            <a:avLst/>
          </a:prstGeom>
          <a:solidFill>
            <a:srgbClr val="F3EEE3">
              <a:alpha val="28000"/>
            </a:srgbClr>
          </a:solidFill>
          <a:ln/>
        </p:spPr>
      </p:sp>
      <p:sp>
        <p:nvSpPr>
          <p:cNvPr id="31" name="Shape 28"/>
          <p:cNvSpPr/>
          <p:nvPr/>
        </p:nvSpPr>
        <p:spPr>
          <a:xfrm>
            <a:off x="2771775" y="9563100"/>
            <a:ext cx="114300" cy="114300"/>
          </a:xfrm>
          <a:prstGeom prst="ellipse">
            <a:avLst/>
          </a:prstGeom>
          <a:solidFill>
            <a:srgbClr val="F3EEE3">
              <a:alpha val="28000"/>
            </a:srgbClr>
          </a:solidFill>
          <a:ln/>
        </p:spPr>
      </p:sp>
      <p:sp>
        <p:nvSpPr>
          <p:cNvPr id="32" name="Shape 29"/>
          <p:cNvSpPr/>
          <p:nvPr/>
        </p:nvSpPr>
        <p:spPr>
          <a:xfrm>
            <a:off x="3000375" y="9563100"/>
            <a:ext cx="114300" cy="114300"/>
          </a:xfrm>
          <a:prstGeom prst="ellipse">
            <a:avLst/>
          </a:prstGeom>
          <a:solidFill>
            <a:srgbClr val="F3EEE3">
              <a:alpha val="28000"/>
            </a:srgbClr>
          </a:solidFill>
          <a:ln/>
        </p:spPr>
      </p:sp>
      <p:sp>
        <p:nvSpPr>
          <p:cNvPr id="33" name="Shape 30"/>
          <p:cNvSpPr/>
          <p:nvPr/>
        </p:nvSpPr>
        <p:spPr>
          <a:xfrm>
            <a:off x="3228975" y="9563100"/>
            <a:ext cx="114300" cy="114300"/>
          </a:xfrm>
          <a:prstGeom prst="ellipse">
            <a:avLst/>
          </a:prstGeom>
          <a:solidFill>
            <a:srgbClr val="F3EEE3">
              <a:alpha val="28000"/>
            </a:srgbClr>
          </a:solidFill>
          <a:ln/>
        </p:spPr>
      </p:sp>
      <p:sp>
        <p:nvSpPr>
          <p:cNvPr id="34" name="Shape 31"/>
          <p:cNvSpPr/>
          <p:nvPr/>
        </p:nvSpPr>
        <p:spPr>
          <a:xfrm>
            <a:off x="3457575" y="9563100"/>
            <a:ext cx="114300" cy="114300"/>
          </a:xfrm>
          <a:prstGeom prst="ellipse">
            <a:avLst/>
          </a:prstGeom>
          <a:solidFill>
            <a:srgbClr val="F3EEE3">
              <a:alpha val="28000"/>
            </a:srgbClr>
          </a:solidFill>
          <a:ln/>
        </p:spPr>
      </p:sp>
      <p:sp>
        <p:nvSpPr>
          <p:cNvPr id="35" name="Shape 32"/>
          <p:cNvSpPr/>
          <p:nvPr/>
        </p:nvSpPr>
        <p:spPr>
          <a:xfrm>
            <a:off x="3686175" y="9563100"/>
            <a:ext cx="114300" cy="114300"/>
          </a:xfrm>
          <a:prstGeom prst="ellipse">
            <a:avLst/>
          </a:prstGeom>
          <a:solidFill>
            <a:srgbClr val="F3EEE3">
              <a:alpha val="28000"/>
            </a:srgbClr>
          </a:solidFill>
          <a:ln/>
        </p:spPr>
      </p:sp>
      <p:sp>
        <p:nvSpPr>
          <p:cNvPr id="36" name="Shape 33"/>
          <p:cNvSpPr/>
          <p:nvPr/>
        </p:nvSpPr>
        <p:spPr>
          <a:xfrm>
            <a:off x="3914775" y="9563100"/>
            <a:ext cx="114300" cy="114300"/>
          </a:xfrm>
          <a:prstGeom prst="ellipse">
            <a:avLst/>
          </a:prstGeom>
          <a:solidFill>
            <a:srgbClr val="F3EEE3">
              <a:alpha val="28000"/>
            </a:srgbClr>
          </a:solidFill>
          <a:ln/>
        </p:spPr>
      </p:sp>
      <p:sp>
        <p:nvSpPr>
          <p:cNvPr id="37" name="Shape 34"/>
          <p:cNvSpPr/>
          <p:nvPr/>
        </p:nvSpPr>
        <p:spPr>
          <a:xfrm>
            <a:off x="4143375" y="9563100"/>
            <a:ext cx="114300" cy="114300"/>
          </a:xfrm>
          <a:prstGeom prst="ellipse">
            <a:avLst/>
          </a:prstGeom>
          <a:solidFill>
            <a:srgbClr val="F3EEE3">
              <a:alpha val="28000"/>
            </a:srgbClr>
          </a:solidFill>
          <a:ln/>
        </p:spPr>
      </p:sp>
      <p:sp>
        <p:nvSpPr>
          <p:cNvPr id="38" name="Shape 35"/>
          <p:cNvSpPr/>
          <p:nvPr/>
        </p:nvSpPr>
        <p:spPr>
          <a:xfrm>
            <a:off x="4371975" y="9563100"/>
            <a:ext cx="114300" cy="114300"/>
          </a:xfrm>
          <a:prstGeom prst="ellipse">
            <a:avLst/>
          </a:prstGeom>
          <a:solidFill>
            <a:srgbClr val="F3EEE3">
              <a:alpha val="28000"/>
            </a:srgbClr>
          </a:solidFill>
          <a:ln/>
        </p:spPr>
      </p:sp>
      <p:sp>
        <p:nvSpPr>
          <p:cNvPr id="39" name="Shape 36"/>
          <p:cNvSpPr/>
          <p:nvPr/>
        </p:nvSpPr>
        <p:spPr>
          <a:xfrm>
            <a:off x="4600575" y="9563100"/>
            <a:ext cx="114300" cy="114300"/>
          </a:xfrm>
          <a:prstGeom prst="ellipse">
            <a:avLst/>
          </a:prstGeom>
          <a:solidFill>
            <a:srgbClr val="F3EEE3">
              <a:alpha val="28000"/>
            </a:srgbClr>
          </a:solidFill>
          <a:ln/>
        </p:spPr>
      </p:sp>
      <p:sp>
        <p:nvSpPr>
          <p:cNvPr id="40" name="Text 37"/>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L17</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03/17</a:t>
            </a:r>
            <a:endParaRPr lang="en-US" sz="1800" dirty="0"/>
          </a:p>
        </p:txBody>
      </p:sp>
      <p:sp>
        <p:nvSpPr>
          <p:cNvPr id="41" name="Shape 38"/>
          <p:cNvSpPr/>
          <p:nvPr/>
        </p:nvSpPr>
        <p:spPr>
          <a:xfrm>
            <a:off x="15983712" y="9076331"/>
            <a:ext cx="1645920" cy="552301"/>
          </a:xfrm>
          <a:prstGeom prst="roundRect">
            <a:avLst>
              <a:gd name="adj" fmla="val 28000"/>
            </a:avLst>
          </a:prstGeom>
          <a:solidFill>
            <a:srgbClr val="FFFFFF">
              <a:alpha val="82000"/>
            </a:srgbClr>
          </a:solidFill>
          <a:ln/>
        </p:spPr>
      </p:sp>
      <p:pic>
        <p:nvPicPr>
          <p:cNvPr id="42" name="Moda image moda-export-watermark-beccac0b-3bf8-4950-8353-7255b5de1372"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14161C"/>
                </a:solidFill>
                <a:latin typeface="Noto Sans JP ExtraBold" pitchFamily="34" charset="0"/>
                <a:ea typeface="Noto Sans JP ExtraBold" pitchFamily="34" charset="-122"/>
                <a:cs typeface="Noto Sans JP ExtraBold" pitchFamily="34" charset="-120"/>
              </a:rPr>
              <a:t>グラフの 読み 方： 5本の 線と 9つの 測定点</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DDD5C1"/>
            </a:solidFill>
            <a:prstDash val="solid"/>
          </a:ln>
        </p:spPr>
      </p:sp>
      <p:pic>
        <p:nvPicPr>
          <p:cNvPr id="4" name="Moda image rect-1793103850477-82450361" descr="">    </p:cNvPr>
          <p:cNvPicPr>
            <a:picLocks noChangeAspect="1"/>
          </p:cNvPicPr>
          <p:nvPr/>
        </p:nvPicPr>
        <p:blipFill>
          <a:blip r:embed="rId1"/>
          <a:srcRect l="0" r="0" t="0" b="0"/>
          <a:stretch/>
        </p:blipFill>
        <p:spPr>
          <a:xfrm>
            <a:off x="1104900" y="2438400"/>
            <a:ext cx="8572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6B6A66"/>
                </a:solidFill>
                <a:latin typeface="Noto Sans JP" pitchFamily="34" charset="0"/>
                <a:ea typeface="Noto Sans JP" pitchFamily="34" charset="-122"/>
                <a:cs typeface="Noto Sans JP" pitchFamily="34" charset="-120"/>
              </a:rPr>
              <a:t>図: S1の</a:t>
            </a:r>
            <a:r>
              <a:rPr lang="en-US" sz="1650" dirty="0" spc="-1" kern="0">
                <a:solidFill>
                  <a:srgbClr val="6B6A66"/>
                </a:solidFill>
                <a:latin typeface="Noto Sans JP" pitchFamily="34" charset="0"/>
                <a:ea typeface="Noto Sans JP" pitchFamily="34" charset="-122"/>
                <a:cs typeface="Noto Sans JP" pitchFamily="34" charset="-120"/>
              </a:rPr>
              <a:t> グラフの 数値から</a:t>
            </a:r>
            <a:r>
              <a:rPr lang="en-US" sz="1650" dirty="0" spc="0" kern="0">
                <a:solidFill>
                  <a:srgbClr val="6B6A66"/>
                </a:solidFill>
                <a:latin typeface="Noto Sans JP" pitchFamily="34" charset="0"/>
                <a:ea typeface="Noto Sans JP" pitchFamily="34" charset="-122"/>
                <a:cs typeface="Noto Sans JP" pitchFamily="34" charset="-120"/>
              </a:rPr>
              <a:t> 再作図（目読み、±2%）</a:t>
            </a:r>
            <a:endParaRPr lang="en-US" sz="1650" dirty="0"/>
          </a:p>
        </p:txBody>
      </p:sp>
      <p:sp>
        <p:nvSpPr>
          <p:cNvPr id="6" name="Shape 3"/>
          <p:cNvSpPr/>
          <p:nvPr/>
        </p:nvSpPr>
        <p:spPr>
          <a:xfrm>
            <a:off x="10248900" y="2247900"/>
            <a:ext cx="7124700" cy="838200"/>
          </a:xfrm>
          <a:prstGeom prst="roundRect">
            <a:avLst>
              <a:gd name="adj" fmla="val 22727"/>
            </a:avLst>
          </a:prstGeom>
          <a:solidFill>
            <a:srgbClr val="E8E0CF"/>
          </a:solidFill>
          <a:ln/>
        </p:spPr>
      </p:sp>
      <p:sp>
        <p:nvSpPr>
          <p:cNvPr id="7" name="Shape 4"/>
          <p:cNvSpPr/>
          <p:nvPr/>
        </p:nvSpPr>
        <p:spPr>
          <a:xfrm>
            <a:off x="10248900" y="2247900"/>
            <a:ext cx="114300" cy="838200"/>
          </a:xfrm>
          <a:prstGeom prst="roundRect">
            <a:avLst>
              <a:gd name="adj" fmla="val 50000"/>
            </a:avLst>
          </a:prstGeom>
          <a:solidFill>
            <a:srgbClr val="E91EC8"/>
          </a:solidFill>
          <a:ln/>
        </p:spPr>
      </p:sp>
      <p:sp>
        <p:nvSpPr>
          <p:cNvPr id="8" name="Text 5"/>
          <p:cNvSpPr/>
          <p:nvPr/>
        </p:nvSpPr>
        <p:spPr>
          <a:xfrm>
            <a:off x="10591800" y="2343150"/>
            <a:ext cx="6591300" cy="333375"/>
          </a:xfrm>
          <a:prstGeom prst="rect">
            <a:avLst/>
          </a:prstGeom>
          <a:noFill/>
          <a:ln/>
        </p:spPr>
        <p:txBody>
          <a:bodyPr wrap="square" lIns="0" tIns="0" rIns="0" bIns="0" rtlCol="0" anchor="ctr"/>
          <a:lstStyle/>
          <a:p>
            <a:pPr algn="l" indent="0" marL="0">
              <a:buNone/>
            </a:pPr>
            <a:r>
              <a:rPr lang="en-US" sz="2187" dirty="0" kern="0">
                <a:solidFill>
                  <a:srgbClr val="E91EC8"/>
                </a:solidFill>
                <a:latin typeface="Noto Sans JP ExtraBold" pitchFamily="34" charset="0"/>
                <a:ea typeface="Noto Sans JP ExtraBold" pitchFamily="34" charset="-122"/>
                <a:cs typeface="Noto Sans JP ExtraBold" pitchFamily="34" charset="-120"/>
              </a:rPr>
              <a:t>尿素（ピンク）</a:t>
            </a:r>
            <a:endParaRPr lang="en-US" sz="2187" dirty="0"/>
          </a:p>
        </p:txBody>
      </p:sp>
      <p:sp>
        <p:nvSpPr>
          <p:cNvPr id="9" name="Text 6"/>
          <p:cNvSpPr/>
          <p:nvPr/>
        </p:nvSpPr>
        <p:spPr>
          <a:xfrm>
            <a:off x="10591800" y="2581275"/>
            <a:ext cx="6591300" cy="466725"/>
          </a:xfrm>
          <a:prstGeom prst="rect">
            <a:avLst/>
          </a:prstGeom>
          <a:noFill/>
          <a:ln/>
        </p:spPr>
        <p:txBody>
          <a:bodyPr wrap="square" lIns="0" tIns="32248" rIns="0" bIns="-32248" rtlCol="0" anchor="ctr"/>
          <a:lstStyle/>
          <a:p>
            <a:pPr algn="l" indent="0" marL="0">
              <a:lnSpc>
                <a:spcPts val="2933"/>
              </a:lnSpc>
              <a:buNone/>
            </a:pPr>
            <a:r>
              <a:rPr lang="en-US" sz="2550" dirty="0" spc="2" kern="0">
                <a:solidFill>
                  <a:srgbClr val="14161C"/>
                </a:solidFill>
                <a:latin typeface="Noto Sans JP SemiBold" pitchFamily="34" charset="0"/>
                <a:ea typeface="Noto Sans JP SemiBold" pitchFamily="34" charset="-122"/>
                <a:cs typeface="Noto Sans JP SemiBold" pitchFamily="34" charset="-120"/>
              </a:rPr>
              <a:t>約250°Cで 0に</a:t>
            </a:r>
            <a:endParaRPr lang="en-US" sz="2550" dirty="0"/>
          </a:p>
        </p:txBody>
      </p:sp>
      <p:sp>
        <p:nvSpPr>
          <p:cNvPr id="10" name="Shape 7"/>
          <p:cNvSpPr/>
          <p:nvPr/>
        </p:nvSpPr>
        <p:spPr>
          <a:xfrm>
            <a:off x="10248900" y="3219450"/>
            <a:ext cx="7124700" cy="838200"/>
          </a:xfrm>
          <a:prstGeom prst="roundRect">
            <a:avLst>
              <a:gd name="adj" fmla="val 22727"/>
            </a:avLst>
          </a:prstGeom>
          <a:solidFill>
            <a:srgbClr val="E8E0CF"/>
          </a:solidFill>
          <a:ln/>
        </p:spPr>
      </p:sp>
      <p:sp>
        <p:nvSpPr>
          <p:cNvPr id="11" name="Shape 8"/>
          <p:cNvSpPr/>
          <p:nvPr/>
        </p:nvSpPr>
        <p:spPr>
          <a:xfrm>
            <a:off x="10248900" y="3219450"/>
            <a:ext cx="114300" cy="838200"/>
          </a:xfrm>
          <a:prstGeom prst="roundRect">
            <a:avLst>
              <a:gd name="adj" fmla="val 50000"/>
            </a:avLst>
          </a:prstGeom>
          <a:solidFill>
            <a:srgbClr val="1B8A1B"/>
          </a:solidFill>
          <a:ln/>
        </p:spPr>
      </p:sp>
      <p:sp>
        <p:nvSpPr>
          <p:cNvPr id="12" name="Text 9"/>
          <p:cNvSpPr/>
          <p:nvPr/>
        </p:nvSpPr>
        <p:spPr>
          <a:xfrm>
            <a:off x="10591800" y="3314700"/>
            <a:ext cx="6591300" cy="333375"/>
          </a:xfrm>
          <a:prstGeom prst="rect">
            <a:avLst/>
          </a:prstGeom>
          <a:noFill/>
          <a:ln/>
        </p:spPr>
        <p:txBody>
          <a:bodyPr wrap="square" lIns="0" tIns="0" rIns="0" bIns="0" rtlCol="0" anchor="ctr"/>
          <a:lstStyle/>
          <a:p>
            <a:pPr algn="l" indent="0" marL="0">
              <a:buNone/>
            </a:pPr>
            <a:r>
              <a:rPr lang="en-US" sz="2187" dirty="0" kern="0">
                <a:solidFill>
                  <a:srgbClr val="1B8A1B"/>
                </a:solidFill>
                <a:latin typeface="Noto Sans JP ExtraBold" pitchFamily="34" charset="0"/>
                <a:ea typeface="Noto Sans JP ExtraBold" pitchFamily="34" charset="-122"/>
                <a:cs typeface="Noto Sans JP ExtraBold" pitchFamily="34" charset="-120"/>
              </a:rPr>
              <a:t>ビウレット（緑）</a:t>
            </a:r>
            <a:endParaRPr lang="en-US" sz="2187" dirty="0"/>
          </a:p>
        </p:txBody>
      </p:sp>
      <p:sp>
        <p:nvSpPr>
          <p:cNvPr id="13" name="Text 10"/>
          <p:cNvSpPr/>
          <p:nvPr/>
        </p:nvSpPr>
        <p:spPr>
          <a:xfrm>
            <a:off x="10591800" y="3552825"/>
            <a:ext cx="6591300" cy="466725"/>
          </a:xfrm>
          <a:prstGeom prst="rect">
            <a:avLst/>
          </a:prstGeom>
          <a:noFill/>
          <a:ln/>
        </p:spPr>
        <p:txBody>
          <a:bodyPr wrap="square" lIns="0" tIns="32248" rIns="0" bIns="-32248" rtlCol="0" anchor="ctr"/>
          <a:lstStyle/>
          <a:p>
            <a:pPr algn="l" indent="0" marL="0">
              <a:lnSpc>
                <a:spcPts val="2933"/>
              </a:lnSpc>
              <a:buNone/>
            </a:pPr>
            <a:r>
              <a:rPr lang="en-US" sz="2550" dirty="0" spc="2" kern="0">
                <a:solidFill>
                  <a:srgbClr val="14161C"/>
                </a:solidFill>
                <a:latin typeface="Noto Sans JP SemiBold" pitchFamily="34" charset="0"/>
                <a:ea typeface="Noto Sans JP SemiBold" pitchFamily="34" charset="-122"/>
                <a:cs typeface="Noto Sans JP SemiBold" pitchFamily="34" charset="-120"/>
              </a:rPr>
              <a:t>190°Cで</a:t>
            </a:r>
            <a:r>
              <a:rPr lang="en-US" sz="2550" dirty="0" spc="1" kern="0">
                <a:solidFill>
                  <a:srgbClr val="14161C"/>
                </a:solidFill>
                <a:latin typeface="Noto Sans JP SemiBold" pitchFamily="34" charset="0"/>
                <a:ea typeface="Noto Sans JP SemiBold" pitchFamily="34" charset="-122"/>
                <a:cs typeface="Noto Sans JP SemiBold" pitchFamily="34" charset="-120"/>
              </a:rPr>
              <a:t> ピーク約28%</a:t>
            </a:r>
            <a:endParaRPr lang="en-US" sz="2550" dirty="0"/>
          </a:p>
        </p:txBody>
      </p:sp>
      <p:sp>
        <p:nvSpPr>
          <p:cNvPr id="14" name="Shape 11"/>
          <p:cNvSpPr/>
          <p:nvPr/>
        </p:nvSpPr>
        <p:spPr>
          <a:xfrm>
            <a:off x="10248900" y="4191000"/>
            <a:ext cx="7124700" cy="838200"/>
          </a:xfrm>
          <a:prstGeom prst="roundRect">
            <a:avLst>
              <a:gd name="adj" fmla="val 22727"/>
            </a:avLst>
          </a:prstGeom>
          <a:solidFill>
            <a:srgbClr val="E8E0CF"/>
          </a:solidFill>
          <a:ln/>
        </p:spPr>
      </p:sp>
      <p:sp>
        <p:nvSpPr>
          <p:cNvPr id="15" name="Shape 12"/>
          <p:cNvSpPr/>
          <p:nvPr/>
        </p:nvSpPr>
        <p:spPr>
          <a:xfrm>
            <a:off x="10248900" y="4191000"/>
            <a:ext cx="114300" cy="838200"/>
          </a:xfrm>
          <a:prstGeom prst="roundRect">
            <a:avLst>
              <a:gd name="adj" fmla="val 50000"/>
            </a:avLst>
          </a:prstGeom>
          <a:solidFill>
            <a:srgbClr val="0F766E"/>
          </a:solidFill>
          <a:ln/>
        </p:spPr>
      </p:sp>
      <p:sp>
        <p:nvSpPr>
          <p:cNvPr id="16" name="Text 13"/>
          <p:cNvSpPr/>
          <p:nvPr/>
        </p:nvSpPr>
        <p:spPr>
          <a:xfrm>
            <a:off x="10591800" y="4286250"/>
            <a:ext cx="6591300" cy="333375"/>
          </a:xfrm>
          <a:prstGeom prst="rect">
            <a:avLst/>
          </a:prstGeom>
          <a:noFill/>
          <a:ln/>
        </p:spPr>
        <p:txBody>
          <a:bodyPr wrap="square" lIns="0" tIns="0" rIns="0" bIns="0" rtlCol="0" anchor="ctr"/>
          <a:lstStyle/>
          <a:p>
            <a:pPr algn="l" indent="0" marL="0">
              <a:buNone/>
            </a:pPr>
            <a:r>
              <a:rPr lang="en-US" sz="2187" dirty="0" spc="-1" kern="0">
                <a:solidFill>
                  <a:srgbClr val="0F766E"/>
                </a:solidFill>
                <a:latin typeface="Noto Sans JP ExtraBold" pitchFamily="34" charset="0"/>
                <a:ea typeface="Noto Sans JP ExtraBold" pitchFamily="34" charset="-122"/>
                <a:cs typeface="Noto Sans JP ExtraBold" pitchFamily="34" charset="-120"/>
              </a:rPr>
              <a:t>紫・赤</a:t>
            </a:r>
            <a:endParaRPr lang="en-US" sz="2187" dirty="0"/>
          </a:p>
        </p:txBody>
      </p:sp>
      <p:sp>
        <p:nvSpPr>
          <p:cNvPr id="17" name="Text 14"/>
          <p:cNvSpPr/>
          <p:nvPr/>
        </p:nvSpPr>
        <p:spPr>
          <a:xfrm>
            <a:off x="10591800" y="4524375"/>
            <a:ext cx="6591300" cy="466725"/>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シアヌル酸、</a:t>
            </a:r>
            <a:r>
              <a:rPr lang="en-US" sz="2550" dirty="0" spc="-30" kern="0">
                <a:solidFill>
                  <a:srgbClr val="14161C"/>
                </a:solidFill>
                <a:latin typeface="Noto Sans JP SemiBold" pitchFamily="34" charset="0"/>
                <a:ea typeface="Noto Sans JP SemiBold" pitchFamily="34" charset="-122"/>
                <a:cs typeface="Noto Sans JP SemiBold" pitchFamily="34" charset="-120"/>
              </a:rPr>
              <a:t> アンメリド</a:t>
            </a:r>
            <a:endParaRPr lang="en-US" sz="2550" dirty="0"/>
          </a:p>
        </p:txBody>
      </p:sp>
      <p:sp>
        <p:nvSpPr>
          <p:cNvPr id="18" name="Shape 15"/>
          <p:cNvSpPr/>
          <p:nvPr/>
        </p:nvSpPr>
        <p:spPr>
          <a:xfrm>
            <a:off x="10248900" y="5162550"/>
            <a:ext cx="7124700" cy="3181350"/>
          </a:xfrm>
          <a:prstGeom prst="roundRect">
            <a:avLst>
              <a:gd name="adj" fmla="val 5988"/>
            </a:avLst>
          </a:prstGeom>
          <a:solidFill>
            <a:srgbClr val="DDE3FA"/>
          </a:solidFill>
          <a:ln/>
        </p:spPr>
      </p:sp>
      <p:sp>
        <p:nvSpPr>
          <p:cNvPr id="19" name="Text 16"/>
          <p:cNvSpPr/>
          <p:nvPr/>
        </p:nvSpPr>
        <p:spPr>
          <a:xfrm>
            <a:off x="10553700" y="5429250"/>
            <a:ext cx="6515100" cy="2647950"/>
          </a:xfrm>
          <a:prstGeom prst="rect">
            <a:avLst/>
          </a:prstGeom>
          <a:noFill/>
          <a:ln/>
        </p:spPr>
        <p:txBody>
          <a:bodyPr wrap="square" lIns="0" tIns="24075" rIns="0" bIns="-24075" rtlCol="0" anchor="t"/>
          <a:lstStyle/>
          <a:p>
            <a:pPr algn="l" indent="0" marL="0">
              <a:lnSpc>
                <a:spcPts val="2217"/>
              </a:lnSpc>
              <a:buNone/>
            </a:pPr>
            <a:r>
              <a:rPr lang="en-US" sz="1706" dirty="0" spc="6" kern="0">
                <a:solidFill>
                  <a:srgbClr val="14161C"/>
                </a:solidFill>
                <a:latin typeface="Noto Sans JP" pitchFamily="34" charset="0"/>
                <a:ea typeface="Noto Sans JP" pitchFamily="34" charset="-122"/>
                <a:cs typeface="Noto Sans JP" pitchFamily="34" charset="-120"/>
              </a:rPr>
              <a:t>グラフには</a:t>
            </a:r>
            <a:pPr algn="l" indent="0" marL="0">
              <a:lnSpc>
                <a:spcPts val="2217"/>
              </a:lnSpc>
              <a:buNone/>
            </a:pPr>
            <a:r>
              <a:rPr lang="en-US" sz="1706" b="1" dirty="0" spc="2" kern="0">
                <a:solidFill>
                  <a:srgbClr val="1F3FD1"/>
                </a:solidFill>
                <a:latin typeface="Noto Sans JP" pitchFamily="34" charset="0"/>
                <a:ea typeface="Noto Sans JP" pitchFamily="34" charset="-122"/>
                <a:cs typeface="Noto Sans JP" pitchFamily="34" charset="-120"/>
              </a:rPr>
              <a:t>9つの</a:t>
            </a:r>
            <a:r>
              <a:rPr lang="en-US" sz="1706" b="1" dirty="0" spc="4" kern="0">
                <a:solidFill>
                  <a:srgbClr val="1F3FD1"/>
                </a:solidFill>
                <a:latin typeface="Noto Sans JP" pitchFamily="34" charset="0"/>
                <a:ea typeface="Noto Sans JP" pitchFamily="34" charset="-122"/>
                <a:cs typeface="Noto Sans JP" pitchFamily="34" charset="-120"/>
              </a:rPr>
              <a:t> 測定点</a:t>
            </a:r>
            <a:pPr algn="l" indent="0" marL="0">
              <a:lnSpc>
                <a:spcPts val="2217"/>
              </a:lnSpc>
              <a:buNone/>
            </a:pPr>
            <a:r>
              <a:rPr lang="en-US" sz="1706" dirty="0" spc="0" kern="0">
                <a:solidFill>
                  <a:srgbClr val="14161C"/>
                </a:solidFill>
                <a:latin typeface="Noto Sans JP" pitchFamily="34" charset="0"/>
                <a:ea typeface="Noto Sans JP" pitchFamily="34" charset="-122"/>
                <a:cs typeface="Noto Sans JP" pitchFamily="34" charset="-120"/>
              </a:rPr>
              <a:t>（133、190、225、250、275、325、350、400、450°C）がある。</a:t>
            </a:r>
            <a:r>
              <a:rPr lang="en-US" sz="1706" dirty="0" spc="5" kern="0">
                <a:solidFill>
                  <a:srgbClr val="14161C"/>
                </a:solidFill>
                <a:latin typeface="Noto Sans JP" pitchFamily="34" charset="0"/>
                <a:ea typeface="Noto Sans JP" pitchFamily="34" charset="-122"/>
                <a:cs typeface="Noto Sans JP" pitchFamily="34" charset="-120"/>
              </a:rPr>
              <a:t> 縦軸は</a:t>
            </a:r>
            <a:r>
              <a:rPr lang="en-US" sz="1706" dirty="0" spc="-9" kern="0">
                <a:solidFill>
                  <a:srgbClr val="14161C"/>
                </a:solidFill>
                <a:latin typeface="Noto Sans JP" pitchFamily="34" charset="0"/>
                <a:ea typeface="Noto Sans JP" pitchFamily="34" charset="-122"/>
                <a:cs typeface="Noto Sans JP" pitchFamily="34" charset="-120"/>
              </a:rPr>
              <a:t> 質量%で、</a:t>
            </a:r>
            <a:r>
              <a:rPr lang="en-US" sz="1706" dirty="0" spc="3" kern="0">
                <a:solidFill>
                  <a:srgbClr val="14161C"/>
                </a:solidFill>
                <a:latin typeface="Noto Sans JP" pitchFamily="34" charset="0"/>
                <a:ea typeface="Noto Sans JP" pitchFamily="34" charset="-122"/>
                <a:cs typeface="Noto Sans JP" pitchFamily="34" charset="-120"/>
              </a:rPr>
              <a:t> 当初の 尿素を</a:t>
            </a:r>
            <a:r>
              <a:rPr lang="en-US" sz="1706" dirty="0" spc="-5" kern="0">
                <a:solidFill>
                  <a:srgbClr val="14161C"/>
                </a:solidFill>
                <a:latin typeface="Noto Sans JP" pitchFamily="34" charset="0"/>
                <a:ea typeface="Noto Sans JP" pitchFamily="34" charset="-122"/>
                <a:cs typeface="Noto Sans JP" pitchFamily="34" charset="-120"/>
              </a:rPr>
              <a:t> 100%とする。</a:t>
            </a:r>
            <a:r>
              <a:rPr lang="en-US" sz="1706" dirty="0" spc="3" kern="0">
                <a:solidFill>
                  <a:srgbClr val="14161C"/>
                </a:solidFill>
                <a:latin typeface="Noto Sans JP" pitchFamily="34" charset="0"/>
                <a:ea typeface="Noto Sans JP" pitchFamily="34" charset="-122"/>
                <a:cs typeface="Noto Sans JP" pitchFamily="34" charset="-120"/>
              </a:rPr>
              <a:t> 紺色の</a:t>
            </a:r>
            <a:r>
              <a:rPr lang="en-US" sz="1706" dirty="0" spc="2" kern="0">
                <a:solidFill>
                  <a:srgbClr val="14161C"/>
                </a:solidFill>
                <a:latin typeface="Noto Sans JP" pitchFamily="34" charset="0"/>
                <a:ea typeface="Noto Sans JP" pitchFamily="34" charset="-122"/>
                <a:cs typeface="Noto Sans JP" pitchFamily="34" charset="-120"/>
              </a:rPr>
              <a:t> 線は</a:t>
            </a:r>
            <a:r>
              <a:rPr lang="en-US" sz="1706" dirty="0" spc="3" kern="0">
                <a:solidFill>
                  <a:srgbClr val="14161C"/>
                </a:solidFill>
                <a:latin typeface="Noto Sans JP" pitchFamily="34" charset="0"/>
                <a:ea typeface="Noto Sans JP" pitchFamily="34" charset="-122"/>
                <a:cs typeface="Noto Sans JP" pitchFamily="34" charset="-120"/>
              </a:rPr>
              <a:t> 固体4種の</a:t>
            </a:r>
            <a:r>
              <a:rPr lang="en-US" sz="1706" dirty="0" spc="1" kern="0">
                <a:solidFill>
                  <a:srgbClr val="14161C"/>
                </a:solidFill>
                <a:latin typeface="Noto Sans JP" pitchFamily="34" charset="0"/>
                <a:ea typeface="Noto Sans JP" pitchFamily="34" charset="-122"/>
                <a:cs typeface="Noto Sans JP" pitchFamily="34" charset="-120"/>
              </a:rPr>
              <a:t> 合計である</a:t>
            </a:r>
            <a:pPr algn="l" indent="0" marL="0">
              <a:lnSpc>
                <a:spcPts val="2217"/>
              </a:lnSpc>
              <a:buNone/>
            </a:pPr>
            <a:r>
              <a:rPr lang="en-US" sz="1706" b="1" dirty="0" spc="-11" kern="0">
                <a:solidFill>
                  <a:srgbClr val="1A237E"/>
                </a:solidFill>
                <a:latin typeface="Noto Sans JP" pitchFamily="34" charset="0"/>
                <a:ea typeface="Noto Sans JP" pitchFamily="34" charset="-122"/>
                <a:cs typeface="Noto Sans JP" pitchFamily="34" charset="-120"/>
              </a:rPr>
              <a:t>総回収量（total recovery）</a:t>
            </a:r>
            <a:pPr algn="l" indent="0" marL="0">
              <a:lnSpc>
                <a:spcPts val="2217"/>
              </a:lnSpc>
              <a:buNone/>
            </a:pPr>
            <a:r>
              <a:rPr lang="en-US" sz="1706" dirty="0" spc="-28" kern="0">
                <a:solidFill>
                  <a:srgbClr val="14161C"/>
                </a:solidFill>
                <a:latin typeface="Noto Sans JP" pitchFamily="34" charset="0"/>
                <a:ea typeface="Noto Sans JP" pitchFamily="34" charset="-122"/>
                <a:cs typeface="Noto Sans JP" pitchFamily="34" charset="-120"/>
              </a:rPr>
              <a:t>で、</a:t>
            </a:r>
            <a:r>
              <a:rPr lang="en-US" sz="1706" dirty="0" spc="4" kern="0">
                <a:solidFill>
                  <a:srgbClr val="14161C"/>
                </a:solidFill>
                <a:latin typeface="Noto Sans JP" pitchFamily="34" charset="0"/>
                <a:ea typeface="Noto Sans JP" pitchFamily="34" charset="-122"/>
                <a:cs typeface="Noto Sans JP" pitchFamily="34" charset="-120"/>
              </a:rPr>
              <a:t> 不足分は 気体になった</a:t>
            </a:r>
            <a:r>
              <a:rPr lang="en-US" sz="1706" dirty="0" spc="3" kern="0">
                <a:solidFill>
                  <a:srgbClr val="14161C"/>
                </a:solidFill>
                <a:latin typeface="Noto Sans JP" pitchFamily="34" charset="0"/>
                <a:ea typeface="Noto Sans JP" pitchFamily="34" charset="-122"/>
                <a:cs typeface="Noto Sans JP" pitchFamily="34" charset="-120"/>
              </a:rPr>
              <a:t> 分。</a:t>
            </a:r>
            <a:r>
              <a:rPr lang="en-US" sz="1706" dirty="0" spc="2" kern="0">
                <a:solidFill>
                  <a:srgbClr val="14161C"/>
                </a:solidFill>
                <a:latin typeface="Noto Sans JP" pitchFamily="34" charset="0"/>
                <a:ea typeface="Noto Sans JP" pitchFamily="34" charset="-122"/>
                <a:cs typeface="Noto Sans JP" pitchFamily="34" charset="-120"/>
              </a:rPr>
              <a:t> 点と 点の 間の 線は</a:t>
            </a:r>
            <a:r>
              <a:rPr lang="en-US" sz="1706" dirty="0" spc="0" kern="0">
                <a:solidFill>
                  <a:srgbClr val="14161C"/>
                </a:solidFill>
                <a:latin typeface="Noto Sans JP" pitchFamily="34" charset="0"/>
                <a:ea typeface="Noto Sans JP" pitchFamily="34" charset="-122"/>
                <a:cs typeface="Noto Sans JP" pitchFamily="34" charset="-120"/>
              </a:rPr>
              <a:t> 見やすさのためだけなので、160°Cや</a:t>
            </a:r>
            <a:r>
              <a:rPr lang="en-US" sz="1706" dirty="0" spc="1" kern="0">
                <a:solidFill>
                  <a:srgbClr val="14161C"/>
                </a:solidFill>
                <a:latin typeface="Noto Sans JP" pitchFamily="34" charset="0"/>
                <a:ea typeface="Noto Sans JP" pitchFamily="34" charset="-122"/>
                <a:cs typeface="Noto Sans JP" pitchFamily="34" charset="-120"/>
              </a:rPr>
              <a:t> 170°Cの</a:t>
            </a:r>
            <a:r>
              <a:rPr lang="en-US" sz="1706" dirty="0" spc="4" kern="0">
                <a:solidFill>
                  <a:srgbClr val="14161C"/>
                </a:solidFill>
                <a:latin typeface="Noto Sans JP" pitchFamily="34" charset="0"/>
                <a:ea typeface="Noto Sans JP" pitchFamily="34" charset="-122"/>
                <a:cs typeface="Noto Sans JP" pitchFamily="34" charset="-120"/>
              </a:rPr>
              <a:t> 測定値はない</a:t>
            </a:r>
            <a:pPr algn="l" indent="0" marL="0">
              <a:lnSpc>
                <a:spcPts val="2217"/>
              </a:lnSpc>
              <a:buNone/>
            </a:pPr>
            <a:r>
              <a:rPr lang="en-US" sz="1706" dirty="0" spc="1" kern="0">
                <a:solidFill>
                  <a:srgbClr val="6B6A66"/>
                </a:solidFill>
                <a:latin typeface="Noto Sans JP" pitchFamily="34" charset="0"/>
                <a:ea typeface="Noto Sans JP" pitchFamily="34" charset="-122"/>
                <a:cs typeface="Noto Sans JP" pitchFamily="34" charset="-120"/>
              </a:rPr>
              <a:t>[S1]</a:t>
            </a:r>
            <a:pPr algn="l" indent="0" marL="0">
              <a:lnSpc>
                <a:spcPts val="2217"/>
              </a:lnSpc>
              <a:buNone/>
            </a:pPr>
            <a:r>
              <a:rPr lang="en-US" sz="1706" dirty="0" spc="6" kern="0">
                <a:solidFill>
                  <a:srgbClr val="14161C"/>
                </a:solidFill>
                <a:latin typeface="Noto Sans JP" pitchFamily="34" charset="0"/>
                <a:ea typeface="Noto Sans JP" pitchFamily="34" charset="-122"/>
                <a:cs typeface="Noto Sans JP" pitchFamily="34" charset="-120"/>
              </a:rPr>
              <a:t>。</a:t>
            </a:r>
            <a:endParaRPr lang="en-US" sz="1706" dirty="0"/>
          </a:p>
        </p:txBody>
      </p:sp>
      <p:sp>
        <p:nvSpPr>
          <p:cNvPr id="20"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endParaRPr lang="en-US" sz="1800" dirty="0"/>
          </a:p>
        </p:txBody>
      </p:sp>
      <p:sp>
        <p:nvSpPr>
          <p:cNvPr id="21" name="Shape 18"/>
          <p:cNvSpPr/>
          <p:nvPr/>
        </p:nvSpPr>
        <p:spPr>
          <a:xfrm>
            <a:off x="942975" y="9563100"/>
            <a:ext cx="114300" cy="114300"/>
          </a:xfrm>
          <a:prstGeom prst="ellipse">
            <a:avLst/>
          </a:prstGeom>
          <a:solidFill>
            <a:srgbClr val="14161C">
              <a:alpha val="28000"/>
            </a:srgbClr>
          </a:solidFill>
          <a:ln/>
        </p:spPr>
      </p:sp>
      <p:sp>
        <p:nvSpPr>
          <p:cNvPr id="22" name="Shape 19"/>
          <p:cNvSpPr/>
          <p:nvPr/>
        </p:nvSpPr>
        <p:spPr>
          <a:xfrm>
            <a:off x="1171575" y="9563100"/>
            <a:ext cx="114300" cy="114300"/>
          </a:xfrm>
          <a:prstGeom prst="ellipse">
            <a:avLst/>
          </a:prstGeom>
          <a:solidFill>
            <a:srgbClr val="14161C">
              <a:alpha val="28000"/>
            </a:srgbClr>
          </a:solidFill>
          <a:ln/>
        </p:spPr>
      </p:sp>
      <p:sp>
        <p:nvSpPr>
          <p:cNvPr id="23" name="Shape 20"/>
          <p:cNvSpPr/>
          <p:nvPr/>
        </p:nvSpPr>
        <p:spPr>
          <a:xfrm>
            <a:off x="1400175" y="9563100"/>
            <a:ext cx="114300" cy="114300"/>
          </a:xfrm>
          <a:prstGeom prst="ellipse">
            <a:avLst/>
          </a:prstGeom>
          <a:solidFill>
            <a:srgbClr val="14161C">
              <a:alpha val="28000"/>
            </a:srgbClr>
          </a:solidFill>
          <a:ln/>
        </p:spPr>
      </p:sp>
      <p:sp>
        <p:nvSpPr>
          <p:cNvPr id="24" name="Shape 21"/>
          <p:cNvSpPr/>
          <p:nvPr/>
        </p:nvSpPr>
        <p:spPr>
          <a:xfrm>
            <a:off x="1609725" y="9544050"/>
            <a:ext cx="152400" cy="152400"/>
          </a:xfrm>
          <a:prstGeom prst="ellipse">
            <a:avLst/>
          </a:prstGeom>
          <a:solidFill>
            <a:srgbClr val="E8472B"/>
          </a:solidFill>
          <a:ln/>
        </p:spPr>
      </p:sp>
      <p:sp>
        <p:nvSpPr>
          <p:cNvPr id="25" name="Shape 22"/>
          <p:cNvSpPr/>
          <p:nvPr/>
        </p:nvSpPr>
        <p:spPr>
          <a:xfrm>
            <a:off x="1857375" y="9563100"/>
            <a:ext cx="114300" cy="114300"/>
          </a:xfrm>
          <a:prstGeom prst="ellipse">
            <a:avLst/>
          </a:prstGeom>
          <a:solidFill>
            <a:srgbClr val="14161C">
              <a:alpha val="28000"/>
            </a:srgbClr>
          </a:solidFill>
          <a:ln/>
        </p:spPr>
      </p:sp>
      <p:sp>
        <p:nvSpPr>
          <p:cNvPr id="26" name="Shape 23"/>
          <p:cNvSpPr/>
          <p:nvPr/>
        </p:nvSpPr>
        <p:spPr>
          <a:xfrm>
            <a:off x="2085975" y="9563100"/>
            <a:ext cx="114300" cy="114300"/>
          </a:xfrm>
          <a:prstGeom prst="ellipse">
            <a:avLst/>
          </a:prstGeom>
          <a:solidFill>
            <a:srgbClr val="14161C">
              <a:alpha val="28000"/>
            </a:srgbClr>
          </a:solidFill>
          <a:ln/>
        </p:spPr>
      </p:sp>
      <p:sp>
        <p:nvSpPr>
          <p:cNvPr id="27" name="Shape 24"/>
          <p:cNvSpPr/>
          <p:nvPr/>
        </p:nvSpPr>
        <p:spPr>
          <a:xfrm>
            <a:off x="2314575" y="9563100"/>
            <a:ext cx="114300" cy="114300"/>
          </a:xfrm>
          <a:prstGeom prst="ellipse">
            <a:avLst/>
          </a:prstGeom>
          <a:solidFill>
            <a:srgbClr val="14161C">
              <a:alpha val="28000"/>
            </a:srgbClr>
          </a:solidFill>
          <a:ln/>
        </p:spPr>
      </p:sp>
      <p:sp>
        <p:nvSpPr>
          <p:cNvPr id="28" name="Shape 25"/>
          <p:cNvSpPr/>
          <p:nvPr/>
        </p:nvSpPr>
        <p:spPr>
          <a:xfrm>
            <a:off x="2543175" y="9563100"/>
            <a:ext cx="114300" cy="114300"/>
          </a:xfrm>
          <a:prstGeom prst="ellipse">
            <a:avLst/>
          </a:prstGeom>
          <a:solidFill>
            <a:srgbClr val="14161C">
              <a:alpha val="28000"/>
            </a:srgbClr>
          </a:solidFill>
          <a:ln/>
        </p:spPr>
      </p:sp>
      <p:sp>
        <p:nvSpPr>
          <p:cNvPr id="29" name="Shape 26"/>
          <p:cNvSpPr/>
          <p:nvPr/>
        </p:nvSpPr>
        <p:spPr>
          <a:xfrm>
            <a:off x="2771775" y="9563100"/>
            <a:ext cx="114300" cy="114300"/>
          </a:xfrm>
          <a:prstGeom prst="ellipse">
            <a:avLst/>
          </a:prstGeom>
          <a:solidFill>
            <a:srgbClr val="14161C">
              <a:alpha val="28000"/>
            </a:srgbClr>
          </a:solidFill>
          <a:ln/>
        </p:spPr>
      </p:sp>
      <p:sp>
        <p:nvSpPr>
          <p:cNvPr id="30" name="Shape 27"/>
          <p:cNvSpPr/>
          <p:nvPr/>
        </p:nvSpPr>
        <p:spPr>
          <a:xfrm>
            <a:off x="3000375" y="9563100"/>
            <a:ext cx="114300" cy="114300"/>
          </a:xfrm>
          <a:prstGeom prst="ellipse">
            <a:avLst/>
          </a:prstGeom>
          <a:solidFill>
            <a:srgbClr val="14161C">
              <a:alpha val="28000"/>
            </a:srgbClr>
          </a:solidFill>
          <a:ln/>
        </p:spPr>
      </p:sp>
      <p:sp>
        <p:nvSpPr>
          <p:cNvPr id="31" name="Shape 28"/>
          <p:cNvSpPr/>
          <p:nvPr/>
        </p:nvSpPr>
        <p:spPr>
          <a:xfrm>
            <a:off x="3228975" y="9563100"/>
            <a:ext cx="114300" cy="114300"/>
          </a:xfrm>
          <a:prstGeom prst="ellipse">
            <a:avLst/>
          </a:prstGeom>
          <a:solidFill>
            <a:srgbClr val="14161C">
              <a:alpha val="28000"/>
            </a:srgbClr>
          </a:solidFill>
          <a:ln/>
        </p:spPr>
      </p:sp>
      <p:sp>
        <p:nvSpPr>
          <p:cNvPr id="32" name="Shape 29"/>
          <p:cNvSpPr/>
          <p:nvPr/>
        </p:nvSpPr>
        <p:spPr>
          <a:xfrm>
            <a:off x="3457575" y="9563100"/>
            <a:ext cx="114300" cy="114300"/>
          </a:xfrm>
          <a:prstGeom prst="ellipse">
            <a:avLst/>
          </a:prstGeom>
          <a:solidFill>
            <a:srgbClr val="14161C">
              <a:alpha val="28000"/>
            </a:srgbClr>
          </a:solidFill>
          <a:ln/>
        </p:spPr>
      </p:sp>
      <p:sp>
        <p:nvSpPr>
          <p:cNvPr id="33" name="Shape 30"/>
          <p:cNvSpPr/>
          <p:nvPr/>
        </p:nvSpPr>
        <p:spPr>
          <a:xfrm>
            <a:off x="3686175" y="9563100"/>
            <a:ext cx="114300" cy="114300"/>
          </a:xfrm>
          <a:prstGeom prst="ellipse">
            <a:avLst/>
          </a:prstGeom>
          <a:solidFill>
            <a:srgbClr val="14161C">
              <a:alpha val="28000"/>
            </a:srgbClr>
          </a:solidFill>
          <a:ln/>
        </p:spPr>
      </p:sp>
      <p:sp>
        <p:nvSpPr>
          <p:cNvPr id="34" name="Shape 31"/>
          <p:cNvSpPr/>
          <p:nvPr/>
        </p:nvSpPr>
        <p:spPr>
          <a:xfrm>
            <a:off x="3914775" y="9563100"/>
            <a:ext cx="114300" cy="114300"/>
          </a:xfrm>
          <a:prstGeom prst="ellipse">
            <a:avLst/>
          </a:prstGeom>
          <a:solidFill>
            <a:srgbClr val="14161C">
              <a:alpha val="28000"/>
            </a:srgbClr>
          </a:solidFill>
          <a:ln/>
        </p:spPr>
      </p:sp>
      <p:sp>
        <p:nvSpPr>
          <p:cNvPr id="35" name="Shape 32"/>
          <p:cNvSpPr/>
          <p:nvPr/>
        </p:nvSpPr>
        <p:spPr>
          <a:xfrm>
            <a:off x="4143375" y="9563100"/>
            <a:ext cx="114300" cy="114300"/>
          </a:xfrm>
          <a:prstGeom prst="ellipse">
            <a:avLst/>
          </a:prstGeom>
          <a:solidFill>
            <a:srgbClr val="14161C">
              <a:alpha val="28000"/>
            </a:srgbClr>
          </a:solidFill>
          <a:ln/>
        </p:spPr>
      </p:sp>
      <p:sp>
        <p:nvSpPr>
          <p:cNvPr id="36" name="Shape 33"/>
          <p:cNvSpPr/>
          <p:nvPr/>
        </p:nvSpPr>
        <p:spPr>
          <a:xfrm>
            <a:off x="4371975" y="9563100"/>
            <a:ext cx="114300" cy="114300"/>
          </a:xfrm>
          <a:prstGeom prst="ellipse">
            <a:avLst/>
          </a:prstGeom>
          <a:solidFill>
            <a:srgbClr val="14161C">
              <a:alpha val="28000"/>
            </a:srgbClr>
          </a:solidFill>
          <a:ln/>
        </p:spPr>
      </p:sp>
      <p:sp>
        <p:nvSpPr>
          <p:cNvPr id="37" name="Shape 34"/>
          <p:cNvSpPr/>
          <p:nvPr/>
        </p:nvSpPr>
        <p:spPr>
          <a:xfrm>
            <a:off x="4600575" y="9563100"/>
            <a:ext cx="114300" cy="114300"/>
          </a:xfrm>
          <a:prstGeom prst="ellipse">
            <a:avLst/>
          </a:prstGeom>
          <a:solidFill>
            <a:srgbClr val="14161C">
              <a:alpha val="28000"/>
            </a:srgbClr>
          </a:solidFill>
          <a:ln/>
        </p:spPr>
      </p:sp>
      <p:sp>
        <p:nvSpPr>
          <p:cNvPr id="38" name="Text 35"/>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L17</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04/17</a:t>
            </a:r>
            <a:endParaRPr lang="en-US" sz="1800" dirty="0"/>
          </a:p>
        </p:txBody>
      </p:sp>
      <p:sp>
        <p:nvSpPr>
          <p:cNvPr id="39" name="Shape 36"/>
          <p:cNvSpPr/>
          <p:nvPr/>
        </p:nvSpPr>
        <p:spPr>
          <a:xfrm>
            <a:off x="15983712" y="9076331"/>
            <a:ext cx="1645920" cy="552301"/>
          </a:xfrm>
          <a:prstGeom prst="roundRect">
            <a:avLst>
              <a:gd name="adj" fmla="val 28000"/>
            </a:avLst>
          </a:prstGeom>
          <a:solidFill>
            <a:srgbClr val="FFFFFF">
              <a:alpha val="82000"/>
            </a:srgbClr>
          </a:solidFill>
          <a:ln/>
        </p:spPr>
      </p:sp>
      <p:pic>
        <p:nvPicPr>
          <p:cNvPr id="40" name="Moda image moda-export-watermark-cb978eac-9a68-4011-9b16-6bd75e57d873"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133°C：</a:t>
            </a:r>
            <a:r>
              <a:rPr lang="en-US" sz="5700" dirty="0" spc="0" kern="0">
                <a:solidFill>
                  <a:srgbClr val="F3EEE3"/>
                </a:solidFill>
                <a:latin typeface="Noto Sans JP ExtraBold" pitchFamily="34" charset="0"/>
                <a:ea typeface="Noto Sans JP ExtraBold" pitchFamily="34" charset="-122"/>
                <a:cs typeface="Noto Sans JP ExtraBold" pitchFamily="34" charset="-120"/>
              </a:rPr>
              <a:t> 尿素が 溶けはじめる</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2C3040"/>
            </a:solidFill>
            <a:prstDash val="solid"/>
          </a:ln>
        </p:spPr>
      </p:sp>
      <p:pic>
        <p:nvPicPr>
          <p:cNvPr id="4" name="Moda image rect-1793103857037-550498354" descr="">    </p:cNvPr>
          <p:cNvPicPr>
            <a:picLocks noChangeAspect="1"/>
          </p:cNvPicPr>
          <p:nvPr/>
        </p:nvPicPr>
        <p:blipFill>
          <a:blip r:embed="rId1"/>
          <a:srcRect l="0" r="0" t="0" b="0"/>
          <a:stretch/>
        </p:blipFill>
        <p:spPr>
          <a:xfrm>
            <a:off x="1104900" y="2438400"/>
            <a:ext cx="9715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9AA0B5"/>
                </a:solidFill>
                <a:latin typeface="Noto Sans JP" pitchFamily="34" charset="0"/>
                <a:ea typeface="Noto Sans JP" pitchFamily="34" charset="-122"/>
                <a:cs typeface="Noto Sans JP" pitchFamily="34" charset="-120"/>
              </a:rPr>
              <a:t>図: S1の</a:t>
            </a:r>
            <a:r>
              <a:rPr lang="en-US" sz="1650" dirty="0" spc="-1" kern="0">
                <a:solidFill>
                  <a:srgbClr val="9AA0B5"/>
                </a:solidFill>
                <a:latin typeface="Noto Sans JP" pitchFamily="34" charset="0"/>
                <a:ea typeface="Noto Sans JP" pitchFamily="34" charset="-122"/>
                <a:cs typeface="Noto Sans JP" pitchFamily="34" charset="-120"/>
              </a:rPr>
              <a:t> グラフの 数値から</a:t>
            </a:r>
            <a:r>
              <a:rPr lang="en-US" sz="1650" dirty="0" spc="0" kern="0">
                <a:solidFill>
                  <a:srgbClr val="9AA0B5"/>
                </a:solidFill>
                <a:latin typeface="Noto Sans JP" pitchFamily="34" charset="0"/>
                <a:ea typeface="Noto Sans JP" pitchFamily="34" charset="-122"/>
                <a:cs typeface="Noto Sans JP" pitchFamily="34" charset="-120"/>
              </a:rPr>
              <a:t> 再作図（目読み、±2%）</a:t>
            </a:r>
            <a:endParaRPr lang="en-US" sz="1650" dirty="0"/>
          </a:p>
        </p:txBody>
      </p:sp>
      <p:sp>
        <p:nvSpPr>
          <p:cNvPr id="6" name="Shape 3"/>
          <p:cNvSpPr/>
          <p:nvPr/>
        </p:nvSpPr>
        <p:spPr>
          <a:xfrm>
            <a:off x="11391900" y="2247900"/>
            <a:ext cx="5981700" cy="1352550"/>
          </a:xfrm>
          <a:prstGeom prst="roundRect">
            <a:avLst>
              <a:gd name="adj" fmla="val 14085"/>
            </a:avLst>
          </a:prstGeom>
          <a:solidFill>
            <a:srgbClr val="1E212B"/>
          </a:solidFill>
          <a:ln/>
        </p:spPr>
      </p:sp>
      <p:sp>
        <p:nvSpPr>
          <p:cNvPr id="7" name="Shape 4"/>
          <p:cNvSpPr/>
          <p:nvPr/>
        </p:nvSpPr>
        <p:spPr>
          <a:xfrm>
            <a:off x="11391900" y="2247900"/>
            <a:ext cx="114300" cy="1352550"/>
          </a:xfrm>
          <a:prstGeom prst="roundRect">
            <a:avLst>
              <a:gd name="adj" fmla="val 50000"/>
            </a:avLst>
          </a:prstGeom>
          <a:solidFill>
            <a:srgbClr val="FFB454"/>
          </a:solidFill>
          <a:ln/>
        </p:spPr>
      </p:sp>
      <p:sp>
        <p:nvSpPr>
          <p:cNvPr id="8" name="Text 5"/>
          <p:cNvSpPr/>
          <p:nvPr/>
        </p:nvSpPr>
        <p:spPr>
          <a:xfrm>
            <a:off x="11734800" y="2343150"/>
            <a:ext cx="5448300" cy="542925"/>
          </a:xfrm>
          <a:prstGeom prst="rect">
            <a:avLst/>
          </a:prstGeom>
          <a:noFill/>
          <a:ln/>
        </p:spPr>
        <p:txBody>
          <a:bodyPr wrap="square" lIns="0" tIns="0" rIns="0" bIns="0" rtlCol="0" anchor="ctr"/>
          <a:lstStyle/>
          <a:p>
            <a:pPr algn="l" indent="0" marL="0">
              <a:buNone/>
            </a:pPr>
            <a:r>
              <a:rPr lang="en-US" sz="2250" dirty="0" kern="0">
                <a:solidFill>
                  <a:srgbClr val="FFB454"/>
                </a:solidFill>
                <a:latin typeface="Noto Sans JP ExtraBold" pitchFamily="34" charset="0"/>
                <a:ea typeface="Noto Sans JP ExtraBold" pitchFamily="34" charset="-122"/>
                <a:cs typeface="Noto Sans JP ExtraBold" pitchFamily="34" charset="-120"/>
              </a:rPr>
              <a:t>優勢</a:t>
            </a:r>
            <a:endParaRPr lang="en-US" sz="2250" dirty="0"/>
          </a:p>
        </p:txBody>
      </p:sp>
      <p:sp>
        <p:nvSpPr>
          <p:cNvPr id="9" name="Text 6"/>
          <p:cNvSpPr/>
          <p:nvPr/>
        </p:nvSpPr>
        <p:spPr>
          <a:xfrm>
            <a:off x="11734800" y="2790825"/>
            <a:ext cx="5448300" cy="762000"/>
          </a:xfrm>
          <a:prstGeom prst="rect">
            <a:avLst/>
          </a:prstGeom>
          <a:noFill/>
          <a:ln/>
        </p:spPr>
        <p:txBody>
          <a:bodyPr wrap="square" lIns="0" tIns="32248" rIns="0" bIns="-32248" rtlCol="0" anchor="ctr"/>
          <a:lstStyle/>
          <a:p>
            <a:pPr algn="l" indent="0" marL="0">
              <a:lnSpc>
                <a:spcPts val="2933"/>
              </a:lnSpc>
              <a:buNone/>
            </a:pPr>
            <a:r>
              <a:rPr lang="en-US" sz="2550" dirty="0" spc="2" kern="0">
                <a:solidFill>
                  <a:srgbClr val="F3EEE3"/>
                </a:solidFill>
                <a:latin typeface="Noto Sans JP SemiBold" pitchFamily="34" charset="0"/>
                <a:ea typeface="Noto Sans JP SemiBold" pitchFamily="34" charset="-122"/>
                <a:cs typeface="Noto Sans JP SemiBold" pitchFamily="34" charset="-120"/>
              </a:rPr>
              <a:t>尿素100%、</a:t>
            </a:r>
            <a:r>
              <a:rPr lang="en-US" sz="2550" dirty="0" spc="0" kern="0">
                <a:solidFill>
                  <a:srgbClr val="F3EEE3"/>
                </a:solidFill>
                <a:latin typeface="Noto Sans JP SemiBold" pitchFamily="34" charset="0"/>
                <a:ea typeface="Noto Sans JP SemiBold" pitchFamily="34" charset="-122"/>
                <a:cs typeface="Noto Sans JP SemiBold" pitchFamily="34" charset="-120"/>
              </a:rPr>
              <a:t> 他は</a:t>
            </a:r>
            <a:r>
              <a:rPr lang="en-US" sz="2550" dirty="0" spc="2" kern="0">
                <a:solidFill>
                  <a:srgbClr val="F3EEE3"/>
                </a:solidFill>
                <a:latin typeface="Noto Sans JP SemiBold" pitchFamily="34" charset="0"/>
                <a:ea typeface="Noto Sans JP SemiBold" pitchFamily="34" charset="-122"/>
                <a:cs typeface="Noto Sans JP SemiBold" pitchFamily="34" charset="-120"/>
              </a:rPr>
              <a:t> 0%</a:t>
            </a:r>
            <a:endParaRPr lang="en-US" sz="2550" dirty="0"/>
          </a:p>
        </p:txBody>
      </p:sp>
      <p:sp>
        <p:nvSpPr>
          <p:cNvPr id="10" name="Shape 7"/>
          <p:cNvSpPr/>
          <p:nvPr/>
        </p:nvSpPr>
        <p:spPr>
          <a:xfrm>
            <a:off x="11391900" y="3829050"/>
            <a:ext cx="5981700" cy="1352550"/>
          </a:xfrm>
          <a:prstGeom prst="roundRect">
            <a:avLst>
              <a:gd name="adj" fmla="val 14085"/>
            </a:avLst>
          </a:prstGeom>
          <a:solidFill>
            <a:srgbClr val="1E212B"/>
          </a:solidFill>
          <a:ln/>
        </p:spPr>
      </p:sp>
      <p:sp>
        <p:nvSpPr>
          <p:cNvPr id="11" name="Shape 8"/>
          <p:cNvSpPr/>
          <p:nvPr/>
        </p:nvSpPr>
        <p:spPr>
          <a:xfrm>
            <a:off x="11391900" y="3829050"/>
            <a:ext cx="114300" cy="1352550"/>
          </a:xfrm>
          <a:prstGeom prst="roundRect">
            <a:avLst>
              <a:gd name="adj" fmla="val 50000"/>
            </a:avLst>
          </a:prstGeom>
          <a:solidFill>
            <a:srgbClr val="3DD6A0"/>
          </a:solidFill>
          <a:ln/>
        </p:spPr>
      </p:sp>
      <p:sp>
        <p:nvSpPr>
          <p:cNvPr id="12" name="Text 9"/>
          <p:cNvSpPr/>
          <p:nvPr/>
        </p:nvSpPr>
        <p:spPr>
          <a:xfrm>
            <a:off x="11734800" y="3924300"/>
            <a:ext cx="5448300" cy="542925"/>
          </a:xfrm>
          <a:prstGeom prst="rect">
            <a:avLst/>
          </a:prstGeom>
          <a:noFill/>
          <a:ln/>
        </p:spPr>
        <p:txBody>
          <a:bodyPr wrap="square" lIns="0" tIns="0" rIns="0" bIns="0" rtlCol="0" anchor="ctr"/>
          <a:lstStyle/>
          <a:p>
            <a:pPr algn="l" indent="0" marL="0">
              <a:buNone/>
            </a:pPr>
            <a:r>
              <a:rPr lang="en-US" sz="2250" dirty="0" kern="0">
                <a:solidFill>
                  <a:srgbClr val="3DD6A0"/>
                </a:solidFill>
                <a:latin typeface="Noto Sans JP ExtraBold" pitchFamily="34" charset="0"/>
                <a:ea typeface="Noto Sans JP ExtraBold" pitchFamily="34" charset="-122"/>
                <a:cs typeface="Noto Sans JP ExtraBold" pitchFamily="34" charset="-120"/>
              </a:rPr>
              <a:t>反応</a:t>
            </a:r>
            <a:endParaRPr lang="en-US" sz="2250" dirty="0"/>
          </a:p>
        </p:txBody>
      </p:sp>
      <p:sp>
        <p:nvSpPr>
          <p:cNvPr id="13" name="Text 10"/>
          <p:cNvSpPr/>
          <p:nvPr/>
        </p:nvSpPr>
        <p:spPr>
          <a:xfrm>
            <a:off x="11734800" y="437197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固体の 尿素が 液体になる。まだ</a:t>
            </a:r>
            <a:r>
              <a:rPr lang="en-US" sz="2550" dirty="0" spc="1" kern="0">
                <a:solidFill>
                  <a:srgbClr val="F3EEE3"/>
                </a:solidFill>
                <a:latin typeface="Noto Sans JP SemiBold" pitchFamily="34" charset="0"/>
                <a:ea typeface="Noto Sans JP SemiBold" pitchFamily="34" charset="-122"/>
                <a:cs typeface="Noto Sans JP SemiBold" pitchFamily="34" charset="-120"/>
              </a:rPr>
              <a:t> 分解せず</a:t>
            </a:r>
            <a:endParaRPr lang="en-US" sz="2550" dirty="0"/>
          </a:p>
        </p:txBody>
      </p:sp>
      <p:sp>
        <p:nvSpPr>
          <p:cNvPr id="14" name="Shape 11"/>
          <p:cNvSpPr/>
          <p:nvPr/>
        </p:nvSpPr>
        <p:spPr>
          <a:xfrm>
            <a:off x="11391900" y="5410200"/>
            <a:ext cx="5981700" cy="1352550"/>
          </a:xfrm>
          <a:prstGeom prst="roundRect">
            <a:avLst>
              <a:gd name="adj" fmla="val 14085"/>
            </a:avLst>
          </a:prstGeom>
          <a:solidFill>
            <a:srgbClr val="1E212B"/>
          </a:solidFill>
          <a:ln/>
        </p:spPr>
      </p:sp>
      <p:sp>
        <p:nvSpPr>
          <p:cNvPr id="15" name="Shape 12"/>
          <p:cNvSpPr/>
          <p:nvPr/>
        </p:nvSpPr>
        <p:spPr>
          <a:xfrm>
            <a:off x="11391900" y="5410200"/>
            <a:ext cx="114300" cy="1352550"/>
          </a:xfrm>
          <a:prstGeom prst="roundRect">
            <a:avLst>
              <a:gd name="adj" fmla="val 50000"/>
            </a:avLst>
          </a:prstGeom>
          <a:solidFill>
            <a:srgbClr val="FF6A4D"/>
          </a:solidFill>
          <a:ln/>
        </p:spPr>
      </p:sp>
      <p:sp>
        <p:nvSpPr>
          <p:cNvPr id="16" name="Text 13"/>
          <p:cNvSpPr/>
          <p:nvPr/>
        </p:nvSpPr>
        <p:spPr>
          <a:xfrm>
            <a:off x="11734800" y="5505450"/>
            <a:ext cx="5448300" cy="542925"/>
          </a:xfrm>
          <a:prstGeom prst="rect">
            <a:avLst/>
          </a:prstGeom>
          <a:noFill/>
          <a:ln/>
        </p:spPr>
        <p:txBody>
          <a:bodyPr wrap="square" lIns="0" tIns="0" rIns="0" bIns="0" rtlCol="0" anchor="ctr"/>
          <a:lstStyle/>
          <a:p>
            <a:pPr algn="l" indent="0" marL="0">
              <a:buNone/>
            </a:pPr>
            <a:r>
              <a:rPr lang="en-US" sz="2250" dirty="0" kern="0">
                <a:solidFill>
                  <a:srgbClr val="FF6A4D"/>
                </a:solidFill>
                <a:latin typeface="Noto Sans JP ExtraBold" pitchFamily="34" charset="0"/>
                <a:ea typeface="Noto Sans JP ExtraBold" pitchFamily="34" charset="-122"/>
                <a:cs typeface="Noto Sans JP ExtraBold" pitchFamily="34" charset="-120"/>
              </a:rPr>
              <a:t>意味</a:t>
            </a:r>
            <a:endParaRPr lang="en-US" sz="2250" dirty="0"/>
          </a:p>
        </p:txBody>
      </p:sp>
      <p:sp>
        <p:nvSpPr>
          <p:cNvPr id="17" name="Text 14"/>
          <p:cNvSpPr/>
          <p:nvPr/>
        </p:nvSpPr>
        <p:spPr>
          <a:xfrm>
            <a:off x="11734800" y="5953125"/>
            <a:ext cx="5448300" cy="762000"/>
          </a:xfrm>
          <a:prstGeom prst="rect">
            <a:avLst/>
          </a:prstGeom>
          <a:noFill/>
          <a:ln/>
        </p:spPr>
        <p:txBody>
          <a:bodyPr wrap="square" lIns="0" tIns="32248" rIns="0" bIns="-32248" rtlCol="0" anchor="ctr"/>
          <a:lstStyle/>
          <a:p>
            <a:pPr algn="l" indent="0" marL="0">
              <a:lnSpc>
                <a:spcPts val="2933"/>
              </a:lnSpc>
              <a:buNone/>
            </a:pPr>
            <a:r>
              <a:rPr lang="en-US" sz="2550" dirty="0" kern="0">
                <a:solidFill>
                  <a:srgbClr val="F3EEE3"/>
                </a:solidFill>
                <a:latin typeface="Noto Sans JP SemiBold" pitchFamily="34" charset="0"/>
                <a:ea typeface="Noto Sans JP SemiBold" pitchFamily="34" charset="-122"/>
                <a:cs typeface="Noto Sans JP SemiBold" pitchFamily="34" charset="-120"/>
              </a:rPr>
              <a:t>新しい 堆積物はまだない</a:t>
            </a:r>
            <a:endParaRPr lang="en-US" sz="2550" dirty="0"/>
          </a:p>
        </p:txBody>
      </p:sp>
      <p:sp>
        <p:nvSpPr>
          <p:cNvPr id="18" name="Shape 15"/>
          <p:cNvSpPr/>
          <p:nvPr/>
        </p:nvSpPr>
        <p:spPr>
          <a:xfrm>
            <a:off x="11391900" y="6991350"/>
            <a:ext cx="5981700" cy="1352550"/>
          </a:xfrm>
          <a:prstGeom prst="roundRect">
            <a:avLst>
              <a:gd name="adj" fmla="val 14085"/>
            </a:avLst>
          </a:prstGeom>
          <a:solidFill>
            <a:srgbClr val="1E212B"/>
          </a:solidFill>
          <a:ln/>
        </p:spPr>
      </p:sp>
      <p:sp>
        <p:nvSpPr>
          <p:cNvPr id="19" name="Shape 16"/>
          <p:cNvSpPr/>
          <p:nvPr/>
        </p:nvSpPr>
        <p:spPr>
          <a:xfrm>
            <a:off x="11391900" y="6991350"/>
            <a:ext cx="114300" cy="1352550"/>
          </a:xfrm>
          <a:prstGeom prst="roundRect">
            <a:avLst>
              <a:gd name="adj" fmla="val 50000"/>
            </a:avLst>
          </a:prstGeom>
          <a:solidFill>
            <a:srgbClr val="7C93FF"/>
          </a:solidFill>
          <a:ln/>
        </p:spPr>
      </p:sp>
      <p:sp>
        <p:nvSpPr>
          <p:cNvPr id="20" name="Text 17"/>
          <p:cNvSpPr/>
          <p:nvPr/>
        </p:nvSpPr>
        <p:spPr>
          <a:xfrm>
            <a:off x="11734800" y="7086600"/>
            <a:ext cx="5448300" cy="542925"/>
          </a:xfrm>
          <a:prstGeom prst="rect">
            <a:avLst/>
          </a:prstGeom>
          <a:noFill/>
          <a:ln/>
        </p:spPr>
        <p:txBody>
          <a:bodyPr wrap="square" lIns="0" tIns="0" rIns="0" bIns="0" rtlCol="0" anchor="ctr"/>
          <a:lstStyle/>
          <a:p>
            <a:pPr algn="l" indent="0" marL="0">
              <a:buNone/>
            </a:pPr>
            <a:r>
              <a:rPr lang="en-US" sz="2250" dirty="0" kern="0">
                <a:solidFill>
                  <a:srgbClr val="7C93FF"/>
                </a:solidFill>
                <a:latin typeface="Noto Sans JP ExtraBold" pitchFamily="34" charset="0"/>
                <a:ea typeface="Noto Sans JP ExtraBold" pitchFamily="34" charset="-122"/>
                <a:cs typeface="Noto Sans JP ExtraBold" pitchFamily="34" charset="-120"/>
              </a:rPr>
              <a:t>水</a:t>
            </a:r>
            <a:endParaRPr lang="en-US" sz="2250" dirty="0"/>
          </a:p>
        </p:txBody>
      </p:sp>
      <p:sp>
        <p:nvSpPr>
          <p:cNvPr id="21" name="Text 18"/>
          <p:cNvSpPr/>
          <p:nvPr/>
        </p:nvSpPr>
        <p:spPr>
          <a:xfrm>
            <a:off x="11734800" y="7534275"/>
            <a:ext cx="5448300" cy="762000"/>
          </a:xfrm>
          <a:prstGeom prst="rect">
            <a:avLst/>
          </a:prstGeom>
          <a:noFill/>
          <a:ln/>
        </p:spPr>
        <p:txBody>
          <a:bodyPr wrap="square" lIns="0" tIns="32248" rIns="0" bIns="-32248" rtlCol="0" anchor="ctr"/>
          <a:lstStyle/>
          <a:p>
            <a:pPr algn="l" indent="0" marL="0">
              <a:lnSpc>
                <a:spcPts val="2933"/>
              </a:lnSpc>
              <a:buNone/>
            </a:pPr>
            <a:r>
              <a:rPr lang="en-US" sz="2550" dirty="0" spc="8" kern="0">
                <a:solidFill>
                  <a:srgbClr val="F3EEE3"/>
                </a:solidFill>
                <a:latin typeface="Noto Sans JP SemiBold" pitchFamily="34" charset="0"/>
                <a:ea typeface="Noto Sans JP SemiBold" pitchFamily="34" charset="-122"/>
                <a:cs typeface="Noto Sans JP SemiBold" pitchFamily="34" charset="-120"/>
              </a:rPr>
              <a:t>すでに</a:t>
            </a:r>
            <a:r>
              <a:rPr lang="en-US" sz="2550" dirty="0" spc="0" kern="0">
                <a:solidFill>
                  <a:srgbClr val="F3EEE3"/>
                </a:solidFill>
                <a:latin typeface="Noto Sans JP SemiBold" pitchFamily="34" charset="0"/>
                <a:ea typeface="Noto Sans JP SemiBold" pitchFamily="34" charset="-122"/>
                <a:cs typeface="Noto Sans JP SemiBold" pitchFamily="34" charset="-120"/>
              </a:rPr>
              <a:t> 蒸発済みで</a:t>
            </a:r>
            <a:r>
              <a:rPr lang="en-US" sz="2550" dirty="0" spc="1" kern="0">
                <a:solidFill>
                  <a:srgbClr val="F3EEE3"/>
                </a:solidFill>
                <a:latin typeface="Noto Sans JP SemiBold" pitchFamily="34" charset="0"/>
                <a:ea typeface="Noto Sans JP SemiBold" pitchFamily="34" charset="-122"/>
                <a:cs typeface="Noto Sans JP SemiBold" pitchFamily="34" charset="-120"/>
              </a:rPr>
              <a:t> グラフには</a:t>
            </a:r>
            <a:r>
              <a:rPr lang="en-US" sz="2550" dirty="0" spc="0" kern="0">
                <a:solidFill>
                  <a:srgbClr val="F3EEE3"/>
                </a:solidFill>
                <a:latin typeface="Noto Sans JP SemiBold" pitchFamily="34" charset="0"/>
                <a:ea typeface="Noto Sans JP SemiBold" pitchFamily="34" charset="-122"/>
                <a:cs typeface="Noto Sans JP SemiBold" pitchFamily="34" charset="-120"/>
              </a:rPr>
              <a:t> 描かない</a:t>
            </a:r>
            <a:endParaRPr lang="en-US" sz="2550" dirty="0"/>
          </a:p>
        </p:txBody>
      </p:sp>
      <p:sp>
        <p:nvSpPr>
          <p:cNvPr id="22"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[S1]</a:t>
            </a:r>
            <a:endParaRPr lang="en-US" sz="1800" dirty="0"/>
          </a:p>
        </p:txBody>
      </p:sp>
      <p:sp>
        <p:nvSpPr>
          <p:cNvPr id="23" name="Shape 20"/>
          <p:cNvSpPr/>
          <p:nvPr/>
        </p:nvSpPr>
        <p:spPr>
          <a:xfrm>
            <a:off x="942975" y="9563100"/>
            <a:ext cx="114300" cy="114300"/>
          </a:xfrm>
          <a:prstGeom prst="ellipse">
            <a:avLst/>
          </a:prstGeom>
          <a:solidFill>
            <a:srgbClr val="F3EEE3">
              <a:alpha val="28000"/>
            </a:srgbClr>
          </a:solidFill>
          <a:ln/>
        </p:spPr>
      </p:sp>
      <p:sp>
        <p:nvSpPr>
          <p:cNvPr id="24" name="Shape 21"/>
          <p:cNvSpPr/>
          <p:nvPr/>
        </p:nvSpPr>
        <p:spPr>
          <a:xfrm>
            <a:off x="1171575" y="9563100"/>
            <a:ext cx="114300" cy="114300"/>
          </a:xfrm>
          <a:prstGeom prst="ellipse">
            <a:avLst/>
          </a:prstGeom>
          <a:solidFill>
            <a:srgbClr val="F3EEE3">
              <a:alpha val="28000"/>
            </a:srgbClr>
          </a:solidFill>
          <a:ln/>
        </p:spPr>
      </p:sp>
      <p:sp>
        <p:nvSpPr>
          <p:cNvPr id="25" name="Shape 22"/>
          <p:cNvSpPr/>
          <p:nvPr/>
        </p:nvSpPr>
        <p:spPr>
          <a:xfrm>
            <a:off x="1400175" y="9563100"/>
            <a:ext cx="114300" cy="114300"/>
          </a:xfrm>
          <a:prstGeom prst="ellipse">
            <a:avLst/>
          </a:prstGeom>
          <a:solidFill>
            <a:srgbClr val="F3EEE3">
              <a:alpha val="28000"/>
            </a:srgbClr>
          </a:solidFill>
          <a:ln/>
        </p:spPr>
      </p:sp>
      <p:sp>
        <p:nvSpPr>
          <p:cNvPr id="26" name="Shape 23"/>
          <p:cNvSpPr/>
          <p:nvPr/>
        </p:nvSpPr>
        <p:spPr>
          <a:xfrm>
            <a:off x="1628775" y="9563100"/>
            <a:ext cx="114300" cy="114300"/>
          </a:xfrm>
          <a:prstGeom prst="ellipse">
            <a:avLst/>
          </a:prstGeom>
          <a:solidFill>
            <a:srgbClr val="F3EEE3">
              <a:alpha val="28000"/>
            </a:srgbClr>
          </a:solidFill>
          <a:ln/>
        </p:spPr>
      </p:sp>
      <p:sp>
        <p:nvSpPr>
          <p:cNvPr id="27" name="Shape 24"/>
          <p:cNvSpPr/>
          <p:nvPr/>
        </p:nvSpPr>
        <p:spPr>
          <a:xfrm>
            <a:off x="1838325" y="9544050"/>
            <a:ext cx="152400" cy="152400"/>
          </a:xfrm>
          <a:prstGeom prst="ellipse">
            <a:avLst/>
          </a:prstGeom>
          <a:solidFill>
            <a:srgbClr val="FF6A4D"/>
          </a:solidFill>
          <a:ln/>
        </p:spPr>
      </p:sp>
      <p:sp>
        <p:nvSpPr>
          <p:cNvPr id="28" name="Shape 25"/>
          <p:cNvSpPr/>
          <p:nvPr/>
        </p:nvSpPr>
        <p:spPr>
          <a:xfrm>
            <a:off x="2085975" y="9563100"/>
            <a:ext cx="114300" cy="114300"/>
          </a:xfrm>
          <a:prstGeom prst="ellipse">
            <a:avLst/>
          </a:prstGeom>
          <a:solidFill>
            <a:srgbClr val="F3EEE3">
              <a:alpha val="28000"/>
            </a:srgbClr>
          </a:solidFill>
          <a:ln/>
        </p:spPr>
      </p:sp>
      <p:sp>
        <p:nvSpPr>
          <p:cNvPr id="29" name="Shape 26"/>
          <p:cNvSpPr/>
          <p:nvPr/>
        </p:nvSpPr>
        <p:spPr>
          <a:xfrm>
            <a:off x="2314575" y="9563100"/>
            <a:ext cx="114300" cy="114300"/>
          </a:xfrm>
          <a:prstGeom prst="ellipse">
            <a:avLst/>
          </a:prstGeom>
          <a:solidFill>
            <a:srgbClr val="F3EEE3">
              <a:alpha val="28000"/>
            </a:srgbClr>
          </a:solidFill>
          <a:ln/>
        </p:spPr>
      </p:sp>
      <p:sp>
        <p:nvSpPr>
          <p:cNvPr id="30" name="Shape 27"/>
          <p:cNvSpPr/>
          <p:nvPr/>
        </p:nvSpPr>
        <p:spPr>
          <a:xfrm>
            <a:off x="2543175" y="9563100"/>
            <a:ext cx="114300" cy="114300"/>
          </a:xfrm>
          <a:prstGeom prst="ellipse">
            <a:avLst/>
          </a:prstGeom>
          <a:solidFill>
            <a:srgbClr val="F3EEE3">
              <a:alpha val="28000"/>
            </a:srgbClr>
          </a:solidFill>
          <a:ln/>
        </p:spPr>
      </p:sp>
      <p:sp>
        <p:nvSpPr>
          <p:cNvPr id="31" name="Shape 28"/>
          <p:cNvSpPr/>
          <p:nvPr/>
        </p:nvSpPr>
        <p:spPr>
          <a:xfrm>
            <a:off x="2771775" y="9563100"/>
            <a:ext cx="114300" cy="114300"/>
          </a:xfrm>
          <a:prstGeom prst="ellipse">
            <a:avLst/>
          </a:prstGeom>
          <a:solidFill>
            <a:srgbClr val="F3EEE3">
              <a:alpha val="28000"/>
            </a:srgbClr>
          </a:solidFill>
          <a:ln/>
        </p:spPr>
      </p:sp>
      <p:sp>
        <p:nvSpPr>
          <p:cNvPr id="32" name="Shape 29"/>
          <p:cNvSpPr/>
          <p:nvPr/>
        </p:nvSpPr>
        <p:spPr>
          <a:xfrm>
            <a:off x="3000375" y="9563100"/>
            <a:ext cx="114300" cy="114300"/>
          </a:xfrm>
          <a:prstGeom prst="ellipse">
            <a:avLst/>
          </a:prstGeom>
          <a:solidFill>
            <a:srgbClr val="F3EEE3">
              <a:alpha val="28000"/>
            </a:srgbClr>
          </a:solidFill>
          <a:ln/>
        </p:spPr>
      </p:sp>
      <p:sp>
        <p:nvSpPr>
          <p:cNvPr id="33" name="Shape 30"/>
          <p:cNvSpPr/>
          <p:nvPr/>
        </p:nvSpPr>
        <p:spPr>
          <a:xfrm>
            <a:off x="3228975" y="9563100"/>
            <a:ext cx="114300" cy="114300"/>
          </a:xfrm>
          <a:prstGeom prst="ellipse">
            <a:avLst/>
          </a:prstGeom>
          <a:solidFill>
            <a:srgbClr val="F3EEE3">
              <a:alpha val="28000"/>
            </a:srgbClr>
          </a:solidFill>
          <a:ln/>
        </p:spPr>
      </p:sp>
      <p:sp>
        <p:nvSpPr>
          <p:cNvPr id="34" name="Shape 31"/>
          <p:cNvSpPr/>
          <p:nvPr/>
        </p:nvSpPr>
        <p:spPr>
          <a:xfrm>
            <a:off x="3457575" y="9563100"/>
            <a:ext cx="114300" cy="114300"/>
          </a:xfrm>
          <a:prstGeom prst="ellipse">
            <a:avLst/>
          </a:prstGeom>
          <a:solidFill>
            <a:srgbClr val="F3EEE3">
              <a:alpha val="28000"/>
            </a:srgbClr>
          </a:solidFill>
          <a:ln/>
        </p:spPr>
      </p:sp>
      <p:sp>
        <p:nvSpPr>
          <p:cNvPr id="35" name="Shape 32"/>
          <p:cNvSpPr/>
          <p:nvPr/>
        </p:nvSpPr>
        <p:spPr>
          <a:xfrm>
            <a:off x="3686175" y="9563100"/>
            <a:ext cx="114300" cy="114300"/>
          </a:xfrm>
          <a:prstGeom prst="ellipse">
            <a:avLst/>
          </a:prstGeom>
          <a:solidFill>
            <a:srgbClr val="F3EEE3">
              <a:alpha val="28000"/>
            </a:srgbClr>
          </a:solidFill>
          <a:ln/>
        </p:spPr>
      </p:sp>
      <p:sp>
        <p:nvSpPr>
          <p:cNvPr id="36" name="Shape 33"/>
          <p:cNvSpPr/>
          <p:nvPr/>
        </p:nvSpPr>
        <p:spPr>
          <a:xfrm>
            <a:off x="3914775" y="9563100"/>
            <a:ext cx="114300" cy="114300"/>
          </a:xfrm>
          <a:prstGeom prst="ellipse">
            <a:avLst/>
          </a:prstGeom>
          <a:solidFill>
            <a:srgbClr val="F3EEE3">
              <a:alpha val="28000"/>
            </a:srgbClr>
          </a:solidFill>
          <a:ln/>
        </p:spPr>
      </p:sp>
      <p:sp>
        <p:nvSpPr>
          <p:cNvPr id="37" name="Shape 34"/>
          <p:cNvSpPr/>
          <p:nvPr/>
        </p:nvSpPr>
        <p:spPr>
          <a:xfrm>
            <a:off x="4143375" y="9563100"/>
            <a:ext cx="114300" cy="114300"/>
          </a:xfrm>
          <a:prstGeom prst="ellipse">
            <a:avLst/>
          </a:prstGeom>
          <a:solidFill>
            <a:srgbClr val="F3EEE3">
              <a:alpha val="28000"/>
            </a:srgbClr>
          </a:solidFill>
          <a:ln/>
        </p:spPr>
      </p:sp>
      <p:sp>
        <p:nvSpPr>
          <p:cNvPr id="38" name="Shape 35"/>
          <p:cNvSpPr/>
          <p:nvPr/>
        </p:nvSpPr>
        <p:spPr>
          <a:xfrm>
            <a:off x="4371975" y="9563100"/>
            <a:ext cx="114300" cy="114300"/>
          </a:xfrm>
          <a:prstGeom prst="ellipse">
            <a:avLst/>
          </a:prstGeom>
          <a:solidFill>
            <a:srgbClr val="F3EEE3">
              <a:alpha val="28000"/>
            </a:srgbClr>
          </a:solidFill>
          <a:ln/>
        </p:spPr>
      </p:sp>
      <p:sp>
        <p:nvSpPr>
          <p:cNvPr id="39" name="Shape 36"/>
          <p:cNvSpPr/>
          <p:nvPr/>
        </p:nvSpPr>
        <p:spPr>
          <a:xfrm>
            <a:off x="4600575" y="9563100"/>
            <a:ext cx="114300" cy="114300"/>
          </a:xfrm>
          <a:prstGeom prst="ellipse">
            <a:avLst/>
          </a:prstGeom>
          <a:solidFill>
            <a:srgbClr val="F3EEE3">
              <a:alpha val="28000"/>
            </a:srgbClr>
          </a:solidFill>
          <a:ln/>
        </p:spPr>
      </p:sp>
      <p:sp>
        <p:nvSpPr>
          <p:cNvPr id="40" name="Text 37"/>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L17</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05/17</a:t>
            </a:r>
            <a:endParaRPr lang="en-US" sz="1800" dirty="0"/>
          </a:p>
        </p:txBody>
      </p:sp>
      <p:sp>
        <p:nvSpPr>
          <p:cNvPr id="41" name="Shape 38"/>
          <p:cNvSpPr/>
          <p:nvPr/>
        </p:nvSpPr>
        <p:spPr>
          <a:xfrm>
            <a:off x="15983712" y="9076331"/>
            <a:ext cx="1645920" cy="552301"/>
          </a:xfrm>
          <a:prstGeom prst="roundRect">
            <a:avLst>
              <a:gd name="adj" fmla="val 28000"/>
            </a:avLst>
          </a:prstGeom>
          <a:solidFill>
            <a:srgbClr val="FFFFFF">
              <a:alpha val="82000"/>
            </a:srgbClr>
          </a:solidFill>
          <a:ln/>
        </p:spPr>
      </p:sp>
      <p:pic>
        <p:nvPicPr>
          <p:cNvPr id="42" name="Moda image moda-export-watermark-39012bd9-8dbe-4a76-b4bb-227f7d5501a5"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160〜170°C： 2つの</a:t>
            </a:r>
            <a:r>
              <a:rPr lang="en-US" sz="5700" dirty="0" spc="0" kern="0">
                <a:solidFill>
                  <a:srgbClr val="14161C"/>
                </a:solidFill>
                <a:latin typeface="Noto Sans JP ExtraBold" pitchFamily="34" charset="0"/>
                <a:ea typeface="Noto Sans JP ExtraBold" pitchFamily="34" charset="-122"/>
                <a:cs typeface="Noto Sans JP ExtraBold" pitchFamily="34" charset="-120"/>
              </a:rPr>
              <a:t> 測定点の 間の 空白</a:t>
            </a:r>
            <a:endParaRPr lang="en-US" sz="5700" dirty="0"/>
          </a:p>
        </p:txBody>
      </p:sp>
      <p:sp>
        <p:nvSpPr>
          <p:cNvPr id="3" name="Shape 1"/>
          <p:cNvSpPr/>
          <p:nvPr/>
        </p:nvSpPr>
        <p:spPr>
          <a:xfrm>
            <a:off x="914400" y="2762250"/>
            <a:ext cx="16459200" cy="1085850"/>
          </a:xfrm>
          <a:prstGeom prst="roundRect">
            <a:avLst>
              <a:gd name="adj" fmla="val 17544"/>
            </a:avLst>
          </a:prstGeom>
          <a:solidFill>
            <a:srgbClr val="E8E0CF"/>
          </a:solidFill>
          <a:ln w="19050">
            <a:solidFill>
              <a:srgbClr val="DDD5C1"/>
            </a:solidFill>
            <a:prstDash val="solid"/>
          </a:ln>
        </p:spPr>
      </p:sp>
      <p:sp>
        <p:nvSpPr>
          <p:cNvPr id="4" name="Shape 2"/>
          <p:cNvSpPr/>
          <p:nvPr/>
        </p:nvSpPr>
        <p:spPr>
          <a:xfrm>
            <a:off x="914400" y="2762250"/>
            <a:ext cx="133350" cy="1085850"/>
          </a:xfrm>
          <a:prstGeom prst="roundRect">
            <a:avLst>
              <a:gd name="adj" fmla="val 50000"/>
            </a:avLst>
          </a:prstGeom>
          <a:solidFill>
            <a:srgbClr val="B45309"/>
          </a:solidFill>
          <a:ln/>
        </p:spPr>
      </p:sp>
      <p:sp>
        <p:nvSpPr>
          <p:cNvPr id="5" name="Text 3"/>
          <p:cNvSpPr/>
          <p:nvPr/>
        </p:nvSpPr>
        <p:spPr>
          <a:xfrm>
            <a:off x="1295400" y="2762250"/>
            <a:ext cx="5905500" cy="1085850"/>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B45309"/>
                </a:solidFill>
                <a:latin typeface="Noto Sans JP ExtraBold" pitchFamily="34" charset="0"/>
                <a:ea typeface="Noto Sans JP ExtraBold" pitchFamily="34" charset="-122"/>
                <a:cs typeface="Noto Sans JP ExtraBold" pitchFamily="34" charset="-120"/>
              </a:rPr>
              <a:t>133°C（実測）</a:t>
            </a:r>
            <a:endParaRPr lang="en-US" sz="3000" dirty="0"/>
          </a:p>
        </p:txBody>
      </p:sp>
      <p:sp>
        <p:nvSpPr>
          <p:cNvPr id="6" name="Text 4"/>
          <p:cNvSpPr/>
          <p:nvPr/>
        </p:nvSpPr>
        <p:spPr>
          <a:xfrm>
            <a:off x="7581900" y="2762250"/>
            <a:ext cx="9525000" cy="1085850"/>
          </a:xfrm>
          <a:prstGeom prst="rect">
            <a:avLst/>
          </a:prstGeom>
          <a:noFill/>
          <a:ln/>
        </p:spPr>
        <p:txBody>
          <a:bodyPr wrap="square" lIns="0" tIns="0" rIns="0" bIns="0" rtlCol="0" anchor="ctr"/>
          <a:lstStyle/>
          <a:p>
            <a:pPr algn="l" indent="0" marL="0">
              <a:buNone/>
            </a:pPr>
            <a:r>
              <a:rPr lang="en-US" sz="2700" dirty="0" spc="-1" kern="0">
                <a:solidFill>
                  <a:srgbClr val="14161C"/>
                </a:solidFill>
                <a:latin typeface="Noto Sans JP" pitchFamily="34" charset="0"/>
                <a:ea typeface="Noto Sans JP" pitchFamily="34" charset="-122"/>
                <a:cs typeface="Noto Sans JP" pitchFamily="34" charset="-120"/>
              </a:rPr>
              <a:t>尿素100%</a:t>
            </a:r>
            <a:r>
              <a:rPr lang="en-US" sz="2700" dirty="0" spc="3" kern="0">
                <a:solidFill>
                  <a:srgbClr val="14161C"/>
                </a:solidFill>
                <a:latin typeface="Noto Sans JP" pitchFamily="34" charset="0"/>
                <a:ea typeface="Noto Sans JP" pitchFamily="34" charset="-122"/>
                <a:cs typeface="Noto Sans JP" pitchFamily="34" charset="-120"/>
              </a:rPr>
              <a:t> ・</a:t>
            </a:r>
            <a:r>
              <a:rPr lang="en-US" sz="2700" dirty="0" spc="0" kern="0">
                <a:solidFill>
                  <a:srgbClr val="14161C"/>
                </a:solidFill>
                <a:latin typeface="Noto Sans JP" pitchFamily="34" charset="0"/>
                <a:ea typeface="Noto Sans JP" pitchFamily="34" charset="-122"/>
                <a:cs typeface="Noto Sans JP" pitchFamily="34" charset="-120"/>
              </a:rPr>
              <a:t> ビウレット0%</a:t>
            </a:r>
            <a:r>
              <a:rPr lang="en-US" sz="2700" dirty="0" spc="3" kern="0">
                <a:solidFill>
                  <a:srgbClr val="14161C"/>
                </a:solidFill>
                <a:latin typeface="Noto Sans JP" pitchFamily="34" charset="0"/>
                <a:ea typeface="Noto Sans JP" pitchFamily="34" charset="-122"/>
                <a:cs typeface="Noto Sans JP" pitchFamily="34" charset="-120"/>
              </a:rPr>
              <a:t> ・</a:t>
            </a:r>
            <a:r>
              <a:rPr lang="en-US" sz="2700" dirty="0" spc="0" kern="0">
                <a:solidFill>
                  <a:srgbClr val="14161C"/>
                </a:solidFill>
                <a:latin typeface="Noto Sans JP" pitchFamily="34" charset="0"/>
                <a:ea typeface="Noto Sans JP" pitchFamily="34" charset="-122"/>
                <a:cs typeface="Noto Sans JP" pitchFamily="34" charset="-120"/>
              </a:rPr>
              <a:t> 合計100%</a:t>
            </a:r>
            <a:endParaRPr lang="en-US" sz="2700" dirty="0"/>
          </a:p>
        </p:txBody>
      </p:sp>
      <p:sp>
        <p:nvSpPr>
          <p:cNvPr id="7" name="Shape 5"/>
          <p:cNvSpPr/>
          <p:nvPr/>
        </p:nvSpPr>
        <p:spPr>
          <a:xfrm>
            <a:off x="914400" y="3981450"/>
            <a:ext cx="16459200" cy="1085850"/>
          </a:xfrm>
          <a:prstGeom prst="roundRect">
            <a:avLst>
              <a:gd name="adj" fmla="val 17544"/>
            </a:avLst>
          </a:prstGeom>
          <a:solidFill>
            <a:srgbClr val="FBF8F2"/>
          </a:solidFill>
          <a:ln w="19050">
            <a:solidFill>
              <a:srgbClr val="DDD5C1"/>
            </a:solidFill>
            <a:prstDash val="solid"/>
          </a:ln>
        </p:spPr>
      </p:sp>
      <p:sp>
        <p:nvSpPr>
          <p:cNvPr id="8" name="Shape 6"/>
          <p:cNvSpPr/>
          <p:nvPr/>
        </p:nvSpPr>
        <p:spPr>
          <a:xfrm>
            <a:off x="914400" y="3981450"/>
            <a:ext cx="133350" cy="1085850"/>
          </a:xfrm>
          <a:prstGeom prst="roundRect">
            <a:avLst>
              <a:gd name="adj" fmla="val 50000"/>
            </a:avLst>
          </a:prstGeom>
          <a:solidFill>
            <a:srgbClr val="0F766E"/>
          </a:solidFill>
          <a:ln/>
        </p:spPr>
      </p:sp>
      <p:sp>
        <p:nvSpPr>
          <p:cNvPr id="9" name="Text 7"/>
          <p:cNvSpPr/>
          <p:nvPr/>
        </p:nvSpPr>
        <p:spPr>
          <a:xfrm>
            <a:off x="1295400" y="3981450"/>
            <a:ext cx="5905500" cy="1085850"/>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0F766E"/>
                </a:solidFill>
                <a:latin typeface="Noto Sans JP ExtraBold" pitchFamily="34" charset="0"/>
                <a:ea typeface="Noto Sans JP ExtraBold" pitchFamily="34" charset="-122"/>
                <a:cs typeface="Noto Sans JP ExtraBold" pitchFamily="34" charset="-120"/>
              </a:rPr>
              <a:t>160°C（推定）</a:t>
            </a:r>
            <a:endParaRPr lang="en-US" sz="3000" dirty="0"/>
          </a:p>
        </p:txBody>
      </p:sp>
      <p:sp>
        <p:nvSpPr>
          <p:cNvPr id="10" name="Text 8"/>
          <p:cNvSpPr/>
          <p:nvPr/>
        </p:nvSpPr>
        <p:spPr>
          <a:xfrm>
            <a:off x="7581900" y="3981450"/>
            <a:ext cx="9525000" cy="1085850"/>
          </a:xfrm>
          <a:prstGeom prst="rect">
            <a:avLst/>
          </a:prstGeom>
          <a:noFill/>
          <a:ln/>
        </p:spPr>
        <p:txBody>
          <a:bodyPr wrap="square" lIns="0" tIns="0" rIns="0" bIns="0" rtlCol="0" anchor="ctr"/>
          <a:lstStyle/>
          <a:p>
            <a:pPr algn="l" indent="0" marL="0">
              <a:buNone/>
            </a:pPr>
            <a:r>
              <a:rPr lang="en-US" sz="2700" dirty="0" spc="-1" kern="0">
                <a:solidFill>
                  <a:srgbClr val="14161C"/>
                </a:solidFill>
                <a:latin typeface="Noto Sans JP" pitchFamily="34" charset="0"/>
                <a:ea typeface="Noto Sans JP" pitchFamily="34" charset="-122"/>
                <a:cs typeface="Noto Sans JP" pitchFamily="34" charset="-120"/>
              </a:rPr>
              <a:t>尿素約74%</a:t>
            </a:r>
            <a:r>
              <a:rPr lang="en-US" sz="2700" dirty="0" spc="3" kern="0">
                <a:solidFill>
                  <a:srgbClr val="14161C"/>
                </a:solidFill>
                <a:latin typeface="Noto Sans JP" pitchFamily="34" charset="0"/>
                <a:ea typeface="Noto Sans JP" pitchFamily="34" charset="-122"/>
                <a:cs typeface="Noto Sans JP" pitchFamily="34" charset="-120"/>
              </a:rPr>
              <a:t> ・</a:t>
            </a:r>
            <a:r>
              <a:rPr lang="en-US" sz="2700" dirty="0" spc="0" kern="0">
                <a:solidFill>
                  <a:srgbClr val="14161C"/>
                </a:solidFill>
                <a:latin typeface="Noto Sans JP" pitchFamily="34" charset="0"/>
                <a:ea typeface="Noto Sans JP" pitchFamily="34" charset="-122"/>
                <a:cs typeface="Noto Sans JP" pitchFamily="34" charset="-120"/>
              </a:rPr>
              <a:t> ビウレット約13%</a:t>
            </a:r>
            <a:r>
              <a:rPr lang="en-US" sz="2700" dirty="0" spc="3" kern="0">
                <a:solidFill>
                  <a:srgbClr val="14161C"/>
                </a:solidFill>
                <a:latin typeface="Noto Sans JP" pitchFamily="34" charset="0"/>
                <a:ea typeface="Noto Sans JP" pitchFamily="34" charset="-122"/>
                <a:cs typeface="Noto Sans JP" pitchFamily="34" charset="-120"/>
              </a:rPr>
              <a:t> ・</a:t>
            </a:r>
            <a:r>
              <a:rPr lang="en-US" sz="2700" dirty="0" spc="0" kern="0">
                <a:solidFill>
                  <a:srgbClr val="14161C"/>
                </a:solidFill>
                <a:latin typeface="Noto Sans JP" pitchFamily="34" charset="0"/>
                <a:ea typeface="Noto Sans JP" pitchFamily="34" charset="-122"/>
                <a:cs typeface="Noto Sans JP" pitchFamily="34" charset="-120"/>
              </a:rPr>
              <a:t> 合計約89%</a:t>
            </a:r>
            <a:endParaRPr lang="en-US" sz="2700" dirty="0"/>
          </a:p>
        </p:txBody>
      </p:sp>
      <p:sp>
        <p:nvSpPr>
          <p:cNvPr id="11" name="Shape 9"/>
          <p:cNvSpPr/>
          <p:nvPr/>
        </p:nvSpPr>
        <p:spPr>
          <a:xfrm>
            <a:off x="914400" y="5200650"/>
            <a:ext cx="16459200" cy="1085850"/>
          </a:xfrm>
          <a:prstGeom prst="roundRect">
            <a:avLst>
              <a:gd name="adj" fmla="val 17544"/>
            </a:avLst>
          </a:prstGeom>
          <a:solidFill>
            <a:srgbClr val="E8E0CF"/>
          </a:solidFill>
          <a:ln w="19050">
            <a:solidFill>
              <a:srgbClr val="DDD5C1"/>
            </a:solidFill>
            <a:prstDash val="solid"/>
          </a:ln>
        </p:spPr>
      </p:sp>
      <p:sp>
        <p:nvSpPr>
          <p:cNvPr id="12" name="Shape 10"/>
          <p:cNvSpPr/>
          <p:nvPr/>
        </p:nvSpPr>
        <p:spPr>
          <a:xfrm>
            <a:off x="914400" y="5200650"/>
            <a:ext cx="133350" cy="1085850"/>
          </a:xfrm>
          <a:prstGeom prst="roundRect">
            <a:avLst>
              <a:gd name="adj" fmla="val 50000"/>
            </a:avLst>
          </a:prstGeom>
          <a:solidFill>
            <a:srgbClr val="E8472B"/>
          </a:solidFill>
          <a:ln/>
        </p:spPr>
      </p:sp>
      <p:sp>
        <p:nvSpPr>
          <p:cNvPr id="13" name="Text 11"/>
          <p:cNvSpPr/>
          <p:nvPr/>
        </p:nvSpPr>
        <p:spPr>
          <a:xfrm>
            <a:off x="1295400" y="5200650"/>
            <a:ext cx="5905500" cy="1085850"/>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E8472B"/>
                </a:solidFill>
                <a:latin typeface="Noto Sans JP ExtraBold" pitchFamily="34" charset="0"/>
                <a:ea typeface="Noto Sans JP ExtraBold" pitchFamily="34" charset="-122"/>
                <a:cs typeface="Noto Sans JP ExtraBold" pitchFamily="34" charset="-120"/>
              </a:rPr>
              <a:t>170°C（推定）</a:t>
            </a:r>
            <a:endParaRPr lang="en-US" sz="3000" dirty="0"/>
          </a:p>
        </p:txBody>
      </p:sp>
      <p:sp>
        <p:nvSpPr>
          <p:cNvPr id="14" name="Text 12"/>
          <p:cNvSpPr/>
          <p:nvPr/>
        </p:nvSpPr>
        <p:spPr>
          <a:xfrm>
            <a:off x="7581900" y="5200650"/>
            <a:ext cx="9525000" cy="1085850"/>
          </a:xfrm>
          <a:prstGeom prst="rect">
            <a:avLst/>
          </a:prstGeom>
          <a:noFill/>
          <a:ln/>
        </p:spPr>
        <p:txBody>
          <a:bodyPr wrap="square" lIns="0" tIns="0" rIns="0" bIns="0" rtlCol="0" anchor="ctr"/>
          <a:lstStyle/>
          <a:p>
            <a:pPr algn="l" indent="0" marL="0">
              <a:buNone/>
            </a:pPr>
            <a:r>
              <a:rPr lang="en-US" sz="2700" dirty="0" spc="-1" kern="0">
                <a:solidFill>
                  <a:srgbClr val="14161C"/>
                </a:solidFill>
                <a:latin typeface="Noto Sans JP" pitchFamily="34" charset="0"/>
                <a:ea typeface="Noto Sans JP" pitchFamily="34" charset="-122"/>
                <a:cs typeface="Noto Sans JP" pitchFamily="34" charset="-120"/>
              </a:rPr>
              <a:t>尿素約65%</a:t>
            </a:r>
            <a:r>
              <a:rPr lang="en-US" sz="2700" dirty="0" spc="3" kern="0">
                <a:solidFill>
                  <a:srgbClr val="14161C"/>
                </a:solidFill>
                <a:latin typeface="Noto Sans JP" pitchFamily="34" charset="0"/>
                <a:ea typeface="Noto Sans JP" pitchFamily="34" charset="-122"/>
                <a:cs typeface="Noto Sans JP" pitchFamily="34" charset="-120"/>
              </a:rPr>
              <a:t> ・</a:t>
            </a:r>
            <a:r>
              <a:rPr lang="en-US" sz="2700" dirty="0" spc="0" kern="0">
                <a:solidFill>
                  <a:srgbClr val="14161C"/>
                </a:solidFill>
                <a:latin typeface="Noto Sans JP" pitchFamily="34" charset="0"/>
                <a:ea typeface="Noto Sans JP" pitchFamily="34" charset="-122"/>
                <a:cs typeface="Noto Sans JP" pitchFamily="34" charset="-120"/>
              </a:rPr>
              <a:t> ビウレット約18%</a:t>
            </a:r>
            <a:r>
              <a:rPr lang="en-US" sz="2700" dirty="0" spc="3" kern="0">
                <a:solidFill>
                  <a:srgbClr val="14161C"/>
                </a:solidFill>
                <a:latin typeface="Noto Sans JP" pitchFamily="34" charset="0"/>
                <a:ea typeface="Noto Sans JP" pitchFamily="34" charset="-122"/>
                <a:cs typeface="Noto Sans JP" pitchFamily="34" charset="-120"/>
              </a:rPr>
              <a:t> ・</a:t>
            </a:r>
            <a:r>
              <a:rPr lang="en-US" sz="2700" dirty="0" spc="0" kern="0">
                <a:solidFill>
                  <a:srgbClr val="14161C"/>
                </a:solidFill>
                <a:latin typeface="Noto Sans JP" pitchFamily="34" charset="0"/>
                <a:ea typeface="Noto Sans JP" pitchFamily="34" charset="-122"/>
                <a:cs typeface="Noto Sans JP" pitchFamily="34" charset="-120"/>
              </a:rPr>
              <a:t> 合計約85%</a:t>
            </a:r>
            <a:endParaRPr lang="en-US" sz="2700" dirty="0"/>
          </a:p>
        </p:txBody>
      </p:sp>
      <p:sp>
        <p:nvSpPr>
          <p:cNvPr id="15" name="Shape 13"/>
          <p:cNvSpPr/>
          <p:nvPr/>
        </p:nvSpPr>
        <p:spPr>
          <a:xfrm>
            <a:off x="914400" y="6419850"/>
            <a:ext cx="16459200" cy="1085850"/>
          </a:xfrm>
          <a:prstGeom prst="roundRect">
            <a:avLst>
              <a:gd name="adj" fmla="val 17544"/>
            </a:avLst>
          </a:prstGeom>
          <a:solidFill>
            <a:srgbClr val="FBF8F2"/>
          </a:solidFill>
          <a:ln w="19050">
            <a:solidFill>
              <a:srgbClr val="DDD5C1"/>
            </a:solidFill>
            <a:prstDash val="solid"/>
          </a:ln>
        </p:spPr>
      </p:sp>
      <p:sp>
        <p:nvSpPr>
          <p:cNvPr id="16" name="Shape 14"/>
          <p:cNvSpPr/>
          <p:nvPr/>
        </p:nvSpPr>
        <p:spPr>
          <a:xfrm>
            <a:off x="914400" y="6419850"/>
            <a:ext cx="133350" cy="1085850"/>
          </a:xfrm>
          <a:prstGeom prst="roundRect">
            <a:avLst>
              <a:gd name="adj" fmla="val 50000"/>
            </a:avLst>
          </a:prstGeom>
          <a:solidFill>
            <a:srgbClr val="1F3FD1"/>
          </a:solidFill>
          <a:ln/>
        </p:spPr>
      </p:sp>
      <p:sp>
        <p:nvSpPr>
          <p:cNvPr id="17" name="Text 15"/>
          <p:cNvSpPr/>
          <p:nvPr/>
        </p:nvSpPr>
        <p:spPr>
          <a:xfrm>
            <a:off x="1295400" y="6419850"/>
            <a:ext cx="5905500" cy="1085850"/>
          </a:xfrm>
          <a:prstGeom prst="rect">
            <a:avLst/>
          </a:prstGeom>
          <a:noFill/>
          <a:ln/>
        </p:spPr>
        <p:txBody>
          <a:bodyPr wrap="square" lIns="0" tIns="37976" rIns="0" bIns="-37976" rtlCol="0" anchor="ctr"/>
          <a:lstStyle/>
          <a:p>
            <a:pPr algn="l" indent="0" marL="0">
              <a:lnSpc>
                <a:spcPts val="3450"/>
              </a:lnSpc>
              <a:buNone/>
            </a:pPr>
            <a:r>
              <a:rPr lang="en-US" sz="3000" dirty="0" spc="-1" kern="0">
                <a:solidFill>
                  <a:srgbClr val="1F3FD1"/>
                </a:solidFill>
                <a:latin typeface="Noto Sans JP ExtraBold" pitchFamily="34" charset="0"/>
                <a:ea typeface="Noto Sans JP ExtraBold" pitchFamily="34" charset="-122"/>
                <a:cs typeface="Noto Sans JP ExtraBold" pitchFamily="34" charset="-120"/>
              </a:rPr>
              <a:t>190°C（実測）</a:t>
            </a:r>
            <a:endParaRPr lang="en-US" sz="3000" dirty="0"/>
          </a:p>
        </p:txBody>
      </p:sp>
      <p:sp>
        <p:nvSpPr>
          <p:cNvPr id="18" name="Text 16"/>
          <p:cNvSpPr/>
          <p:nvPr/>
        </p:nvSpPr>
        <p:spPr>
          <a:xfrm>
            <a:off x="7581900" y="6419850"/>
            <a:ext cx="9525000" cy="1085850"/>
          </a:xfrm>
          <a:prstGeom prst="rect">
            <a:avLst/>
          </a:prstGeom>
          <a:noFill/>
          <a:ln/>
        </p:spPr>
        <p:txBody>
          <a:bodyPr wrap="square" lIns="0" tIns="0" rIns="0" bIns="0" rtlCol="0" anchor="ctr"/>
          <a:lstStyle/>
          <a:p>
            <a:pPr algn="l" indent="0" marL="0">
              <a:buNone/>
            </a:pPr>
            <a:r>
              <a:rPr lang="en-US" sz="2700" dirty="0" spc="-1" kern="0">
                <a:solidFill>
                  <a:srgbClr val="14161C"/>
                </a:solidFill>
                <a:latin typeface="Noto Sans JP" pitchFamily="34" charset="0"/>
                <a:ea typeface="Noto Sans JP" pitchFamily="34" charset="-122"/>
                <a:cs typeface="Noto Sans JP" pitchFamily="34" charset="-120"/>
              </a:rPr>
              <a:t>尿素約46%</a:t>
            </a:r>
            <a:r>
              <a:rPr lang="en-US" sz="2700" dirty="0" spc="3" kern="0">
                <a:solidFill>
                  <a:srgbClr val="14161C"/>
                </a:solidFill>
                <a:latin typeface="Noto Sans JP" pitchFamily="34" charset="0"/>
                <a:ea typeface="Noto Sans JP" pitchFamily="34" charset="-122"/>
                <a:cs typeface="Noto Sans JP" pitchFamily="34" charset="-120"/>
              </a:rPr>
              <a:t> ・</a:t>
            </a:r>
            <a:r>
              <a:rPr lang="en-US" sz="2700" dirty="0" spc="0" kern="0">
                <a:solidFill>
                  <a:srgbClr val="14161C"/>
                </a:solidFill>
                <a:latin typeface="Noto Sans JP" pitchFamily="34" charset="0"/>
                <a:ea typeface="Noto Sans JP" pitchFamily="34" charset="-122"/>
                <a:cs typeface="Noto Sans JP" pitchFamily="34" charset="-120"/>
              </a:rPr>
              <a:t> ビウレット約28%</a:t>
            </a:r>
            <a:r>
              <a:rPr lang="en-US" sz="2700" dirty="0" spc="3" kern="0">
                <a:solidFill>
                  <a:srgbClr val="14161C"/>
                </a:solidFill>
                <a:latin typeface="Noto Sans JP" pitchFamily="34" charset="0"/>
                <a:ea typeface="Noto Sans JP" pitchFamily="34" charset="-122"/>
                <a:cs typeface="Noto Sans JP" pitchFamily="34" charset="-120"/>
              </a:rPr>
              <a:t> ・</a:t>
            </a:r>
            <a:r>
              <a:rPr lang="en-US" sz="2700" dirty="0" spc="0" kern="0">
                <a:solidFill>
                  <a:srgbClr val="14161C"/>
                </a:solidFill>
                <a:latin typeface="Noto Sans JP" pitchFamily="34" charset="0"/>
                <a:ea typeface="Noto Sans JP" pitchFamily="34" charset="-122"/>
                <a:cs typeface="Noto Sans JP" pitchFamily="34" charset="-120"/>
              </a:rPr>
              <a:t> 合計約77%</a:t>
            </a:r>
            <a:endParaRPr lang="en-US" sz="2700" dirty="0"/>
          </a:p>
        </p:txBody>
      </p:sp>
      <p:sp>
        <p:nvSpPr>
          <p:cNvPr id="19" name="Shape 17"/>
          <p:cNvSpPr/>
          <p:nvPr/>
        </p:nvSpPr>
        <p:spPr>
          <a:xfrm>
            <a:off x="914400" y="7639050"/>
            <a:ext cx="16459200" cy="1085850"/>
          </a:xfrm>
          <a:prstGeom prst="roundRect">
            <a:avLst>
              <a:gd name="adj" fmla="val 17544"/>
            </a:avLst>
          </a:prstGeom>
          <a:solidFill>
            <a:srgbClr val="E8E0CF"/>
          </a:solidFill>
          <a:ln w="19050">
            <a:solidFill>
              <a:srgbClr val="DDD5C1"/>
            </a:solidFill>
            <a:prstDash val="solid"/>
          </a:ln>
        </p:spPr>
      </p:sp>
      <p:sp>
        <p:nvSpPr>
          <p:cNvPr id="20" name="Shape 18"/>
          <p:cNvSpPr/>
          <p:nvPr/>
        </p:nvSpPr>
        <p:spPr>
          <a:xfrm>
            <a:off x="914400" y="7639050"/>
            <a:ext cx="133350" cy="1085850"/>
          </a:xfrm>
          <a:prstGeom prst="roundRect">
            <a:avLst>
              <a:gd name="adj" fmla="val 50000"/>
            </a:avLst>
          </a:prstGeom>
          <a:solidFill>
            <a:srgbClr val="B45309"/>
          </a:solidFill>
          <a:ln/>
        </p:spPr>
      </p:sp>
      <p:sp>
        <p:nvSpPr>
          <p:cNvPr id="21" name="Text 19"/>
          <p:cNvSpPr/>
          <p:nvPr/>
        </p:nvSpPr>
        <p:spPr>
          <a:xfrm>
            <a:off x="1295400" y="7639050"/>
            <a:ext cx="5905500" cy="1085850"/>
          </a:xfrm>
          <a:prstGeom prst="rect">
            <a:avLst/>
          </a:prstGeom>
          <a:noFill/>
          <a:ln/>
        </p:spPr>
        <p:txBody>
          <a:bodyPr wrap="square" lIns="0" tIns="37976" rIns="0" bIns="-37976" rtlCol="0" anchor="ctr"/>
          <a:lstStyle/>
          <a:p>
            <a:pPr algn="l" indent="0" marL="0">
              <a:lnSpc>
                <a:spcPts val="3450"/>
              </a:lnSpc>
              <a:buNone/>
            </a:pPr>
            <a:r>
              <a:rPr lang="en-US" sz="3000" dirty="0" kern="0">
                <a:solidFill>
                  <a:srgbClr val="B45309"/>
                </a:solidFill>
                <a:latin typeface="Noto Sans JP ExtraBold" pitchFamily="34" charset="0"/>
                <a:ea typeface="Noto Sans JP ExtraBold" pitchFamily="34" charset="-122"/>
                <a:cs typeface="Noto Sans JP ExtraBold" pitchFamily="34" charset="-120"/>
              </a:rPr>
              <a:t>注意</a:t>
            </a:r>
            <a:endParaRPr lang="en-US" sz="3000" dirty="0"/>
          </a:p>
        </p:txBody>
      </p:sp>
      <p:sp>
        <p:nvSpPr>
          <p:cNvPr id="22" name="Text 20"/>
          <p:cNvSpPr/>
          <p:nvPr/>
        </p:nvSpPr>
        <p:spPr>
          <a:xfrm>
            <a:off x="7581900" y="7639050"/>
            <a:ext cx="9525000" cy="1085850"/>
          </a:xfrm>
          <a:prstGeom prst="rect">
            <a:avLst/>
          </a:prstGeom>
          <a:noFill/>
          <a:ln/>
        </p:spPr>
        <p:txBody>
          <a:bodyPr wrap="square" lIns="0" tIns="0" rIns="0" bIns="0" rtlCol="0" anchor="ctr"/>
          <a:lstStyle/>
          <a:p>
            <a:pPr algn="l" indent="0" marL="0">
              <a:buNone/>
            </a:pPr>
            <a:r>
              <a:rPr lang="en-US" sz="2700" dirty="0" spc="-1" kern="0">
                <a:solidFill>
                  <a:srgbClr val="14161C"/>
                </a:solidFill>
                <a:latin typeface="Noto Sans JP" pitchFamily="34" charset="0"/>
                <a:ea typeface="Noto Sans JP" pitchFamily="34" charset="-122"/>
                <a:cs typeface="Noto Sans JP" pitchFamily="34" charset="-120"/>
              </a:rPr>
              <a:t>2点を</a:t>
            </a:r>
            <a:r>
              <a:rPr lang="en-US" sz="2700" dirty="0" spc="2" kern="0">
                <a:solidFill>
                  <a:srgbClr val="14161C"/>
                </a:solidFill>
                <a:latin typeface="Noto Sans JP" pitchFamily="34" charset="0"/>
                <a:ea typeface="Noto Sans JP" pitchFamily="34" charset="-122"/>
                <a:cs typeface="Noto Sans JP" pitchFamily="34" charset="-120"/>
              </a:rPr>
              <a:t> 直線で</a:t>
            </a:r>
            <a:r>
              <a:rPr lang="en-US" sz="2700" dirty="0" spc="-19" kern="0">
                <a:solidFill>
                  <a:srgbClr val="14161C"/>
                </a:solidFill>
                <a:latin typeface="Noto Sans JP" pitchFamily="34" charset="0"/>
                <a:ea typeface="Noto Sans JP" pitchFamily="34" charset="-122"/>
                <a:cs typeface="Noto Sans JP" pitchFamily="34" charset="-120"/>
              </a:rPr>
              <a:t> 結んだだけ。</a:t>
            </a:r>
            <a:r>
              <a:rPr lang="en-US" sz="2700" dirty="0" spc="1" kern="0">
                <a:solidFill>
                  <a:srgbClr val="14161C"/>
                </a:solidFill>
                <a:latin typeface="Noto Sans JP" pitchFamily="34" charset="0"/>
                <a:ea typeface="Noto Sans JP" pitchFamily="34" charset="-122"/>
                <a:cs typeface="Noto Sans JP" pitchFamily="34" charset="-120"/>
              </a:rPr>
              <a:t> 実際の</a:t>
            </a:r>
            <a:r>
              <a:rPr lang="en-US" sz="2700" dirty="0" spc="2" kern="0">
                <a:solidFill>
                  <a:srgbClr val="14161C"/>
                </a:solidFill>
                <a:latin typeface="Noto Sans JP" pitchFamily="34" charset="0"/>
                <a:ea typeface="Noto Sans JP" pitchFamily="34" charset="-122"/>
                <a:cs typeface="Noto Sans JP" pitchFamily="34" charset="-120"/>
              </a:rPr>
              <a:t> 曲線は</a:t>
            </a:r>
            <a:r>
              <a:rPr lang="en-US" sz="2700" dirty="0" spc="1" kern="0">
                <a:solidFill>
                  <a:srgbClr val="14161C"/>
                </a:solidFill>
                <a:latin typeface="Noto Sans JP" pitchFamily="34" charset="0"/>
                <a:ea typeface="Noto Sans JP" pitchFamily="34" charset="-122"/>
                <a:cs typeface="Noto Sans JP" pitchFamily="34" charset="-120"/>
              </a:rPr>
              <a:t> 曲がる 可能性あり</a:t>
            </a:r>
            <a:endParaRPr lang="en-US" sz="270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[S4]</a:t>
            </a:r>
            <a:endParaRPr lang="en-US" sz="1800" dirty="0"/>
          </a:p>
        </p:txBody>
      </p:sp>
      <p:sp>
        <p:nvSpPr>
          <p:cNvPr id="24" name="Shape 22"/>
          <p:cNvSpPr/>
          <p:nvPr/>
        </p:nvSpPr>
        <p:spPr>
          <a:xfrm>
            <a:off x="942975" y="9563100"/>
            <a:ext cx="114300" cy="114300"/>
          </a:xfrm>
          <a:prstGeom prst="ellipse">
            <a:avLst/>
          </a:prstGeom>
          <a:solidFill>
            <a:srgbClr val="14161C">
              <a:alpha val="28000"/>
            </a:srgbClr>
          </a:solidFill>
          <a:ln/>
        </p:spPr>
      </p:sp>
      <p:sp>
        <p:nvSpPr>
          <p:cNvPr id="25" name="Shape 23"/>
          <p:cNvSpPr/>
          <p:nvPr/>
        </p:nvSpPr>
        <p:spPr>
          <a:xfrm>
            <a:off x="1171575" y="9563100"/>
            <a:ext cx="114300" cy="114300"/>
          </a:xfrm>
          <a:prstGeom prst="ellipse">
            <a:avLst/>
          </a:prstGeom>
          <a:solidFill>
            <a:srgbClr val="14161C">
              <a:alpha val="28000"/>
            </a:srgbClr>
          </a:solidFill>
          <a:ln/>
        </p:spPr>
      </p:sp>
      <p:sp>
        <p:nvSpPr>
          <p:cNvPr id="26" name="Shape 24"/>
          <p:cNvSpPr/>
          <p:nvPr/>
        </p:nvSpPr>
        <p:spPr>
          <a:xfrm>
            <a:off x="1400175" y="9563100"/>
            <a:ext cx="114300" cy="114300"/>
          </a:xfrm>
          <a:prstGeom prst="ellipse">
            <a:avLst/>
          </a:prstGeom>
          <a:solidFill>
            <a:srgbClr val="14161C">
              <a:alpha val="28000"/>
            </a:srgbClr>
          </a:solidFill>
          <a:ln/>
        </p:spPr>
      </p:sp>
      <p:sp>
        <p:nvSpPr>
          <p:cNvPr id="27" name="Shape 25"/>
          <p:cNvSpPr/>
          <p:nvPr/>
        </p:nvSpPr>
        <p:spPr>
          <a:xfrm>
            <a:off x="1628775" y="9563100"/>
            <a:ext cx="114300" cy="114300"/>
          </a:xfrm>
          <a:prstGeom prst="ellipse">
            <a:avLst/>
          </a:prstGeom>
          <a:solidFill>
            <a:srgbClr val="14161C">
              <a:alpha val="28000"/>
            </a:srgbClr>
          </a:solidFill>
          <a:ln/>
        </p:spPr>
      </p:sp>
      <p:sp>
        <p:nvSpPr>
          <p:cNvPr id="28" name="Shape 26"/>
          <p:cNvSpPr/>
          <p:nvPr/>
        </p:nvSpPr>
        <p:spPr>
          <a:xfrm>
            <a:off x="1857375" y="9563100"/>
            <a:ext cx="114300" cy="114300"/>
          </a:xfrm>
          <a:prstGeom prst="ellipse">
            <a:avLst/>
          </a:prstGeom>
          <a:solidFill>
            <a:srgbClr val="14161C">
              <a:alpha val="28000"/>
            </a:srgbClr>
          </a:solidFill>
          <a:ln/>
        </p:spPr>
      </p:sp>
      <p:sp>
        <p:nvSpPr>
          <p:cNvPr id="29" name="Shape 27"/>
          <p:cNvSpPr/>
          <p:nvPr/>
        </p:nvSpPr>
        <p:spPr>
          <a:xfrm>
            <a:off x="2066925" y="9544050"/>
            <a:ext cx="152400" cy="152400"/>
          </a:xfrm>
          <a:prstGeom prst="ellipse">
            <a:avLst/>
          </a:prstGeom>
          <a:solidFill>
            <a:srgbClr val="E8472B"/>
          </a:solidFill>
          <a:ln/>
        </p:spPr>
      </p:sp>
      <p:sp>
        <p:nvSpPr>
          <p:cNvPr id="30" name="Shape 28"/>
          <p:cNvSpPr/>
          <p:nvPr/>
        </p:nvSpPr>
        <p:spPr>
          <a:xfrm>
            <a:off x="2314575" y="9563100"/>
            <a:ext cx="114300" cy="114300"/>
          </a:xfrm>
          <a:prstGeom prst="ellipse">
            <a:avLst/>
          </a:prstGeom>
          <a:solidFill>
            <a:srgbClr val="14161C">
              <a:alpha val="28000"/>
            </a:srgbClr>
          </a:solidFill>
          <a:ln/>
        </p:spPr>
      </p:sp>
      <p:sp>
        <p:nvSpPr>
          <p:cNvPr id="31" name="Shape 29"/>
          <p:cNvSpPr/>
          <p:nvPr/>
        </p:nvSpPr>
        <p:spPr>
          <a:xfrm>
            <a:off x="2543175" y="9563100"/>
            <a:ext cx="114300" cy="114300"/>
          </a:xfrm>
          <a:prstGeom prst="ellipse">
            <a:avLst/>
          </a:prstGeom>
          <a:solidFill>
            <a:srgbClr val="14161C">
              <a:alpha val="28000"/>
            </a:srgbClr>
          </a:solidFill>
          <a:ln/>
        </p:spPr>
      </p:sp>
      <p:sp>
        <p:nvSpPr>
          <p:cNvPr id="32" name="Shape 30"/>
          <p:cNvSpPr/>
          <p:nvPr/>
        </p:nvSpPr>
        <p:spPr>
          <a:xfrm>
            <a:off x="2771775" y="9563100"/>
            <a:ext cx="114300" cy="114300"/>
          </a:xfrm>
          <a:prstGeom prst="ellipse">
            <a:avLst/>
          </a:prstGeom>
          <a:solidFill>
            <a:srgbClr val="14161C">
              <a:alpha val="28000"/>
            </a:srgbClr>
          </a:solidFill>
          <a:ln/>
        </p:spPr>
      </p:sp>
      <p:sp>
        <p:nvSpPr>
          <p:cNvPr id="33" name="Shape 31"/>
          <p:cNvSpPr/>
          <p:nvPr/>
        </p:nvSpPr>
        <p:spPr>
          <a:xfrm>
            <a:off x="3000375" y="9563100"/>
            <a:ext cx="114300" cy="114300"/>
          </a:xfrm>
          <a:prstGeom prst="ellipse">
            <a:avLst/>
          </a:prstGeom>
          <a:solidFill>
            <a:srgbClr val="14161C">
              <a:alpha val="28000"/>
            </a:srgbClr>
          </a:solidFill>
          <a:ln/>
        </p:spPr>
      </p:sp>
      <p:sp>
        <p:nvSpPr>
          <p:cNvPr id="34" name="Shape 32"/>
          <p:cNvSpPr/>
          <p:nvPr/>
        </p:nvSpPr>
        <p:spPr>
          <a:xfrm>
            <a:off x="3228975" y="9563100"/>
            <a:ext cx="114300" cy="114300"/>
          </a:xfrm>
          <a:prstGeom prst="ellipse">
            <a:avLst/>
          </a:prstGeom>
          <a:solidFill>
            <a:srgbClr val="14161C">
              <a:alpha val="28000"/>
            </a:srgbClr>
          </a:solidFill>
          <a:ln/>
        </p:spPr>
      </p:sp>
      <p:sp>
        <p:nvSpPr>
          <p:cNvPr id="35" name="Shape 33"/>
          <p:cNvSpPr/>
          <p:nvPr/>
        </p:nvSpPr>
        <p:spPr>
          <a:xfrm>
            <a:off x="3457575" y="9563100"/>
            <a:ext cx="114300" cy="114300"/>
          </a:xfrm>
          <a:prstGeom prst="ellipse">
            <a:avLst/>
          </a:prstGeom>
          <a:solidFill>
            <a:srgbClr val="14161C">
              <a:alpha val="28000"/>
            </a:srgbClr>
          </a:solidFill>
          <a:ln/>
        </p:spPr>
      </p:sp>
      <p:sp>
        <p:nvSpPr>
          <p:cNvPr id="36" name="Shape 34"/>
          <p:cNvSpPr/>
          <p:nvPr/>
        </p:nvSpPr>
        <p:spPr>
          <a:xfrm>
            <a:off x="3686175" y="9563100"/>
            <a:ext cx="114300" cy="114300"/>
          </a:xfrm>
          <a:prstGeom prst="ellipse">
            <a:avLst/>
          </a:prstGeom>
          <a:solidFill>
            <a:srgbClr val="14161C">
              <a:alpha val="28000"/>
            </a:srgbClr>
          </a:solidFill>
          <a:ln/>
        </p:spPr>
      </p:sp>
      <p:sp>
        <p:nvSpPr>
          <p:cNvPr id="37" name="Shape 35"/>
          <p:cNvSpPr/>
          <p:nvPr/>
        </p:nvSpPr>
        <p:spPr>
          <a:xfrm>
            <a:off x="3914775" y="9563100"/>
            <a:ext cx="114300" cy="114300"/>
          </a:xfrm>
          <a:prstGeom prst="ellipse">
            <a:avLst/>
          </a:prstGeom>
          <a:solidFill>
            <a:srgbClr val="14161C">
              <a:alpha val="28000"/>
            </a:srgbClr>
          </a:solidFill>
          <a:ln/>
        </p:spPr>
      </p:sp>
      <p:sp>
        <p:nvSpPr>
          <p:cNvPr id="38" name="Shape 36"/>
          <p:cNvSpPr/>
          <p:nvPr/>
        </p:nvSpPr>
        <p:spPr>
          <a:xfrm>
            <a:off x="4143375" y="9563100"/>
            <a:ext cx="114300" cy="114300"/>
          </a:xfrm>
          <a:prstGeom prst="ellipse">
            <a:avLst/>
          </a:prstGeom>
          <a:solidFill>
            <a:srgbClr val="14161C">
              <a:alpha val="28000"/>
            </a:srgbClr>
          </a:solidFill>
          <a:ln/>
        </p:spPr>
      </p:sp>
      <p:sp>
        <p:nvSpPr>
          <p:cNvPr id="39" name="Shape 37"/>
          <p:cNvSpPr/>
          <p:nvPr/>
        </p:nvSpPr>
        <p:spPr>
          <a:xfrm>
            <a:off x="4371975" y="9563100"/>
            <a:ext cx="114300" cy="114300"/>
          </a:xfrm>
          <a:prstGeom prst="ellipse">
            <a:avLst/>
          </a:prstGeom>
          <a:solidFill>
            <a:srgbClr val="14161C">
              <a:alpha val="28000"/>
            </a:srgbClr>
          </a:solidFill>
          <a:ln/>
        </p:spPr>
      </p:sp>
      <p:sp>
        <p:nvSpPr>
          <p:cNvPr id="40" name="Shape 38"/>
          <p:cNvSpPr/>
          <p:nvPr/>
        </p:nvSpPr>
        <p:spPr>
          <a:xfrm>
            <a:off x="4600575" y="9563100"/>
            <a:ext cx="114300" cy="114300"/>
          </a:xfrm>
          <a:prstGeom prst="ellipse">
            <a:avLst/>
          </a:prstGeom>
          <a:solidFill>
            <a:srgbClr val="14161C">
              <a:alpha val="28000"/>
            </a:srgbClr>
          </a:solidFill>
          <a:ln/>
        </p:spPr>
      </p:sp>
      <p:sp>
        <p:nvSpPr>
          <p:cNvPr id="41" name="Text 39"/>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L17</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06/17</a:t>
            </a:r>
            <a:endParaRPr lang="en-US" sz="1800" dirty="0"/>
          </a:p>
        </p:txBody>
      </p:sp>
      <p:sp>
        <p:nvSpPr>
          <p:cNvPr id="42" name="Shape 40"/>
          <p:cNvSpPr/>
          <p:nvPr/>
        </p:nvSpPr>
        <p:spPr>
          <a:xfrm>
            <a:off x="15983712" y="9076331"/>
            <a:ext cx="1645920" cy="552301"/>
          </a:xfrm>
          <a:prstGeom prst="roundRect">
            <a:avLst>
              <a:gd name="adj" fmla="val 28000"/>
            </a:avLst>
          </a:prstGeom>
          <a:solidFill>
            <a:srgbClr val="FFFFFF">
              <a:alpha val="82000"/>
            </a:srgbClr>
          </a:solidFill>
          <a:ln/>
        </p:spPr>
      </p:sp>
      <p:pic>
        <p:nvPicPr>
          <p:cNvPr id="43" name="Moda image moda-export-watermark-e366d2e7-e998-4a96-a995-c413d26aab61"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190°C：</a:t>
            </a:r>
            <a:r>
              <a:rPr lang="en-US" sz="5700" dirty="0" spc="0" kern="0">
                <a:solidFill>
                  <a:srgbClr val="F3EEE3"/>
                </a:solidFill>
                <a:latin typeface="Noto Sans JP ExtraBold" pitchFamily="34" charset="0"/>
                <a:ea typeface="Noto Sans JP ExtraBold" pitchFamily="34" charset="-122"/>
                <a:cs typeface="Noto Sans JP ExtraBold" pitchFamily="34" charset="-120"/>
              </a:rPr>
              <a:t> ビウレットが ピークに</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2C3040"/>
            </a:solidFill>
            <a:prstDash val="solid"/>
          </a:ln>
        </p:spPr>
      </p:sp>
      <p:pic>
        <p:nvPicPr>
          <p:cNvPr id="4" name="Moda image rect-1793103896172-891322014" descr="">    </p:cNvPr>
          <p:cNvPicPr>
            <a:picLocks noChangeAspect="1"/>
          </p:cNvPicPr>
          <p:nvPr/>
        </p:nvPicPr>
        <p:blipFill>
          <a:blip r:embed="rId1"/>
          <a:srcRect l="0" r="0" t="0" b="0"/>
          <a:stretch/>
        </p:blipFill>
        <p:spPr>
          <a:xfrm>
            <a:off x="1104900" y="2438400"/>
            <a:ext cx="8572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9AA0B5"/>
                </a:solidFill>
                <a:latin typeface="Noto Sans JP" pitchFamily="34" charset="0"/>
                <a:ea typeface="Noto Sans JP" pitchFamily="34" charset="-122"/>
                <a:cs typeface="Noto Sans JP" pitchFamily="34" charset="-120"/>
              </a:rPr>
              <a:t>図: S1の</a:t>
            </a:r>
            <a:r>
              <a:rPr lang="en-US" sz="1650" dirty="0" spc="-1" kern="0">
                <a:solidFill>
                  <a:srgbClr val="9AA0B5"/>
                </a:solidFill>
                <a:latin typeface="Noto Sans JP" pitchFamily="34" charset="0"/>
                <a:ea typeface="Noto Sans JP" pitchFamily="34" charset="-122"/>
                <a:cs typeface="Noto Sans JP" pitchFamily="34" charset="-120"/>
              </a:rPr>
              <a:t> グラフの 数値から</a:t>
            </a:r>
            <a:r>
              <a:rPr lang="en-US" sz="1650" dirty="0" spc="0" kern="0">
                <a:solidFill>
                  <a:srgbClr val="9AA0B5"/>
                </a:solidFill>
                <a:latin typeface="Noto Sans JP" pitchFamily="34" charset="0"/>
                <a:ea typeface="Noto Sans JP" pitchFamily="34" charset="-122"/>
                <a:cs typeface="Noto Sans JP" pitchFamily="34" charset="-120"/>
              </a:rPr>
              <a:t> 再作図（目読み、±2%）</a:t>
            </a:r>
            <a:endParaRPr lang="en-US" sz="1650" dirty="0"/>
          </a:p>
        </p:txBody>
      </p:sp>
      <p:sp>
        <p:nvSpPr>
          <p:cNvPr id="6" name="Shape 3"/>
          <p:cNvSpPr/>
          <p:nvPr/>
        </p:nvSpPr>
        <p:spPr>
          <a:xfrm>
            <a:off x="10248900" y="2247900"/>
            <a:ext cx="7124700" cy="838200"/>
          </a:xfrm>
          <a:prstGeom prst="roundRect">
            <a:avLst>
              <a:gd name="adj" fmla="val 22727"/>
            </a:avLst>
          </a:prstGeom>
          <a:solidFill>
            <a:srgbClr val="1E212B"/>
          </a:solidFill>
          <a:ln/>
        </p:spPr>
      </p:sp>
      <p:sp>
        <p:nvSpPr>
          <p:cNvPr id="7" name="Shape 4"/>
          <p:cNvSpPr/>
          <p:nvPr/>
        </p:nvSpPr>
        <p:spPr>
          <a:xfrm>
            <a:off x="10248900" y="2247900"/>
            <a:ext cx="114300" cy="838200"/>
          </a:xfrm>
          <a:prstGeom prst="roundRect">
            <a:avLst>
              <a:gd name="adj" fmla="val 50000"/>
            </a:avLst>
          </a:prstGeom>
          <a:solidFill>
            <a:srgbClr val="FF6A4D"/>
          </a:solidFill>
          <a:ln/>
        </p:spPr>
      </p:sp>
      <p:sp>
        <p:nvSpPr>
          <p:cNvPr id="8" name="Text 5"/>
          <p:cNvSpPr/>
          <p:nvPr/>
        </p:nvSpPr>
        <p:spPr>
          <a:xfrm>
            <a:off x="10591800" y="2343150"/>
            <a:ext cx="6591300" cy="333375"/>
          </a:xfrm>
          <a:prstGeom prst="rect">
            <a:avLst/>
          </a:prstGeom>
          <a:noFill/>
          <a:ln/>
        </p:spPr>
        <p:txBody>
          <a:bodyPr wrap="square" lIns="0" tIns="0" rIns="0" bIns="0" rtlCol="0" anchor="ctr"/>
          <a:lstStyle/>
          <a:p>
            <a:pPr algn="l" indent="0" marL="0">
              <a:buNone/>
            </a:pPr>
            <a:r>
              <a:rPr lang="en-US" sz="2187" dirty="0" kern="0">
                <a:solidFill>
                  <a:srgbClr val="FF6A4D"/>
                </a:solidFill>
                <a:latin typeface="Noto Sans JP ExtraBold" pitchFamily="34" charset="0"/>
                <a:ea typeface="Noto Sans JP ExtraBold" pitchFamily="34" charset="-122"/>
                <a:cs typeface="Noto Sans JP ExtraBold" pitchFamily="34" charset="-120"/>
              </a:rPr>
              <a:t>減少</a:t>
            </a:r>
            <a:endParaRPr lang="en-US" sz="2187" dirty="0"/>
          </a:p>
        </p:txBody>
      </p:sp>
      <p:sp>
        <p:nvSpPr>
          <p:cNvPr id="9" name="Text 6"/>
          <p:cNvSpPr/>
          <p:nvPr/>
        </p:nvSpPr>
        <p:spPr>
          <a:xfrm>
            <a:off x="10591800" y="2581275"/>
            <a:ext cx="6591300" cy="466725"/>
          </a:xfrm>
          <a:prstGeom prst="rect">
            <a:avLst/>
          </a:prstGeom>
          <a:noFill/>
          <a:ln/>
        </p:spPr>
        <p:txBody>
          <a:bodyPr wrap="square" lIns="0" tIns="32248" rIns="0" bIns="-32248" rtlCol="0" anchor="ctr"/>
          <a:lstStyle/>
          <a:p>
            <a:pPr algn="l" indent="0" marL="0">
              <a:lnSpc>
                <a:spcPts val="2933"/>
              </a:lnSpc>
              <a:buNone/>
            </a:pPr>
            <a:r>
              <a:rPr lang="en-US" sz="2550" dirty="0" spc="1" kern="0">
                <a:solidFill>
                  <a:srgbClr val="F3EEE3"/>
                </a:solidFill>
                <a:latin typeface="Noto Sans JP SemiBold" pitchFamily="34" charset="0"/>
                <a:ea typeface="Noto Sans JP SemiBold" pitchFamily="34" charset="-122"/>
                <a:cs typeface="Noto Sans JP SemiBold" pitchFamily="34" charset="-120"/>
              </a:rPr>
              <a:t>尿素約46%、 合計約77%</a:t>
            </a:r>
            <a:endParaRPr lang="en-US" sz="2550" dirty="0"/>
          </a:p>
        </p:txBody>
      </p:sp>
      <p:sp>
        <p:nvSpPr>
          <p:cNvPr id="10" name="Shape 7"/>
          <p:cNvSpPr/>
          <p:nvPr/>
        </p:nvSpPr>
        <p:spPr>
          <a:xfrm>
            <a:off x="10248900" y="3219450"/>
            <a:ext cx="7124700" cy="838200"/>
          </a:xfrm>
          <a:prstGeom prst="roundRect">
            <a:avLst>
              <a:gd name="adj" fmla="val 22727"/>
            </a:avLst>
          </a:prstGeom>
          <a:solidFill>
            <a:srgbClr val="1E212B"/>
          </a:solidFill>
          <a:ln/>
        </p:spPr>
      </p:sp>
      <p:sp>
        <p:nvSpPr>
          <p:cNvPr id="11" name="Shape 8"/>
          <p:cNvSpPr/>
          <p:nvPr/>
        </p:nvSpPr>
        <p:spPr>
          <a:xfrm>
            <a:off x="10248900" y="3219450"/>
            <a:ext cx="114300" cy="838200"/>
          </a:xfrm>
          <a:prstGeom prst="roundRect">
            <a:avLst>
              <a:gd name="adj" fmla="val 50000"/>
            </a:avLst>
          </a:prstGeom>
          <a:solidFill>
            <a:srgbClr val="7C93FF"/>
          </a:solidFill>
          <a:ln/>
        </p:spPr>
      </p:sp>
      <p:sp>
        <p:nvSpPr>
          <p:cNvPr id="12" name="Text 9"/>
          <p:cNvSpPr/>
          <p:nvPr/>
        </p:nvSpPr>
        <p:spPr>
          <a:xfrm>
            <a:off x="10591800" y="3314700"/>
            <a:ext cx="6591300" cy="333375"/>
          </a:xfrm>
          <a:prstGeom prst="rect">
            <a:avLst/>
          </a:prstGeom>
          <a:noFill/>
          <a:ln/>
        </p:spPr>
        <p:txBody>
          <a:bodyPr wrap="square" lIns="0" tIns="0" rIns="0" bIns="0" rtlCol="0" anchor="ctr"/>
          <a:lstStyle/>
          <a:p>
            <a:pPr algn="l" indent="0" marL="0">
              <a:buNone/>
            </a:pPr>
            <a:r>
              <a:rPr lang="en-US" sz="2187" dirty="0" kern="0">
                <a:solidFill>
                  <a:srgbClr val="7C93FF"/>
                </a:solidFill>
                <a:latin typeface="Noto Sans JP ExtraBold" pitchFamily="34" charset="0"/>
                <a:ea typeface="Noto Sans JP ExtraBold" pitchFamily="34" charset="-122"/>
                <a:cs typeface="Noto Sans JP ExtraBold" pitchFamily="34" charset="-120"/>
              </a:rPr>
              <a:t>増加</a:t>
            </a:r>
            <a:endParaRPr lang="en-US" sz="2187" dirty="0"/>
          </a:p>
        </p:txBody>
      </p:sp>
      <p:sp>
        <p:nvSpPr>
          <p:cNvPr id="13" name="Text 10"/>
          <p:cNvSpPr/>
          <p:nvPr/>
        </p:nvSpPr>
        <p:spPr>
          <a:xfrm>
            <a:off x="10591800" y="3552825"/>
            <a:ext cx="6591300" cy="466725"/>
          </a:xfrm>
          <a:prstGeom prst="rect">
            <a:avLst/>
          </a:prstGeom>
          <a:noFill/>
          <a:ln/>
        </p:spPr>
        <p:txBody>
          <a:bodyPr wrap="square" lIns="0" tIns="32248" rIns="0" bIns="-32248" rtlCol="0" anchor="ctr"/>
          <a:lstStyle/>
          <a:p>
            <a:pPr algn="l" indent="0" marL="0">
              <a:lnSpc>
                <a:spcPts val="2933"/>
              </a:lnSpc>
              <a:buNone/>
            </a:pPr>
            <a:r>
              <a:rPr lang="en-US" sz="2550" dirty="0" spc="1" kern="0">
                <a:solidFill>
                  <a:srgbClr val="F3EEE3"/>
                </a:solidFill>
                <a:latin typeface="Noto Sans JP SemiBold" pitchFamily="34" charset="0"/>
                <a:ea typeface="Noto Sans JP SemiBold" pitchFamily="34" charset="-122"/>
                <a:cs typeface="Noto Sans JP SemiBold" pitchFamily="34" charset="-120"/>
              </a:rPr>
              <a:t>ビウレット約28%（ピーク）</a:t>
            </a:r>
            <a:endParaRPr lang="en-US" sz="2550" dirty="0"/>
          </a:p>
        </p:txBody>
      </p:sp>
      <p:sp>
        <p:nvSpPr>
          <p:cNvPr id="14" name="Shape 11"/>
          <p:cNvSpPr/>
          <p:nvPr/>
        </p:nvSpPr>
        <p:spPr>
          <a:xfrm>
            <a:off x="10248900" y="4191000"/>
            <a:ext cx="7124700" cy="838200"/>
          </a:xfrm>
          <a:prstGeom prst="roundRect">
            <a:avLst>
              <a:gd name="adj" fmla="val 22727"/>
            </a:avLst>
          </a:prstGeom>
          <a:solidFill>
            <a:srgbClr val="1E212B"/>
          </a:solidFill>
          <a:ln/>
        </p:spPr>
      </p:sp>
      <p:sp>
        <p:nvSpPr>
          <p:cNvPr id="15" name="Shape 12"/>
          <p:cNvSpPr/>
          <p:nvPr/>
        </p:nvSpPr>
        <p:spPr>
          <a:xfrm>
            <a:off x="10248900" y="4191000"/>
            <a:ext cx="114300" cy="838200"/>
          </a:xfrm>
          <a:prstGeom prst="roundRect">
            <a:avLst>
              <a:gd name="adj" fmla="val 50000"/>
            </a:avLst>
          </a:prstGeom>
          <a:solidFill>
            <a:srgbClr val="FFB454"/>
          </a:solidFill>
          <a:ln/>
        </p:spPr>
      </p:sp>
      <p:sp>
        <p:nvSpPr>
          <p:cNvPr id="16" name="Text 13"/>
          <p:cNvSpPr/>
          <p:nvPr/>
        </p:nvSpPr>
        <p:spPr>
          <a:xfrm>
            <a:off x="10591800" y="4286250"/>
            <a:ext cx="6591300" cy="333375"/>
          </a:xfrm>
          <a:prstGeom prst="rect">
            <a:avLst/>
          </a:prstGeom>
          <a:noFill/>
          <a:ln/>
        </p:spPr>
        <p:txBody>
          <a:bodyPr wrap="square" lIns="0" tIns="0" rIns="0" bIns="0" rtlCol="0" anchor="ctr"/>
          <a:lstStyle/>
          <a:p>
            <a:pPr algn="l" indent="0" marL="0">
              <a:buNone/>
            </a:pPr>
            <a:r>
              <a:rPr lang="en-US" sz="2187" dirty="0" kern="0">
                <a:solidFill>
                  <a:srgbClr val="FFB454"/>
                </a:solidFill>
                <a:latin typeface="Noto Sans JP ExtraBold" pitchFamily="34" charset="0"/>
                <a:ea typeface="Noto Sans JP ExtraBold" pitchFamily="34" charset="-122"/>
                <a:cs typeface="Noto Sans JP ExtraBold" pitchFamily="34" charset="-120"/>
              </a:rPr>
              <a:t>反応</a:t>
            </a:r>
            <a:endParaRPr lang="en-US" sz="2187" dirty="0"/>
          </a:p>
        </p:txBody>
      </p:sp>
      <p:sp>
        <p:nvSpPr>
          <p:cNvPr id="17" name="Text 14"/>
          <p:cNvSpPr/>
          <p:nvPr/>
        </p:nvSpPr>
        <p:spPr>
          <a:xfrm>
            <a:off x="10591800" y="4524375"/>
            <a:ext cx="6591300" cy="466725"/>
          </a:xfrm>
          <a:prstGeom prst="rect">
            <a:avLst/>
          </a:prstGeom>
          <a:noFill/>
          <a:ln/>
        </p:spPr>
        <p:txBody>
          <a:bodyPr wrap="square" lIns="0" tIns="32248" rIns="0" bIns="-32248" rtlCol="0" anchor="ctr"/>
          <a:lstStyle/>
          <a:p>
            <a:pPr algn="l" indent="0" marL="0">
              <a:lnSpc>
                <a:spcPts val="2933"/>
              </a:lnSpc>
              <a:buNone/>
            </a:pPr>
            <a:r>
              <a:rPr lang="en-US" sz="2550" dirty="0" spc="-14" kern="0">
                <a:solidFill>
                  <a:srgbClr val="F3EEE3"/>
                </a:solidFill>
                <a:latin typeface="Noto Sans JP SemiBold" pitchFamily="34" charset="0"/>
                <a:ea typeface="Noto Sans JP SemiBold" pitchFamily="34" charset="-122"/>
                <a:cs typeface="Noto Sans JP SemiBold" pitchFamily="34" charset="-120"/>
              </a:rPr>
              <a:t>尿素＋HNCO</a:t>
            </a:r>
            <a:r>
              <a:rPr lang="en-US" sz="2550" dirty="0" spc="0" kern="0">
                <a:solidFill>
                  <a:srgbClr val="F3EEE3"/>
                </a:solidFill>
                <a:latin typeface="Noto Sans JP SemiBold" pitchFamily="34" charset="0"/>
                <a:ea typeface="Noto Sans JP SemiBold" pitchFamily="34" charset="-122"/>
                <a:cs typeface="Noto Sans JP SemiBold" pitchFamily="34" charset="-120"/>
              </a:rPr>
              <a:t> → ビウレット</a:t>
            </a:r>
            <a:endParaRPr lang="en-US" sz="2550" dirty="0"/>
          </a:p>
        </p:txBody>
      </p:sp>
      <p:sp>
        <p:nvSpPr>
          <p:cNvPr id="18" name="Shape 15"/>
          <p:cNvSpPr/>
          <p:nvPr/>
        </p:nvSpPr>
        <p:spPr>
          <a:xfrm>
            <a:off x="10248900" y="5162550"/>
            <a:ext cx="7124700" cy="3181350"/>
          </a:xfrm>
          <a:prstGeom prst="roundRect">
            <a:avLst>
              <a:gd name="adj" fmla="val 5988"/>
            </a:avLst>
          </a:prstGeom>
          <a:solidFill>
            <a:srgbClr val="4A2A24"/>
          </a:solidFill>
          <a:ln/>
        </p:spPr>
      </p:sp>
      <p:sp>
        <p:nvSpPr>
          <p:cNvPr id="19" name="Text 16"/>
          <p:cNvSpPr/>
          <p:nvPr/>
        </p:nvSpPr>
        <p:spPr>
          <a:xfrm>
            <a:off x="10553700" y="5429250"/>
            <a:ext cx="6515100" cy="2647950"/>
          </a:xfrm>
          <a:prstGeom prst="rect">
            <a:avLst/>
          </a:prstGeom>
          <a:noFill/>
          <a:ln/>
        </p:spPr>
        <p:txBody>
          <a:bodyPr wrap="square" lIns="0" tIns="27489" rIns="0" bIns="-27489" rtlCol="0" anchor="t"/>
          <a:lstStyle/>
          <a:p>
            <a:pPr algn="l" indent="0" marL="0">
              <a:lnSpc>
                <a:spcPts val="2535"/>
              </a:lnSpc>
              <a:buNone/>
            </a:pPr>
            <a:r>
              <a:rPr lang="en-US" sz="1950" b="1" dirty="0" spc="1" kern="0">
                <a:solidFill>
                  <a:srgbClr val="FF6A4D"/>
                </a:solidFill>
                <a:latin typeface="Noto Sans JP" pitchFamily="34" charset="0"/>
                <a:ea typeface="Noto Sans JP" pitchFamily="34" charset="-122"/>
                <a:cs typeface="Noto Sans JP" pitchFamily="34" charset="-120"/>
              </a:rPr>
              <a:t>190°C</a:t>
            </a:r>
            <a:pPr algn="l" indent="0" marL="0">
              <a:lnSpc>
                <a:spcPts val="2535"/>
              </a:lnSpc>
              <a:buNone/>
            </a:pPr>
            <a:r>
              <a:rPr lang="en-US" sz="1950" dirty="0" spc="0" kern="0">
                <a:solidFill>
                  <a:srgbClr val="F3EEE3"/>
                </a:solidFill>
                <a:latin typeface="Noto Sans JP" pitchFamily="34" charset="0"/>
                <a:ea typeface="Noto Sans JP" pitchFamily="34" charset="-122"/>
                <a:cs typeface="Noto Sans JP" pitchFamily="34" charset="-120"/>
              </a:rPr>
              <a:t>で 尿素は</a:t>
            </a:r>
            <a:r>
              <a:rPr lang="en-US" sz="1950" dirty="0" spc="-3" kern="0">
                <a:solidFill>
                  <a:srgbClr val="F3EEE3"/>
                </a:solidFill>
                <a:latin typeface="Noto Sans JP" pitchFamily="34" charset="0"/>
                <a:ea typeface="Noto Sans JP" pitchFamily="34" charset="-122"/>
                <a:cs typeface="Noto Sans JP" pitchFamily="34" charset="-120"/>
              </a:rPr>
              <a:t> 約46%に</a:t>
            </a:r>
            <a:r>
              <a:rPr lang="en-US" sz="1950" dirty="0" spc="-19" kern="0">
                <a:solidFill>
                  <a:srgbClr val="F3EEE3"/>
                </a:solidFill>
                <a:latin typeface="Noto Sans JP" pitchFamily="34" charset="0"/>
                <a:ea typeface="Noto Sans JP" pitchFamily="34" charset="-122"/>
                <a:cs typeface="Noto Sans JP" pitchFamily="34" charset="-120"/>
              </a:rPr>
              <a:t> 減り、</a:t>
            </a:r>
            <a:r>
              <a:rPr lang="en-US" sz="1950" dirty="0" spc="0" kern="0">
                <a:solidFill>
                  <a:srgbClr val="F3EEE3"/>
                </a:solidFill>
                <a:latin typeface="Noto Sans JP" pitchFamily="34" charset="0"/>
                <a:ea typeface="Noto Sans JP" pitchFamily="34" charset="-122"/>
                <a:cs typeface="Noto Sans JP" pitchFamily="34" charset="-120"/>
              </a:rPr>
              <a:t> 半分が</a:t>
            </a:r>
            <a:r>
              <a:rPr lang="en-US" sz="1950" dirty="0" spc="-17" kern="0">
                <a:solidFill>
                  <a:srgbClr val="F3EEE3"/>
                </a:solidFill>
                <a:latin typeface="Noto Sans JP" pitchFamily="34" charset="0"/>
                <a:ea typeface="Noto Sans JP" pitchFamily="34" charset="-122"/>
                <a:cs typeface="Noto Sans JP" pitchFamily="34" charset="-120"/>
              </a:rPr>
              <a:t> 失われた。</a:t>
            </a:r>
            <a:pPr algn="l" indent="0" marL="0">
              <a:lnSpc>
                <a:spcPts val="2535"/>
              </a:lnSpc>
              <a:buNone/>
            </a:pPr>
            <a:r>
              <a:rPr lang="en-US" sz="1950" b="1" dirty="0" kern="0">
                <a:solidFill>
                  <a:srgbClr val="4CD964"/>
                </a:solidFill>
                <a:latin typeface="Noto Sans JP" pitchFamily="34" charset="0"/>
                <a:ea typeface="Noto Sans JP" pitchFamily="34" charset="-122"/>
                <a:cs typeface="Noto Sans JP" pitchFamily="34" charset="-120"/>
              </a:rPr>
              <a:t>ビウレット</a:t>
            </a:r>
            <a:pPr algn="l" indent="0" marL="0">
              <a:lnSpc>
                <a:spcPts val="2535"/>
              </a:lnSpc>
              <a:buNone/>
            </a:pPr>
            <a:r>
              <a:rPr lang="en-US" sz="1950" dirty="0" spc="0" kern="0">
                <a:solidFill>
                  <a:srgbClr val="F3EEE3"/>
                </a:solidFill>
                <a:latin typeface="Noto Sans JP" pitchFamily="34" charset="0"/>
                <a:ea typeface="Noto Sans JP" pitchFamily="34" charset="-122"/>
                <a:cs typeface="Noto Sans JP" pitchFamily="34" charset="-120"/>
              </a:rPr>
              <a:t>は</a:t>
            </a:r>
            <a:r>
              <a:rPr lang="en-US" sz="1950" dirty="0" spc="-3" kern="0">
                <a:solidFill>
                  <a:srgbClr val="F3EEE3"/>
                </a:solidFill>
                <a:latin typeface="Noto Sans JP" pitchFamily="34" charset="0"/>
                <a:ea typeface="Noto Sans JP" pitchFamily="34" charset="-122"/>
                <a:cs typeface="Noto Sans JP" pitchFamily="34" charset="-120"/>
              </a:rPr>
              <a:t> 約28%で</a:t>
            </a:r>
            <a:r>
              <a:rPr lang="en-US" sz="1950" dirty="0" spc="0" kern="0">
                <a:solidFill>
                  <a:srgbClr val="F3EEE3"/>
                </a:solidFill>
                <a:latin typeface="Noto Sans JP" pitchFamily="34" charset="0"/>
                <a:ea typeface="Noto Sans JP" pitchFamily="34" charset="-122"/>
                <a:cs typeface="Noto Sans JP" pitchFamily="34" charset="-120"/>
              </a:rPr>
              <a:t> ピークに 達し、</a:t>
            </a:r>
            <a:pPr algn="l" indent="0" marL="0">
              <a:lnSpc>
                <a:spcPts val="2535"/>
              </a:lnSpc>
              <a:buNone/>
            </a:pPr>
            <a:r>
              <a:rPr lang="en-US" sz="1950" b="1" dirty="0" kern="0">
                <a:solidFill>
                  <a:srgbClr val="C084FF"/>
                </a:solidFill>
                <a:latin typeface="Noto Sans JP" pitchFamily="34" charset="0"/>
                <a:ea typeface="Noto Sans JP" pitchFamily="34" charset="-122"/>
                <a:cs typeface="Noto Sans JP" pitchFamily="34" charset="-120"/>
              </a:rPr>
              <a:t>シアヌル酸</a:t>
            </a:r>
            <a:pPr algn="l" indent="0" marL="0">
              <a:lnSpc>
                <a:spcPts val="2535"/>
              </a:lnSpc>
              <a:buNone/>
            </a:pPr>
            <a:r>
              <a:rPr lang="en-US" sz="1950" dirty="0" spc="-1" kern="0">
                <a:solidFill>
                  <a:srgbClr val="F3EEE3"/>
                </a:solidFill>
                <a:latin typeface="Noto Sans JP" pitchFamily="34" charset="0"/>
                <a:ea typeface="Noto Sans JP" pitchFamily="34" charset="-122"/>
                <a:cs typeface="Noto Sans JP" pitchFamily="34" charset="-120"/>
              </a:rPr>
              <a:t>（約2.5%）と</a:t>
            </a:r>
            <a:pPr algn="l" indent="0" marL="0">
              <a:lnSpc>
                <a:spcPts val="2535"/>
              </a:lnSpc>
              <a:buNone/>
            </a:pPr>
            <a:r>
              <a:rPr lang="en-US" sz="1950" b="1" dirty="0" spc="-27" kern="0">
                <a:solidFill>
                  <a:srgbClr val="FF5C5C"/>
                </a:solidFill>
                <a:latin typeface="Noto Sans JP" pitchFamily="34" charset="0"/>
                <a:ea typeface="Noto Sans JP" pitchFamily="34" charset="-122"/>
                <a:cs typeface="Noto Sans JP" pitchFamily="34" charset="-120"/>
              </a:rPr>
              <a:t>アンメリド</a:t>
            </a:r>
            <a:pPr algn="l" indent="0" marL="0">
              <a:lnSpc>
                <a:spcPts val="2535"/>
              </a:lnSpc>
              <a:buNone/>
            </a:pPr>
            <a:r>
              <a:rPr lang="en-US" sz="1950" dirty="0" spc="-1" kern="0">
                <a:solidFill>
                  <a:srgbClr val="F3EEE3"/>
                </a:solidFill>
                <a:latin typeface="Noto Sans JP" pitchFamily="34" charset="0"/>
                <a:ea typeface="Noto Sans JP" pitchFamily="34" charset="-122"/>
                <a:cs typeface="Noto Sans JP" pitchFamily="34" charset="-120"/>
              </a:rPr>
              <a:t>（約0.5%）がわずかに</a:t>
            </a:r>
            <a:r>
              <a:rPr lang="en-US" sz="1950" dirty="0" spc="0" kern="0">
                <a:solidFill>
                  <a:srgbClr val="F3EEE3"/>
                </a:solidFill>
                <a:latin typeface="Noto Sans JP" pitchFamily="34" charset="0"/>
                <a:ea typeface="Noto Sans JP" pitchFamily="34" charset="-122"/>
                <a:cs typeface="Noto Sans JP" pitchFamily="34" charset="-120"/>
              </a:rPr>
              <a:t> 現れる</a:t>
            </a:r>
            <a:pPr algn="l" indent="0" marL="0">
              <a:lnSpc>
                <a:spcPts val="2535"/>
              </a:lnSpc>
              <a:buNone/>
            </a:pPr>
            <a:r>
              <a:rPr lang="en-US" sz="1950" dirty="0" spc="-3" kern="0">
                <a:solidFill>
                  <a:srgbClr val="9AA0B5"/>
                </a:solidFill>
                <a:latin typeface="Noto Sans JP" pitchFamily="34" charset="0"/>
                <a:ea typeface="Noto Sans JP" pitchFamily="34" charset="-122"/>
                <a:cs typeface="Noto Sans JP" pitchFamily="34" charset="-120"/>
              </a:rPr>
              <a:t>[S1]</a:t>
            </a:r>
            <a:pPr algn="l" indent="0" marL="0">
              <a:lnSpc>
                <a:spcPts val="2535"/>
              </a:lnSpc>
              <a:buNone/>
            </a:pPr>
            <a:r>
              <a:rPr lang="en-US" sz="1950" dirty="0" spc="0" kern="0">
                <a:solidFill>
                  <a:srgbClr val="F3EEE3"/>
                </a:solidFill>
                <a:latin typeface="Noto Sans JP" pitchFamily="34" charset="0"/>
                <a:ea typeface="Noto Sans JP" pitchFamily="34" charset="-122"/>
                <a:cs typeface="Noto Sans JP" pitchFamily="34" charset="-120"/>
              </a:rPr>
              <a:t>。 尿素は</a:t>
            </a:r>
            <a:r>
              <a:rPr lang="en-US" sz="1950" dirty="0" spc="-3" kern="0">
                <a:solidFill>
                  <a:srgbClr val="F3EEE3"/>
                </a:solidFill>
                <a:latin typeface="Noto Sans JP" pitchFamily="34" charset="0"/>
                <a:ea typeface="Noto Sans JP" pitchFamily="34" charset="-122"/>
                <a:cs typeface="Noto Sans JP" pitchFamily="34" charset="-120"/>
              </a:rPr>
              <a:t> NH3と</a:t>
            </a:r>
            <a:r>
              <a:rPr lang="en-US" sz="1950" dirty="0" spc="-14" kern="0">
                <a:solidFill>
                  <a:srgbClr val="F3EEE3"/>
                </a:solidFill>
                <a:latin typeface="Noto Sans JP" pitchFamily="34" charset="0"/>
                <a:ea typeface="Noto Sans JP" pitchFamily="34" charset="-122"/>
                <a:cs typeface="Noto Sans JP" pitchFamily="34" charset="-120"/>
              </a:rPr>
              <a:t> HNCOに</a:t>
            </a:r>
            <a:r>
              <a:rPr lang="en-US" sz="1950" dirty="0" spc="4" kern="0">
                <a:solidFill>
                  <a:srgbClr val="F3EEE3"/>
                </a:solidFill>
                <a:latin typeface="Noto Sans JP" pitchFamily="34" charset="0"/>
                <a:ea typeface="Noto Sans JP" pitchFamily="34" charset="-122"/>
                <a:cs typeface="Noto Sans JP" pitchFamily="34" charset="-120"/>
              </a:rPr>
              <a:t> 分かれ、</a:t>
            </a:r>
            <a:r>
              <a:rPr lang="en-US" sz="1950" dirty="0" spc="0" kern="0">
                <a:solidFill>
                  <a:srgbClr val="F3EEE3"/>
                </a:solidFill>
                <a:latin typeface="Noto Sans JP" pitchFamily="34" charset="0"/>
                <a:ea typeface="Noto Sans JP" pitchFamily="34" charset="-122"/>
                <a:cs typeface="Noto Sans JP" pitchFamily="34" charset="-120"/>
              </a:rPr>
              <a:t> 尿素が</a:t>
            </a:r>
            <a:r>
              <a:rPr lang="en-US" sz="1950" dirty="0" spc="-14" kern="0">
                <a:solidFill>
                  <a:srgbClr val="F3EEE3"/>
                </a:solidFill>
                <a:latin typeface="Noto Sans JP" pitchFamily="34" charset="0"/>
                <a:ea typeface="Noto Sans JP" pitchFamily="34" charset="-122"/>
                <a:cs typeface="Noto Sans JP" pitchFamily="34" charset="-120"/>
              </a:rPr>
              <a:t> HNCOと</a:t>
            </a:r>
            <a:r>
              <a:rPr lang="en-US" sz="1950" dirty="0" spc="0" kern="0">
                <a:solidFill>
                  <a:srgbClr val="F3EEE3"/>
                </a:solidFill>
                <a:latin typeface="Noto Sans JP" pitchFamily="34" charset="0"/>
                <a:ea typeface="Noto Sans JP" pitchFamily="34" charset="-122"/>
                <a:cs typeface="Noto Sans JP" pitchFamily="34" charset="-120"/>
              </a:rPr>
              <a:t> 結びつくと</a:t>
            </a:r>
            <a:r>
              <a:rPr lang="en-US" sz="1950" dirty="0" spc="-4" kern="0">
                <a:solidFill>
                  <a:srgbClr val="F3EEE3"/>
                </a:solidFill>
                <a:latin typeface="Noto Sans JP" pitchFamily="34" charset="0"/>
                <a:ea typeface="Noto Sans JP" pitchFamily="34" charset="-122"/>
                <a:cs typeface="Noto Sans JP" pitchFamily="34" charset="-120"/>
              </a:rPr>
              <a:t> ビウレットができる</a:t>
            </a:r>
            <a:pPr algn="l" indent="0" marL="0">
              <a:lnSpc>
                <a:spcPts val="2535"/>
              </a:lnSpc>
              <a:buNone/>
            </a:pPr>
            <a:r>
              <a:rPr lang="en-US" sz="1950" dirty="0" spc="-3" kern="0">
                <a:solidFill>
                  <a:srgbClr val="9AA0B5"/>
                </a:solidFill>
                <a:latin typeface="Noto Sans JP" pitchFamily="34" charset="0"/>
                <a:ea typeface="Noto Sans JP" pitchFamily="34" charset="-122"/>
                <a:cs typeface="Noto Sans JP" pitchFamily="34" charset="-120"/>
              </a:rPr>
              <a:t>[S2]</a:t>
            </a:r>
            <a:pPr algn="l" indent="0" marL="0">
              <a:lnSpc>
                <a:spcPts val="2535"/>
              </a:lnSpc>
              <a:buNone/>
            </a:pPr>
            <a:r>
              <a:rPr lang="en-US" sz="1950" dirty="0" spc="0" kern="0">
                <a:solidFill>
                  <a:srgbClr val="F3EEE3"/>
                </a:solidFill>
                <a:latin typeface="Noto Sans JP" pitchFamily="34" charset="0"/>
                <a:ea typeface="Noto Sans JP" pitchFamily="34" charset="-122"/>
                <a:cs typeface="Noto Sans JP" pitchFamily="34" charset="-120"/>
              </a:rPr>
              <a:t>。 固体の 合計は</a:t>
            </a:r>
            <a:r>
              <a:rPr lang="en-US" sz="1950" dirty="0" spc="-14" kern="0">
                <a:solidFill>
                  <a:srgbClr val="F3EEE3"/>
                </a:solidFill>
                <a:latin typeface="Noto Sans JP" pitchFamily="34" charset="0"/>
                <a:ea typeface="Noto Sans JP" pitchFamily="34" charset="-122"/>
                <a:cs typeface="Noto Sans JP" pitchFamily="34" charset="-120"/>
              </a:rPr>
              <a:t> 約77%で、</a:t>
            </a:r>
            <a:r>
              <a:rPr lang="en-US" sz="1950" dirty="0" spc="1" kern="0">
                <a:solidFill>
                  <a:srgbClr val="F3EEE3"/>
                </a:solidFill>
                <a:latin typeface="Noto Sans JP" pitchFamily="34" charset="0"/>
                <a:ea typeface="Noto Sans JP" pitchFamily="34" charset="-122"/>
                <a:cs typeface="Noto Sans JP" pitchFamily="34" charset="-120"/>
              </a:rPr>
              <a:t> 質量の</a:t>
            </a:r>
            <a:r>
              <a:rPr lang="en-US" sz="1950" dirty="0" spc="-3" kern="0">
                <a:solidFill>
                  <a:srgbClr val="F3EEE3"/>
                </a:solidFill>
                <a:latin typeface="Noto Sans JP" pitchFamily="34" charset="0"/>
                <a:ea typeface="Noto Sans JP" pitchFamily="34" charset="-122"/>
                <a:cs typeface="Noto Sans JP" pitchFamily="34" charset="-120"/>
              </a:rPr>
              <a:t> 約23%が</a:t>
            </a:r>
            <a:r>
              <a:rPr lang="en-US" sz="1950" dirty="0" spc="0" kern="0">
                <a:solidFill>
                  <a:srgbClr val="F3EEE3"/>
                </a:solidFill>
                <a:latin typeface="Noto Sans JP" pitchFamily="34" charset="0"/>
                <a:ea typeface="Noto Sans JP" pitchFamily="34" charset="-122"/>
                <a:cs typeface="Noto Sans JP" pitchFamily="34" charset="-120"/>
              </a:rPr>
              <a:t> 気体になった。この 領域から ビウレットが 分解しはじめる</a:t>
            </a:r>
            <a:pPr algn="l" indent="0" marL="0">
              <a:lnSpc>
                <a:spcPts val="2535"/>
              </a:lnSpc>
              <a:buNone/>
            </a:pPr>
            <a:r>
              <a:rPr lang="en-US" sz="1950" dirty="0" spc="-3" kern="0">
                <a:solidFill>
                  <a:srgbClr val="9AA0B5"/>
                </a:solidFill>
                <a:latin typeface="Noto Sans JP" pitchFamily="34" charset="0"/>
                <a:ea typeface="Noto Sans JP" pitchFamily="34" charset="-122"/>
                <a:cs typeface="Noto Sans JP" pitchFamily="34" charset="-120"/>
              </a:rPr>
              <a:t>[S4]</a:t>
            </a:r>
            <a:pPr algn="l" indent="0" marL="0">
              <a:lnSpc>
                <a:spcPts val="2535"/>
              </a:lnSpc>
              <a:buNone/>
            </a:pPr>
            <a:r>
              <a:rPr lang="en-US" sz="1950" dirty="0" kern="0">
                <a:solidFill>
                  <a:srgbClr val="F3EEE3"/>
                </a:solidFill>
                <a:latin typeface="Noto Sans JP" pitchFamily="34" charset="0"/>
                <a:ea typeface="Noto Sans JP" pitchFamily="34" charset="-122"/>
                <a:cs typeface="Noto Sans JP" pitchFamily="34" charset="-120"/>
              </a:rPr>
              <a:t>。</a:t>
            </a:r>
            <a:endParaRPr lang="en-US" sz="1950" dirty="0"/>
          </a:p>
        </p:txBody>
      </p:sp>
      <p:sp>
        <p:nvSpPr>
          <p:cNvPr id="20"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[S1]</a:t>
            </a:r>
            <a:r>
              <a:rPr lang="en-US" sz="1800" dirty="0" spc="-1" kern="0">
                <a:solidFill>
                  <a:srgbClr val="9AA0B5"/>
                </a:solidFill>
                <a:latin typeface="Noto Sans JP" pitchFamily="34" charset="0"/>
                <a:ea typeface="Noto Sans JP" pitchFamily="34" charset="-122"/>
                <a:cs typeface="Noto Sans JP" pitchFamily="34" charset="-120"/>
              </a:rPr>
              <a:t> [S2]</a:t>
            </a:r>
            <a:r>
              <a:rPr lang="en-US" sz="1800" dirty="0" spc="-2" kern="0">
                <a:solidFill>
                  <a:srgbClr val="9AA0B5"/>
                </a:solidFill>
                <a:latin typeface="Noto Sans JP" pitchFamily="34" charset="0"/>
                <a:ea typeface="Noto Sans JP" pitchFamily="34" charset="-122"/>
                <a:cs typeface="Noto Sans JP" pitchFamily="34" charset="-120"/>
              </a:rPr>
              <a:t> [S4]</a:t>
            </a:r>
            <a:endParaRPr lang="en-US" sz="1800" dirty="0"/>
          </a:p>
        </p:txBody>
      </p:sp>
      <p:sp>
        <p:nvSpPr>
          <p:cNvPr id="21" name="Shape 18"/>
          <p:cNvSpPr/>
          <p:nvPr/>
        </p:nvSpPr>
        <p:spPr>
          <a:xfrm>
            <a:off x="942975" y="9563100"/>
            <a:ext cx="114300" cy="114300"/>
          </a:xfrm>
          <a:prstGeom prst="ellipse">
            <a:avLst/>
          </a:prstGeom>
          <a:solidFill>
            <a:srgbClr val="F3EEE3">
              <a:alpha val="28000"/>
            </a:srgbClr>
          </a:solidFill>
          <a:ln/>
        </p:spPr>
      </p:sp>
      <p:sp>
        <p:nvSpPr>
          <p:cNvPr id="22" name="Shape 19"/>
          <p:cNvSpPr/>
          <p:nvPr/>
        </p:nvSpPr>
        <p:spPr>
          <a:xfrm>
            <a:off x="1171575" y="9563100"/>
            <a:ext cx="114300" cy="114300"/>
          </a:xfrm>
          <a:prstGeom prst="ellipse">
            <a:avLst/>
          </a:prstGeom>
          <a:solidFill>
            <a:srgbClr val="F3EEE3">
              <a:alpha val="28000"/>
            </a:srgbClr>
          </a:solidFill>
          <a:ln/>
        </p:spPr>
      </p:sp>
      <p:sp>
        <p:nvSpPr>
          <p:cNvPr id="23" name="Shape 20"/>
          <p:cNvSpPr/>
          <p:nvPr/>
        </p:nvSpPr>
        <p:spPr>
          <a:xfrm>
            <a:off x="1400175" y="9563100"/>
            <a:ext cx="114300" cy="114300"/>
          </a:xfrm>
          <a:prstGeom prst="ellipse">
            <a:avLst/>
          </a:prstGeom>
          <a:solidFill>
            <a:srgbClr val="F3EEE3">
              <a:alpha val="28000"/>
            </a:srgbClr>
          </a:solidFill>
          <a:ln/>
        </p:spPr>
      </p:sp>
      <p:sp>
        <p:nvSpPr>
          <p:cNvPr id="24" name="Shape 21"/>
          <p:cNvSpPr/>
          <p:nvPr/>
        </p:nvSpPr>
        <p:spPr>
          <a:xfrm>
            <a:off x="1628775" y="9563100"/>
            <a:ext cx="114300" cy="114300"/>
          </a:xfrm>
          <a:prstGeom prst="ellipse">
            <a:avLst/>
          </a:prstGeom>
          <a:solidFill>
            <a:srgbClr val="F3EEE3">
              <a:alpha val="28000"/>
            </a:srgbClr>
          </a:solidFill>
          <a:ln/>
        </p:spPr>
      </p:sp>
      <p:sp>
        <p:nvSpPr>
          <p:cNvPr id="25" name="Shape 22"/>
          <p:cNvSpPr/>
          <p:nvPr/>
        </p:nvSpPr>
        <p:spPr>
          <a:xfrm>
            <a:off x="1857375" y="9563100"/>
            <a:ext cx="114300" cy="114300"/>
          </a:xfrm>
          <a:prstGeom prst="ellipse">
            <a:avLst/>
          </a:prstGeom>
          <a:solidFill>
            <a:srgbClr val="F3EEE3">
              <a:alpha val="28000"/>
            </a:srgbClr>
          </a:solidFill>
          <a:ln/>
        </p:spPr>
      </p:sp>
      <p:sp>
        <p:nvSpPr>
          <p:cNvPr id="26" name="Shape 23"/>
          <p:cNvSpPr/>
          <p:nvPr/>
        </p:nvSpPr>
        <p:spPr>
          <a:xfrm>
            <a:off x="2085975" y="9563100"/>
            <a:ext cx="114300" cy="114300"/>
          </a:xfrm>
          <a:prstGeom prst="ellipse">
            <a:avLst/>
          </a:prstGeom>
          <a:solidFill>
            <a:srgbClr val="F3EEE3">
              <a:alpha val="28000"/>
            </a:srgbClr>
          </a:solidFill>
          <a:ln/>
        </p:spPr>
      </p:sp>
      <p:sp>
        <p:nvSpPr>
          <p:cNvPr id="27" name="Shape 24"/>
          <p:cNvSpPr/>
          <p:nvPr/>
        </p:nvSpPr>
        <p:spPr>
          <a:xfrm>
            <a:off x="2295525" y="9544050"/>
            <a:ext cx="152400" cy="152400"/>
          </a:xfrm>
          <a:prstGeom prst="ellipse">
            <a:avLst/>
          </a:prstGeom>
          <a:solidFill>
            <a:srgbClr val="FF6A4D"/>
          </a:solidFill>
          <a:ln/>
        </p:spPr>
      </p:sp>
      <p:sp>
        <p:nvSpPr>
          <p:cNvPr id="28" name="Shape 25"/>
          <p:cNvSpPr/>
          <p:nvPr/>
        </p:nvSpPr>
        <p:spPr>
          <a:xfrm>
            <a:off x="2543175" y="9563100"/>
            <a:ext cx="114300" cy="114300"/>
          </a:xfrm>
          <a:prstGeom prst="ellipse">
            <a:avLst/>
          </a:prstGeom>
          <a:solidFill>
            <a:srgbClr val="F3EEE3">
              <a:alpha val="28000"/>
            </a:srgbClr>
          </a:solidFill>
          <a:ln/>
        </p:spPr>
      </p:sp>
      <p:sp>
        <p:nvSpPr>
          <p:cNvPr id="29" name="Shape 26"/>
          <p:cNvSpPr/>
          <p:nvPr/>
        </p:nvSpPr>
        <p:spPr>
          <a:xfrm>
            <a:off x="2771775" y="9563100"/>
            <a:ext cx="114300" cy="114300"/>
          </a:xfrm>
          <a:prstGeom prst="ellipse">
            <a:avLst/>
          </a:prstGeom>
          <a:solidFill>
            <a:srgbClr val="F3EEE3">
              <a:alpha val="28000"/>
            </a:srgbClr>
          </a:solidFill>
          <a:ln/>
        </p:spPr>
      </p:sp>
      <p:sp>
        <p:nvSpPr>
          <p:cNvPr id="30" name="Shape 27"/>
          <p:cNvSpPr/>
          <p:nvPr/>
        </p:nvSpPr>
        <p:spPr>
          <a:xfrm>
            <a:off x="3000375" y="9563100"/>
            <a:ext cx="114300" cy="114300"/>
          </a:xfrm>
          <a:prstGeom prst="ellipse">
            <a:avLst/>
          </a:prstGeom>
          <a:solidFill>
            <a:srgbClr val="F3EEE3">
              <a:alpha val="28000"/>
            </a:srgbClr>
          </a:solidFill>
          <a:ln/>
        </p:spPr>
      </p:sp>
      <p:sp>
        <p:nvSpPr>
          <p:cNvPr id="31" name="Shape 28"/>
          <p:cNvSpPr/>
          <p:nvPr/>
        </p:nvSpPr>
        <p:spPr>
          <a:xfrm>
            <a:off x="3228975" y="9563100"/>
            <a:ext cx="114300" cy="114300"/>
          </a:xfrm>
          <a:prstGeom prst="ellipse">
            <a:avLst/>
          </a:prstGeom>
          <a:solidFill>
            <a:srgbClr val="F3EEE3">
              <a:alpha val="28000"/>
            </a:srgbClr>
          </a:solidFill>
          <a:ln/>
        </p:spPr>
      </p:sp>
      <p:sp>
        <p:nvSpPr>
          <p:cNvPr id="32" name="Shape 29"/>
          <p:cNvSpPr/>
          <p:nvPr/>
        </p:nvSpPr>
        <p:spPr>
          <a:xfrm>
            <a:off x="3457575" y="9563100"/>
            <a:ext cx="114300" cy="114300"/>
          </a:xfrm>
          <a:prstGeom prst="ellipse">
            <a:avLst/>
          </a:prstGeom>
          <a:solidFill>
            <a:srgbClr val="F3EEE3">
              <a:alpha val="28000"/>
            </a:srgbClr>
          </a:solidFill>
          <a:ln/>
        </p:spPr>
      </p:sp>
      <p:sp>
        <p:nvSpPr>
          <p:cNvPr id="33" name="Shape 30"/>
          <p:cNvSpPr/>
          <p:nvPr/>
        </p:nvSpPr>
        <p:spPr>
          <a:xfrm>
            <a:off x="3686175" y="9563100"/>
            <a:ext cx="114300" cy="114300"/>
          </a:xfrm>
          <a:prstGeom prst="ellipse">
            <a:avLst/>
          </a:prstGeom>
          <a:solidFill>
            <a:srgbClr val="F3EEE3">
              <a:alpha val="28000"/>
            </a:srgbClr>
          </a:solidFill>
          <a:ln/>
        </p:spPr>
      </p:sp>
      <p:sp>
        <p:nvSpPr>
          <p:cNvPr id="34" name="Shape 31"/>
          <p:cNvSpPr/>
          <p:nvPr/>
        </p:nvSpPr>
        <p:spPr>
          <a:xfrm>
            <a:off x="3914775" y="9563100"/>
            <a:ext cx="114300" cy="114300"/>
          </a:xfrm>
          <a:prstGeom prst="ellipse">
            <a:avLst/>
          </a:prstGeom>
          <a:solidFill>
            <a:srgbClr val="F3EEE3">
              <a:alpha val="28000"/>
            </a:srgbClr>
          </a:solidFill>
          <a:ln/>
        </p:spPr>
      </p:sp>
      <p:sp>
        <p:nvSpPr>
          <p:cNvPr id="35" name="Shape 32"/>
          <p:cNvSpPr/>
          <p:nvPr/>
        </p:nvSpPr>
        <p:spPr>
          <a:xfrm>
            <a:off x="4143375" y="9563100"/>
            <a:ext cx="114300" cy="114300"/>
          </a:xfrm>
          <a:prstGeom prst="ellipse">
            <a:avLst/>
          </a:prstGeom>
          <a:solidFill>
            <a:srgbClr val="F3EEE3">
              <a:alpha val="28000"/>
            </a:srgbClr>
          </a:solidFill>
          <a:ln/>
        </p:spPr>
      </p:sp>
      <p:sp>
        <p:nvSpPr>
          <p:cNvPr id="36" name="Shape 33"/>
          <p:cNvSpPr/>
          <p:nvPr/>
        </p:nvSpPr>
        <p:spPr>
          <a:xfrm>
            <a:off x="4371975" y="9563100"/>
            <a:ext cx="114300" cy="114300"/>
          </a:xfrm>
          <a:prstGeom prst="ellipse">
            <a:avLst/>
          </a:prstGeom>
          <a:solidFill>
            <a:srgbClr val="F3EEE3">
              <a:alpha val="28000"/>
            </a:srgbClr>
          </a:solidFill>
          <a:ln/>
        </p:spPr>
      </p:sp>
      <p:sp>
        <p:nvSpPr>
          <p:cNvPr id="37" name="Shape 34"/>
          <p:cNvSpPr/>
          <p:nvPr/>
        </p:nvSpPr>
        <p:spPr>
          <a:xfrm>
            <a:off x="4600575" y="9563100"/>
            <a:ext cx="114300" cy="114300"/>
          </a:xfrm>
          <a:prstGeom prst="ellipse">
            <a:avLst/>
          </a:prstGeom>
          <a:solidFill>
            <a:srgbClr val="F3EEE3">
              <a:alpha val="28000"/>
            </a:srgbClr>
          </a:solidFill>
          <a:ln/>
        </p:spPr>
      </p:sp>
      <p:sp>
        <p:nvSpPr>
          <p:cNvPr id="38" name="Text 35"/>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L17</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07/17</a:t>
            </a:r>
            <a:endParaRPr lang="en-US" sz="1800" dirty="0"/>
          </a:p>
        </p:txBody>
      </p:sp>
      <p:sp>
        <p:nvSpPr>
          <p:cNvPr id="39" name="Shape 36"/>
          <p:cNvSpPr/>
          <p:nvPr/>
        </p:nvSpPr>
        <p:spPr>
          <a:xfrm>
            <a:off x="15983712" y="9076331"/>
            <a:ext cx="1645920" cy="552301"/>
          </a:xfrm>
          <a:prstGeom prst="roundRect">
            <a:avLst>
              <a:gd name="adj" fmla="val 28000"/>
            </a:avLst>
          </a:prstGeom>
          <a:solidFill>
            <a:srgbClr val="FFFFFF">
              <a:alpha val="82000"/>
            </a:srgbClr>
          </a:solidFill>
          <a:ln/>
        </p:spPr>
      </p:sp>
      <p:pic>
        <p:nvPicPr>
          <p:cNvPr id="40" name="Moda image moda-export-watermark-e546d2b9-cfee-4577-9bab-43c63a8b94de"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225〜250°C：</a:t>
            </a:r>
            <a:r>
              <a:rPr lang="en-US" sz="5700" dirty="0" spc="0" kern="0">
                <a:solidFill>
                  <a:srgbClr val="14161C"/>
                </a:solidFill>
                <a:latin typeface="Noto Sans JP ExtraBold" pitchFamily="34" charset="0"/>
                <a:ea typeface="Noto Sans JP ExtraBold" pitchFamily="34" charset="-122"/>
                <a:cs typeface="Noto Sans JP ExtraBold" pitchFamily="34" charset="-120"/>
              </a:rPr>
              <a:t> シアヌル酸が</a:t>
            </a:r>
            <a:r>
              <a:rPr lang="en-US" sz="5700" dirty="0" spc="1" kern="0">
                <a:solidFill>
                  <a:srgbClr val="14161C"/>
                </a:solidFill>
                <a:latin typeface="Noto Sans JP ExtraBold" pitchFamily="34" charset="0"/>
                <a:ea typeface="Noto Sans JP ExtraBold" pitchFamily="34" charset="-122"/>
                <a:cs typeface="Noto Sans JP ExtraBold" pitchFamily="34" charset="-120"/>
              </a:rPr>
              <a:t> 主役に</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DDD5C1"/>
            </a:solidFill>
            <a:prstDash val="solid"/>
          </a:ln>
        </p:spPr>
      </p:sp>
      <p:pic>
        <p:nvPicPr>
          <p:cNvPr id="4" name="Moda image rect-1793103899773-192346761" descr="">    </p:cNvPr>
          <p:cNvPicPr>
            <a:picLocks noChangeAspect="1"/>
          </p:cNvPicPr>
          <p:nvPr/>
        </p:nvPicPr>
        <p:blipFill>
          <a:blip r:embed="rId1"/>
          <a:srcRect l="0" r="0" t="0" b="0"/>
          <a:stretch/>
        </p:blipFill>
        <p:spPr>
          <a:xfrm>
            <a:off x="1104900" y="2438400"/>
            <a:ext cx="9715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6B6A66"/>
                </a:solidFill>
                <a:latin typeface="Noto Sans JP" pitchFamily="34" charset="0"/>
                <a:ea typeface="Noto Sans JP" pitchFamily="34" charset="-122"/>
                <a:cs typeface="Noto Sans JP" pitchFamily="34" charset="-120"/>
              </a:rPr>
              <a:t>図: S1の</a:t>
            </a:r>
            <a:r>
              <a:rPr lang="en-US" sz="1650" dirty="0" spc="-1" kern="0">
                <a:solidFill>
                  <a:srgbClr val="6B6A66"/>
                </a:solidFill>
                <a:latin typeface="Noto Sans JP" pitchFamily="34" charset="0"/>
                <a:ea typeface="Noto Sans JP" pitchFamily="34" charset="-122"/>
                <a:cs typeface="Noto Sans JP" pitchFamily="34" charset="-120"/>
              </a:rPr>
              <a:t> グラフの 数値から</a:t>
            </a:r>
            <a:r>
              <a:rPr lang="en-US" sz="1650" dirty="0" spc="0" kern="0">
                <a:solidFill>
                  <a:srgbClr val="6B6A66"/>
                </a:solidFill>
                <a:latin typeface="Noto Sans JP" pitchFamily="34" charset="0"/>
                <a:ea typeface="Noto Sans JP" pitchFamily="34" charset="-122"/>
                <a:cs typeface="Noto Sans JP" pitchFamily="34" charset="-120"/>
              </a:rPr>
              <a:t> 再作図（目読み、±2%）</a:t>
            </a:r>
            <a:endParaRPr lang="en-US" sz="1650" dirty="0"/>
          </a:p>
        </p:txBody>
      </p:sp>
      <p:sp>
        <p:nvSpPr>
          <p:cNvPr id="6" name="Shape 3"/>
          <p:cNvSpPr/>
          <p:nvPr/>
        </p:nvSpPr>
        <p:spPr>
          <a:xfrm>
            <a:off x="11391900" y="2247900"/>
            <a:ext cx="5981700" cy="1352550"/>
          </a:xfrm>
          <a:prstGeom prst="roundRect">
            <a:avLst>
              <a:gd name="adj" fmla="val 14085"/>
            </a:avLst>
          </a:prstGeom>
          <a:solidFill>
            <a:srgbClr val="E8E0CF"/>
          </a:solidFill>
          <a:ln/>
        </p:spPr>
      </p:sp>
      <p:sp>
        <p:nvSpPr>
          <p:cNvPr id="7" name="Shape 4"/>
          <p:cNvSpPr/>
          <p:nvPr/>
        </p:nvSpPr>
        <p:spPr>
          <a:xfrm>
            <a:off x="11391900" y="2247900"/>
            <a:ext cx="114300" cy="1352550"/>
          </a:xfrm>
          <a:prstGeom prst="roundRect">
            <a:avLst>
              <a:gd name="adj" fmla="val 50000"/>
            </a:avLst>
          </a:prstGeom>
          <a:solidFill>
            <a:srgbClr val="1F3FD1"/>
          </a:solidFill>
          <a:ln/>
        </p:spPr>
      </p:sp>
      <p:sp>
        <p:nvSpPr>
          <p:cNvPr id="8" name="Text 5"/>
          <p:cNvSpPr/>
          <p:nvPr/>
        </p:nvSpPr>
        <p:spPr>
          <a:xfrm>
            <a:off x="11734800" y="2343150"/>
            <a:ext cx="5448300" cy="542925"/>
          </a:xfrm>
          <a:prstGeom prst="rect">
            <a:avLst/>
          </a:prstGeom>
          <a:noFill/>
          <a:ln/>
        </p:spPr>
        <p:txBody>
          <a:bodyPr wrap="square" lIns="0" tIns="0" rIns="0" bIns="0" rtlCol="0" anchor="ctr"/>
          <a:lstStyle/>
          <a:p>
            <a:pPr algn="l" indent="0" marL="0">
              <a:buNone/>
            </a:pPr>
            <a:r>
              <a:rPr lang="en-US" sz="2250" dirty="0" kern="0">
                <a:solidFill>
                  <a:srgbClr val="1F3FD1"/>
                </a:solidFill>
                <a:latin typeface="Noto Sans JP ExtraBold" pitchFamily="34" charset="0"/>
                <a:ea typeface="Noto Sans JP ExtraBold" pitchFamily="34" charset="-122"/>
                <a:cs typeface="Noto Sans JP ExtraBold" pitchFamily="34" charset="-120"/>
              </a:rPr>
              <a:t>優勢</a:t>
            </a:r>
            <a:endParaRPr lang="en-US" sz="2250" dirty="0"/>
          </a:p>
        </p:txBody>
      </p:sp>
      <p:sp>
        <p:nvSpPr>
          <p:cNvPr id="9" name="Text 6"/>
          <p:cNvSpPr/>
          <p:nvPr/>
        </p:nvSpPr>
        <p:spPr>
          <a:xfrm>
            <a:off x="11734800" y="279082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シアヌル酸</a:t>
            </a:r>
            <a:r>
              <a:rPr lang="en-US" sz="2550" dirty="0" spc="2" kern="0">
                <a:solidFill>
                  <a:srgbClr val="14161C"/>
                </a:solidFill>
                <a:latin typeface="Noto Sans JP SemiBold" pitchFamily="34" charset="0"/>
                <a:ea typeface="Noto Sans JP SemiBold" pitchFamily="34" charset="-122"/>
                <a:cs typeface="Noto Sans JP SemiBold" pitchFamily="34" charset="-120"/>
              </a:rPr>
              <a:t> 約22%</a:t>
            </a:r>
            <a:r>
              <a:rPr lang="en-US" sz="2550" dirty="0" spc="0" kern="0">
                <a:solidFill>
                  <a:srgbClr val="14161C"/>
                </a:solidFill>
                <a:latin typeface="Noto Sans JP SemiBold" pitchFamily="34" charset="0"/>
                <a:ea typeface="Noto Sans JP SemiBold" pitchFamily="34" charset="-122"/>
                <a:cs typeface="Noto Sans JP SemiBold" pitchFamily="34" charset="-120"/>
              </a:rPr>
              <a:t> →</a:t>
            </a:r>
            <a:r>
              <a:rPr lang="en-US" sz="2550" dirty="0" spc="3" kern="0">
                <a:solidFill>
                  <a:srgbClr val="14161C"/>
                </a:solidFill>
                <a:latin typeface="Noto Sans JP SemiBold" pitchFamily="34" charset="0"/>
                <a:ea typeface="Noto Sans JP SemiBold" pitchFamily="34" charset="-122"/>
                <a:cs typeface="Noto Sans JP SemiBold" pitchFamily="34" charset="-120"/>
              </a:rPr>
              <a:t> 約23.5%</a:t>
            </a:r>
            <a:endParaRPr lang="en-US" sz="2550" dirty="0"/>
          </a:p>
        </p:txBody>
      </p:sp>
      <p:sp>
        <p:nvSpPr>
          <p:cNvPr id="10" name="Shape 7"/>
          <p:cNvSpPr/>
          <p:nvPr/>
        </p:nvSpPr>
        <p:spPr>
          <a:xfrm>
            <a:off x="11391900" y="3829050"/>
            <a:ext cx="5981700" cy="1352550"/>
          </a:xfrm>
          <a:prstGeom prst="roundRect">
            <a:avLst>
              <a:gd name="adj" fmla="val 14085"/>
            </a:avLst>
          </a:prstGeom>
          <a:solidFill>
            <a:srgbClr val="E8E0CF"/>
          </a:solidFill>
          <a:ln/>
        </p:spPr>
      </p:sp>
      <p:sp>
        <p:nvSpPr>
          <p:cNvPr id="11" name="Shape 8"/>
          <p:cNvSpPr/>
          <p:nvPr/>
        </p:nvSpPr>
        <p:spPr>
          <a:xfrm>
            <a:off x="11391900" y="3829050"/>
            <a:ext cx="114300" cy="1352550"/>
          </a:xfrm>
          <a:prstGeom prst="roundRect">
            <a:avLst>
              <a:gd name="adj" fmla="val 50000"/>
            </a:avLst>
          </a:prstGeom>
          <a:solidFill>
            <a:srgbClr val="B45309"/>
          </a:solidFill>
          <a:ln/>
        </p:spPr>
      </p:sp>
      <p:sp>
        <p:nvSpPr>
          <p:cNvPr id="12" name="Text 9"/>
          <p:cNvSpPr/>
          <p:nvPr/>
        </p:nvSpPr>
        <p:spPr>
          <a:xfrm>
            <a:off x="11734800" y="3924300"/>
            <a:ext cx="5448300" cy="542925"/>
          </a:xfrm>
          <a:prstGeom prst="rect">
            <a:avLst/>
          </a:prstGeom>
          <a:noFill/>
          <a:ln/>
        </p:spPr>
        <p:txBody>
          <a:bodyPr wrap="square" lIns="0" tIns="0" rIns="0" bIns="0" rtlCol="0" anchor="ctr"/>
          <a:lstStyle/>
          <a:p>
            <a:pPr algn="l" indent="0" marL="0">
              <a:buNone/>
            </a:pPr>
            <a:r>
              <a:rPr lang="en-US" sz="2250" dirty="0" kern="0">
                <a:solidFill>
                  <a:srgbClr val="B45309"/>
                </a:solidFill>
                <a:latin typeface="Noto Sans JP ExtraBold" pitchFamily="34" charset="0"/>
                <a:ea typeface="Noto Sans JP ExtraBold" pitchFamily="34" charset="-122"/>
                <a:cs typeface="Noto Sans JP ExtraBold" pitchFamily="34" charset="-120"/>
              </a:rPr>
              <a:t>減少</a:t>
            </a:r>
            <a:endParaRPr lang="en-US" sz="2250" dirty="0"/>
          </a:p>
        </p:txBody>
      </p:sp>
      <p:sp>
        <p:nvSpPr>
          <p:cNvPr id="13" name="Text 10"/>
          <p:cNvSpPr/>
          <p:nvPr/>
        </p:nvSpPr>
        <p:spPr>
          <a:xfrm>
            <a:off x="11734800" y="4371975"/>
            <a:ext cx="5448300" cy="762000"/>
          </a:xfrm>
          <a:prstGeom prst="rect">
            <a:avLst/>
          </a:prstGeom>
          <a:noFill/>
          <a:ln/>
        </p:spPr>
        <p:txBody>
          <a:bodyPr wrap="square" lIns="0" tIns="32248" rIns="0" bIns="-32248" rtlCol="0" anchor="ctr"/>
          <a:lstStyle/>
          <a:p>
            <a:pPr algn="l" indent="0" marL="0">
              <a:lnSpc>
                <a:spcPts val="2933"/>
              </a:lnSpc>
              <a:buNone/>
            </a:pPr>
            <a:r>
              <a:rPr lang="en-US" sz="2550" dirty="0" spc="1" kern="0">
                <a:solidFill>
                  <a:srgbClr val="14161C"/>
                </a:solidFill>
                <a:latin typeface="Noto Sans JP SemiBold" pitchFamily="34" charset="0"/>
                <a:ea typeface="Noto Sans JP SemiBold" pitchFamily="34" charset="-122"/>
                <a:cs typeface="Noto Sans JP SemiBold" pitchFamily="34" charset="-120"/>
              </a:rPr>
              <a:t>ビウレット約14%</a:t>
            </a:r>
            <a:r>
              <a:rPr lang="en-US" sz="2550" dirty="0" spc="0" kern="0">
                <a:solidFill>
                  <a:srgbClr val="14161C"/>
                </a:solidFill>
                <a:latin typeface="Noto Sans JP SemiBold" pitchFamily="34" charset="0"/>
                <a:ea typeface="Noto Sans JP SemiBold" pitchFamily="34" charset="-122"/>
                <a:cs typeface="Noto Sans JP SemiBold" pitchFamily="34" charset="-120"/>
              </a:rPr>
              <a:t> →</a:t>
            </a:r>
            <a:r>
              <a:rPr lang="en-US" sz="2550" dirty="0" spc="1" kern="0">
                <a:solidFill>
                  <a:srgbClr val="14161C"/>
                </a:solidFill>
                <a:latin typeface="Noto Sans JP SemiBold" pitchFamily="34" charset="0"/>
                <a:ea typeface="Noto Sans JP SemiBold" pitchFamily="34" charset="-122"/>
                <a:cs typeface="Noto Sans JP SemiBold" pitchFamily="34" charset="-120"/>
              </a:rPr>
              <a:t> 約1%、</a:t>
            </a:r>
            <a:r>
              <a:rPr lang="en-US" sz="2550" dirty="0" spc="2" kern="0">
                <a:solidFill>
                  <a:srgbClr val="14161C"/>
                </a:solidFill>
                <a:latin typeface="Noto Sans JP SemiBold" pitchFamily="34" charset="0"/>
                <a:ea typeface="Noto Sans JP SemiBold" pitchFamily="34" charset="-122"/>
                <a:cs typeface="Noto Sans JP SemiBold" pitchFamily="34" charset="-120"/>
              </a:rPr>
              <a:t> 尿素約4.5%</a:t>
            </a:r>
            <a:r>
              <a:rPr lang="en-US" sz="2550" dirty="0" spc="0" kern="0">
                <a:solidFill>
                  <a:srgbClr val="14161C"/>
                </a:solidFill>
                <a:latin typeface="Noto Sans JP SemiBold" pitchFamily="34" charset="0"/>
                <a:ea typeface="Noto Sans JP SemiBold" pitchFamily="34" charset="-122"/>
                <a:cs typeface="Noto Sans JP SemiBold" pitchFamily="34" charset="-120"/>
              </a:rPr>
              <a:t> →</a:t>
            </a:r>
            <a:r>
              <a:rPr lang="en-US" sz="2550" dirty="0" spc="3" kern="0">
                <a:solidFill>
                  <a:srgbClr val="14161C"/>
                </a:solidFill>
                <a:latin typeface="Noto Sans JP SemiBold" pitchFamily="34" charset="0"/>
                <a:ea typeface="Noto Sans JP SemiBold" pitchFamily="34" charset="-122"/>
                <a:cs typeface="Noto Sans JP SemiBold" pitchFamily="34" charset="-120"/>
              </a:rPr>
              <a:t> 約0.5%</a:t>
            </a:r>
            <a:endParaRPr lang="en-US" sz="2550" dirty="0"/>
          </a:p>
        </p:txBody>
      </p:sp>
      <p:sp>
        <p:nvSpPr>
          <p:cNvPr id="14" name="Shape 11"/>
          <p:cNvSpPr/>
          <p:nvPr/>
        </p:nvSpPr>
        <p:spPr>
          <a:xfrm>
            <a:off x="11391900" y="5410200"/>
            <a:ext cx="5981700" cy="1352550"/>
          </a:xfrm>
          <a:prstGeom prst="roundRect">
            <a:avLst>
              <a:gd name="adj" fmla="val 14085"/>
            </a:avLst>
          </a:prstGeom>
          <a:solidFill>
            <a:srgbClr val="E8E0CF"/>
          </a:solidFill>
          <a:ln/>
        </p:spPr>
      </p:sp>
      <p:sp>
        <p:nvSpPr>
          <p:cNvPr id="15" name="Shape 12"/>
          <p:cNvSpPr/>
          <p:nvPr/>
        </p:nvSpPr>
        <p:spPr>
          <a:xfrm>
            <a:off x="11391900" y="5410200"/>
            <a:ext cx="114300" cy="1352550"/>
          </a:xfrm>
          <a:prstGeom prst="roundRect">
            <a:avLst>
              <a:gd name="adj" fmla="val 50000"/>
            </a:avLst>
          </a:prstGeom>
          <a:solidFill>
            <a:srgbClr val="0F766E"/>
          </a:solidFill>
          <a:ln/>
        </p:spPr>
      </p:sp>
      <p:sp>
        <p:nvSpPr>
          <p:cNvPr id="16" name="Text 13"/>
          <p:cNvSpPr/>
          <p:nvPr/>
        </p:nvSpPr>
        <p:spPr>
          <a:xfrm>
            <a:off x="11734800" y="5505450"/>
            <a:ext cx="5448300" cy="542925"/>
          </a:xfrm>
          <a:prstGeom prst="rect">
            <a:avLst/>
          </a:prstGeom>
          <a:noFill/>
          <a:ln/>
        </p:spPr>
        <p:txBody>
          <a:bodyPr wrap="square" lIns="0" tIns="0" rIns="0" bIns="0" rtlCol="0" anchor="ctr"/>
          <a:lstStyle/>
          <a:p>
            <a:pPr algn="l" indent="0" marL="0">
              <a:buNone/>
            </a:pPr>
            <a:r>
              <a:rPr lang="en-US" sz="2250" dirty="0" kern="0">
                <a:solidFill>
                  <a:srgbClr val="0F766E"/>
                </a:solidFill>
                <a:latin typeface="Noto Sans JP ExtraBold" pitchFamily="34" charset="0"/>
                <a:ea typeface="Noto Sans JP ExtraBold" pitchFamily="34" charset="-122"/>
                <a:cs typeface="Noto Sans JP ExtraBold" pitchFamily="34" charset="-120"/>
              </a:rPr>
              <a:t>反応</a:t>
            </a:r>
            <a:endParaRPr lang="en-US" sz="2250" dirty="0"/>
          </a:p>
        </p:txBody>
      </p:sp>
      <p:sp>
        <p:nvSpPr>
          <p:cNvPr id="17" name="Text 14"/>
          <p:cNvSpPr/>
          <p:nvPr/>
        </p:nvSpPr>
        <p:spPr>
          <a:xfrm>
            <a:off x="11734800" y="5953125"/>
            <a:ext cx="5448300" cy="762000"/>
          </a:xfrm>
          <a:prstGeom prst="rect">
            <a:avLst/>
          </a:prstGeom>
          <a:noFill/>
          <a:ln/>
        </p:spPr>
        <p:txBody>
          <a:bodyPr wrap="square" lIns="0" tIns="30381" rIns="0" bIns="-30381" rtlCol="0" anchor="ctr"/>
          <a:lstStyle/>
          <a:p>
            <a:pPr algn="l" indent="0" marL="0">
              <a:lnSpc>
                <a:spcPts val="2760"/>
              </a:lnSpc>
              <a:buNone/>
            </a:pPr>
            <a:r>
              <a:rPr lang="en-US" sz="2400" dirty="0" spc="0" kern="0">
                <a:solidFill>
                  <a:srgbClr val="14161C"/>
                </a:solidFill>
                <a:latin typeface="Noto Sans JP SemiBold" pitchFamily="34" charset="0"/>
                <a:ea typeface="Noto Sans JP SemiBold" pitchFamily="34" charset="-122"/>
                <a:cs typeface="Noto Sans JP SemiBold" pitchFamily="34" charset="-120"/>
              </a:rPr>
              <a:t>ビウレット</a:t>
            </a:r>
            <a:r>
              <a:rPr lang="en-US" sz="2400" dirty="0" spc="2" kern="0">
                <a:solidFill>
                  <a:srgbClr val="14161C"/>
                </a:solidFill>
                <a:latin typeface="Noto Sans JP SemiBold" pitchFamily="34" charset="0"/>
                <a:ea typeface="Noto Sans JP SemiBold" pitchFamily="34" charset="-122"/>
                <a:cs typeface="Noto Sans JP SemiBold" pitchFamily="34" charset="-120"/>
              </a:rPr>
              <a:t> →</a:t>
            </a:r>
            <a:r>
              <a:rPr lang="en-US" sz="2400" dirty="0" spc="1" kern="0">
                <a:solidFill>
                  <a:srgbClr val="14161C"/>
                </a:solidFill>
                <a:latin typeface="Noto Sans JP SemiBold" pitchFamily="34" charset="0"/>
                <a:ea typeface="Noto Sans JP SemiBold" pitchFamily="34" charset="-122"/>
                <a:cs typeface="Noto Sans JP SemiBold" pitchFamily="34" charset="-120"/>
              </a:rPr>
              <a:t> シアヌル酸と</a:t>
            </a:r>
            <a:r>
              <a:rPr lang="en-US" sz="2400" dirty="0" spc="-37" kern="0">
                <a:solidFill>
                  <a:srgbClr val="14161C"/>
                </a:solidFill>
                <a:latin typeface="Noto Sans JP SemiBold" pitchFamily="34" charset="0"/>
                <a:ea typeface="Noto Sans JP SemiBold" pitchFamily="34" charset="-122"/>
                <a:cs typeface="Noto Sans JP SemiBold" pitchFamily="34" charset="-120"/>
              </a:rPr>
              <a:t> アンメリド、</a:t>
            </a:r>
            <a:r>
              <a:rPr lang="en-US" sz="2400" dirty="0" spc="-18" kern="0">
                <a:solidFill>
                  <a:srgbClr val="14161C"/>
                </a:solidFill>
                <a:latin typeface="Noto Sans JP SemiBold" pitchFamily="34" charset="0"/>
                <a:ea typeface="Noto Sans JP SemiBold" pitchFamily="34" charset="-122"/>
                <a:cs typeface="Noto Sans JP SemiBold" pitchFamily="34" charset="-120"/>
              </a:rPr>
              <a:t> HNCO</a:t>
            </a:r>
            <a:r>
              <a:rPr lang="en-US" sz="2400" dirty="0" spc="3" kern="0">
                <a:solidFill>
                  <a:srgbClr val="14161C"/>
                </a:solidFill>
                <a:latin typeface="Noto Sans JP SemiBold" pitchFamily="34" charset="0"/>
                <a:ea typeface="Noto Sans JP SemiBold" pitchFamily="34" charset="-122"/>
                <a:cs typeface="Noto Sans JP SemiBold" pitchFamily="34" charset="-120"/>
              </a:rPr>
              <a:t> 3分子</a:t>
            </a:r>
            <a:r>
              <a:rPr lang="en-US" sz="2400" dirty="0" spc="2" kern="0">
                <a:solidFill>
                  <a:srgbClr val="14161C"/>
                </a:solidFill>
                <a:latin typeface="Noto Sans JP SemiBold" pitchFamily="34" charset="0"/>
                <a:ea typeface="Noto Sans JP SemiBold" pitchFamily="34" charset="-122"/>
                <a:cs typeface="Noto Sans JP SemiBold" pitchFamily="34" charset="-120"/>
              </a:rPr>
              <a:t> →</a:t>
            </a:r>
            <a:r>
              <a:rPr lang="en-US" sz="2400" dirty="0" spc="1" kern="0">
                <a:solidFill>
                  <a:srgbClr val="14161C"/>
                </a:solidFill>
                <a:latin typeface="Noto Sans JP SemiBold" pitchFamily="34" charset="0"/>
                <a:ea typeface="Noto Sans JP SemiBold" pitchFamily="34" charset="-122"/>
                <a:cs typeface="Noto Sans JP SemiBold" pitchFamily="34" charset="-120"/>
              </a:rPr>
              <a:t> シアヌル酸</a:t>
            </a:r>
            <a:endParaRPr lang="en-US" sz="2400" dirty="0"/>
          </a:p>
        </p:txBody>
      </p:sp>
      <p:sp>
        <p:nvSpPr>
          <p:cNvPr id="18" name="Shape 15"/>
          <p:cNvSpPr/>
          <p:nvPr/>
        </p:nvSpPr>
        <p:spPr>
          <a:xfrm>
            <a:off x="11391900" y="6991350"/>
            <a:ext cx="5981700" cy="1352550"/>
          </a:xfrm>
          <a:prstGeom prst="roundRect">
            <a:avLst>
              <a:gd name="adj" fmla="val 14085"/>
            </a:avLst>
          </a:prstGeom>
          <a:solidFill>
            <a:srgbClr val="E8E0CF"/>
          </a:solidFill>
          <a:ln/>
        </p:spPr>
      </p:sp>
      <p:sp>
        <p:nvSpPr>
          <p:cNvPr id="19" name="Shape 16"/>
          <p:cNvSpPr/>
          <p:nvPr/>
        </p:nvSpPr>
        <p:spPr>
          <a:xfrm>
            <a:off x="11391900" y="6991350"/>
            <a:ext cx="114300" cy="1352550"/>
          </a:xfrm>
          <a:prstGeom prst="roundRect">
            <a:avLst>
              <a:gd name="adj" fmla="val 50000"/>
            </a:avLst>
          </a:prstGeom>
          <a:solidFill>
            <a:srgbClr val="E8472B"/>
          </a:solidFill>
          <a:ln/>
        </p:spPr>
      </p:sp>
      <p:sp>
        <p:nvSpPr>
          <p:cNvPr id="20" name="Text 17"/>
          <p:cNvSpPr/>
          <p:nvPr/>
        </p:nvSpPr>
        <p:spPr>
          <a:xfrm>
            <a:off x="11734800" y="7086600"/>
            <a:ext cx="5448300" cy="542925"/>
          </a:xfrm>
          <a:prstGeom prst="rect">
            <a:avLst/>
          </a:prstGeom>
          <a:noFill/>
          <a:ln/>
        </p:spPr>
        <p:txBody>
          <a:bodyPr wrap="square" lIns="0" tIns="0" rIns="0" bIns="0" rtlCol="0" anchor="ctr"/>
          <a:lstStyle/>
          <a:p>
            <a:pPr algn="l" indent="0" marL="0">
              <a:buNone/>
            </a:pPr>
            <a:r>
              <a:rPr lang="en-US" sz="2250" dirty="0" kern="0">
                <a:solidFill>
                  <a:srgbClr val="E8472B"/>
                </a:solidFill>
                <a:latin typeface="Noto Sans JP ExtraBold" pitchFamily="34" charset="0"/>
                <a:ea typeface="Noto Sans JP ExtraBold" pitchFamily="34" charset="-122"/>
                <a:cs typeface="Noto Sans JP ExtraBold" pitchFamily="34" charset="-120"/>
              </a:rPr>
              <a:t>意味</a:t>
            </a:r>
            <a:endParaRPr lang="en-US" sz="2250" dirty="0"/>
          </a:p>
        </p:txBody>
      </p:sp>
      <p:sp>
        <p:nvSpPr>
          <p:cNvPr id="21" name="Text 18"/>
          <p:cNvSpPr/>
          <p:nvPr/>
        </p:nvSpPr>
        <p:spPr>
          <a:xfrm>
            <a:off x="11734800" y="753427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安定な 堆積物の</a:t>
            </a:r>
            <a:r>
              <a:rPr lang="en-US" sz="2550" dirty="0" spc="-10" kern="0">
                <a:solidFill>
                  <a:srgbClr val="14161C"/>
                </a:solidFill>
                <a:latin typeface="Noto Sans JP SemiBold" pitchFamily="34" charset="0"/>
                <a:ea typeface="Noto Sans JP SemiBold" pitchFamily="34" charset="-122"/>
                <a:cs typeface="Noto Sans JP SemiBold" pitchFamily="34" charset="-120"/>
              </a:rPr>
              <a:t> 始まり。</a:t>
            </a:r>
            <a:r>
              <a:rPr lang="en-US" sz="2550" dirty="0" spc="2" kern="0">
                <a:solidFill>
                  <a:srgbClr val="14161C"/>
                </a:solidFill>
                <a:latin typeface="Noto Sans JP SemiBold" pitchFamily="34" charset="0"/>
                <a:ea typeface="Noto Sans JP SemiBold" pitchFamily="34" charset="-122"/>
                <a:cs typeface="Noto Sans JP SemiBold" pitchFamily="34" charset="-120"/>
              </a:rPr>
              <a:t> 合計約43%</a:t>
            </a:r>
            <a:r>
              <a:rPr lang="en-US" sz="2550" dirty="0" spc="-1" kern="0">
                <a:solidFill>
                  <a:srgbClr val="14161C"/>
                </a:solidFill>
                <a:latin typeface="Noto Sans JP SemiBold" pitchFamily="34" charset="0"/>
                <a:ea typeface="Noto Sans JP SemiBold" pitchFamily="34" charset="-122"/>
                <a:cs typeface="Noto Sans JP SemiBold" pitchFamily="34" charset="-120"/>
              </a:rPr>
              <a:t> →</a:t>
            </a:r>
            <a:r>
              <a:rPr lang="en-US" sz="2550" dirty="0" spc="2" kern="0">
                <a:solidFill>
                  <a:srgbClr val="14161C"/>
                </a:solidFill>
                <a:latin typeface="Noto Sans JP SemiBold" pitchFamily="34" charset="0"/>
                <a:ea typeface="Noto Sans JP SemiBold" pitchFamily="34" charset="-122"/>
                <a:cs typeface="Noto Sans JP SemiBold" pitchFamily="34" charset="-120"/>
              </a:rPr>
              <a:t> 約30%</a:t>
            </a:r>
            <a:endParaRPr lang="en-US" sz="2550" dirty="0"/>
          </a:p>
        </p:txBody>
      </p:sp>
      <p:sp>
        <p:nvSpPr>
          <p:cNvPr id="22"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[S4]</a:t>
            </a:r>
            <a:endParaRPr lang="en-US" sz="1800" dirty="0"/>
          </a:p>
        </p:txBody>
      </p:sp>
      <p:sp>
        <p:nvSpPr>
          <p:cNvPr id="23" name="Shape 20"/>
          <p:cNvSpPr/>
          <p:nvPr/>
        </p:nvSpPr>
        <p:spPr>
          <a:xfrm>
            <a:off x="942975" y="9563100"/>
            <a:ext cx="114300" cy="114300"/>
          </a:xfrm>
          <a:prstGeom prst="ellipse">
            <a:avLst/>
          </a:prstGeom>
          <a:solidFill>
            <a:srgbClr val="14161C">
              <a:alpha val="28000"/>
            </a:srgbClr>
          </a:solidFill>
          <a:ln/>
        </p:spPr>
      </p:sp>
      <p:sp>
        <p:nvSpPr>
          <p:cNvPr id="24" name="Shape 21"/>
          <p:cNvSpPr/>
          <p:nvPr/>
        </p:nvSpPr>
        <p:spPr>
          <a:xfrm>
            <a:off x="1171575" y="9563100"/>
            <a:ext cx="114300" cy="114300"/>
          </a:xfrm>
          <a:prstGeom prst="ellipse">
            <a:avLst/>
          </a:prstGeom>
          <a:solidFill>
            <a:srgbClr val="14161C">
              <a:alpha val="28000"/>
            </a:srgbClr>
          </a:solidFill>
          <a:ln/>
        </p:spPr>
      </p:sp>
      <p:sp>
        <p:nvSpPr>
          <p:cNvPr id="25" name="Shape 22"/>
          <p:cNvSpPr/>
          <p:nvPr/>
        </p:nvSpPr>
        <p:spPr>
          <a:xfrm>
            <a:off x="1400175" y="9563100"/>
            <a:ext cx="114300" cy="114300"/>
          </a:xfrm>
          <a:prstGeom prst="ellipse">
            <a:avLst/>
          </a:prstGeom>
          <a:solidFill>
            <a:srgbClr val="14161C">
              <a:alpha val="28000"/>
            </a:srgbClr>
          </a:solidFill>
          <a:ln/>
        </p:spPr>
      </p:sp>
      <p:sp>
        <p:nvSpPr>
          <p:cNvPr id="26" name="Shape 23"/>
          <p:cNvSpPr/>
          <p:nvPr/>
        </p:nvSpPr>
        <p:spPr>
          <a:xfrm>
            <a:off x="1628775" y="9563100"/>
            <a:ext cx="114300" cy="114300"/>
          </a:xfrm>
          <a:prstGeom prst="ellipse">
            <a:avLst/>
          </a:prstGeom>
          <a:solidFill>
            <a:srgbClr val="14161C">
              <a:alpha val="28000"/>
            </a:srgbClr>
          </a:solidFill>
          <a:ln/>
        </p:spPr>
      </p:sp>
      <p:sp>
        <p:nvSpPr>
          <p:cNvPr id="27" name="Shape 24"/>
          <p:cNvSpPr/>
          <p:nvPr/>
        </p:nvSpPr>
        <p:spPr>
          <a:xfrm>
            <a:off x="1857375" y="9563100"/>
            <a:ext cx="114300" cy="114300"/>
          </a:xfrm>
          <a:prstGeom prst="ellipse">
            <a:avLst/>
          </a:prstGeom>
          <a:solidFill>
            <a:srgbClr val="14161C">
              <a:alpha val="28000"/>
            </a:srgbClr>
          </a:solidFill>
          <a:ln/>
        </p:spPr>
      </p:sp>
      <p:sp>
        <p:nvSpPr>
          <p:cNvPr id="28" name="Shape 25"/>
          <p:cNvSpPr/>
          <p:nvPr/>
        </p:nvSpPr>
        <p:spPr>
          <a:xfrm>
            <a:off x="2085975" y="9563100"/>
            <a:ext cx="114300" cy="114300"/>
          </a:xfrm>
          <a:prstGeom prst="ellipse">
            <a:avLst/>
          </a:prstGeom>
          <a:solidFill>
            <a:srgbClr val="14161C">
              <a:alpha val="28000"/>
            </a:srgbClr>
          </a:solidFill>
          <a:ln/>
        </p:spPr>
      </p:sp>
      <p:sp>
        <p:nvSpPr>
          <p:cNvPr id="29" name="Shape 26"/>
          <p:cNvSpPr/>
          <p:nvPr/>
        </p:nvSpPr>
        <p:spPr>
          <a:xfrm>
            <a:off x="2314575" y="9563100"/>
            <a:ext cx="114300" cy="114300"/>
          </a:xfrm>
          <a:prstGeom prst="ellipse">
            <a:avLst/>
          </a:prstGeom>
          <a:solidFill>
            <a:srgbClr val="14161C">
              <a:alpha val="28000"/>
            </a:srgbClr>
          </a:solidFill>
          <a:ln/>
        </p:spPr>
      </p:sp>
      <p:sp>
        <p:nvSpPr>
          <p:cNvPr id="30" name="Shape 27"/>
          <p:cNvSpPr/>
          <p:nvPr/>
        </p:nvSpPr>
        <p:spPr>
          <a:xfrm>
            <a:off x="2524125" y="9544050"/>
            <a:ext cx="152400" cy="152400"/>
          </a:xfrm>
          <a:prstGeom prst="ellipse">
            <a:avLst/>
          </a:prstGeom>
          <a:solidFill>
            <a:srgbClr val="E8472B"/>
          </a:solidFill>
          <a:ln/>
        </p:spPr>
      </p:sp>
      <p:sp>
        <p:nvSpPr>
          <p:cNvPr id="31" name="Shape 28"/>
          <p:cNvSpPr/>
          <p:nvPr/>
        </p:nvSpPr>
        <p:spPr>
          <a:xfrm>
            <a:off x="2771775" y="9563100"/>
            <a:ext cx="114300" cy="114300"/>
          </a:xfrm>
          <a:prstGeom prst="ellipse">
            <a:avLst/>
          </a:prstGeom>
          <a:solidFill>
            <a:srgbClr val="14161C">
              <a:alpha val="28000"/>
            </a:srgbClr>
          </a:solidFill>
          <a:ln/>
        </p:spPr>
      </p:sp>
      <p:sp>
        <p:nvSpPr>
          <p:cNvPr id="32" name="Shape 29"/>
          <p:cNvSpPr/>
          <p:nvPr/>
        </p:nvSpPr>
        <p:spPr>
          <a:xfrm>
            <a:off x="3000375" y="9563100"/>
            <a:ext cx="114300" cy="114300"/>
          </a:xfrm>
          <a:prstGeom prst="ellipse">
            <a:avLst/>
          </a:prstGeom>
          <a:solidFill>
            <a:srgbClr val="14161C">
              <a:alpha val="28000"/>
            </a:srgbClr>
          </a:solidFill>
          <a:ln/>
        </p:spPr>
      </p:sp>
      <p:sp>
        <p:nvSpPr>
          <p:cNvPr id="33" name="Shape 30"/>
          <p:cNvSpPr/>
          <p:nvPr/>
        </p:nvSpPr>
        <p:spPr>
          <a:xfrm>
            <a:off x="3228975" y="9563100"/>
            <a:ext cx="114300" cy="114300"/>
          </a:xfrm>
          <a:prstGeom prst="ellipse">
            <a:avLst/>
          </a:prstGeom>
          <a:solidFill>
            <a:srgbClr val="14161C">
              <a:alpha val="28000"/>
            </a:srgbClr>
          </a:solidFill>
          <a:ln/>
        </p:spPr>
      </p:sp>
      <p:sp>
        <p:nvSpPr>
          <p:cNvPr id="34" name="Shape 31"/>
          <p:cNvSpPr/>
          <p:nvPr/>
        </p:nvSpPr>
        <p:spPr>
          <a:xfrm>
            <a:off x="3457575" y="9563100"/>
            <a:ext cx="114300" cy="114300"/>
          </a:xfrm>
          <a:prstGeom prst="ellipse">
            <a:avLst/>
          </a:prstGeom>
          <a:solidFill>
            <a:srgbClr val="14161C">
              <a:alpha val="28000"/>
            </a:srgbClr>
          </a:solidFill>
          <a:ln/>
        </p:spPr>
      </p:sp>
      <p:sp>
        <p:nvSpPr>
          <p:cNvPr id="35" name="Shape 32"/>
          <p:cNvSpPr/>
          <p:nvPr/>
        </p:nvSpPr>
        <p:spPr>
          <a:xfrm>
            <a:off x="3686175" y="9563100"/>
            <a:ext cx="114300" cy="114300"/>
          </a:xfrm>
          <a:prstGeom prst="ellipse">
            <a:avLst/>
          </a:prstGeom>
          <a:solidFill>
            <a:srgbClr val="14161C">
              <a:alpha val="28000"/>
            </a:srgbClr>
          </a:solidFill>
          <a:ln/>
        </p:spPr>
      </p:sp>
      <p:sp>
        <p:nvSpPr>
          <p:cNvPr id="36" name="Shape 33"/>
          <p:cNvSpPr/>
          <p:nvPr/>
        </p:nvSpPr>
        <p:spPr>
          <a:xfrm>
            <a:off x="3914775" y="9563100"/>
            <a:ext cx="114300" cy="114300"/>
          </a:xfrm>
          <a:prstGeom prst="ellipse">
            <a:avLst/>
          </a:prstGeom>
          <a:solidFill>
            <a:srgbClr val="14161C">
              <a:alpha val="28000"/>
            </a:srgbClr>
          </a:solidFill>
          <a:ln/>
        </p:spPr>
      </p:sp>
      <p:sp>
        <p:nvSpPr>
          <p:cNvPr id="37" name="Shape 34"/>
          <p:cNvSpPr/>
          <p:nvPr/>
        </p:nvSpPr>
        <p:spPr>
          <a:xfrm>
            <a:off x="4143375" y="9563100"/>
            <a:ext cx="114300" cy="114300"/>
          </a:xfrm>
          <a:prstGeom prst="ellipse">
            <a:avLst/>
          </a:prstGeom>
          <a:solidFill>
            <a:srgbClr val="14161C">
              <a:alpha val="28000"/>
            </a:srgbClr>
          </a:solidFill>
          <a:ln/>
        </p:spPr>
      </p:sp>
      <p:sp>
        <p:nvSpPr>
          <p:cNvPr id="38" name="Shape 35"/>
          <p:cNvSpPr/>
          <p:nvPr/>
        </p:nvSpPr>
        <p:spPr>
          <a:xfrm>
            <a:off x="4371975" y="9563100"/>
            <a:ext cx="114300" cy="114300"/>
          </a:xfrm>
          <a:prstGeom prst="ellipse">
            <a:avLst/>
          </a:prstGeom>
          <a:solidFill>
            <a:srgbClr val="14161C">
              <a:alpha val="28000"/>
            </a:srgbClr>
          </a:solidFill>
          <a:ln/>
        </p:spPr>
      </p:sp>
      <p:sp>
        <p:nvSpPr>
          <p:cNvPr id="39" name="Shape 36"/>
          <p:cNvSpPr/>
          <p:nvPr/>
        </p:nvSpPr>
        <p:spPr>
          <a:xfrm>
            <a:off x="4600575" y="9563100"/>
            <a:ext cx="114300" cy="114300"/>
          </a:xfrm>
          <a:prstGeom prst="ellipse">
            <a:avLst/>
          </a:prstGeom>
          <a:solidFill>
            <a:srgbClr val="14161C">
              <a:alpha val="28000"/>
            </a:srgbClr>
          </a:solidFill>
          <a:ln/>
        </p:spPr>
      </p:sp>
      <p:sp>
        <p:nvSpPr>
          <p:cNvPr id="40" name="Text 37"/>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L17</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08/17</a:t>
            </a:r>
            <a:endParaRPr lang="en-US" sz="1800" dirty="0"/>
          </a:p>
        </p:txBody>
      </p:sp>
      <p:sp>
        <p:nvSpPr>
          <p:cNvPr id="41" name="Shape 38"/>
          <p:cNvSpPr/>
          <p:nvPr/>
        </p:nvSpPr>
        <p:spPr>
          <a:xfrm>
            <a:off x="15983712" y="9076331"/>
            <a:ext cx="1645920" cy="552301"/>
          </a:xfrm>
          <a:prstGeom prst="roundRect">
            <a:avLst>
              <a:gd name="adj" fmla="val 28000"/>
            </a:avLst>
          </a:prstGeom>
          <a:solidFill>
            <a:srgbClr val="FFFFFF">
              <a:alpha val="82000"/>
            </a:srgbClr>
          </a:solidFill>
          <a:ln/>
        </p:spPr>
      </p:sp>
      <p:pic>
        <p:nvPicPr>
          <p:cNvPr id="42" name="Moda image moda-export-watermark-2c799e7e-eda4-4b02-9d09-00b4c17ccb44"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F3EEE3"/>
                </a:solidFill>
                <a:latin typeface="Noto Sans JP ExtraBold" pitchFamily="34" charset="0"/>
                <a:ea typeface="Noto Sans JP ExtraBold" pitchFamily="34" charset="-122"/>
                <a:cs typeface="Noto Sans JP ExtraBold" pitchFamily="34" charset="-120"/>
              </a:rPr>
              <a:t>275〜325°C：</a:t>
            </a:r>
            <a:r>
              <a:rPr lang="en-US" sz="5700" dirty="0" spc="0" kern="0">
                <a:solidFill>
                  <a:srgbClr val="F3EEE3"/>
                </a:solidFill>
                <a:latin typeface="Noto Sans JP ExtraBold" pitchFamily="34" charset="0"/>
                <a:ea typeface="Noto Sans JP ExtraBold" pitchFamily="34" charset="-122"/>
                <a:cs typeface="Noto Sans JP ExtraBold" pitchFamily="34" charset="-120"/>
              </a:rPr>
              <a:t> シアヌル酸は ピークの</a:t>
            </a:r>
            <a:r>
              <a:rPr lang="en-US" sz="5700" dirty="0" spc="1" kern="0">
                <a:solidFill>
                  <a:srgbClr val="F3EEE3"/>
                </a:solidFill>
                <a:latin typeface="Noto Sans JP ExtraBold" pitchFamily="34" charset="0"/>
                <a:ea typeface="Noto Sans JP ExtraBold" pitchFamily="34" charset="-122"/>
                <a:cs typeface="Noto Sans JP ExtraBold" pitchFamily="34" charset="-120"/>
              </a:rPr>
              <a:t> 後に</a:t>
            </a:r>
            <a:r>
              <a:rPr lang="en-US" sz="5700" dirty="0" spc="0" kern="0">
                <a:solidFill>
                  <a:srgbClr val="F3EEE3"/>
                </a:solidFill>
                <a:latin typeface="Noto Sans JP ExtraBold" pitchFamily="34" charset="0"/>
                <a:ea typeface="Noto Sans JP ExtraBold" pitchFamily="34" charset="-122"/>
                <a:cs typeface="Noto Sans JP ExtraBold" pitchFamily="34" charset="-120"/>
              </a:rPr>
              <a:t> 減少</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2C3040"/>
            </a:solidFill>
            <a:prstDash val="solid"/>
          </a:ln>
        </p:spPr>
      </p:sp>
      <p:pic>
        <p:nvPicPr>
          <p:cNvPr id="4" name="Moda image rect-1793103907035-984734521" descr="">    </p:cNvPr>
          <p:cNvPicPr>
            <a:picLocks noChangeAspect="1"/>
          </p:cNvPicPr>
          <p:nvPr/>
        </p:nvPicPr>
        <p:blipFill>
          <a:blip r:embed="rId1"/>
          <a:srcRect l="0" r="0" t="0" b="0"/>
          <a:stretch/>
        </p:blipFill>
        <p:spPr>
          <a:xfrm>
            <a:off x="1104900" y="2438400"/>
            <a:ext cx="8572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9AA0B5"/>
                </a:solidFill>
                <a:latin typeface="Noto Sans JP" pitchFamily="34" charset="0"/>
                <a:ea typeface="Noto Sans JP" pitchFamily="34" charset="-122"/>
                <a:cs typeface="Noto Sans JP" pitchFamily="34" charset="-120"/>
              </a:rPr>
              <a:t>図: S1の</a:t>
            </a:r>
            <a:r>
              <a:rPr lang="en-US" sz="1650" dirty="0" spc="-1" kern="0">
                <a:solidFill>
                  <a:srgbClr val="9AA0B5"/>
                </a:solidFill>
                <a:latin typeface="Noto Sans JP" pitchFamily="34" charset="0"/>
                <a:ea typeface="Noto Sans JP" pitchFamily="34" charset="-122"/>
                <a:cs typeface="Noto Sans JP" pitchFamily="34" charset="-120"/>
              </a:rPr>
              <a:t> グラフの 数値から</a:t>
            </a:r>
            <a:r>
              <a:rPr lang="en-US" sz="1650" dirty="0" spc="0" kern="0">
                <a:solidFill>
                  <a:srgbClr val="9AA0B5"/>
                </a:solidFill>
                <a:latin typeface="Noto Sans JP" pitchFamily="34" charset="0"/>
                <a:ea typeface="Noto Sans JP" pitchFamily="34" charset="-122"/>
                <a:cs typeface="Noto Sans JP" pitchFamily="34" charset="-120"/>
              </a:rPr>
              <a:t> 再作図（目読み、±2%）</a:t>
            </a:r>
            <a:endParaRPr lang="en-US" sz="1650" dirty="0"/>
          </a:p>
        </p:txBody>
      </p:sp>
      <p:sp>
        <p:nvSpPr>
          <p:cNvPr id="6" name="Shape 3"/>
          <p:cNvSpPr/>
          <p:nvPr/>
        </p:nvSpPr>
        <p:spPr>
          <a:xfrm>
            <a:off x="10248900" y="2247900"/>
            <a:ext cx="7124700" cy="838200"/>
          </a:xfrm>
          <a:prstGeom prst="roundRect">
            <a:avLst>
              <a:gd name="adj" fmla="val 22727"/>
            </a:avLst>
          </a:prstGeom>
          <a:solidFill>
            <a:srgbClr val="1E212B"/>
          </a:solidFill>
          <a:ln/>
        </p:spPr>
      </p:sp>
      <p:sp>
        <p:nvSpPr>
          <p:cNvPr id="7" name="Shape 4"/>
          <p:cNvSpPr/>
          <p:nvPr/>
        </p:nvSpPr>
        <p:spPr>
          <a:xfrm>
            <a:off x="10248900" y="2247900"/>
            <a:ext cx="114300" cy="838200"/>
          </a:xfrm>
          <a:prstGeom prst="roundRect">
            <a:avLst>
              <a:gd name="adj" fmla="val 50000"/>
            </a:avLst>
          </a:prstGeom>
          <a:solidFill>
            <a:srgbClr val="FFB454"/>
          </a:solidFill>
          <a:ln/>
        </p:spPr>
      </p:sp>
      <p:sp>
        <p:nvSpPr>
          <p:cNvPr id="8" name="Text 5"/>
          <p:cNvSpPr/>
          <p:nvPr/>
        </p:nvSpPr>
        <p:spPr>
          <a:xfrm>
            <a:off x="10591800" y="2343150"/>
            <a:ext cx="6591300" cy="333375"/>
          </a:xfrm>
          <a:prstGeom prst="rect">
            <a:avLst/>
          </a:prstGeom>
          <a:noFill/>
          <a:ln/>
        </p:spPr>
        <p:txBody>
          <a:bodyPr wrap="square" lIns="0" tIns="0" rIns="0" bIns="0" rtlCol="0" anchor="ctr"/>
          <a:lstStyle/>
          <a:p>
            <a:pPr algn="l" indent="0" marL="0">
              <a:buNone/>
            </a:pPr>
            <a:r>
              <a:rPr lang="en-US" sz="2187" dirty="0" kern="0">
                <a:solidFill>
                  <a:srgbClr val="FFB454"/>
                </a:solidFill>
                <a:latin typeface="Noto Sans JP ExtraBold" pitchFamily="34" charset="0"/>
                <a:ea typeface="Noto Sans JP ExtraBold" pitchFamily="34" charset="-122"/>
                <a:cs typeface="Noto Sans JP ExtraBold" pitchFamily="34" charset="-120"/>
              </a:rPr>
              <a:t>優勢</a:t>
            </a:r>
            <a:endParaRPr lang="en-US" sz="2187" dirty="0"/>
          </a:p>
        </p:txBody>
      </p:sp>
      <p:sp>
        <p:nvSpPr>
          <p:cNvPr id="9" name="Text 6"/>
          <p:cNvSpPr/>
          <p:nvPr/>
        </p:nvSpPr>
        <p:spPr>
          <a:xfrm>
            <a:off x="10591800" y="2581275"/>
            <a:ext cx="6591300" cy="466725"/>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シアヌル酸</a:t>
            </a:r>
            <a:r>
              <a:rPr lang="en-US" sz="2550" dirty="0" spc="2" kern="0">
                <a:solidFill>
                  <a:srgbClr val="F3EEE3"/>
                </a:solidFill>
                <a:latin typeface="Noto Sans JP SemiBold" pitchFamily="34" charset="0"/>
                <a:ea typeface="Noto Sans JP SemiBold" pitchFamily="34" charset="-122"/>
                <a:cs typeface="Noto Sans JP SemiBold" pitchFamily="34" charset="-120"/>
              </a:rPr>
              <a:t> 約24%</a:t>
            </a:r>
            <a:r>
              <a:rPr lang="en-US" sz="2550" dirty="0" spc="0" kern="0">
                <a:solidFill>
                  <a:srgbClr val="F3EEE3"/>
                </a:solidFill>
                <a:latin typeface="Noto Sans JP SemiBold" pitchFamily="34" charset="0"/>
                <a:ea typeface="Noto Sans JP SemiBold" pitchFamily="34" charset="-122"/>
                <a:cs typeface="Noto Sans JP SemiBold" pitchFamily="34" charset="-120"/>
              </a:rPr>
              <a:t> →</a:t>
            </a:r>
            <a:r>
              <a:rPr lang="en-US" sz="2550" dirty="0" spc="2" kern="0">
                <a:solidFill>
                  <a:srgbClr val="F3EEE3"/>
                </a:solidFill>
                <a:latin typeface="Noto Sans JP SemiBold" pitchFamily="34" charset="0"/>
                <a:ea typeface="Noto Sans JP SemiBold" pitchFamily="34" charset="-122"/>
                <a:cs typeface="Noto Sans JP SemiBold" pitchFamily="34" charset="-120"/>
              </a:rPr>
              <a:t> 約15%</a:t>
            </a:r>
            <a:endParaRPr lang="en-US" sz="2550" dirty="0"/>
          </a:p>
        </p:txBody>
      </p:sp>
      <p:sp>
        <p:nvSpPr>
          <p:cNvPr id="10" name="Shape 7"/>
          <p:cNvSpPr/>
          <p:nvPr/>
        </p:nvSpPr>
        <p:spPr>
          <a:xfrm>
            <a:off x="10248900" y="3219450"/>
            <a:ext cx="7124700" cy="838200"/>
          </a:xfrm>
          <a:prstGeom prst="roundRect">
            <a:avLst>
              <a:gd name="adj" fmla="val 22727"/>
            </a:avLst>
          </a:prstGeom>
          <a:solidFill>
            <a:srgbClr val="1E212B"/>
          </a:solidFill>
          <a:ln/>
        </p:spPr>
      </p:sp>
      <p:sp>
        <p:nvSpPr>
          <p:cNvPr id="11" name="Shape 8"/>
          <p:cNvSpPr/>
          <p:nvPr/>
        </p:nvSpPr>
        <p:spPr>
          <a:xfrm>
            <a:off x="10248900" y="3219450"/>
            <a:ext cx="114300" cy="838200"/>
          </a:xfrm>
          <a:prstGeom prst="roundRect">
            <a:avLst>
              <a:gd name="adj" fmla="val 50000"/>
            </a:avLst>
          </a:prstGeom>
          <a:solidFill>
            <a:srgbClr val="3DD6A0"/>
          </a:solidFill>
          <a:ln/>
        </p:spPr>
      </p:sp>
      <p:sp>
        <p:nvSpPr>
          <p:cNvPr id="12" name="Text 9"/>
          <p:cNvSpPr/>
          <p:nvPr/>
        </p:nvSpPr>
        <p:spPr>
          <a:xfrm>
            <a:off x="10591800" y="3314700"/>
            <a:ext cx="6591300" cy="333375"/>
          </a:xfrm>
          <a:prstGeom prst="rect">
            <a:avLst/>
          </a:prstGeom>
          <a:noFill/>
          <a:ln/>
        </p:spPr>
        <p:txBody>
          <a:bodyPr wrap="square" lIns="0" tIns="0" rIns="0" bIns="0" rtlCol="0" anchor="ctr"/>
          <a:lstStyle/>
          <a:p>
            <a:pPr algn="l" indent="0" marL="0">
              <a:buNone/>
            </a:pPr>
            <a:r>
              <a:rPr lang="en-US" sz="2187" dirty="0" kern="0">
                <a:solidFill>
                  <a:srgbClr val="3DD6A0"/>
                </a:solidFill>
                <a:latin typeface="Noto Sans JP ExtraBold" pitchFamily="34" charset="0"/>
                <a:ea typeface="Noto Sans JP ExtraBold" pitchFamily="34" charset="-122"/>
                <a:cs typeface="Noto Sans JP ExtraBold" pitchFamily="34" charset="-120"/>
              </a:rPr>
              <a:t>消失</a:t>
            </a:r>
            <a:endParaRPr lang="en-US" sz="2187" dirty="0"/>
          </a:p>
        </p:txBody>
      </p:sp>
      <p:sp>
        <p:nvSpPr>
          <p:cNvPr id="13" name="Text 10"/>
          <p:cNvSpPr/>
          <p:nvPr/>
        </p:nvSpPr>
        <p:spPr>
          <a:xfrm>
            <a:off x="10591800" y="3552825"/>
            <a:ext cx="6591300" cy="466725"/>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F3EEE3"/>
                </a:solidFill>
                <a:latin typeface="Noto Sans JP SemiBold" pitchFamily="34" charset="0"/>
                <a:ea typeface="Noto Sans JP SemiBold" pitchFamily="34" charset="-122"/>
                <a:cs typeface="Noto Sans JP SemiBold" pitchFamily="34" charset="-120"/>
              </a:rPr>
              <a:t>尿素と ビウレットは</a:t>
            </a:r>
            <a:r>
              <a:rPr lang="en-US" sz="2550" dirty="0" spc="3" kern="0">
                <a:solidFill>
                  <a:srgbClr val="F3EEE3"/>
                </a:solidFill>
                <a:latin typeface="Noto Sans JP SemiBold" pitchFamily="34" charset="0"/>
                <a:ea typeface="Noto Sans JP SemiBold" pitchFamily="34" charset="-122"/>
                <a:cs typeface="Noto Sans JP SemiBold" pitchFamily="34" charset="-120"/>
              </a:rPr>
              <a:t> 0</a:t>
            </a:r>
            <a:endParaRPr lang="en-US" sz="2550" dirty="0"/>
          </a:p>
        </p:txBody>
      </p:sp>
      <p:sp>
        <p:nvSpPr>
          <p:cNvPr id="14" name="Shape 11"/>
          <p:cNvSpPr/>
          <p:nvPr/>
        </p:nvSpPr>
        <p:spPr>
          <a:xfrm>
            <a:off x="10248900" y="4191000"/>
            <a:ext cx="7124700" cy="838200"/>
          </a:xfrm>
          <a:prstGeom prst="roundRect">
            <a:avLst>
              <a:gd name="adj" fmla="val 22727"/>
            </a:avLst>
          </a:prstGeom>
          <a:solidFill>
            <a:srgbClr val="1E212B"/>
          </a:solidFill>
          <a:ln/>
        </p:spPr>
      </p:sp>
      <p:sp>
        <p:nvSpPr>
          <p:cNvPr id="15" name="Shape 12"/>
          <p:cNvSpPr/>
          <p:nvPr/>
        </p:nvSpPr>
        <p:spPr>
          <a:xfrm>
            <a:off x="10248900" y="4191000"/>
            <a:ext cx="114300" cy="838200"/>
          </a:xfrm>
          <a:prstGeom prst="roundRect">
            <a:avLst>
              <a:gd name="adj" fmla="val 50000"/>
            </a:avLst>
          </a:prstGeom>
          <a:solidFill>
            <a:srgbClr val="FF5C5C"/>
          </a:solidFill>
          <a:ln/>
        </p:spPr>
      </p:sp>
      <p:sp>
        <p:nvSpPr>
          <p:cNvPr id="16" name="Text 13"/>
          <p:cNvSpPr/>
          <p:nvPr/>
        </p:nvSpPr>
        <p:spPr>
          <a:xfrm>
            <a:off x="10591800" y="4286250"/>
            <a:ext cx="6591300" cy="333375"/>
          </a:xfrm>
          <a:prstGeom prst="rect">
            <a:avLst/>
          </a:prstGeom>
          <a:noFill/>
          <a:ln/>
        </p:spPr>
        <p:txBody>
          <a:bodyPr wrap="square" lIns="0" tIns="0" rIns="0" bIns="0" rtlCol="0" anchor="ctr"/>
          <a:lstStyle/>
          <a:p>
            <a:pPr algn="l" indent="0" marL="0">
              <a:buNone/>
            </a:pPr>
            <a:r>
              <a:rPr lang="en-US" sz="2187" dirty="0" spc="-31" kern="0">
                <a:solidFill>
                  <a:srgbClr val="FF5C5C"/>
                </a:solidFill>
                <a:latin typeface="Noto Sans JP ExtraBold" pitchFamily="34" charset="0"/>
                <a:ea typeface="Noto Sans JP ExtraBold" pitchFamily="34" charset="-122"/>
                <a:cs typeface="Noto Sans JP ExtraBold" pitchFamily="34" charset="-120"/>
              </a:rPr>
              <a:t>アンメリド</a:t>
            </a:r>
            <a:endParaRPr lang="en-US" sz="2187" dirty="0"/>
          </a:p>
        </p:txBody>
      </p:sp>
      <p:sp>
        <p:nvSpPr>
          <p:cNvPr id="17" name="Text 14"/>
          <p:cNvSpPr/>
          <p:nvPr/>
        </p:nvSpPr>
        <p:spPr>
          <a:xfrm>
            <a:off x="10591800" y="4524375"/>
            <a:ext cx="6591300" cy="466725"/>
          </a:xfrm>
          <a:prstGeom prst="rect">
            <a:avLst/>
          </a:prstGeom>
          <a:noFill/>
          <a:ln/>
        </p:spPr>
        <p:txBody>
          <a:bodyPr wrap="square" lIns="0" tIns="32248" rIns="0" bIns="-32248" rtlCol="0" anchor="ctr"/>
          <a:lstStyle/>
          <a:p>
            <a:pPr algn="l" indent="0" marL="0">
              <a:lnSpc>
                <a:spcPts val="2933"/>
              </a:lnSpc>
              <a:buNone/>
            </a:pPr>
            <a:r>
              <a:rPr lang="en-US" sz="2550" dirty="0" spc="2" kern="0">
                <a:solidFill>
                  <a:srgbClr val="F3EEE3"/>
                </a:solidFill>
                <a:latin typeface="Noto Sans JP SemiBold" pitchFamily="34" charset="0"/>
                <a:ea typeface="Noto Sans JP SemiBold" pitchFamily="34" charset="-122"/>
                <a:cs typeface="Noto Sans JP SemiBold" pitchFamily="34" charset="-120"/>
              </a:rPr>
              <a:t>約5.5%でほぼ</a:t>
            </a:r>
            <a:r>
              <a:rPr lang="en-US" sz="2550" dirty="0" spc="0" kern="0">
                <a:solidFill>
                  <a:srgbClr val="F3EEE3"/>
                </a:solidFill>
                <a:latin typeface="Noto Sans JP SemiBold" pitchFamily="34" charset="0"/>
                <a:ea typeface="Noto Sans JP SemiBold" pitchFamily="34" charset="-122"/>
                <a:cs typeface="Noto Sans JP SemiBold" pitchFamily="34" charset="-120"/>
              </a:rPr>
              <a:t> 一定</a:t>
            </a:r>
            <a:endParaRPr lang="en-US" sz="2550" dirty="0"/>
          </a:p>
        </p:txBody>
      </p:sp>
      <p:sp>
        <p:nvSpPr>
          <p:cNvPr id="18" name="Shape 15"/>
          <p:cNvSpPr/>
          <p:nvPr/>
        </p:nvSpPr>
        <p:spPr>
          <a:xfrm>
            <a:off x="10248900" y="5162550"/>
            <a:ext cx="7124700" cy="3181350"/>
          </a:xfrm>
          <a:prstGeom prst="roundRect">
            <a:avLst>
              <a:gd name="adj" fmla="val 5988"/>
            </a:avLst>
          </a:prstGeom>
          <a:solidFill>
            <a:srgbClr val="4A3A22"/>
          </a:solidFill>
          <a:ln/>
        </p:spPr>
      </p:sp>
      <p:sp>
        <p:nvSpPr>
          <p:cNvPr id="19" name="Text 16"/>
          <p:cNvSpPr/>
          <p:nvPr/>
        </p:nvSpPr>
        <p:spPr>
          <a:xfrm>
            <a:off x="10553700" y="5429250"/>
            <a:ext cx="6515100" cy="2647950"/>
          </a:xfrm>
          <a:prstGeom prst="rect">
            <a:avLst/>
          </a:prstGeom>
          <a:noFill/>
          <a:ln/>
        </p:spPr>
        <p:txBody>
          <a:bodyPr wrap="square" lIns="0" tIns="31718" rIns="0" bIns="-31718" rtlCol="0" anchor="t"/>
          <a:lstStyle/>
          <a:p>
            <a:pPr algn="l" indent="0" marL="0">
              <a:lnSpc>
                <a:spcPts val="2925"/>
              </a:lnSpc>
              <a:buNone/>
            </a:pPr>
            <a:r>
              <a:rPr lang="en-US" sz="2250" b="1" dirty="0" spc="1" kern="0">
                <a:solidFill>
                  <a:srgbClr val="FFB454"/>
                </a:solidFill>
                <a:latin typeface="Noto Sans JP" pitchFamily="34" charset="0"/>
                <a:ea typeface="Noto Sans JP" pitchFamily="34" charset="-122"/>
                <a:cs typeface="Noto Sans JP" pitchFamily="34" charset="-120"/>
              </a:rPr>
              <a:t>275°C</a:t>
            </a:r>
            <a:pPr algn="l" indent="0" marL="0">
              <a:lnSpc>
                <a:spcPts val="2925"/>
              </a:lnSpc>
              <a:buNone/>
            </a:pPr>
            <a:r>
              <a:rPr lang="en-US" sz="2250" dirty="0" spc="0" kern="0">
                <a:solidFill>
                  <a:srgbClr val="F3EEE3"/>
                </a:solidFill>
                <a:latin typeface="Noto Sans JP" pitchFamily="34" charset="0"/>
                <a:ea typeface="Noto Sans JP" pitchFamily="34" charset="-122"/>
                <a:cs typeface="Noto Sans JP" pitchFamily="34" charset="-120"/>
              </a:rPr>
              <a:t>から</a:t>
            </a:r>
            <a:r>
              <a:rPr lang="en-US" sz="2250" dirty="0" spc="1" kern="0">
                <a:solidFill>
                  <a:srgbClr val="F3EEE3"/>
                </a:solidFill>
                <a:latin typeface="Noto Sans JP" pitchFamily="34" charset="0"/>
                <a:ea typeface="Noto Sans JP" pitchFamily="34" charset="-122"/>
                <a:cs typeface="Noto Sans JP" pitchFamily="34" charset="-120"/>
              </a:rPr>
              <a:t> 尿素と ビウレットは</a:t>
            </a:r>
            <a:r>
              <a:rPr lang="en-US" sz="2250" dirty="0" spc="0" kern="0">
                <a:solidFill>
                  <a:srgbClr val="F3EEE3"/>
                </a:solidFill>
                <a:latin typeface="Noto Sans JP" pitchFamily="34" charset="0"/>
                <a:ea typeface="Noto Sans JP" pitchFamily="34" charset="-122"/>
                <a:cs typeface="Noto Sans JP" pitchFamily="34" charset="-120"/>
              </a:rPr>
              <a:t> 0になる。</a:t>
            </a:r>
            <a:pPr algn="l" indent="0" marL="0">
              <a:lnSpc>
                <a:spcPts val="2925"/>
              </a:lnSpc>
              <a:buNone/>
            </a:pPr>
            <a:r>
              <a:rPr lang="en-US" sz="2250" b="1" dirty="0" kern="0">
                <a:solidFill>
                  <a:srgbClr val="C084FF"/>
                </a:solidFill>
                <a:latin typeface="Noto Sans JP" pitchFamily="34" charset="0"/>
                <a:ea typeface="Noto Sans JP" pitchFamily="34" charset="-122"/>
                <a:cs typeface="Noto Sans JP" pitchFamily="34" charset="-120"/>
              </a:rPr>
              <a:t>シアヌル酸</a:t>
            </a:r>
            <a:pPr algn="l" indent="0" marL="0">
              <a:lnSpc>
                <a:spcPts val="2925"/>
              </a:lnSpc>
              <a:buNone/>
            </a:pPr>
            <a:r>
              <a:rPr lang="en-US" sz="2250" dirty="0" spc="0" kern="0">
                <a:solidFill>
                  <a:srgbClr val="F3EEE3"/>
                </a:solidFill>
                <a:latin typeface="Noto Sans JP" pitchFamily="34" charset="0"/>
                <a:ea typeface="Noto Sans JP" pitchFamily="34" charset="-122"/>
                <a:cs typeface="Noto Sans JP" pitchFamily="34" charset="-120"/>
              </a:rPr>
              <a:t>は 約24%で</a:t>
            </a:r>
            <a:r>
              <a:rPr lang="en-US" sz="2250" dirty="0" spc="1" kern="0">
                <a:solidFill>
                  <a:srgbClr val="F3EEE3"/>
                </a:solidFill>
                <a:latin typeface="Noto Sans JP" pitchFamily="34" charset="0"/>
                <a:ea typeface="Noto Sans JP" pitchFamily="34" charset="-122"/>
                <a:cs typeface="Noto Sans JP" pitchFamily="34" charset="-120"/>
              </a:rPr>
              <a:t> ピークに</a:t>
            </a:r>
            <a:r>
              <a:rPr lang="en-US" sz="2250" dirty="0" spc="-1" kern="0">
                <a:solidFill>
                  <a:srgbClr val="F3EEE3"/>
                </a:solidFill>
                <a:latin typeface="Noto Sans JP" pitchFamily="34" charset="0"/>
                <a:ea typeface="Noto Sans JP" pitchFamily="34" charset="-122"/>
                <a:cs typeface="Noto Sans JP" pitchFamily="34" charset="-120"/>
              </a:rPr>
              <a:t> 達し、325°Cで</a:t>
            </a:r>
            <a:r>
              <a:rPr lang="en-US" sz="2250" dirty="0" spc="0" kern="0">
                <a:solidFill>
                  <a:srgbClr val="F3EEE3"/>
                </a:solidFill>
                <a:latin typeface="Noto Sans JP" pitchFamily="34" charset="0"/>
                <a:ea typeface="Noto Sans JP" pitchFamily="34" charset="-122"/>
                <a:cs typeface="Noto Sans JP" pitchFamily="34" charset="-120"/>
              </a:rPr>
              <a:t> 約15%に</a:t>
            </a:r>
            <a:r>
              <a:rPr lang="en-US" sz="2250" dirty="0" spc="1" kern="0">
                <a:solidFill>
                  <a:srgbClr val="F3EEE3"/>
                </a:solidFill>
                <a:latin typeface="Noto Sans JP" pitchFamily="34" charset="0"/>
                <a:ea typeface="Noto Sans JP" pitchFamily="34" charset="-122"/>
                <a:cs typeface="Noto Sans JP" pitchFamily="34" charset="-120"/>
              </a:rPr>
              <a:t> 下がる。</a:t>
            </a:r>
            <a:pPr algn="l" indent="0" marL="0">
              <a:lnSpc>
                <a:spcPts val="2925"/>
              </a:lnSpc>
              <a:buNone/>
            </a:pPr>
            <a:r>
              <a:rPr lang="en-US" sz="2250" b="1" dirty="0" spc="-32" kern="0">
                <a:solidFill>
                  <a:srgbClr val="FF5C5C"/>
                </a:solidFill>
                <a:latin typeface="Noto Sans JP" pitchFamily="34" charset="0"/>
                <a:ea typeface="Noto Sans JP" pitchFamily="34" charset="-122"/>
                <a:cs typeface="Noto Sans JP" pitchFamily="34" charset="-120"/>
              </a:rPr>
              <a:t>アンメリド</a:t>
            </a:r>
            <a:pPr algn="l" indent="0" marL="0">
              <a:lnSpc>
                <a:spcPts val="2925"/>
              </a:lnSpc>
              <a:buNone/>
            </a:pPr>
            <a:r>
              <a:rPr lang="en-US" sz="2250" dirty="0" spc="0" kern="0">
                <a:solidFill>
                  <a:srgbClr val="F3EEE3"/>
                </a:solidFill>
                <a:latin typeface="Noto Sans JP" pitchFamily="34" charset="0"/>
                <a:ea typeface="Noto Sans JP" pitchFamily="34" charset="-122"/>
                <a:cs typeface="Noto Sans JP" pitchFamily="34" charset="-120"/>
              </a:rPr>
              <a:t>は 約5.5%のまま</a:t>
            </a:r>
            <a:r>
              <a:rPr lang="en-US" sz="2250" dirty="0" spc="1" kern="0">
                <a:solidFill>
                  <a:srgbClr val="F3EEE3"/>
                </a:solidFill>
                <a:latin typeface="Noto Sans JP" pitchFamily="34" charset="0"/>
                <a:ea typeface="Noto Sans JP" pitchFamily="34" charset="-122"/>
                <a:cs typeface="Noto Sans JP" pitchFamily="34" charset="-120"/>
              </a:rPr>
              <a:t> 動かない</a:t>
            </a:r>
            <a:pPr algn="l" indent="0" marL="0">
              <a:lnSpc>
                <a:spcPts val="2925"/>
              </a:lnSpc>
              <a:buNone/>
            </a:pPr>
            <a:r>
              <a:rPr lang="en-US" sz="2250" dirty="0" kern="0">
                <a:solidFill>
                  <a:srgbClr val="9AA0B5"/>
                </a:solidFill>
                <a:latin typeface="Noto Sans JP" pitchFamily="34" charset="0"/>
                <a:ea typeface="Noto Sans JP" pitchFamily="34" charset="-122"/>
                <a:cs typeface="Noto Sans JP" pitchFamily="34" charset="-120"/>
              </a:rPr>
              <a:t>[S1]</a:t>
            </a:r>
            <a:pPr algn="l" indent="0" marL="0">
              <a:lnSpc>
                <a:spcPts val="2925"/>
              </a:lnSpc>
              <a:buNone/>
            </a:pPr>
            <a:r>
              <a:rPr lang="en-US" sz="2250" dirty="0" spc="0" kern="0">
                <a:solidFill>
                  <a:srgbClr val="F3EEE3"/>
                </a:solidFill>
                <a:latin typeface="Noto Sans JP" pitchFamily="34" charset="0"/>
                <a:ea typeface="Noto Sans JP" pitchFamily="34" charset="-122"/>
                <a:cs typeface="Noto Sans JP" pitchFamily="34" charset="-120"/>
              </a:rPr>
              <a:t>。</a:t>
            </a:r>
            <a:r>
              <a:rPr lang="en-US" sz="2250" dirty="0" spc="1" kern="0">
                <a:solidFill>
                  <a:srgbClr val="F3EEE3"/>
                </a:solidFill>
                <a:latin typeface="Noto Sans JP" pitchFamily="34" charset="0"/>
                <a:ea typeface="Noto Sans JP" pitchFamily="34" charset="-122"/>
                <a:cs typeface="Noto Sans JP" pitchFamily="34" charset="-120"/>
              </a:rPr>
              <a:t> シアヌル酸は</a:t>
            </a:r>
            <a:r>
              <a:rPr lang="en-US" sz="2250" dirty="0" spc="-1" kern="0">
                <a:solidFill>
                  <a:srgbClr val="F3EEE3"/>
                </a:solidFill>
                <a:latin typeface="Noto Sans JP" pitchFamily="34" charset="0"/>
                <a:ea typeface="Noto Sans JP" pitchFamily="34" charset="-122"/>
                <a:cs typeface="Noto Sans JP" pitchFamily="34" charset="-120"/>
              </a:rPr>
              <a:t> 250〜360°Cの</a:t>
            </a:r>
            <a:r>
              <a:rPr lang="en-US" sz="2250" dirty="0" spc="0" kern="0">
                <a:solidFill>
                  <a:srgbClr val="F3EEE3"/>
                </a:solidFill>
                <a:latin typeface="Noto Sans JP" pitchFamily="34" charset="0"/>
                <a:ea typeface="Noto Sans JP" pitchFamily="34" charset="-122"/>
                <a:cs typeface="Noto Sans JP" pitchFamily="34" charset="-120"/>
              </a:rPr>
              <a:t> 領域で</a:t>
            </a:r>
            <a:r>
              <a:rPr lang="en-US" sz="2250" dirty="0" spc="-12" kern="0">
                <a:solidFill>
                  <a:srgbClr val="F3EEE3"/>
                </a:solidFill>
                <a:latin typeface="Noto Sans JP" pitchFamily="34" charset="0"/>
                <a:ea typeface="Noto Sans JP" pitchFamily="34" charset="-122"/>
                <a:cs typeface="Noto Sans JP" pitchFamily="34" charset="-120"/>
              </a:rPr>
              <a:t> 昇華して</a:t>
            </a:r>
            <a:r>
              <a:rPr lang="en-US" sz="2250" dirty="0" spc="1" kern="0">
                <a:solidFill>
                  <a:srgbClr val="F3EEE3"/>
                </a:solidFill>
                <a:latin typeface="Noto Sans JP" pitchFamily="34" charset="0"/>
                <a:ea typeface="Noto Sans JP" pitchFamily="34" charset="-122"/>
                <a:cs typeface="Noto Sans JP" pitchFamily="34" charset="-120"/>
              </a:rPr>
              <a:t> 減る</a:t>
            </a:r>
            <a:pPr algn="l" indent="0" marL="0">
              <a:lnSpc>
                <a:spcPts val="2925"/>
              </a:lnSpc>
              <a:buNone/>
            </a:pPr>
            <a:r>
              <a:rPr lang="en-US" sz="2250" dirty="0" kern="0">
                <a:solidFill>
                  <a:srgbClr val="9AA0B5"/>
                </a:solidFill>
                <a:latin typeface="Noto Sans JP" pitchFamily="34" charset="0"/>
                <a:ea typeface="Noto Sans JP" pitchFamily="34" charset="-122"/>
                <a:cs typeface="Noto Sans JP" pitchFamily="34" charset="-120"/>
              </a:rPr>
              <a:t>[S4]</a:t>
            </a:r>
            <a:pPr algn="l" indent="0" marL="0">
              <a:lnSpc>
                <a:spcPts val="2925"/>
              </a:lnSpc>
              <a:buNone/>
            </a:pPr>
            <a:r>
              <a:rPr lang="en-US" sz="2250" dirty="0" spc="0" kern="0">
                <a:solidFill>
                  <a:srgbClr val="F3EEE3"/>
                </a:solidFill>
                <a:latin typeface="Noto Sans JP" pitchFamily="34" charset="0"/>
                <a:ea typeface="Noto Sans JP" pitchFamily="34" charset="-122"/>
                <a:cs typeface="Noto Sans JP" pitchFamily="34" charset="-120"/>
              </a:rPr>
              <a:t>。</a:t>
            </a:r>
            <a:r>
              <a:rPr lang="en-US" sz="2250" dirty="0" spc="1" kern="0">
                <a:solidFill>
                  <a:srgbClr val="F3EEE3"/>
                </a:solidFill>
                <a:latin typeface="Noto Sans JP" pitchFamily="34" charset="0"/>
                <a:ea typeface="Noto Sans JP" pitchFamily="34" charset="-122"/>
                <a:cs typeface="Noto Sans JP" pitchFamily="34" charset="-120"/>
              </a:rPr>
              <a:t> 固体の 合計は</a:t>
            </a:r>
            <a:r>
              <a:rPr lang="en-US" sz="2250" dirty="0" spc="0" kern="0">
                <a:solidFill>
                  <a:srgbClr val="F3EEE3"/>
                </a:solidFill>
                <a:latin typeface="Noto Sans JP" pitchFamily="34" charset="0"/>
                <a:ea typeface="Noto Sans JP" pitchFamily="34" charset="-122"/>
                <a:cs typeface="Noto Sans JP" pitchFamily="34" charset="-120"/>
              </a:rPr>
              <a:t> 約30%、</a:t>
            </a:r>
            <a:r>
              <a:rPr lang="en-US" sz="2250" dirty="0" spc="-16" kern="0">
                <a:solidFill>
                  <a:srgbClr val="F3EEE3"/>
                </a:solidFill>
                <a:latin typeface="Noto Sans JP" pitchFamily="34" charset="0"/>
                <a:ea typeface="Noto Sans JP" pitchFamily="34" charset="-122"/>
                <a:cs typeface="Noto Sans JP" pitchFamily="34" charset="-120"/>
              </a:rPr>
              <a:t> 次いで</a:t>
            </a:r>
            <a:r>
              <a:rPr lang="en-US" sz="2250" dirty="0" spc="-10" kern="0">
                <a:solidFill>
                  <a:srgbClr val="F3EEE3"/>
                </a:solidFill>
                <a:latin typeface="Noto Sans JP" pitchFamily="34" charset="0"/>
                <a:ea typeface="Noto Sans JP" pitchFamily="34" charset="-122"/>
                <a:cs typeface="Noto Sans JP" pitchFamily="34" charset="-120"/>
              </a:rPr>
              <a:t> 約20%で、まだ</a:t>
            </a:r>
            <a:r>
              <a:rPr lang="en-US" sz="2250" dirty="0" spc="1" kern="0">
                <a:solidFill>
                  <a:srgbClr val="F3EEE3"/>
                </a:solidFill>
                <a:latin typeface="Noto Sans JP" pitchFamily="34" charset="0"/>
                <a:ea typeface="Noto Sans JP" pitchFamily="34" charset="-122"/>
                <a:cs typeface="Noto Sans JP" pitchFamily="34" charset="-120"/>
              </a:rPr>
              <a:t> 多く</a:t>
            </a:r>
            <a:r>
              <a:rPr lang="en-US" sz="2250" dirty="0" spc="-8" kern="0">
                <a:solidFill>
                  <a:srgbClr val="F3EEE3"/>
                </a:solidFill>
                <a:latin typeface="Noto Sans JP" pitchFamily="34" charset="0"/>
                <a:ea typeface="Noto Sans JP" pitchFamily="34" charset="-122"/>
                <a:cs typeface="Noto Sans JP" pitchFamily="34" charset="-120"/>
              </a:rPr>
              <a:t> 安定している。</a:t>
            </a:r>
            <a:r>
              <a:rPr lang="en-US" sz="2250" dirty="0" spc="1" kern="0">
                <a:solidFill>
                  <a:srgbClr val="F3EEE3"/>
                </a:solidFill>
                <a:latin typeface="Noto Sans JP" pitchFamily="34" charset="0"/>
                <a:ea typeface="Noto Sans JP" pitchFamily="34" charset="-122"/>
                <a:cs typeface="Noto Sans JP" pitchFamily="34" charset="-120"/>
              </a:rPr>
              <a:t> 壁面を 避けたい</a:t>
            </a:r>
            <a:r>
              <a:rPr lang="en-US" sz="2250" dirty="0" spc="-3" kern="0">
                <a:solidFill>
                  <a:srgbClr val="F3EEE3"/>
                </a:solidFill>
                <a:latin typeface="Noto Sans JP" pitchFamily="34" charset="0"/>
                <a:ea typeface="Noto Sans JP" pitchFamily="34" charset="-122"/>
                <a:cs typeface="Noto Sans JP" pitchFamily="34" charset="-120"/>
              </a:rPr>
              <a:t> 領域である。</a:t>
            </a:r>
            <a:endParaRPr lang="en-US" sz="2250" dirty="0"/>
          </a:p>
        </p:txBody>
      </p:sp>
      <p:sp>
        <p:nvSpPr>
          <p:cNvPr id="20"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[S1]</a:t>
            </a:r>
            <a:r>
              <a:rPr lang="en-US" sz="1800" dirty="0" spc="-1" kern="0">
                <a:solidFill>
                  <a:srgbClr val="9AA0B5"/>
                </a:solidFill>
                <a:latin typeface="Noto Sans JP" pitchFamily="34" charset="0"/>
                <a:ea typeface="Noto Sans JP" pitchFamily="34" charset="-122"/>
                <a:cs typeface="Noto Sans JP" pitchFamily="34" charset="-120"/>
              </a:rPr>
              <a:t> [S4]</a:t>
            </a:r>
            <a:endParaRPr lang="en-US" sz="1800" dirty="0"/>
          </a:p>
        </p:txBody>
      </p:sp>
      <p:sp>
        <p:nvSpPr>
          <p:cNvPr id="21" name="Shape 18"/>
          <p:cNvSpPr/>
          <p:nvPr/>
        </p:nvSpPr>
        <p:spPr>
          <a:xfrm>
            <a:off x="942975" y="9563100"/>
            <a:ext cx="114300" cy="114300"/>
          </a:xfrm>
          <a:prstGeom prst="ellipse">
            <a:avLst/>
          </a:prstGeom>
          <a:solidFill>
            <a:srgbClr val="F3EEE3">
              <a:alpha val="28000"/>
            </a:srgbClr>
          </a:solidFill>
          <a:ln/>
        </p:spPr>
      </p:sp>
      <p:sp>
        <p:nvSpPr>
          <p:cNvPr id="22" name="Shape 19"/>
          <p:cNvSpPr/>
          <p:nvPr/>
        </p:nvSpPr>
        <p:spPr>
          <a:xfrm>
            <a:off x="1171575" y="9563100"/>
            <a:ext cx="114300" cy="114300"/>
          </a:xfrm>
          <a:prstGeom prst="ellipse">
            <a:avLst/>
          </a:prstGeom>
          <a:solidFill>
            <a:srgbClr val="F3EEE3">
              <a:alpha val="28000"/>
            </a:srgbClr>
          </a:solidFill>
          <a:ln/>
        </p:spPr>
      </p:sp>
      <p:sp>
        <p:nvSpPr>
          <p:cNvPr id="23" name="Shape 20"/>
          <p:cNvSpPr/>
          <p:nvPr/>
        </p:nvSpPr>
        <p:spPr>
          <a:xfrm>
            <a:off x="1400175" y="9563100"/>
            <a:ext cx="114300" cy="114300"/>
          </a:xfrm>
          <a:prstGeom prst="ellipse">
            <a:avLst/>
          </a:prstGeom>
          <a:solidFill>
            <a:srgbClr val="F3EEE3">
              <a:alpha val="28000"/>
            </a:srgbClr>
          </a:solidFill>
          <a:ln/>
        </p:spPr>
      </p:sp>
      <p:sp>
        <p:nvSpPr>
          <p:cNvPr id="24" name="Shape 21"/>
          <p:cNvSpPr/>
          <p:nvPr/>
        </p:nvSpPr>
        <p:spPr>
          <a:xfrm>
            <a:off x="1628775" y="9563100"/>
            <a:ext cx="114300" cy="114300"/>
          </a:xfrm>
          <a:prstGeom prst="ellipse">
            <a:avLst/>
          </a:prstGeom>
          <a:solidFill>
            <a:srgbClr val="F3EEE3">
              <a:alpha val="28000"/>
            </a:srgbClr>
          </a:solidFill>
          <a:ln/>
        </p:spPr>
      </p:sp>
      <p:sp>
        <p:nvSpPr>
          <p:cNvPr id="25" name="Shape 22"/>
          <p:cNvSpPr/>
          <p:nvPr/>
        </p:nvSpPr>
        <p:spPr>
          <a:xfrm>
            <a:off x="1857375" y="9563100"/>
            <a:ext cx="114300" cy="114300"/>
          </a:xfrm>
          <a:prstGeom prst="ellipse">
            <a:avLst/>
          </a:prstGeom>
          <a:solidFill>
            <a:srgbClr val="F3EEE3">
              <a:alpha val="28000"/>
            </a:srgbClr>
          </a:solidFill>
          <a:ln/>
        </p:spPr>
      </p:sp>
      <p:sp>
        <p:nvSpPr>
          <p:cNvPr id="26" name="Shape 23"/>
          <p:cNvSpPr/>
          <p:nvPr/>
        </p:nvSpPr>
        <p:spPr>
          <a:xfrm>
            <a:off x="2085975" y="9563100"/>
            <a:ext cx="114300" cy="114300"/>
          </a:xfrm>
          <a:prstGeom prst="ellipse">
            <a:avLst/>
          </a:prstGeom>
          <a:solidFill>
            <a:srgbClr val="F3EEE3">
              <a:alpha val="28000"/>
            </a:srgbClr>
          </a:solidFill>
          <a:ln/>
        </p:spPr>
      </p:sp>
      <p:sp>
        <p:nvSpPr>
          <p:cNvPr id="27" name="Shape 24"/>
          <p:cNvSpPr/>
          <p:nvPr/>
        </p:nvSpPr>
        <p:spPr>
          <a:xfrm>
            <a:off x="2314575" y="9563100"/>
            <a:ext cx="114300" cy="114300"/>
          </a:xfrm>
          <a:prstGeom prst="ellipse">
            <a:avLst/>
          </a:prstGeom>
          <a:solidFill>
            <a:srgbClr val="F3EEE3">
              <a:alpha val="28000"/>
            </a:srgbClr>
          </a:solidFill>
          <a:ln/>
        </p:spPr>
      </p:sp>
      <p:sp>
        <p:nvSpPr>
          <p:cNvPr id="28" name="Shape 25"/>
          <p:cNvSpPr/>
          <p:nvPr/>
        </p:nvSpPr>
        <p:spPr>
          <a:xfrm>
            <a:off x="2543175" y="9563100"/>
            <a:ext cx="114300" cy="114300"/>
          </a:xfrm>
          <a:prstGeom prst="ellipse">
            <a:avLst/>
          </a:prstGeom>
          <a:solidFill>
            <a:srgbClr val="F3EEE3">
              <a:alpha val="28000"/>
            </a:srgbClr>
          </a:solidFill>
          <a:ln/>
        </p:spPr>
      </p:sp>
      <p:sp>
        <p:nvSpPr>
          <p:cNvPr id="29" name="Shape 26"/>
          <p:cNvSpPr/>
          <p:nvPr/>
        </p:nvSpPr>
        <p:spPr>
          <a:xfrm>
            <a:off x="2752725" y="9544050"/>
            <a:ext cx="152400" cy="152400"/>
          </a:xfrm>
          <a:prstGeom prst="ellipse">
            <a:avLst/>
          </a:prstGeom>
          <a:solidFill>
            <a:srgbClr val="FF6A4D"/>
          </a:solidFill>
          <a:ln/>
        </p:spPr>
      </p:sp>
      <p:sp>
        <p:nvSpPr>
          <p:cNvPr id="30" name="Shape 27"/>
          <p:cNvSpPr/>
          <p:nvPr/>
        </p:nvSpPr>
        <p:spPr>
          <a:xfrm>
            <a:off x="3000375" y="9563100"/>
            <a:ext cx="114300" cy="114300"/>
          </a:xfrm>
          <a:prstGeom prst="ellipse">
            <a:avLst/>
          </a:prstGeom>
          <a:solidFill>
            <a:srgbClr val="F3EEE3">
              <a:alpha val="28000"/>
            </a:srgbClr>
          </a:solidFill>
          <a:ln/>
        </p:spPr>
      </p:sp>
      <p:sp>
        <p:nvSpPr>
          <p:cNvPr id="31" name="Shape 28"/>
          <p:cNvSpPr/>
          <p:nvPr/>
        </p:nvSpPr>
        <p:spPr>
          <a:xfrm>
            <a:off x="3228975" y="9563100"/>
            <a:ext cx="114300" cy="114300"/>
          </a:xfrm>
          <a:prstGeom prst="ellipse">
            <a:avLst/>
          </a:prstGeom>
          <a:solidFill>
            <a:srgbClr val="F3EEE3">
              <a:alpha val="28000"/>
            </a:srgbClr>
          </a:solidFill>
          <a:ln/>
        </p:spPr>
      </p:sp>
      <p:sp>
        <p:nvSpPr>
          <p:cNvPr id="32" name="Shape 29"/>
          <p:cNvSpPr/>
          <p:nvPr/>
        </p:nvSpPr>
        <p:spPr>
          <a:xfrm>
            <a:off x="3457575" y="9563100"/>
            <a:ext cx="114300" cy="114300"/>
          </a:xfrm>
          <a:prstGeom prst="ellipse">
            <a:avLst/>
          </a:prstGeom>
          <a:solidFill>
            <a:srgbClr val="F3EEE3">
              <a:alpha val="28000"/>
            </a:srgbClr>
          </a:solidFill>
          <a:ln/>
        </p:spPr>
      </p:sp>
      <p:sp>
        <p:nvSpPr>
          <p:cNvPr id="33" name="Shape 30"/>
          <p:cNvSpPr/>
          <p:nvPr/>
        </p:nvSpPr>
        <p:spPr>
          <a:xfrm>
            <a:off x="3686175" y="9563100"/>
            <a:ext cx="114300" cy="114300"/>
          </a:xfrm>
          <a:prstGeom prst="ellipse">
            <a:avLst/>
          </a:prstGeom>
          <a:solidFill>
            <a:srgbClr val="F3EEE3">
              <a:alpha val="28000"/>
            </a:srgbClr>
          </a:solidFill>
          <a:ln/>
        </p:spPr>
      </p:sp>
      <p:sp>
        <p:nvSpPr>
          <p:cNvPr id="34" name="Shape 31"/>
          <p:cNvSpPr/>
          <p:nvPr/>
        </p:nvSpPr>
        <p:spPr>
          <a:xfrm>
            <a:off x="3914775" y="9563100"/>
            <a:ext cx="114300" cy="114300"/>
          </a:xfrm>
          <a:prstGeom prst="ellipse">
            <a:avLst/>
          </a:prstGeom>
          <a:solidFill>
            <a:srgbClr val="F3EEE3">
              <a:alpha val="28000"/>
            </a:srgbClr>
          </a:solidFill>
          <a:ln/>
        </p:spPr>
      </p:sp>
      <p:sp>
        <p:nvSpPr>
          <p:cNvPr id="35" name="Shape 32"/>
          <p:cNvSpPr/>
          <p:nvPr/>
        </p:nvSpPr>
        <p:spPr>
          <a:xfrm>
            <a:off x="4143375" y="9563100"/>
            <a:ext cx="114300" cy="114300"/>
          </a:xfrm>
          <a:prstGeom prst="ellipse">
            <a:avLst/>
          </a:prstGeom>
          <a:solidFill>
            <a:srgbClr val="F3EEE3">
              <a:alpha val="28000"/>
            </a:srgbClr>
          </a:solidFill>
          <a:ln/>
        </p:spPr>
      </p:sp>
      <p:sp>
        <p:nvSpPr>
          <p:cNvPr id="36" name="Shape 33"/>
          <p:cNvSpPr/>
          <p:nvPr/>
        </p:nvSpPr>
        <p:spPr>
          <a:xfrm>
            <a:off x="4371975" y="9563100"/>
            <a:ext cx="114300" cy="114300"/>
          </a:xfrm>
          <a:prstGeom prst="ellipse">
            <a:avLst/>
          </a:prstGeom>
          <a:solidFill>
            <a:srgbClr val="F3EEE3">
              <a:alpha val="28000"/>
            </a:srgbClr>
          </a:solidFill>
          <a:ln/>
        </p:spPr>
      </p:sp>
      <p:sp>
        <p:nvSpPr>
          <p:cNvPr id="37" name="Shape 34"/>
          <p:cNvSpPr/>
          <p:nvPr/>
        </p:nvSpPr>
        <p:spPr>
          <a:xfrm>
            <a:off x="4600575" y="9563100"/>
            <a:ext cx="114300" cy="114300"/>
          </a:xfrm>
          <a:prstGeom prst="ellipse">
            <a:avLst/>
          </a:prstGeom>
          <a:solidFill>
            <a:srgbClr val="F3EEE3">
              <a:alpha val="28000"/>
            </a:srgbClr>
          </a:solidFill>
          <a:ln/>
        </p:spPr>
      </p:sp>
      <p:sp>
        <p:nvSpPr>
          <p:cNvPr id="38" name="Text 35"/>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L17</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09/17</a:t>
            </a:r>
            <a:endParaRPr lang="en-US" sz="1800" dirty="0"/>
          </a:p>
        </p:txBody>
      </p:sp>
      <p:sp>
        <p:nvSpPr>
          <p:cNvPr id="39" name="Shape 36"/>
          <p:cNvSpPr/>
          <p:nvPr/>
        </p:nvSpPr>
        <p:spPr>
          <a:xfrm>
            <a:off x="15983712" y="9076331"/>
            <a:ext cx="1645920" cy="552301"/>
          </a:xfrm>
          <a:prstGeom prst="roundRect">
            <a:avLst>
              <a:gd name="adj" fmla="val 28000"/>
            </a:avLst>
          </a:prstGeom>
          <a:solidFill>
            <a:srgbClr val="FFFFFF">
              <a:alpha val="82000"/>
            </a:srgbClr>
          </a:solidFill>
          <a:ln/>
        </p:spPr>
      </p:sp>
      <p:pic>
        <p:nvPicPr>
          <p:cNvPr id="40" name="Moda image moda-export-watermark-17ba4c11-6ec6-4730-a117-ee6543288735"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1" kern="0">
                <a:solidFill>
                  <a:srgbClr val="14161C"/>
                </a:solidFill>
                <a:latin typeface="Noto Sans JP ExtraBold" pitchFamily="34" charset="0"/>
                <a:ea typeface="Noto Sans JP ExtraBold" pitchFamily="34" charset="-122"/>
                <a:cs typeface="Noto Sans JP ExtraBold" pitchFamily="34" charset="-120"/>
              </a:rPr>
              <a:t>350〜450°C：</a:t>
            </a:r>
            <a:r>
              <a:rPr lang="en-US" sz="5700" dirty="0" spc="0" kern="0">
                <a:solidFill>
                  <a:srgbClr val="14161C"/>
                </a:solidFill>
                <a:latin typeface="Noto Sans JP ExtraBold" pitchFamily="34" charset="0"/>
                <a:ea typeface="Noto Sans JP ExtraBold" pitchFamily="34" charset="-122"/>
                <a:cs typeface="Noto Sans JP ExtraBold" pitchFamily="34" charset="-120"/>
              </a:rPr>
              <a:t> 堆積物はほぼ</a:t>
            </a:r>
            <a:r>
              <a:rPr lang="en-US" sz="5700" dirty="0" spc="-42" kern="0">
                <a:solidFill>
                  <a:srgbClr val="14161C"/>
                </a:solidFill>
                <a:latin typeface="Noto Sans JP ExtraBold" pitchFamily="34" charset="0"/>
                <a:ea typeface="Noto Sans JP ExtraBold" pitchFamily="34" charset="-122"/>
                <a:cs typeface="Noto Sans JP ExtraBold" pitchFamily="34" charset="-120"/>
              </a:rPr>
              <a:t> 消える</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DDD5C1"/>
            </a:solidFill>
            <a:prstDash val="solid"/>
          </a:ln>
        </p:spPr>
      </p:sp>
      <p:pic>
        <p:nvPicPr>
          <p:cNvPr id="4" name="Moda image rect-1793103915643-230420402" descr="">    </p:cNvPr>
          <p:cNvPicPr>
            <a:picLocks noChangeAspect="1"/>
          </p:cNvPicPr>
          <p:nvPr/>
        </p:nvPicPr>
        <p:blipFill>
          <a:blip r:embed="rId1"/>
          <a:srcRect l="0" r="0" t="0" b="0"/>
          <a:stretch/>
        </p:blipFill>
        <p:spPr>
          <a:xfrm>
            <a:off x="1104900" y="2438400"/>
            <a:ext cx="9715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6B6A66"/>
                </a:solidFill>
                <a:latin typeface="Noto Sans JP" pitchFamily="34" charset="0"/>
                <a:ea typeface="Noto Sans JP" pitchFamily="34" charset="-122"/>
                <a:cs typeface="Noto Sans JP" pitchFamily="34" charset="-120"/>
              </a:rPr>
              <a:t>図: S1の</a:t>
            </a:r>
            <a:r>
              <a:rPr lang="en-US" sz="1650" dirty="0" spc="-1" kern="0">
                <a:solidFill>
                  <a:srgbClr val="6B6A66"/>
                </a:solidFill>
                <a:latin typeface="Noto Sans JP" pitchFamily="34" charset="0"/>
                <a:ea typeface="Noto Sans JP" pitchFamily="34" charset="-122"/>
                <a:cs typeface="Noto Sans JP" pitchFamily="34" charset="-120"/>
              </a:rPr>
              <a:t> グラフの 数値から</a:t>
            </a:r>
            <a:r>
              <a:rPr lang="en-US" sz="1650" dirty="0" spc="0" kern="0">
                <a:solidFill>
                  <a:srgbClr val="6B6A66"/>
                </a:solidFill>
                <a:latin typeface="Noto Sans JP" pitchFamily="34" charset="0"/>
                <a:ea typeface="Noto Sans JP" pitchFamily="34" charset="-122"/>
                <a:cs typeface="Noto Sans JP" pitchFamily="34" charset="-120"/>
              </a:rPr>
              <a:t> 再作図（目読み、±2%）</a:t>
            </a:r>
            <a:endParaRPr lang="en-US" sz="1650" dirty="0"/>
          </a:p>
        </p:txBody>
      </p:sp>
      <p:sp>
        <p:nvSpPr>
          <p:cNvPr id="6" name="Shape 3"/>
          <p:cNvSpPr/>
          <p:nvPr/>
        </p:nvSpPr>
        <p:spPr>
          <a:xfrm>
            <a:off x="11391900" y="2247900"/>
            <a:ext cx="5981700" cy="1352550"/>
          </a:xfrm>
          <a:prstGeom prst="roundRect">
            <a:avLst>
              <a:gd name="adj" fmla="val 14085"/>
            </a:avLst>
          </a:prstGeom>
          <a:solidFill>
            <a:srgbClr val="E8E0CF"/>
          </a:solidFill>
          <a:ln/>
        </p:spPr>
      </p:sp>
      <p:sp>
        <p:nvSpPr>
          <p:cNvPr id="7" name="Shape 4"/>
          <p:cNvSpPr/>
          <p:nvPr/>
        </p:nvSpPr>
        <p:spPr>
          <a:xfrm>
            <a:off x="11391900" y="2247900"/>
            <a:ext cx="114300" cy="1352550"/>
          </a:xfrm>
          <a:prstGeom prst="roundRect">
            <a:avLst>
              <a:gd name="adj" fmla="val 50000"/>
            </a:avLst>
          </a:prstGeom>
          <a:solidFill>
            <a:srgbClr val="0F766E"/>
          </a:solidFill>
          <a:ln/>
        </p:spPr>
      </p:sp>
      <p:sp>
        <p:nvSpPr>
          <p:cNvPr id="8" name="Text 5"/>
          <p:cNvSpPr/>
          <p:nvPr/>
        </p:nvSpPr>
        <p:spPr>
          <a:xfrm>
            <a:off x="11734800" y="2343150"/>
            <a:ext cx="5448300" cy="542925"/>
          </a:xfrm>
          <a:prstGeom prst="rect">
            <a:avLst/>
          </a:prstGeom>
          <a:noFill/>
          <a:ln/>
        </p:spPr>
        <p:txBody>
          <a:bodyPr wrap="square" lIns="0" tIns="0" rIns="0" bIns="0" rtlCol="0" anchor="ctr"/>
          <a:lstStyle/>
          <a:p>
            <a:pPr algn="l" indent="0" marL="0">
              <a:buNone/>
            </a:pPr>
            <a:r>
              <a:rPr lang="en-US" sz="2250" dirty="0" kern="0">
                <a:solidFill>
                  <a:srgbClr val="0F766E"/>
                </a:solidFill>
                <a:latin typeface="Noto Sans JP ExtraBold" pitchFamily="34" charset="0"/>
                <a:ea typeface="Noto Sans JP ExtraBold" pitchFamily="34" charset="-122"/>
                <a:cs typeface="Noto Sans JP ExtraBold" pitchFamily="34" charset="-120"/>
              </a:rPr>
              <a:t>優勢</a:t>
            </a:r>
            <a:endParaRPr lang="en-US" sz="2250" dirty="0"/>
          </a:p>
        </p:txBody>
      </p:sp>
      <p:sp>
        <p:nvSpPr>
          <p:cNvPr id="9" name="Text 6"/>
          <p:cNvSpPr/>
          <p:nvPr/>
        </p:nvSpPr>
        <p:spPr>
          <a:xfrm>
            <a:off x="11734800" y="2790825"/>
            <a:ext cx="5448300" cy="762000"/>
          </a:xfrm>
          <a:prstGeom prst="rect">
            <a:avLst/>
          </a:prstGeom>
          <a:noFill/>
          <a:ln/>
        </p:spPr>
        <p:txBody>
          <a:bodyPr wrap="square" lIns="0" tIns="32248" rIns="0" bIns="-32248" rtlCol="0" anchor="ctr"/>
          <a:lstStyle/>
          <a:p>
            <a:pPr algn="l" indent="0" marL="0">
              <a:lnSpc>
                <a:spcPts val="2933"/>
              </a:lnSpc>
              <a:buNone/>
            </a:pPr>
            <a:r>
              <a:rPr lang="en-US" sz="2550" dirty="0" spc="-36" kern="0">
                <a:solidFill>
                  <a:srgbClr val="14161C"/>
                </a:solidFill>
                <a:latin typeface="Noto Sans JP SemiBold" pitchFamily="34" charset="0"/>
                <a:ea typeface="Noto Sans JP SemiBold" pitchFamily="34" charset="-122"/>
                <a:cs typeface="Noto Sans JP SemiBold" pitchFamily="34" charset="-120"/>
              </a:rPr>
              <a:t>アンメリド</a:t>
            </a:r>
            <a:r>
              <a:rPr lang="en-US" sz="2550" dirty="0" spc="2" kern="0">
                <a:solidFill>
                  <a:srgbClr val="14161C"/>
                </a:solidFill>
                <a:latin typeface="Noto Sans JP SemiBold" pitchFamily="34" charset="0"/>
                <a:ea typeface="Noto Sans JP SemiBold" pitchFamily="34" charset="-122"/>
                <a:cs typeface="Noto Sans JP SemiBold" pitchFamily="34" charset="-120"/>
              </a:rPr>
              <a:t> 350°Cで 約5.5%、400°Cで</a:t>
            </a:r>
            <a:r>
              <a:rPr lang="en-US" sz="2550" dirty="0" spc="3" kern="0">
                <a:solidFill>
                  <a:srgbClr val="14161C"/>
                </a:solidFill>
                <a:latin typeface="Noto Sans JP SemiBold" pitchFamily="34" charset="0"/>
                <a:ea typeface="Noto Sans JP SemiBold" pitchFamily="34" charset="-122"/>
                <a:cs typeface="Noto Sans JP SemiBold" pitchFamily="34" charset="-120"/>
              </a:rPr>
              <a:t> 約1%</a:t>
            </a:r>
            <a:endParaRPr lang="en-US" sz="2550" dirty="0"/>
          </a:p>
        </p:txBody>
      </p:sp>
      <p:sp>
        <p:nvSpPr>
          <p:cNvPr id="10" name="Shape 7"/>
          <p:cNvSpPr/>
          <p:nvPr/>
        </p:nvSpPr>
        <p:spPr>
          <a:xfrm>
            <a:off x="11391900" y="3829050"/>
            <a:ext cx="5981700" cy="1352550"/>
          </a:xfrm>
          <a:prstGeom prst="roundRect">
            <a:avLst>
              <a:gd name="adj" fmla="val 14085"/>
            </a:avLst>
          </a:prstGeom>
          <a:solidFill>
            <a:srgbClr val="E8E0CF"/>
          </a:solidFill>
          <a:ln/>
        </p:spPr>
      </p:sp>
      <p:sp>
        <p:nvSpPr>
          <p:cNvPr id="11" name="Shape 8"/>
          <p:cNvSpPr/>
          <p:nvPr/>
        </p:nvSpPr>
        <p:spPr>
          <a:xfrm>
            <a:off x="11391900" y="3829050"/>
            <a:ext cx="114300" cy="1352550"/>
          </a:xfrm>
          <a:prstGeom prst="roundRect">
            <a:avLst>
              <a:gd name="adj" fmla="val 50000"/>
            </a:avLst>
          </a:prstGeom>
          <a:solidFill>
            <a:srgbClr val="E8472B"/>
          </a:solidFill>
          <a:ln/>
        </p:spPr>
      </p:sp>
      <p:sp>
        <p:nvSpPr>
          <p:cNvPr id="12" name="Text 9"/>
          <p:cNvSpPr/>
          <p:nvPr/>
        </p:nvSpPr>
        <p:spPr>
          <a:xfrm>
            <a:off x="11734800" y="3924300"/>
            <a:ext cx="5448300" cy="542925"/>
          </a:xfrm>
          <a:prstGeom prst="rect">
            <a:avLst/>
          </a:prstGeom>
          <a:noFill/>
          <a:ln/>
        </p:spPr>
        <p:txBody>
          <a:bodyPr wrap="square" lIns="0" tIns="0" rIns="0" bIns="0" rtlCol="0" anchor="ctr"/>
          <a:lstStyle/>
          <a:p>
            <a:pPr algn="l" indent="0" marL="0">
              <a:buNone/>
            </a:pPr>
            <a:r>
              <a:rPr lang="en-US" sz="2250" dirty="0" kern="0">
                <a:solidFill>
                  <a:srgbClr val="E8472B"/>
                </a:solidFill>
                <a:latin typeface="Noto Sans JP ExtraBold" pitchFamily="34" charset="0"/>
                <a:ea typeface="Noto Sans JP ExtraBold" pitchFamily="34" charset="-122"/>
                <a:cs typeface="Noto Sans JP ExtraBold" pitchFamily="34" charset="-120"/>
              </a:rPr>
              <a:t>減少</a:t>
            </a:r>
            <a:endParaRPr lang="en-US" sz="2250" dirty="0"/>
          </a:p>
        </p:txBody>
      </p:sp>
      <p:sp>
        <p:nvSpPr>
          <p:cNvPr id="13" name="Text 10"/>
          <p:cNvSpPr/>
          <p:nvPr/>
        </p:nvSpPr>
        <p:spPr>
          <a:xfrm>
            <a:off x="11734800" y="437197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シアヌル酸</a:t>
            </a:r>
            <a:r>
              <a:rPr lang="en-US" sz="2550" dirty="0" spc="1" kern="0">
                <a:solidFill>
                  <a:srgbClr val="14161C"/>
                </a:solidFill>
                <a:latin typeface="Noto Sans JP SemiBold" pitchFamily="34" charset="0"/>
                <a:ea typeface="Noto Sans JP SemiBold" pitchFamily="34" charset="-122"/>
                <a:cs typeface="Noto Sans JP SemiBold" pitchFamily="34" charset="-120"/>
              </a:rPr>
              <a:t> 約2% → 約0、</a:t>
            </a:r>
            <a:r>
              <a:rPr lang="en-US" sz="2550" dirty="0" spc="-13" kern="0">
                <a:solidFill>
                  <a:srgbClr val="14161C"/>
                </a:solidFill>
                <a:latin typeface="Noto Sans JP SemiBold" pitchFamily="34" charset="0"/>
                <a:ea typeface="Noto Sans JP SemiBold" pitchFamily="34" charset="-122"/>
                <a:cs typeface="Noto Sans JP SemiBold" pitchFamily="34" charset="-120"/>
              </a:rPr>
              <a:t> アンメリド450°Cで</a:t>
            </a:r>
            <a:r>
              <a:rPr lang="en-US" sz="2550" dirty="0" spc="0" kern="0">
                <a:solidFill>
                  <a:srgbClr val="14161C"/>
                </a:solidFill>
                <a:latin typeface="Noto Sans JP SemiBold" pitchFamily="34" charset="0"/>
                <a:ea typeface="Noto Sans JP SemiBold" pitchFamily="34" charset="-122"/>
                <a:cs typeface="Noto Sans JP SemiBold" pitchFamily="34" charset="-120"/>
              </a:rPr>
              <a:t> 0</a:t>
            </a:r>
            <a:endParaRPr lang="en-US" sz="2550" dirty="0"/>
          </a:p>
        </p:txBody>
      </p:sp>
      <p:sp>
        <p:nvSpPr>
          <p:cNvPr id="14" name="Shape 11"/>
          <p:cNvSpPr/>
          <p:nvPr/>
        </p:nvSpPr>
        <p:spPr>
          <a:xfrm>
            <a:off x="11391900" y="5410200"/>
            <a:ext cx="5981700" cy="1352550"/>
          </a:xfrm>
          <a:prstGeom prst="roundRect">
            <a:avLst>
              <a:gd name="adj" fmla="val 14085"/>
            </a:avLst>
          </a:prstGeom>
          <a:solidFill>
            <a:srgbClr val="E8E0CF"/>
          </a:solidFill>
          <a:ln/>
        </p:spPr>
      </p:sp>
      <p:sp>
        <p:nvSpPr>
          <p:cNvPr id="15" name="Shape 12"/>
          <p:cNvSpPr/>
          <p:nvPr/>
        </p:nvSpPr>
        <p:spPr>
          <a:xfrm>
            <a:off x="11391900" y="5410200"/>
            <a:ext cx="114300" cy="1352550"/>
          </a:xfrm>
          <a:prstGeom prst="roundRect">
            <a:avLst>
              <a:gd name="adj" fmla="val 50000"/>
            </a:avLst>
          </a:prstGeom>
          <a:solidFill>
            <a:srgbClr val="1F3FD1"/>
          </a:solidFill>
          <a:ln/>
        </p:spPr>
      </p:sp>
      <p:sp>
        <p:nvSpPr>
          <p:cNvPr id="16" name="Text 13"/>
          <p:cNvSpPr/>
          <p:nvPr/>
        </p:nvSpPr>
        <p:spPr>
          <a:xfrm>
            <a:off x="11734800" y="5505450"/>
            <a:ext cx="5448300" cy="542925"/>
          </a:xfrm>
          <a:prstGeom prst="rect">
            <a:avLst/>
          </a:prstGeom>
          <a:noFill/>
          <a:ln/>
        </p:spPr>
        <p:txBody>
          <a:bodyPr wrap="square" lIns="0" tIns="0" rIns="0" bIns="0" rtlCol="0" anchor="ctr"/>
          <a:lstStyle/>
          <a:p>
            <a:pPr algn="l" indent="0" marL="0">
              <a:buNone/>
            </a:pPr>
            <a:r>
              <a:rPr lang="en-US" sz="2250" dirty="0" kern="0">
                <a:solidFill>
                  <a:srgbClr val="1F3FD1"/>
                </a:solidFill>
                <a:latin typeface="Noto Sans JP ExtraBold" pitchFamily="34" charset="0"/>
                <a:ea typeface="Noto Sans JP ExtraBold" pitchFamily="34" charset="-122"/>
                <a:cs typeface="Noto Sans JP ExtraBold" pitchFamily="34" charset="-120"/>
              </a:rPr>
              <a:t>反応</a:t>
            </a:r>
            <a:endParaRPr lang="en-US" sz="2250" dirty="0"/>
          </a:p>
        </p:txBody>
      </p:sp>
      <p:sp>
        <p:nvSpPr>
          <p:cNvPr id="17" name="Text 14"/>
          <p:cNvSpPr/>
          <p:nvPr/>
        </p:nvSpPr>
        <p:spPr>
          <a:xfrm>
            <a:off x="11734800" y="595312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シアヌル酸は 昇華、</a:t>
            </a:r>
            <a:r>
              <a:rPr lang="en-US" sz="2550" dirty="0" spc="-25" kern="0">
                <a:solidFill>
                  <a:srgbClr val="14161C"/>
                </a:solidFill>
                <a:latin typeface="Noto Sans JP SemiBold" pitchFamily="34" charset="0"/>
                <a:ea typeface="Noto Sans JP SemiBold" pitchFamily="34" charset="-122"/>
                <a:cs typeface="Noto Sans JP SemiBold" pitchFamily="34" charset="-120"/>
              </a:rPr>
              <a:t> アンメリドは</a:t>
            </a:r>
            <a:r>
              <a:rPr lang="en-US" sz="2550" dirty="0" spc="2" kern="0">
                <a:solidFill>
                  <a:srgbClr val="14161C"/>
                </a:solidFill>
                <a:latin typeface="Noto Sans JP SemiBold" pitchFamily="34" charset="0"/>
                <a:ea typeface="Noto Sans JP SemiBold" pitchFamily="34" charset="-122"/>
                <a:cs typeface="Noto Sans JP SemiBold" pitchFamily="34" charset="-120"/>
              </a:rPr>
              <a:t> 約360°C超で</a:t>
            </a:r>
            <a:r>
              <a:rPr lang="en-US" sz="2550" dirty="0" spc="-1" kern="0">
                <a:solidFill>
                  <a:srgbClr val="14161C"/>
                </a:solidFill>
                <a:latin typeface="Noto Sans JP SemiBold" pitchFamily="34" charset="0"/>
                <a:ea typeface="Noto Sans JP SemiBold" pitchFamily="34" charset="-122"/>
                <a:cs typeface="Noto Sans JP SemiBold" pitchFamily="34" charset="-120"/>
              </a:rPr>
              <a:t> 分解</a:t>
            </a:r>
            <a:endParaRPr lang="en-US" sz="2550" dirty="0"/>
          </a:p>
        </p:txBody>
      </p:sp>
      <p:sp>
        <p:nvSpPr>
          <p:cNvPr id="18" name="Shape 15"/>
          <p:cNvSpPr/>
          <p:nvPr/>
        </p:nvSpPr>
        <p:spPr>
          <a:xfrm>
            <a:off x="11391900" y="6991350"/>
            <a:ext cx="5981700" cy="1352550"/>
          </a:xfrm>
          <a:prstGeom prst="roundRect">
            <a:avLst>
              <a:gd name="adj" fmla="val 14085"/>
            </a:avLst>
          </a:prstGeom>
          <a:solidFill>
            <a:srgbClr val="E8E0CF"/>
          </a:solidFill>
          <a:ln/>
        </p:spPr>
      </p:sp>
      <p:sp>
        <p:nvSpPr>
          <p:cNvPr id="19" name="Shape 16"/>
          <p:cNvSpPr/>
          <p:nvPr/>
        </p:nvSpPr>
        <p:spPr>
          <a:xfrm>
            <a:off x="11391900" y="6991350"/>
            <a:ext cx="114300" cy="1352550"/>
          </a:xfrm>
          <a:prstGeom prst="roundRect">
            <a:avLst>
              <a:gd name="adj" fmla="val 50000"/>
            </a:avLst>
          </a:prstGeom>
          <a:solidFill>
            <a:srgbClr val="B45309"/>
          </a:solidFill>
          <a:ln/>
        </p:spPr>
      </p:sp>
      <p:sp>
        <p:nvSpPr>
          <p:cNvPr id="20" name="Text 17"/>
          <p:cNvSpPr/>
          <p:nvPr/>
        </p:nvSpPr>
        <p:spPr>
          <a:xfrm>
            <a:off x="11734800" y="7086600"/>
            <a:ext cx="5448300" cy="542925"/>
          </a:xfrm>
          <a:prstGeom prst="rect">
            <a:avLst/>
          </a:prstGeom>
          <a:noFill/>
          <a:ln/>
        </p:spPr>
        <p:txBody>
          <a:bodyPr wrap="square" lIns="0" tIns="0" rIns="0" bIns="0" rtlCol="0" anchor="ctr"/>
          <a:lstStyle/>
          <a:p>
            <a:pPr algn="l" indent="0" marL="0">
              <a:buNone/>
            </a:pPr>
            <a:r>
              <a:rPr lang="en-US" sz="2250" dirty="0" kern="0">
                <a:solidFill>
                  <a:srgbClr val="B45309"/>
                </a:solidFill>
                <a:latin typeface="Noto Sans JP ExtraBold" pitchFamily="34" charset="0"/>
                <a:ea typeface="Noto Sans JP ExtraBold" pitchFamily="34" charset="-122"/>
                <a:cs typeface="Noto Sans JP ExtraBold" pitchFamily="34" charset="-120"/>
              </a:rPr>
              <a:t>意味</a:t>
            </a:r>
            <a:endParaRPr lang="en-US" sz="2250" dirty="0"/>
          </a:p>
        </p:txBody>
      </p:sp>
      <p:sp>
        <p:nvSpPr>
          <p:cNvPr id="21" name="Text 18"/>
          <p:cNvSpPr/>
          <p:nvPr/>
        </p:nvSpPr>
        <p:spPr>
          <a:xfrm>
            <a:off x="11734800" y="7534275"/>
            <a:ext cx="5448300" cy="762000"/>
          </a:xfrm>
          <a:prstGeom prst="rect">
            <a:avLst/>
          </a:prstGeom>
          <a:noFill/>
          <a:ln/>
        </p:spPr>
        <p:txBody>
          <a:bodyPr wrap="square" lIns="0" tIns="32248" rIns="0" bIns="-32248" rtlCol="0" anchor="ctr"/>
          <a:lstStyle/>
          <a:p>
            <a:pPr algn="l" indent="0" marL="0">
              <a:lnSpc>
                <a:spcPts val="2933"/>
              </a:lnSpc>
              <a:buNone/>
            </a:pPr>
            <a:r>
              <a:rPr lang="en-US" sz="2550" dirty="0" spc="2" kern="0">
                <a:solidFill>
                  <a:srgbClr val="14161C"/>
                </a:solidFill>
                <a:latin typeface="Noto Sans JP SemiBold" pitchFamily="34" charset="0"/>
                <a:ea typeface="Noto Sans JP SemiBold" pitchFamily="34" charset="-122"/>
                <a:cs typeface="Noto Sans JP SemiBold" pitchFamily="34" charset="-120"/>
              </a:rPr>
              <a:t>400°C以上で</a:t>
            </a:r>
            <a:r>
              <a:rPr lang="en-US" sz="2550" dirty="0" spc="0" kern="0">
                <a:solidFill>
                  <a:srgbClr val="14161C"/>
                </a:solidFill>
                <a:latin typeface="Noto Sans JP SemiBold" pitchFamily="34" charset="0"/>
                <a:ea typeface="Noto Sans JP SemiBold" pitchFamily="34" charset="-122"/>
                <a:cs typeface="Noto Sans JP SemiBold" pitchFamily="34" charset="-120"/>
              </a:rPr>
              <a:t> 合計は</a:t>
            </a:r>
            <a:r>
              <a:rPr lang="en-US" sz="2550" dirty="0" spc="2" kern="0">
                <a:solidFill>
                  <a:srgbClr val="14161C"/>
                </a:solidFill>
                <a:latin typeface="Noto Sans JP SemiBold" pitchFamily="34" charset="0"/>
                <a:ea typeface="Noto Sans JP SemiBold" pitchFamily="34" charset="-122"/>
                <a:cs typeface="Noto Sans JP SemiBold" pitchFamily="34" charset="-120"/>
              </a:rPr>
              <a:t> 約2.5% →</a:t>
            </a:r>
            <a:r>
              <a:rPr lang="en-US" sz="2550" dirty="0" spc="1" kern="0">
                <a:solidFill>
                  <a:srgbClr val="14161C"/>
                </a:solidFill>
                <a:latin typeface="Noto Sans JP SemiBold" pitchFamily="34" charset="0"/>
                <a:ea typeface="Noto Sans JP SemiBold" pitchFamily="34" charset="-122"/>
                <a:cs typeface="Noto Sans JP SemiBold" pitchFamily="34" charset="-120"/>
              </a:rPr>
              <a:t> 約1%</a:t>
            </a:r>
            <a:endParaRPr lang="en-US" sz="2550" dirty="0"/>
          </a:p>
        </p:txBody>
      </p:sp>
      <p:sp>
        <p:nvSpPr>
          <p:cNvPr id="22"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[S4]</a:t>
            </a:r>
            <a:endParaRPr lang="en-US" sz="1800" dirty="0"/>
          </a:p>
        </p:txBody>
      </p:sp>
      <p:sp>
        <p:nvSpPr>
          <p:cNvPr id="23" name="Shape 20"/>
          <p:cNvSpPr/>
          <p:nvPr/>
        </p:nvSpPr>
        <p:spPr>
          <a:xfrm>
            <a:off x="942975" y="9563100"/>
            <a:ext cx="114300" cy="114300"/>
          </a:xfrm>
          <a:prstGeom prst="ellipse">
            <a:avLst/>
          </a:prstGeom>
          <a:solidFill>
            <a:srgbClr val="14161C">
              <a:alpha val="28000"/>
            </a:srgbClr>
          </a:solidFill>
          <a:ln/>
        </p:spPr>
      </p:sp>
      <p:sp>
        <p:nvSpPr>
          <p:cNvPr id="24" name="Shape 21"/>
          <p:cNvSpPr/>
          <p:nvPr/>
        </p:nvSpPr>
        <p:spPr>
          <a:xfrm>
            <a:off x="1171575" y="9563100"/>
            <a:ext cx="114300" cy="114300"/>
          </a:xfrm>
          <a:prstGeom prst="ellipse">
            <a:avLst/>
          </a:prstGeom>
          <a:solidFill>
            <a:srgbClr val="14161C">
              <a:alpha val="28000"/>
            </a:srgbClr>
          </a:solidFill>
          <a:ln/>
        </p:spPr>
      </p:sp>
      <p:sp>
        <p:nvSpPr>
          <p:cNvPr id="25" name="Shape 22"/>
          <p:cNvSpPr/>
          <p:nvPr/>
        </p:nvSpPr>
        <p:spPr>
          <a:xfrm>
            <a:off x="1400175" y="9563100"/>
            <a:ext cx="114300" cy="114300"/>
          </a:xfrm>
          <a:prstGeom prst="ellipse">
            <a:avLst/>
          </a:prstGeom>
          <a:solidFill>
            <a:srgbClr val="14161C">
              <a:alpha val="28000"/>
            </a:srgbClr>
          </a:solidFill>
          <a:ln/>
        </p:spPr>
      </p:sp>
      <p:sp>
        <p:nvSpPr>
          <p:cNvPr id="26" name="Shape 23"/>
          <p:cNvSpPr/>
          <p:nvPr/>
        </p:nvSpPr>
        <p:spPr>
          <a:xfrm>
            <a:off x="1628775" y="9563100"/>
            <a:ext cx="114300" cy="114300"/>
          </a:xfrm>
          <a:prstGeom prst="ellipse">
            <a:avLst/>
          </a:prstGeom>
          <a:solidFill>
            <a:srgbClr val="14161C">
              <a:alpha val="28000"/>
            </a:srgbClr>
          </a:solidFill>
          <a:ln/>
        </p:spPr>
      </p:sp>
      <p:sp>
        <p:nvSpPr>
          <p:cNvPr id="27" name="Shape 24"/>
          <p:cNvSpPr/>
          <p:nvPr/>
        </p:nvSpPr>
        <p:spPr>
          <a:xfrm>
            <a:off x="1857375" y="9563100"/>
            <a:ext cx="114300" cy="114300"/>
          </a:xfrm>
          <a:prstGeom prst="ellipse">
            <a:avLst/>
          </a:prstGeom>
          <a:solidFill>
            <a:srgbClr val="14161C">
              <a:alpha val="28000"/>
            </a:srgbClr>
          </a:solidFill>
          <a:ln/>
        </p:spPr>
      </p:sp>
      <p:sp>
        <p:nvSpPr>
          <p:cNvPr id="28" name="Shape 25"/>
          <p:cNvSpPr/>
          <p:nvPr/>
        </p:nvSpPr>
        <p:spPr>
          <a:xfrm>
            <a:off x="2085975" y="9563100"/>
            <a:ext cx="114300" cy="114300"/>
          </a:xfrm>
          <a:prstGeom prst="ellipse">
            <a:avLst/>
          </a:prstGeom>
          <a:solidFill>
            <a:srgbClr val="14161C">
              <a:alpha val="28000"/>
            </a:srgbClr>
          </a:solidFill>
          <a:ln/>
        </p:spPr>
      </p:sp>
      <p:sp>
        <p:nvSpPr>
          <p:cNvPr id="29" name="Shape 26"/>
          <p:cNvSpPr/>
          <p:nvPr/>
        </p:nvSpPr>
        <p:spPr>
          <a:xfrm>
            <a:off x="2314575" y="9563100"/>
            <a:ext cx="114300" cy="114300"/>
          </a:xfrm>
          <a:prstGeom prst="ellipse">
            <a:avLst/>
          </a:prstGeom>
          <a:solidFill>
            <a:srgbClr val="14161C">
              <a:alpha val="28000"/>
            </a:srgbClr>
          </a:solidFill>
          <a:ln/>
        </p:spPr>
      </p:sp>
      <p:sp>
        <p:nvSpPr>
          <p:cNvPr id="30" name="Shape 27"/>
          <p:cNvSpPr/>
          <p:nvPr/>
        </p:nvSpPr>
        <p:spPr>
          <a:xfrm>
            <a:off x="2543175" y="9563100"/>
            <a:ext cx="114300" cy="114300"/>
          </a:xfrm>
          <a:prstGeom prst="ellipse">
            <a:avLst/>
          </a:prstGeom>
          <a:solidFill>
            <a:srgbClr val="14161C">
              <a:alpha val="28000"/>
            </a:srgbClr>
          </a:solidFill>
          <a:ln/>
        </p:spPr>
      </p:sp>
      <p:sp>
        <p:nvSpPr>
          <p:cNvPr id="31" name="Shape 28"/>
          <p:cNvSpPr/>
          <p:nvPr/>
        </p:nvSpPr>
        <p:spPr>
          <a:xfrm>
            <a:off x="2771775" y="9563100"/>
            <a:ext cx="114300" cy="114300"/>
          </a:xfrm>
          <a:prstGeom prst="ellipse">
            <a:avLst/>
          </a:prstGeom>
          <a:solidFill>
            <a:srgbClr val="14161C">
              <a:alpha val="28000"/>
            </a:srgbClr>
          </a:solidFill>
          <a:ln/>
        </p:spPr>
      </p:sp>
      <p:sp>
        <p:nvSpPr>
          <p:cNvPr id="32" name="Shape 29"/>
          <p:cNvSpPr/>
          <p:nvPr/>
        </p:nvSpPr>
        <p:spPr>
          <a:xfrm>
            <a:off x="2981325" y="9544050"/>
            <a:ext cx="152400" cy="152400"/>
          </a:xfrm>
          <a:prstGeom prst="ellipse">
            <a:avLst/>
          </a:prstGeom>
          <a:solidFill>
            <a:srgbClr val="E8472B"/>
          </a:solidFill>
          <a:ln/>
        </p:spPr>
      </p:sp>
      <p:sp>
        <p:nvSpPr>
          <p:cNvPr id="33" name="Shape 30"/>
          <p:cNvSpPr/>
          <p:nvPr/>
        </p:nvSpPr>
        <p:spPr>
          <a:xfrm>
            <a:off x="3228975" y="9563100"/>
            <a:ext cx="114300" cy="114300"/>
          </a:xfrm>
          <a:prstGeom prst="ellipse">
            <a:avLst/>
          </a:prstGeom>
          <a:solidFill>
            <a:srgbClr val="14161C">
              <a:alpha val="28000"/>
            </a:srgbClr>
          </a:solidFill>
          <a:ln/>
        </p:spPr>
      </p:sp>
      <p:sp>
        <p:nvSpPr>
          <p:cNvPr id="34" name="Shape 31"/>
          <p:cNvSpPr/>
          <p:nvPr/>
        </p:nvSpPr>
        <p:spPr>
          <a:xfrm>
            <a:off x="3457575" y="9563100"/>
            <a:ext cx="114300" cy="114300"/>
          </a:xfrm>
          <a:prstGeom prst="ellipse">
            <a:avLst/>
          </a:prstGeom>
          <a:solidFill>
            <a:srgbClr val="14161C">
              <a:alpha val="28000"/>
            </a:srgbClr>
          </a:solidFill>
          <a:ln/>
        </p:spPr>
      </p:sp>
      <p:sp>
        <p:nvSpPr>
          <p:cNvPr id="35" name="Shape 32"/>
          <p:cNvSpPr/>
          <p:nvPr/>
        </p:nvSpPr>
        <p:spPr>
          <a:xfrm>
            <a:off x="3686175" y="9563100"/>
            <a:ext cx="114300" cy="114300"/>
          </a:xfrm>
          <a:prstGeom prst="ellipse">
            <a:avLst/>
          </a:prstGeom>
          <a:solidFill>
            <a:srgbClr val="14161C">
              <a:alpha val="28000"/>
            </a:srgbClr>
          </a:solidFill>
          <a:ln/>
        </p:spPr>
      </p:sp>
      <p:sp>
        <p:nvSpPr>
          <p:cNvPr id="36" name="Shape 33"/>
          <p:cNvSpPr/>
          <p:nvPr/>
        </p:nvSpPr>
        <p:spPr>
          <a:xfrm>
            <a:off x="3914775" y="9563100"/>
            <a:ext cx="114300" cy="114300"/>
          </a:xfrm>
          <a:prstGeom prst="ellipse">
            <a:avLst/>
          </a:prstGeom>
          <a:solidFill>
            <a:srgbClr val="14161C">
              <a:alpha val="28000"/>
            </a:srgbClr>
          </a:solidFill>
          <a:ln/>
        </p:spPr>
      </p:sp>
      <p:sp>
        <p:nvSpPr>
          <p:cNvPr id="37" name="Shape 34"/>
          <p:cNvSpPr/>
          <p:nvPr/>
        </p:nvSpPr>
        <p:spPr>
          <a:xfrm>
            <a:off x="4143375" y="9563100"/>
            <a:ext cx="114300" cy="114300"/>
          </a:xfrm>
          <a:prstGeom prst="ellipse">
            <a:avLst/>
          </a:prstGeom>
          <a:solidFill>
            <a:srgbClr val="14161C">
              <a:alpha val="28000"/>
            </a:srgbClr>
          </a:solidFill>
          <a:ln/>
        </p:spPr>
      </p:sp>
      <p:sp>
        <p:nvSpPr>
          <p:cNvPr id="38" name="Shape 35"/>
          <p:cNvSpPr/>
          <p:nvPr/>
        </p:nvSpPr>
        <p:spPr>
          <a:xfrm>
            <a:off x="4371975" y="9563100"/>
            <a:ext cx="114300" cy="114300"/>
          </a:xfrm>
          <a:prstGeom prst="ellipse">
            <a:avLst/>
          </a:prstGeom>
          <a:solidFill>
            <a:srgbClr val="14161C">
              <a:alpha val="28000"/>
            </a:srgbClr>
          </a:solidFill>
          <a:ln/>
        </p:spPr>
      </p:sp>
      <p:sp>
        <p:nvSpPr>
          <p:cNvPr id="39" name="Shape 36"/>
          <p:cNvSpPr/>
          <p:nvPr/>
        </p:nvSpPr>
        <p:spPr>
          <a:xfrm>
            <a:off x="4600575" y="9563100"/>
            <a:ext cx="114300" cy="114300"/>
          </a:xfrm>
          <a:prstGeom prst="ellipse">
            <a:avLst/>
          </a:prstGeom>
          <a:solidFill>
            <a:srgbClr val="14161C">
              <a:alpha val="28000"/>
            </a:srgbClr>
          </a:solidFill>
          <a:ln/>
        </p:spPr>
      </p:sp>
      <p:sp>
        <p:nvSpPr>
          <p:cNvPr id="40" name="Text 37"/>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L17</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10/17</a:t>
            </a:r>
            <a:endParaRPr lang="en-US" sz="1800" dirty="0"/>
          </a:p>
        </p:txBody>
      </p:sp>
      <p:sp>
        <p:nvSpPr>
          <p:cNvPr id="41" name="Shape 38"/>
          <p:cNvSpPr/>
          <p:nvPr/>
        </p:nvSpPr>
        <p:spPr>
          <a:xfrm>
            <a:off x="15983712" y="9076331"/>
            <a:ext cx="1645920" cy="552301"/>
          </a:xfrm>
          <a:prstGeom prst="roundRect">
            <a:avLst>
              <a:gd name="adj" fmla="val 28000"/>
            </a:avLst>
          </a:prstGeom>
          <a:solidFill>
            <a:srgbClr val="FFFFFF">
              <a:alpha val="82000"/>
            </a:srgbClr>
          </a:solidFill>
          <a:ln/>
        </p:spPr>
      </p:sp>
      <p:pic>
        <p:nvPicPr>
          <p:cNvPr id="42" name="Moda image moda-export-watermark-227709ce-51cb-4cc4-9c96-bda5c5ebaa1d"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グラフの 5つの 転換点</a:t>
            </a:r>
            <a:endParaRPr lang="en-US" sz="5700" dirty="0"/>
          </a:p>
        </p:txBody>
      </p:sp>
      <p:sp>
        <p:nvSpPr>
          <p:cNvPr id="3" name="Text 1"/>
          <p:cNvSpPr/>
          <p:nvPr/>
        </p:nvSpPr>
        <p:spPr>
          <a:xfrm>
            <a:off x="914400" y="2381250"/>
            <a:ext cx="1619250" cy="1181100"/>
          </a:xfrm>
          <a:prstGeom prst="rect">
            <a:avLst/>
          </a:prstGeom>
          <a:noFill/>
          <a:ln/>
        </p:spPr>
        <p:txBody>
          <a:bodyPr wrap="square" lIns="0" tIns="0" rIns="0" bIns="0" rtlCol="0" anchor="ctr"/>
          <a:lstStyle/>
          <a:p>
            <a:pPr algn="l" indent="0" marL="0">
              <a:buNone/>
            </a:pPr>
            <a:r>
              <a:rPr lang="en-US" sz="7745" dirty="0" spc="2" kern="0">
                <a:solidFill>
                  <a:srgbClr val="FFB454"/>
                </a:solidFill>
                <a:latin typeface="Noto Sans JP ExtraBold" pitchFamily="34" charset="0"/>
                <a:ea typeface="Noto Sans JP ExtraBold" pitchFamily="34" charset="-122"/>
                <a:cs typeface="Noto Sans JP ExtraBold" pitchFamily="34" charset="-120"/>
              </a:rPr>
              <a:t>1</a:t>
            </a:r>
            <a:endParaRPr lang="en-US" sz="7745" dirty="0"/>
          </a:p>
        </p:txBody>
      </p:sp>
      <p:sp>
        <p:nvSpPr>
          <p:cNvPr id="4" name="Shape 2"/>
          <p:cNvSpPr/>
          <p:nvPr/>
        </p:nvSpPr>
        <p:spPr>
          <a:xfrm>
            <a:off x="2724150" y="2476500"/>
            <a:ext cx="14649450" cy="990600"/>
          </a:xfrm>
          <a:prstGeom prst="roundRect">
            <a:avLst>
              <a:gd name="adj" fmla="val 19231"/>
            </a:avLst>
          </a:prstGeom>
          <a:solidFill>
            <a:srgbClr val="1E212B"/>
          </a:solidFill>
          <a:ln/>
        </p:spPr>
      </p:sp>
      <p:sp>
        <p:nvSpPr>
          <p:cNvPr id="5" name="Text 3"/>
          <p:cNvSpPr/>
          <p:nvPr/>
        </p:nvSpPr>
        <p:spPr>
          <a:xfrm>
            <a:off x="3105150" y="2476500"/>
            <a:ext cx="14001750" cy="990600"/>
          </a:xfrm>
          <a:prstGeom prst="rect">
            <a:avLst/>
          </a:prstGeom>
          <a:noFill/>
          <a:ln/>
        </p:spPr>
        <p:txBody>
          <a:bodyPr wrap="square" lIns="0" tIns="0" rIns="0" bIns="0" rtlCol="0" anchor="ctr"/>
          <a:lstStyle/>
          <a:p>
            <a:pPr algn="l" indent="0" marL="0">
              <a:buNone/>
            </a:pPr>
            <a:r>
              <a:rPr lang="en-US" sz="3000" dirty="0" spc="0" kern="0">
                <a:solidFill>
                  <a:srgbClr val="F3EEE3"/>
                </a:solidFill>
                <a:latin typeface="Noto Sans JP SemiBold" pitchFamily="34" charset="0"/>
                <a:ea typeface="Noto Sans JP SemiBold" pitchFamily="34" charset="-122"/>
                <a:cs typeface="Noto Sans JP SemiBold" pitchFamily="34" charset="-120"/>
              </a:rPr>
              <a:t>ビウレットは</a:t>
            </a:r>
            <a:r>
              <a:rPr lang="en-US" sz="3000" dirty="0" spc="1" kern="0">
                <a:solidFill>
                  <a:srgbClr val="F3EEE3"/>
                </a:solidFill>
                <a:latin typeface="Noto Sans JP SemiBold" pitchFamily="34" charset="0"/>
                <a:ea typeface="Noto Sans JP SemiBold" pitchFamily="34" charset="-122"/>
                <a:cs typeface="Noto Sans JP SemiBold" pitchFamily="34" charset="-120"/>
              </a:rPr>
              <a:t> 190°Cで</a:t>
            </a:r>
            <a:r>
              <a:rPr lang="en-US" sz="3000" dirty="0" spc="2" kern="0">
                <a:solidFill>
                  <a:srgbClr val="F3EEE3"/>
                </a:solidFill>
                <a:latin typeface="Noto Sans JP SemiBold" pitchFamily="34" charset="0"/>
                <a:ea typeface="Noto Sans JP SemiBold" pitchFamily="34" charset="-122"/>
                <a:cs typeface="Noto Sans JP SemiBold" pitchFamily="34" charset="-120"/>
              </a:rPr>
              <a:t> 約28%の</a:t>
            </a:r>
            <a:r>
              <a:rPr lang="en-US" sz="3000" dirty="0" spc="-53" kern="0">
                <a:solidFill>
                  <a:srgbClr val="F3EEE3"/>
                </a:solidFill>
                <a:latin typeface="Noto Sans JP SemiBold" pitchFamily="34" charset="0"/>
                <a:ea typeface="Noto Sans JP SemiBold" pitchFamily="34" charset="-122"/>
                <a:cs typeface="Noto Sans JP SemiBold" pitchFamily="34" charset="-120"/>
              </a:rPr>
              <a:t> ピーク、</a:t>
            </a:r>
            <a:r>
              <a:rPr lang="en-US" sz="3000" dirty="0" spc="1" kern="0">
                <a:solidFill>
                  <a:srgbClr val="F3EEE3"/>
                </a:solidFill>
                <a:latin typeface="Noto Sans JP SemiBold" pitchFamily="34" charset="0"/>
                <a:ea typeface="Noto Sans JP SemiBold" pitchFamily="34" charset="-122"/>
                <a:cs typeface="Noto Sans JP SemiBold" pitchFamily="34" charset="-120"/>
              </a:rPr>
              <a:t> 約250°Cで</a:t>
            </a:r>
            <a:r>
              <a:rPr lang="en-US" sz="3000" dirty="0" spc="-18" kern="0">
                <a:solidFill>
                  <a:srgbClr val="F3EEE3"/>
                </a:solidFill>
                <a:latin typeface="Noto Sans JP SemiBold" pitchFamily="34" charset="0"/>
                <a:ea typeface="Noto Sans JP SemiBold" pitchFamily="34" charset="-122"/>
                <a:cs typeface="Noto Sans JP SemiBold" pitchFamily="34" charset="-120"/>
              </a:rPr>
              <a:t> 消える：</a:t>
            </a:r>
            <a:r>
              <a:rPr lang="en-US" sz="3000" dirty="0" spc="1" kern="0">
                <a:solidFill>
                  <a:srgbClr val="F3EEE3"/>
                </a:solidFill>
                <a:latin typeface="Noto Sans JP SemiBold" pitchFamily="34" charset="0"/>
                <a:ea typeface="Noto Sans JP SemiBold" pitchFamily="34" charset="-122"/>
                <a:cs typeface="Noto Sans JP SemiBold" pitchFamily="34" charset="-120"/>
              </a:rPr>
              <a:t> 尿素が 尽きて</a:t>
            </a:r>
            <a:r>
              <a:rPr lang="en-US" sz="3000" dirty="0" spc="0" kern="0">
                <a:solidFill>
                  <a:srgbClr val="F3EEE3"/>
                </a:solidFill>
                <a:latin typeface="Noto Sans JP SemiBold" pitchFamily="34" charset="0"/>
                <a:ea typeface="Noto Sans JP SemiBold" pitchFamily="34" charset="-122"/>
                <a:cs typeface="Noto Sans JP SemiBold" pitchFamily="34" charset="-120"/>
              </a:rPr>
              <a:t> 供給が</a:t>
            </a:r>
            <a:r>
              <a:rPr lang="en-US" sz="3000" dirty="0" spc="-23" kern="0">
                <a:solidFill>
                  <a:srgbClr val="F3EEE3"/>
                </a:solidFill>
                <a:latin typeface="Noto Sans JP SemiBold" pitchFamily="34" charset="0"/>
                <a:ea typeface="Noto Sans JP SemiBold" pitchFamily="34" charset="-122"/>
                <a:cs typeface="Noto Sans JP SemiBold" pitchFamily="34" charset="-120"/>
              </a:rPr>
              <a:t> 止まり、</a:t>
            </a:r>
            <a:r>
              <a:rPr lang="en-US" sz="3000" dirty="0" spc="1" kern="0">
                <a:solidFill>
                  <a:srgbClr val="F3EEE3"/>
                </a:solidFill>
                <a:latin typeface="Noto Sans JP SemiBold" pitchFamily="34" charset="0"/>
                <a:ea typeface="Noto Sans JP SemiBold" pitchFamily="34" charset="-122"/>
                <a:cs typeface="Noto Sans JP SemiBold" pitchFamily="34" charset="-120"/>
              </a:rPr>
              <a:t> 自らも 分解</a:t>
            </a:r>
            <a:endParaRPr lang="en-US" sz="3000" dirty="0"/>
          </a:p>
        </p:txBody>
      </p:sp>
      <p:sp>
        <p:nvSpPr>
          <p:cNvPr id="6" name="Text 4"/>
          <p:cNvSpPr/>
          <p:nvPr/>
        </p:nvSpPr>
        <p:spPr>
          <a:xfrm>
            <a:off x="914400" y="3676650"/>
            <a:ext cx="1619250" cy="1181100"/>
          </a:xfrm>
          <a:prstGeom prst="rect">
            <a:avLst/>
          </a:prstGeom>
          <a:noFill/>
          <a:ln/>
        </p:spPr>
        <p:txBody>
          <a:bodyPr wrap="square" lIns="0" tIns="0" rIns="0" bIns="0" rtlCol="0" anchor="ctr"/>
          <a:lstStyle/>
          <a:p>
            <a:pPr algn="l" indent="0" marL="0">
              <a:buNone/>
            </a:pPr>
            <a:r>
              <a:rPr lang="en-US" sz="7745" dirty="0" spc="2" kern="0">
                <a:solidFill>
                  <a:srgbClr val="3DD6A0"/>
                </a:solidFill>
                <a:latin typeface="Noto Sans JP ExtraBold" pitchFamily="34" charset="0"/>
                <a:ea typeface="Noto Sans JP ExtraBold" pitchFamily="34" charset="-122"/>
                <a:cs typeface="Noto Sans JP ExtraBold" pitchFamily="34" charset="-120"/>
              </a:rPr>
              <a:t>2</a:t>
            </a:r>
            <a:endParaRPr lang="en-US" sz="7745" dirty="0"/>
          </a:p>
        </p:txBody>
      </p:sp>
      <p:sp>
        <p:nvSpPr>
          <p:cNvPr id="7" name="Shape 5"/>
          <p:cNvSpPr/>
          <p:nvPr/>
        </p:nvSpPr>
        <p:spPr>
          <a:xfrm>
            <a:off x="2724150" y="3771900"/>
            <a:ext cx="14649450" cy="990600"/>
          </a:xfrm>
          <a:prstGeom prst="roundRect">
            <a:avLst>
              <a:gd name="adj" fmla="val 19231"/>
            </a:avLst>
          </a:prstGeom>
          <a:solidFill>
            <a:srgbClr val="1E212B"/>
          </a:solidFill>
          <a:ln/>
        </p:spPr>
      </p:sp>
      <p:sp>
        <p:nvSpPr>
          <p:cNvPr id="8" name="Text 6"/>
          <p:cNvSpPr/>
          <p:nvPr/>
        </p:nvSpPr>
        <p:spPr>
          <a:xfrm>
            <a:off x="3105150" y="3771900"/>
            <a:ext cx="14001750" cy="990600"/>
          </a:xfrm>
          <a:prstGeom prst="rect">
            <a:avLst/>
          </a:prstGeom>
          <a:noFill/>
          <a:ln/>
        </p:spPr>
        <p:txBody>
          <a:bodyPr wrap="square" lIns="0" tIns="0" rIns="0" bIns="0" rtlCol="0" anchor="ctr"/>
          <a:lstStyle/>
          <a:p>
            <a:pPr algn="l" indent="0" marL="0">
              <a:buNone/>
            </a:pPr>
            <a:r>
              <a:rPr lang="en-US" sz="3000" dirty="0" spc="0" kern="0">
                <a:solidFill>
                  <a:srgbClr val="F3EEE3"/>
                </a:solidFill>
                <a:latin typeface="Noto Sans JP SemiBold" pitchFamily="34" charset="0"/>
                <a:ea typeface="Noto Sans JP SemiBold" pitchFamily="34" charset="-122"/>
                <a:cs typeface="Noto Sans JP SemiBold" pitchFamily="34" charset="-120"/>
              </a:rPr>
              <a:t>シアヌル酸は</a:t>
            </a:r>
            <a:r>
              <a:rPr lang="en-US" sz="3000" dirty="0" spc="1" kern="0">
                <a:solidFill>
                  <a:srgbClr val="F3EEE3"/>
                </a:solidFill>
                <a:latin typeface="Noto Sans JP SemiBold" pitchFamily="34" charset="0"/>
                <a:ea typeface="Noto Sans JP SemiBold" pitchFamily="34" charset="-122"/>
                <a:cs typeface="Noto Sans JP SemiBold" pitchFamily="34" charset="-120"/>
              </a:rPr>
              <a:t> 約2.5%（190°C）から 約22%（225°C）へ 急増し、275°Cまで 約22〜24%を</a:t>
            </a:r>
            <a:r>
              <a:rPr lang="en-US" sz="3000" dirty="0" spc="2" kern="0">
                <a:solidFill>
                  <a:srgbClr val="F3EEE3"/>
                </a:solidFill>
                <a:latin typeface="Noto Sans JP SemiBold" pitchFamily="34" charset="0"/>
                <a:ea typeface="Noto Sans JP SemiBold" pitchFamily="34" charset="-122"/>
                <a:cs typeface="Noto Sans JP SemiBold" pitchFamily="34" charset="-120"/>
              </a:rPr>
              <a:t> 保つ</a:t>
            </a:r>
            <a:endParaRPr lang="en-US" sz="3000" dirty="0"/>
          </a:p>
        </p:txBody>
      </p:sp>
      <p:sp>
        <p:nvSpPr>
          <p:cNvPr id="9" name="Text 7"/>
          <p:cNvSpPr/>
          <p:nvPr/>
        </p:nvSpPr>
        <p:spPr>
          <a:xfrm>
            <a:off x="914400" y="4972050"/>
            <a:ext cx="1619250" cy="1181100"/>
          </a:xfrm>
          <a:prstGeom prst="rect">
            <a:avLst/>
          </a:prstGeom>
          <a:noFill/>
          <a:ln/>
        </p:spPr>
        <p:txBody>
          <a:bodyPr wrap="square" lIns="0" tIns="0" rIns="0" bIns="0" rtlCol="0" anchor="ctr"/>
          <a:lstStyle/>
          <a:p>
            <a:pPr algn="l" indent="0" marL="0">
              <a:buNone/>
            </a:pPr>
            <a:r>
              <a:rPr lang="en-US" sz="7745" dirty="0" spc="2" kern="0">
                <a:solidFill>
                  <a:srgbClr val="FF6A4D"/>
                </a:solidFill>
                <a:latin typeface="Noto Sans JP ExtraBold" pitchFamily="34" charset="0"/>
                <a:ea typeface="Noto Sans JP ExtraBold" pitchFamily="34" charset="-122"/>
                <a:cs typeface="Noto Sans JP ExtraBold" pitchFamily="34" charset="-120"/>
              </a:rPr>
              <a:t>3</a:t>
            </a:r>
            <a:endParaRPr lang="en-US" sz="7745" dirty="0"/>
          </a:p>
        </p:txBody>
      </p:sp>
      <p:sp>
        <p:nvSpPr>
          <p:cNvPr id="10" name="Shape 8"/>
          <p:cNvSpPr/>
          <p:nvPr/>
        </p:nvSpPr>
        <p:spPr>
          <a:xfrm>
            <a:off x="2724150" y="5067300"/>
            <a:ext cx="14649450" cy="990600"/>
          </a:xfrm>
          <a:prstGeom prst="roundRect">
            <a:avLst>
              <a:gd name="adj" fmla="val 19231"/>
            </a:avLst>
          </a:prstGeom>
          <a:solidFill>
            <a:srgbClr val="1E212B"/>
          </a:solidFill>
          <a:ln/>
        </p:spPr>
      </p:sp>
      <p:sp>
        <p:nvSpPr>
          <p:cNvPr id="11" name="Text 9"/>
          <p:cNvSpPr/>
          <p:nvPr/>
        </p:nvSpPr>
        <p:spPr>
          <a:xfrm>
            <a:off x="3105150" y="5067300"/>
            <a:ext cx="14001750" cy="990600"/>
          </a:xfrm>
          <a:prstGeom prst="rect">
            <a:avLst/>
          </a:prstGeom>
          <a:noFill/>
          <a:ln/>
        </p:spPr>
        <p:txBody>
          <a:bodyPr wrap="square" lIns="0" tIns="0" rIns="0" bIns="0" rtlCol="0" anchor="ctr"/>
          <a:lstStyle/>
          <a:p>
            <a:pPr algn="l" indent="0" marL="0">
              <a:buNone/>
            </a:pPr>
            <a:r>
              <a:rPr lang="en-US" sz="3000" dirty="0" spc="-21" kern="0">
                <a:solidFill>
                  <a:srgbClr val="F3EEE3"/>
                </a:solidFill>
                <a:latin typeface="Noto Sans JP SemiBold" pitchFamily="34" charset="0"/>
                <a:ea typeface="Noto Sans JP SemiBold" pitchFamily="34" charset="-122"/>
                <a:cs typeface="Noto Sans JP SemiBold" pitchFamily="34" charset="-120"/>
              </a:rPr>
              <a:t>アンメリドはゆっくり</a:t>
            </a:r>
            <a:r>
              <a:rPr lang="en-US" sz="3000" dirty="0" spc="1" kern="0">
                <a:solidFill>
                  <a:srgbClr val="F3EEE3"/>
                </a:solidFill>
                <a:latin typeface="Noto Sans JP SemiBold" pitchFamily="34" charset="0"/>
                <a:ea typeface="Noto Sans JP SemiBold" pitchFamily="34" charset="-122"/>
                <a:cs typeface="Noto Sans JP SemiBold" pitchFamily="34" charset="-120"/>
              </a:rPr>
              <a:t> 増え （約0.5%から</a:t>
            </a:r>
            <a:r>
              <a:rPr lang="en-US" sz="3000" dirty="0" spc="0" kern="0">
                <a:solidFill>
                  <a:srgbClr val="F3EEE3"/>
                </a:solidFill>
                <a:latin typeface="Noto Sans JP SemiBold" pitchFamily="34" charset="0"/>
                <a:ea typeface="Noto Sans JP SemiBold" pitchFamily="34" charset="-122"/>
                <a:cs typeface="Noto Sans JP SemiBold" pitchFamily="34" charset="-120"/>
              </a:rPr>
              <a:t> 約5.5%）、</a:t>
            </a:r>
            <a:r>
              <a:rPr lang="en-US" sz="3000" dirty="0" spc="1" kern="0">
                <a:solidFill>
                  <a:srgbClr val="F3EEE3"/>
                </a:solidFill>
                <a:latin typeface="Noto Sans JP SemiBold" pitchFamily="34" charset="0"/>
                <a:ea typeface="Noto Sans JP SemiBold" pitchFamily="34" charset="-122"/>
                <a:cs typeface="Noto Sans JP SemiBold" pitchFamily="34" charset="-120"/>
              </a:rPr>
              <a:t> 約350°Cまで</a:t>
            </a:r>
            <a:r>
              <a:rPr lang="en-US" sz="3000" dirty="0" spc="2" kern="0">
                <a:solidFill>
                  <a:srgbClr val="F3EEE3"/>
                </a:solidFill>
                <a:latin typeface="Noto Sans JP SemiBold" pitchFamily="34" charset="0"/>
                <a:ea typeface="Noto Sans JP SemiBold" pitchFamily="34" charset="-122"/>
                <a:cs typeface="Noto Sans JP SemiBold" pitchFamily="34" charset="-120"/>
              </a:rPr>
              <a:t> 安定</a:t>
            </a:r>
            <a:endParaRPr lang="en-US" sz="3000" dirty="0"/>
          </a:p>
        </p:txBody>
      </p:sp>
      <p:sp>
        <p:nvSpPr>
          <p:cNvPr id="12" name="Text 10"/>
          <p:cNvSpPr/>
          <p:nvPr/>
        </p:nvSpPr>
        <p:spPr>
          <a:xfrm>
            <a:off x="914400" y="6267450"/>
            <a:ext cx="1619250" cy="1181100"/>
          </a:xfrm>
          <a:prstGeom prst="rect">
            <a:avLst/>
          </a:prstGeom>
          <a:noFill/>
          <a:ln/>
        </p:spPr>
        <p:txBody>
          <a:bodyPr wrap="square" lIns="0" tIns="0" rIns="0" bIns="0" rtlCol="0" anchor="ctr"/>
          <a:lstStyle/>
          <a:p>
            <a:pPr algn="l" indent="0" marL="0">
              <a:buNone/>
            </a:pPr>
            <a:r>
              <a:rPr lang="en-US" sz="7745" dirty="0" spc="2" kern="0">
                <a:solidFill>
                  <a:srgbClr val="7C93FF"/>
                </a:solidFill>
                <a:latin typeface="Noto Sans JP ExtraBold" pitchFamily="34" charset="0"/>
                <a:ea typeface="Noto Sans JP ExtraBold" pitchFamily="34" charset="-122"/>
                <a:cs typeface="Noto Sans JP ExtraBold" pitchFamily="34" charset="-120"/>
              </a:rPr>
              <a:t>4</a:t>
            </a:r>
            <a:endParaRPr lang="en-US" sz="7745" dirty="0"/>
          </a:p>
        </p:txBody>
      </p:sp>
      <p:sp>
        <p:nvSpPr>
          <p:cNvPr id="13" name="Shape 11"/>
          <p:cNvSpPr/>
          <p:nvPr/>
        </p:nvSpPr>
        <p:spPr>
          <a:xfrm>
            <a:off x="2724150" y="6362700"/>
            <a:ext cx="14649450" cy="990600"/>
          </a:xfrm>
          <a:prstGeom prst="roundRect">
            <a:avLst>
              <a:gd name="adj" fmla="val 19231"/>
            </a:avLst>
          </a:prstGeom>
          <a:solidFill>
            <a:srgbClr val="1E212B"/>
          </a:solidFill>
          <a:ln/>
        </p:spPr>
      </p:sp>
      <p:sp>
        <p:nvSpPr>
          <p:cNvPr id="14" name="Text 12"/>
          <p:cNvSpPr/>
          <p:nvPr/>
        </p:nvSpPr>
        <p:spPr>
          <a:xfrm>
            <a:off x="3105150" y="6362700"/>
            <a:ext cx="14001750" cy="990600"/>
          </a:xfrm>
          <a:prstGeom prst="rect">
            <a:avLst/>
          </a:prstGeom>
          <a:noFill/>
          <a:ln/>
        </p:spPr>
        <p:txBody>
          <a:bodyPr wrap="square" lIns="0" tIns="0" rIns="0" bIns="0" rtlCol="0" anchor="ctr"/>
          <a:lstStyle/>
          <a:p>
            <a:pPr algn="l" indent="0" marL="0">
              <a:buNone/>
            </a:pPr>
            <a:r>
              <a:rPr lang="en-US" sz="3000" dirty="0" spc="0" kern="0">
                <a:solidFill>
                  <a:srgbClr val="F3EEE3"/>
                </a:solidFill>
                <a:latin typeface="Noto Sans JP SemiBold" pitchFamily="34" charset="0"/>
                <a:ea typeface="Noto Sans JP SemiBold" pitchFamily="34" charset="-122"/>
                <a:cs typeface="Noto Sans JP SemiBold" pitchFamily="34" charset="-120"/>
              </a:rPr>
              <a:t>総回収量は</a:t>
            </a:r>
            <a:r>
              <a:rPr lang="en-US" sz="3000" dirty="0" spc="2" kern="0">
                <a:solidFill>
                  <a:srgbClr val="F3EEE3"/>
                </a:solidFill>
                <a:latin typeface="Noto Sans JP SemiBold" pitchFamily="34" charset="0"/>
                <a:ea typeface="Noto Sans JP SemiBold" pitchFamily="34" charset="-122"/>
                <a:cs typeface="Noto Sans JP SemiBold" pitchFamily="34" charset="-120"/>
              </a:rPr>
              <a:t> 100%から</a:t>
            </a:r>
            <a:r>
              <a:rPr lang="en-US" sz="3000" dirty="0" spc="1" kern="0">
                <a:solidFill>
                  <a:srgbClr val="F3EEE3"/>
                </a:solidFill>
                <a:latin typeface="Noto Sans JP SemiBold" pitchFamily="34" charset="0"/>
                <a:ea typeface="Noto Sans JP SemiBold" pitchFamily="34" charset="-122"/>
                <a:cs typeface="Noto Sans JP SemiBold" pitchFamily="34" charset="-120"/>
              </a:rPr>
              <a:t> 約1%へ： 固体が NH3、</a:t>
            </a:r>
            <a:r>
              <a:rPr lang="en-US" sz="3000" dirty="0" spc="-20" kern="0">
                <a:solidFill>
                  <a:srgbClr val="F3EEE3"/>
                </a:solidFill>
                <a:latin typeface="Noto Sans JP SemiBold" pitchFamily="34" charset="0"/>
                <a:ea typeface="Noto Sans JP SemiBold" pitchFamily="34" charset="-122"/>
                <a:cs typeface="Noto Sans JP SemiBold" pitchFamily="34" charset="-120"/>
              </a:rPr>
              <a:t> HNCO、</a:t>
            </a:r>
            <a:r>
              <a:rPr lang="en-US" sz="3000" dirty="0" spc="-17" kern="0">
                <a:solidFill>
                  <a:srgbClr val="F3EEE3"/>
                </a:solidFill>
                <a:latin typeface="Noto Sans JP SemiBold" pitchFamily="34" charset="0"/>
                <a:ea typeface="Noto Sans JP SemiBold" pitchFamily="34" charset="-122"/>
                <a:cs typeface="Noto Sans JP SemiBold" pitchFamily="34" charset="-120"/>
              </a:rPr>
              <a:t> CO2などの</a:t>
            </a:r>
            <a:r>
              <a:rPr lang="en-US" sz="3000" dirty="0" spc="1" kern="0">
                <a:solidFill>
                  <a:srgbClr val="F3EEE3"/>
                </a:solidFill>
                <a:latin typeface="Noto Sans JP SemiBold" pitchFamily="34" charset="0"/>
                <a:ea typeface="Noto Sans JP SemiBold" pitchFamily="34" charset="-122"/>
                <a:cs typeface="Noto Sans JP SemiBold" pitchFamily="34" charset="-120"/>
              </a:rPr>
              <a:t> 気体になる</a:t>
            </a:r>
            <a:endParaRPr lang="en-US" sz="3000" dirty="0"/>
          </a:p>
        </p:txBody>
      </p:sp>
      <p:sp>
        <p:nvSpPr>
          <p:cNvPr id="15" name="Text 13"/>
          <p:cNvSpPr/>
          <p:nvPr/>
        </p:nvSpPr>
        <p:spPr>
          <a:xfrm>
            <a:off x="914400" y="7562850"/>
            <a:ext cx="1619250" cy="1181100"/>
          </a:xfrm>
          <a:prstGeom prst="rect">
            <a:avLst/>
          </a:prstGeom>
          <a:noFill/>
          <a:ln/>
        </p:spPr>
        <p:txBody>
          <a:bodyPr wrap="square" lIns="0" tIns="0" rIns="0" bIns="0" rtlCol="0" anchor="ctr"/>
          <a:lstStyle/>
          <a:p>
            <a:pPr algn="l" indent="0" marL="0">
              <a:buNone/>
            </a:pPr>
            <a:r>
              <a:rPr lang="en-US" sz="7745" dirty="0" spc="2" kern="0">
                <a:solidFill>
                  <a:srgbClr val="FFB454"/>
                </a:solidFill>
                <a:latin typeface="Noto Sans JP ExtraBold" pitchFamily="34" charset="0"/>
                <a:ea typeface="Noto Sans JP ExtraBold" pitchFamily="34" charset="-122"/>
                <a:cs typeface="Noto Sans JP ExtraBold" pitchFamily="34" charset="-120"/>
              </a:rPr>
              <a:t>5</a:t>
            </a:r>
            <a:endParaRPr lang="en-US" sz="7745" dirty="0"/>
          </a:p>
        </p:txBody>
      </p:sp>
      <p:sp>
        <p:nvSpPr>
          <p:cNvPr id="16" name="Shape 14"/>
          <p:cNvSpPr/>
          <p:nvPr/>
        </p:nvSpPr>
        <p:spPr>
          <a:xfrm>
            <a:off x="2724150" y="7658100"/>
            <a:ext cx="14649450" cy="990600"/>
          </a:xfrm>
          <a:prstGeom prst="roundRect">
            <a:avLst>
              <a:gd name="adj" fmla="val 19231"/>
            </a:avLst>
          </a:prstGeom>
          <a:solidFill>
            <a:srgbClr val="1E212B"/>
          </a:solidFill>
          <a:ln/>
        </p:spPr>
      </p:sp>
      <p:sp>
        <p:nvSpPr>
          <p:cNvPr id="17" name="Text 15"/>
          <p:cNvSpPr/>
          <p:nvPr/>
        </p:nvSpPr>
        <p:spPr>
          <a:xfrm>
            <a:off x="3105150" y="7658100"/>
            <a:ext cx="14001750" cy="990600"/>
          </a:xfrm>
          <a:prstGeom prst="rect">
            <a:avLst/>
          </a:prstGeom>
          <a:noFill/>
          <a:ln/>
        </p:spPr>
        <p:txBody>
          <a:bodyPr wrap="square" lIns="0" tIns="0" rIns="0" bIns="0" rtlCol="0" anchor="ctr"/>
          <a:lstStyle/>
          <a:p>
            <a:pPr algn="l" indent="0" marL="0">
              <a:buNone/>
            </a:pPr>
            <a:r>
              <a:rPr lang="en-US" sz="3000" dirty="0" spc="0" kern="0">
                <a:solidFill>
                  <a:srgbClr val="F3EEE3"/>
                </a:solidFill>
                <a:latin typeface="Noto Sans JP SemiBold" pitchFamily="34" charset="0"/>
                <a:ea typeface="Noto Sans JP SemiBold" pitchFamily="34" charset="-122"/>
                <a:cs typeface="Noto Sans JP SemiBold" pitchFamily="34" charset="-120"/>
              </a:rPr>
              <a:t>約400°C以上では</a:t>
            </a:r>
            <a:r>
              <a:rPr lang="en-US" sz="3000" dirty="0" spc="1" kern="0">
                <a:solidFill>
                  <a:srgbClr val="F3EEE3"/>
                </a:solidFill>
                <a:latin typeface="Noto Sans JP SemiBold" pitchFamily="34" charset="0"/>
                <a:ea typeface="Noto Sans JP SemiBold" pitchFamily="34" charset="-122"/>
                <a:cs typeface="Noto Sans JP SemiBold" pitchFamily="34" charset="-120"/>
              </a:rPr>
              <a:t> 堆積物はほぼ 残らない （約2.5%以下）</a:t>
            </a:r>
            <a:endParaRPr lang="en-US" sz="3000" dirty="0"/>
          </a:p>
        </p:txBody>
      </p:sp>
      <p:sp>
        <p:nvSpPr>
          <p:cNvPr id="18" name="Text 16"/>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[S1]</a:t>
            </a:r>
            <a:r>
              <a:rPr lang="en-US" sz="1800" dirty="0" spc="-1" kern="0">
                <a:solidFill>
                  <a:srgbClr val="9AA0B5"/>
                </a:solidFill>
                <a:latin typeface="Noto Sans JP" pitchFamily="34" charset="0"/>
                <a:ea typeface="Noto Sans JP" pitchFamily="34" charset="-122"/>
                <a:cs typeface="Noto Sans JP" pitchFamily="34" charset="-120"/>
              </a:rPr>
              <a:t> [S4]</a:t>
            </a:r>
            <a:endParaRPr lang="en-US" sz="1800" dirty="0"/>
          </a:p>
        </p:txBody>
      </p:sp>
      <p:sp>
        <p:nvSpPr>
          <p:cNvPr id="19" name="Shape 17"/>
          <p:cNvSpPr/>
          <p:nvPr/>
        </p:nvSpPr>
        <p:spPr>
          <a:xfrm>
            <a:off x="942975" y="9563100"/>
            <a:ext cx="114300" cy="114300"/>
          </a:xfrm>
          <a:prstGeom prst="ellipse">
            <a:avLst/>
          </a:prstGeom>
          <a:solidFill>
            <a:srgbClr val="F3EEE3">
              <a:alpha val="28000"/>
            </a:srgbClr>
          </a:solidFill>
          <a:ln/>
        </p:spPr>
      </p:sp>
      <p:sp>
        <p:nvSpPr>
          <p:cNvPr id="20" name="Shape 18"/>
          <p:cNvSpPr/>
          <p:nvPr/>
        </p:nvSpPr>
        <p:spPr>
          <a:xfrm>
            <a:off x="1171575" y="9563100"/>
            <a:ext cx="114300" cy="114300"/>
          </a:xfrm>
          <a:prstGeom prst="ellipse">
            <a:avLst/>
          </a:prstGeom>
          <a:solidFill>
            <a:srgbClr val="F3EEE3">
              <a:alpha val="28000"/>
            </a:srgbClr>
          </a:solidFill>
          <a:ln/>
        </p:spPr>
      </p:sp>
      <p:sp>
        <p:nvSpPr>
          <p:cNvPr id="21" name="Shape 19"/>
          <p:cNvSpPr/>
          <p:nvPr/>
        </p:nvSpPr>
        <p:spPr>
          <a:xfrm>
            <a:off x="1400175" y="9563100"/>
            <a:ext cx="114300" cy="114300"/>
          </a:xfrm>
          <a:prstGeom prst="ellipse">
            <a:avLst/>
          </a:prstGeom>
          <a:solidFill>
            <a:srgbClr val="F3EEE3">
              <a:alpha val="28000"/>
            </a:srgbClr>
          </a:solidFill>
          <a:ln/>
        </p:spPr>
      </p:sp>
      <p:sp>
        <p:nvSpPr>
          <p:cNvPr id="22" name="Shape 20"/>
          <p:cNvSpPr/>
          <p:nvPr/>
        </p:nvSpPr>
        <p:spPr>
          <a:xfrm>
            <a:off x="1628775" y="9563100"/>
            <a:ext cx="114300" cy="114300"/>
          </a:xfrm>
          <a:prstGeom prst="ellipse">
            <a:avLst/>
          </a:prstGeom>
          <a:solidFill>
            <a:srgbClr val="F3EEE3">
              <a:alpha val="28000"/>
            </a:srgbClr>
          </a:solidFill>
          <a:ln/>
        </p:spPr>
      </p:sp>
      <p:sp>
        <p:nvSpPr>
          <p:cNvPr id="23" name="Shape 21"/>
          <p:cNvSpPr/>
          <p:nvPr/>
        </p:nvSpPr>
        <p:spPr>
          <a:xfrm>
            <a:off x="1857375" y="9563100"/>
            <a:ext cx="114300" cy="114300"/>
          </a:xfrm>
          <a:prstGeom prst="ellipse">
            <a:avLst/>
          </a:prstGeom>
          <a:solidFill>
            <a:srgbClr val="F3EEE3">
              <a:alpha val="28000"/>
            </a:srgbClr>
          </a:solidFill>
          <a:ln/>
        </p:spPr>
      </p:sp>
      <p:sp>
        <p:nvSpPr>
          <p:cNvPr id="24" name="Shape 22"/>
          <p:cNvSpPr/>
          <p:nvPr/>
        </p:nvSpPr>
        <p:spPr>
          <a:xfrm>
            <a:off x="2085975" y="9563100"/>
            <a:ext cx="114300" cy="114300"/>
          </a:xfrm>
          <a:prstGeom prst="ellipse">
            <a:avLst/>
          </a:prstGeom>
          <a:solidFill>
            <a:srgbClr val="F3EEE3">
              <a:alpha val="28000"/>
            </a:srgbClr>
          </a:solidFill>
          <a:ln/>
        </p:spPr>
      </p:sp>
      <p:sp>
        <p:nvSpPr>
          <p:cNvPr id="25" name="Shape 23"/>
          <p:cNvSpPr/>
          <p:nvPr/>
        </p:nvSpPr>
        <p:spPr>
          <a:xfrm>
            <a:off x="2314575" y="9563100"/>
            <a:ext cx="114300" cy="114300"/>
          </a:xfrm>
          <a:prstGeom prst="ellipse">
            <a:avLst/>
          </a:prstGeom>
          <a:solidFill>
            <a:srgbClr val="F3EEE3">
              <a:alpha val="28000"/>
            </a:srgbClr>
          </a:solidFill>
          <a:ln/>
        </p:spPr>
      </p:sp>
      <p:sp>
        <p:nvSpPr>
          <p:cNvPr id="26" name="Shape 24"/>
          <p:cNvSpPr/>
          <p:nvPr/>
        </p:nvSpPr>
        <p:spPr>
          <a:xfrm>
            <a:off x="2543175" y="9563100"/>
            <a:ext cx="114300" cy="114300"/>
          </a:xfrm>
          <a:prstGeom prst="ellipse">
            <a:avLst/>
          </a:prstGeom>
          <a:solidFill>
            <a:srgbClr val="F3EEE3">
              <a:alpha val="28000"/>
            </a:srgbClr>
          </a:solidFill>
          <a:ln/>
        </p:spPr>
      </p:sp>
      <p:sp>
        <p:nvSpPr>
          <p:cNvPr id="27" name="Shape 25"/>
          <p:cNvSpPr/>
          <p:nvPr/>
        </p:nvSpPr>
        <p:spPr>
          <a:xfrm>
            <a:off x="2771775" y="9563100"/>
            <a:ext cx="114300" cy="114300"/>
          </a:xfrm>
          <a:prstGeom prst="ellipse">
            <a:avLst/>
          </a:prstGeom>
          <a:solidFill>
            <a:srgbClr val="F3EEE3">
              <a:alpha val="28000"/>
            </a:srgbClr>
          </a:solidFill>
          <a:ln/>
        </p:spPr>
      </p:sp>
      <p:sp>
        <p:nvSpPr>
          <p:cNvPr id="28" name="Shape 26"/>
          <p:cNvSpPr/>
          <p:nvPr/>
        </p:nvSpPr>
        <p:spPr>
          <a:xfrm>
            <a:off x="3000375" y="9563100"/>
            <a:ext cx="114300" cy="114300"/>
          </a:xfrm>
          <a:prstGeom prst="ellipse">
            <a:avLst/>
          </a:prstGeom>
          <a:solidFill>
            <a:srgbClr val="F3EEE3">
              <a:alpha val="28000"/>
            </a:srgbClr>
          </a:solidFill>
          <a:ln/>
        </p:spPr>
      </p:sp>
      <p:sp>
        <p:nvSpPr>
          <p:cNvPr id="29" name="Shape 27"/>
          <p:cNvSpPr/>
          <p:nvPr/>
        </p:nvSpPr>
        <p:spPr>
          <a:xfrm>
            <a:off x="3209925" y="9544050"/>
            <a:ext cx="152400" cy="152400"/>
          </a:xfrm>
          <a:prstGeom prst="ellipse">
            <a:avLst/>
          </a:prstGeom>
          <a:solidFill>
            <a:srgbClr val="FF6A4D"/>
          </a:solidFill>
          <a:ln/>
        </p:spPr>
      </p:sp>
      <p:sp>
        <p:nvSpPr>
          <p:cNvPr id="30" name="Shape 28"/>
          <p:cNvSpPr/>
          <p:nvPr/>
        </p:nvSpPr>
        <p:spPr>
          <a:xfrm>
            <a:off x="3457575" y="9563100"/>
            <a:ext cx="114300" cy="114300"/>
          </a:xfrm>
          <a:prstGeom prst="ellipse">
            <a:avLst/>
          </a:prstGeom>
          <a:solidFill>
            <a:srgbClr val="F3EEE3">
              <a:alpha val="28000"/>
            </a:srgbClr>
          </a:solidFill>
          <a:ln/>
        </p:spPr>
      </p:sp>
      <p:sp>
        <p:nvSpPr>
          <p:cNvPr id="31" name="Shape 29"/>
          <p:cNvSpPr/>
          <p:nvPr/>
        </p:nvSpPr>
        <p:spPr>
          <a:xfrm>
            <a:off x="3686175" y="9563100"/>
            <a:ext cx="114300" cy="114300"/>
          </a:xfrm>
          <a:prstGeom prst="ellipse">
            <a:avLst/>
          </a:prstGeom>
          <a:solidFill>
            <a:srgbClr val="F3EEE3">
              <a:alpha val="28000"/>
            </a:srgbClr>
          </a:solidFill>
          <a:ln/>
        </p:spPr>
      </p:sp>
      <p:sp>
        <p:nvSpPr>
          <p:cNvPr id="32" name="Shape 30"/>
          <p:cNvSpPr/>
          <p:nvPr/>
        </p:nvSpPr>
        <p:spPr>
          <a:xfrm>
            <a:off x="3914775" y="9563100"/>
            <a:ext cx="114300" cy="114300"/>
          </a:xfrm>
          <a:prstGeom prst="ellipse">
            <a:avLst/>
          </a:prstGeom>
          <a:solidFill>
            <a:srgbClr val="F3EEE3">
              <a:alpha val="28000"/>
            </a:srgbClr>
          </a:solidFill>
          <a:ln/>
        </p:spPr>
      </p:sp>
      <p:sp>
        <p:nvSpPr>
          <p:cNvPr id="33" name="Shape 31"/>
          <p:cNvSpPr/>
          <p:nvPr/>
        </p:nvSpPr>
        <p:spPr>
          <a:xfrm>
            <a:off x="4143375" y="9563100"/>
            <a:ext cx="114300" cy="114300"/>
          </a:xfrm>
          <a:prstGeom prst="ellipse">
            <a:avLst/>
          </a:prstGeom>
          <a:solidFill>
            <a:srgbClr val="F3EEE3">
              <a:alpha val="28000"/>
            </a:srgbClr>
          </a:solidFill>
          <a:ln/>
        </p:spPr>
      </p:sp>
      <p:sp>
        <p:nvSpPr>
          <p:cNvPr id="34" name="Shape 32"/>
          <p:cNvSpPr/>
          <p:nvPr/>
        </p:nvSpPr>
        <p:spPr>
          <a:xfrm>
            <a:off x="4371975" y="9563100"/>
            <a:ext cx="114300" cy="114300"/>
          </a:xfrm>
          <a:prstGeom prst="ellipse">
            <a:avLst/>
          </a:prstGeom>
          <a:solidFill>
            <a:srgbClr val="F3EEE3">
              <a:alpha val="28000"/>
            </a:srgbClr>
          </a:solidFill>
          <a:ln/>
        </p:spPr>
      </p:sp>
      <p:sp>
        <p:nvSpPr>
          <p:cNvPr id="35" name="Shape 33"/>
          <p:cNvSpPr/>
          <p:nvPr/>
        </p:nvSpPr>
        <p:spPr>
          <a:xfrm>
            <a:off x="4600575" y="9563100"/>
            <a:ext cx="114300" cy="114300"/>
          </a:xfrm>
          <a:prstGeom prst="ellipse">
            <a:avLst/>
          </a:prstGeom>
          <a:solidFill>
            <a:srgbClr val="F3EEE3">
              <a:alpha val="28000"/>
            </a:srgbClr>
          </a:solidFill>
          <a:ln/>
        </p:spPr>
      </p:sp>
      <p:sp>
        <p:nvSpPr>
          <p:cNvPr id="36" name="Text 34"/>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L17</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11/17</a:t>
            </a:r>
            <a:endParaRPr lang="en-US" sz="1800" dirty="0"/>
          </a:p>
        </p:txBody>
      </p:sp>
      <p:sp>
        <p:nvSpPr>
          <p:cNvPr id="37" name="Shape 35"/>
          <p:cNvSpPr/>
          <p:nvPr/>
        </p:nvSpPr>
        <p:spPr>
          <a:xfrm>
            <a:off x="15983712" y="9076331"/>
            <a:ext cx="1645920" cy="552301"/>
          </a:xfrm>
          <a:prstGeom prst="roundRect">
            <a:avLst>
              <a:gd name="adj" fmla="val 28000"/>
            </a:avLst>
          </a:prstGeom>
          <a:solidFill>
            <a:srgbClr val="FFFFFF">
              <a:alpha val="82000"/>
            </a:srgbClr>
          </a:solidFill>
          <a:ln/>
        </p:spPr>
      </p:sp>
      <p:pic>
        <p:nvPicPr>
          <p:cNvPr id="38" name="Moda image moda-export-watermark-06eede12-e6ea-4fea-b3ff-e508c0883b14"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0" kern="0">
                <a:solidFill>
                  <a:srgbClr val="14161C"/>
                </a:solidFill>
                <a:latin typeface="Noto Sans JP ExtraBold" pitchFamily="34" charset="0"/>
                <a:ea typeface="Noto Sans JP ExtraBold" pitchFamily="34" charset="-122"/>
                <a:cs typeface="Noto Sans JP ExtraBold" pitchFamily="34" charset="-120"/>
              </a:rPr>
              <a:t>温度マップ：どの 領域で</a:t>
            </a:r>
            <a:r>
              <a:rPr lang="en-US" sz="5700" dirty="0" spc="-7" kern="0">
                <a:solidFill>
                  <a:srgbClr val="14161C"/>
                </a:solidFill>
                <a:latin typeface="Noto Sans JP ExtraBold" pitchFamily="34" charset="0"/>
                <a:ea typeface="Noto Sans JP ExtraBold" pitchFamily="34" charset="-122"/>
                <a:cs typeface="Noto Sans JP ExtraBold" pitchFamily="34" charset="-120"/>
              </a:rPr>
              <a:t> 堆積しやすいか</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DDD5C1"/>
            </a:solidFill>
            <a:prstDash val="solid"/>
          </a:ln>
        </p:spPr>
      </p:sp>
      <p:pic>
        <p:nvPicPr>
          <p:cNvPr id="4" name="Moda image rect-1793103948006-478312996" descr="">    </p:cNvPr>
          <p:cNvPicPr>
            <a:picLocks noChangeAspect="1"/>
          </p:cNvPicPr>
          <p:nvPr/>
        </p:nvPicPr>
        <p:blipFill>
          <a:blip r:embed="rId1"/>
          <a:srcRect l="0" r="0" t="0" b="0"/>
          <a:stretch/>
        </p:blipFill>
        <p:spPr>
          <a:xfrm>
            <a:off x="1104900" y="2438400"/>
            <a:ext cx="9715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26125" rIns="0" bIns="-26125" rtlCol="0" anchor="t"/>
          <a:lstStyle/>
          <a:p>
            <a:pPr algn="l" indent="0" marL="0">
              <a:lnSpc>
                <a:spcPts val="1815"/>
              </a:lnSpc>
              <a:buNone/>
            </a:pPr>
            <a:r>
              <a:rPr lang="en-US" sz="1650" dirty="0" spc="-2" kern="0">
                <a:solidFill>
                  <a:srgbClr val="6B6A66"/>
                </a:solidFill>
                <a:latin typeface="Noto Sans JP" pitchFamily="34" charset="0"/>
                <a:ea typeface="Noto Sans JP" pitchFamily="34" charset="-122"/>
                <a:cs typeface="Noto Sans JP" pitchFamily="34" charset="-120"/>
              </a:rPr>
              <a:t>図: S1の</a:t>
            </a:r>
            <a:r>
              <a:rPr lang="en-US" sz="1650" dirty="0" spc="-1" kern="0">
                <a:solidFill>
                  <a:srgbClr val="6B6A66"/>
                </a:solidFill>
                <a:latin typeface="Noto Sans JP" pitchFamily="34" charset="0"/>
                <a:ea typeface="Noto Sans JP" pitchFamily="34" charset="-122"/>
                <a:cs typeface="Noto Sans JP" pitchFamily="34" charset="-120"/>
              </a:rPr>
              <a:t> グラフの 数値から</a:t>
            </a:r>
            <a:r>
              <a:rPr lang="en-US" sz="1650" dirty="0" spc="0" kern="0">
                <a:solidFill>
                  <a:srgbClr val="6B6A66"/>
                </a:solidFill>
                <a:latin typeface="Noto Sans JP" pitchFamily="34" charset="0"/>
                <a:ea typeface="Noto Sans JP" pitchFamily="34" charset="-122"/>
                <a:cs typeface="Noto Sans JP" pitchFamily="34" charset="-120"/>
              </a:rPr>
              <a:t> 再作図（目読み、±2%）</a:t>
            </a:r>
            <a:endParaRPr lang="en-US" sz="1650" dirty="0"/>
          </a:p>
        </p:txBody>
      </p:sp>
      <p:sp>
        <p:nvSpPr>
          <p:cNvPr id="6" name="Shape 3"/>
          <p:cNvSpPr/>
          <p:nvPr/>
        </p:nvSpPr>
        <p:spPr>
          <a:xfrm>
            <a:off x="11391900" y="2247900"/>
            <a:ext cx="5981700" cy="1352550"/>
          </a:xfrm>
          <a:prstGeom prst="roundRect">
            <a:avLst>
              <a:gd name="adj" fmla="val 14085"/>
            </a:avLst>
          </a:prstGeom>
          <a:solidFill>
            <a:srgbClr val="E8E0CF"/>
          </a:solidFill>
          <a:ln/>
        </p:spPr>
      </p:sp>
      <p:sp>
        <p:nvSpPr>
          <p:cNvPr id="7" name="Shape 4"/>
          <p:cNvSpPr/>
          <p:nvPr/>
        </p:nvSpPr>
        <p:spPr>
          <a:xfrm>
            <a:off x="11391900" y="2247900"/>
            <a:ext cx="114300" cy="1352550"/>
          </a:xfrm>
          <a:prstGeom prst="roundRect">
            <a:avLst>
              <a:gd name="adj" fmla="val 50000"/>
            </a:avLst>
          </a:prstGeom>
          <a:solidFill>
            <a:srgbClr val="1F3FD1"/>
          </a:solidFill>
          <a:ln/>
        </p:spPr>
      </p:sp>
      <p:sp>
        <p:nvSpPr>
          <p:cNvPr id="8" name="Text 5"/>
          <p:cNvSpPr/>
          <p:nvPr/>
        </p:nvSpPr>
        <p:spPr>
          <a:xfrm>
            <a:off x="11734800" y="2343150"/>
            <a:ext cx="5448300" cy="542925"/>
          </a:xfrm>
          <a:prstGeom prst="rect">
            <a:avLst/>
          </a:prstGeom>
          <a:noFill/>
          <a:ln/>
        </p:spPr>
        <p:txBody>
          <a:bodyPr wrap="square" lIns="0" tIns="0" rIns="0" bIns="0" rtlCol="0" anchor="ctr"/>
          <a:lstStyle/>
          <a:p>
            <a:pPr algn="l" indent="0" marL="0">
              <a:buNone/>
            </a:pPr>
            <a:r>
              <a:rPr lang="en-US" sz="2250" dirty="0" spc="-1" kern="0">
                <a:solidFill>
                  <a:srgbClr val="1F3FD1"/>
                </a:solidFill>
                <a:latin typeface="Noto Sans JP ExtraBold" pitchFamily="34" charset="0"/>
                <a:ea typeface="Noto Sans JP ExtraBold" pitchFamily="34" charset="-122"/>
                <a:cs typeface="Noto Sans JP ExtraBold" pitchFamily="34" charset="-120"/>
              </a:rPr>
              <a:t>133〜190°C</a:t>
            </a:r>
            <a:r>
              <a:rPr lang="en-US" sz="2250" dirty="0" spc="1" kern="0">
                <a:solidFill>
                  <a:srgbClr val="1F3FD1"/>
                </a:solidFill>
                <a:latin typeface="Noto Sans JP ExtraBold" pitchFamily="34" charset="0"/>
                <a:ea typeface="Noto Sans JP ExtraBold" pitchFamily="34" charset="-122"/>
                <a:cs typeface="Noto Sans JP ExtraBold" pitchFamily="34" charset="-120"/>
              </a:rPr>
              <a:t> 注意</a:t>
            </a:r>
            <a:endParaRPr lang="en-US" sz="2250" dirty="0"/>
          </a:p>
        </p:txBody>
      </p:sp>
      <p:sp>
        <p:nvSpPr>
          <p:cNvPr id="9" name="Text 6"/>
          <p:cNvSpPr/>
          <p:nvPr/>
        </p:nvSpPr>
        <p:spPr>
          <a:xfrm>
            <a:off x="11734800" y="279082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尿素と ビウレットが</a:t>
            </a:r>
            <a:r>
              <a:rPr lang="en-US" sz="2550" dirty="0" spc="1" kern="0">
                <a:solidFill>
                  <a:srgbClr val="14161C"/>
                </a:solidFill>
                <a:latin typeface="Noto Sans JP SemiBold" pitchFamily="34" charset="0"/>
                <a:ea typeface="Noto Sans JP SemiBold" pitchFamily="34" charset="-122"/>
                <a:cs typeface="Noto Sans JP SemiBold" pitchFamily="34" charset="-120"/>
              </a:rPr>
              <a:t> 多く、</a:t>
            </a:r>
            <a:r>
              <a:rPr lang="en-US" sz="2550" dirty="0" spc="0" kern="0">
                <a:solidFill>
                  <a:srgbClr val="14161C"/>
                </a:solidFill>
                <a:latin typeface="Noto Sans JP SemiBold" pitchFamily="34" charset="0"/>
                <a:ea typeface="Noto Sans JP SemiBold" pitchFamily="34" charset="-122"/>
                <a:cs typeface="Noto Sans JP SemiBold" pitchFamily="34" charset="-120"/>
              </a:rPr>
              <a:t> 堆積物は 不安定</a:t>
            </a:r>
            <a:endParaRPr lang="en-US" sz="2550" dirty="0"/>
          </a:p>
        </p:txBody>
      </p:sp>
      <p:sp>
        <p:nvSpPr>
          <p:cNvPr id="10" name="Shape 7"/>
          <p:cNvSpPr/>
          <p:nvPr/>
        </p:nvSpPr>
        <p:spPr>
          <a:xfrm>
            <a:off x="11391900" y="3829050"/>
            <a:ext cx="5981700" cy="1352550"/>
          </a:xfrm>
          <a:prstGeom prst="roundRect">
            <a:avLst>
              <a:gd name="adj" fmla="val 14085"/>
            </a:avLst>
          </a:prstGeom>
          <a:solidFill>
            <a:srgbClr val="E8E0CF"/>
          </a:solidFill>
          <a:ln/>
        </p:spPr>
      </p:sp>
      <p:sp>
        <p:nvSpPr>
          <p:cNvPr id="11" name="Shape 8"/>
          <p:cNvSpPr/>
          <p:nvPr/>
        </p:nvSpPr>
        <p:spPr>
          <a:xfrm>
            <a:off x="11391900" y="3829050"/>
            <a:ext cx="114300" cy="1352550"/>
          </a:xfrm>
          <a:prstGeom prst="roundRect">
            <a:avLst>
              <a:gd name="adj" fmla="val 50000"/>
            </a:avLst>
          </a:prstGeom>
          <a:solidFill>
            <a:srgbClr val="B45309"/>
          </a:solidFill>
          <a:ln/>
        </p:spPr>
      </p:sp>
      <p:sp>
        <p:nvSpPr>
          <p:cNvPr id="12" name="Text 9"/>
          <p:cNvSpPr/>
          <p:nvPr/>
        </p:nvSpPr>
        <p:spPr>
          <a:xfrm>
            <a:off x="11734800" y="3924300"/>
            <a:ext cx="5448300" cy="542925"/>
          </a:xfrm>
          <a:prstGeom prst="rect">
            <a:avLst/>
          </a:prstGeom>
          <a:noFill/>
          <a:ln/>
        </p:spPr>
        <p:txBody>
          <a:bodyPr wrap="square" lIns="0" tIns="0" rIns="0" bIns="0" rtlCol="0" anchor="ctr"/>
          <a:lstStyle/>
          <a:p>
            <a:pPr algn="l" indent="0" marL="0">
              <a:buNone/>
            </a:pPr>
            <a:r>
              <a:rPr lang="en-US" sz="2250" dirty="0" spc="-1" kern="0">
                <a:solidFill>
                  <a:srgbClr val="B45309"/>
                </a:solidFill>
                <a:latin typeface="Noto Sans JP ExtraBold" pitchFamily="34" charset="0"/>
                <a:ea typeface="Noto Sans JP ExtraBold" pitchFamily="34" charset="-122"/>
                <a:cs typeface="Noto Sans JP ExtraBold" pitchFamily="34" charset="-120"/>
              </a:rPr>
              <a:t>190〜325°C</a:t>
            </a:r>
            <a:r>
              <a:rPr lang="en-US" sz="2250" dirty="0" spc="1" kern="0">
                <a:solidFill>
                  <a:srgbClr val="B45309"/>
                </a:solidFill>
                <a:latin typeface="Noto Sans JP ExtraBold" pitchFamily="34" charset="0"/>
                <a:ea typeface="Noto Sans JP ExtraBold" pitchFamily="34" charset="-122"/>
                <a:cs typeface="Noto Sans JP ExtraBold" pitchFamily="34" charset="-120"/>
              </a:rPr>
              <a:t> 危険</a:t>
            </a:r>
            <a:endParaRPr lang="en-US" sz="2250" dirty="0"/>
          </a:p>
        </p:txBody>
      </p:sp>
      <p:sp>
        <p:nvSpPr>
          <p:cNvPr id="13" name="Text 10"/>
          <p:cNvSpPr/>
          <p:nvPr/>
        </p:nvSpPr>
        <p:spPr>
          <a:xfrm>
            <a:off x="11734800" y="4371975"/>
            <a:ext cx="5448300" cy="762000"/>
          </a:xfrm>
          <a:prstGeom prst="rect">
            <a:avLst/>
          </a:prstGeom>
          <a:noFill/>
          <a:ln/>
        </p:spPr>
        <p:txBody>
          <a:bodyPr wrap="square" lIns="0" tIns="32248" rIns="0" bIns="-32248" rtlCol="0" anchor="ctr"/>
          <a:lstStyle/>
          <a:p>
            <a:pPr algn="l" indent="0" marL="0">
              <a:lnSpc>
                <a:spcPts val="2933"/>
              </a:lnSpc>
              <a:buNone/>
            </a:pPr>
            <a:r>
              <a:rPr lang="en-US" sz="2550" dirty="0" spc="1" kern="0">
                <a:solidFill>
                  <a:srgbClr val="14161C"/>
                </a:solidFill>
                <a:latin typeface="Noto Sans JP SemiBold" pitchFamily="34" charset="0"/>
                <a:ea typeface="Noto Sans JP SemiBold" pitchFamily="34" charset="-122"/>
                <a:cs typeface="Noto Sans JP SemiBold" pitchFamily="34" charset="-120"/>
              </a:rPr>
              <a:t>シアヌル酸約22〜24%、</a:t>
            </a:r>
            <a:r>
              <a:rPr lang="en-US" sz="2550" dirty="0" spc="-15" kern="0">
                <a:solidFill>
                  <a:srgbClr val="14161C"/>
                </a:solidFill>
                <a:latin typeface="Noto Sans JP SemiBold" pitchFamily="34" charset="0"/>
                <a:ea typeface="Noto Sans JP SemiBold" pitchFamily="34" charset="-122"/>
                <a:cs typeface="Noto Sans JP SemiBold" pitchFamily="34" charset="-120"/>
              </a:rPr>
              <a:t> アンメリド約5.5%</a:t>
            </a:r>
            <a:endParaRPr lang="en-US" sz="2550" dirty="0"/>
          </a:p>
        </p:txBody>
      </p:sp>
      <p:sp>
        <p:nvSpPr>
          <p:cNvPr id="14" name="Shape 11"/>
          <p:cNvSpPr/>
          <p:nvPr/>
        </p:nvSpPr>
        <p:spPr>
          <a:xfrm>
            <a:off x="11391900" y="5410200"/>
            <a:ext cx="5981700" cy="1352550"/>
          </a:xfrm>
          <a:prstGeom prst="roundRect">
            <a:avLst>
              <a:gd name="adj" fmla="val 14085"/>
            </a:avLst>
          </a:prstGeom>
          <a:solidFill>
            <a:srgbClr val="E8E0CF"/>
          </a:solidFill>
          <a:ln/>
        </p:spPr>
      </p:sp>
      <p:sp>
        <p:nvSpPr>
          <p:cNvPr id="15" name="Shape 12"/>
          <p:cNvSpPr/>
          <p:nvPr/>
        </p:nvSpPr>
        <p:spPr>
          <a:xfrm>
            <a:off x="11391900" y="5410200"/>
            <a:ext cx="114300" cy="1352550"/>
          </a:xfrm>
          <a:prstGeom prst="roundRect">
            <a:avLst>
              <a:gd name="adj" fmla="val 50000"/>
            </a:avLst>
          </a:prstGeom>
          <a:solidFill>
            <a:srgbClr val="0F766E"/>
          </a:solidFill>
          <a:ln/>
        </p:spPr>
      </p:sp>
      <p:sp>
        <p:nvSpPr>
          <p:cNvPr id="16" name="Text 13"/>
          <p:cNvSpPr/>
          <p:nvPr/>
        </p:nvSpPr>
        <p:spPr>
          <a:xfrm>
            <a:off x="11734800" y="5505450"/>
            <a:ext cx="5448300" cy="542925"/>
          </a:xfrm>
          <a:prstGeom prst="rect">
            <a:avLst/>
          </a:prstGeom>
          <a:noFill/>
          <a:ln/>
        </p:spPr>
        <p:txBody>
          <a:bodyPr wrap="square" lIns="0" tIns="0" rIns="0" bIns="0" rtlCol="0" anchor="ctr"/>
          <a:lstStyle/>
          <a:p>
            <a:pPr algn="l" indent="0" marL="0">
              <a:buNone/>
            </a:pPr>
            <a:r>
              <a:rPr lang="en-US" sz="2250" dirty="0" spc="-1" kern="0">
                <a:solidFill>
                  <a:srgbClr val="0F766E"/>
                </a:solidFill>
                <a:latin typeface="Noto Sans JP ExtraBold" pitchFamily="34" charset="0"/>
                <a:ea typeface="Noto Sans JP ExtraBold" pitchFamily="34" charset="-122"/>
                <a:cs typeface="Noto Sans JP ExtraBold" pitchFamily="34" charset="-120"/>
              </a:rPr>
              <a:t>325〜400°C</a:t>
            </a:r>
            <a:r>
              <a:rPr lang="en-US" sz="2250" dirty="0" spc="1" kern="0">
                <a:solidFill>
                  <a:srgbClr val="0F766E"/>
                </a:solidFill>
                <a:latin typeface="Noto Sans JP ExtraBold" pitchFamily="34" charset="0"/>
                <a:ea typeface="Noto Sans JP ExtraBold" pitchFamily="34" charset="-122"/>
                <a:cs typeface="Noto Sans JP ExtraBold" pitchFamily="34" charset="-120"/>
              </a:rPr>
              <a:t> 減少</a:t>
            </a:r>
            <a:endParaRPr lang="en-US" sz="2250" dirty="0"/>
          </a:p>
        </p:txBody>
      </p:sp>
      <p:sp>
        <p:nvSpPr>
          <p:cNvPr id="17" name="Text 14"/>
          <p:cNvSpPr/>
          <p:nvPr/>
        </p:nvSpPr>
        <p:spPr>
          <a:xfrm>
            <a:off x="11734800" y="595312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シアヌル酸は</a:t>
            </a:r>
            <a:r>
              <a:rPr lang="en-US" sz="2550" dirty="0" spc="1" kern="0">
                <a:solidFill>
                  <a:srgbClr val="14161C"/>
                </a:solidFill>
                <a:latin typeface="Noto Sans JP SemiBold" pitchFamily="34" charset="0"/>
                <a:ea typeface="Noto Sans JP SemiBold" pitchFamily="34" charset="-122"/>
                <a:cs typeface="Noto Sans JP SemiBold" pitchFamily="34" charset="-120"/>
              </a:rPr>
              <a:t> 約0、</a:t>
            </a:r>
            <a:r>
              <a:rPr lang="en-US" sz="2550" dirty="0" spc="-25" kern="0">
                <a:solidFill>
                  <a:srgbClr val="14161C"/>
                </a:solidFill>
                <a:latin typeface="Noto Sans JP SemiBold" pitchFamily="34" charset="0"/>
                <a:ea typeface="Noto Sans JP SemiBold" pitchFamily="34" charset="-122"/>
                <a:cs typeface="Noto Sans JP SemiBold" pitchFamily="34" charset="-120"/>
              </a:rPr>
              <a:t> アンメリドは</a:t>
            </a:r>
            <a:r>
              <a:rPr lang="en-US" sz="2550" dirty="0" spc="0" kern="0">
                <a:solidFill>
                  <a:srgbClr val="14161C"/>
                </a:solidFill>
                <a:latin typeface="Noto Sans JP SemiBold" pitchFamily="34" charset="0"/>
                <a:ea typeface="Noto Sans JP SemiBold" pitchFamily="34" charset="-122"/>
                <a:cs typeface="Noto Sans JP SemiBold" pitchFamily="34" charset="-120"/>
              </a:rPr>
              <a:t> 残る</a:t>
            </a:r>
            <a:endParaRPr lang="en-US" sz="2550" dirty="0"/>
          </a:p>
        </p:txBody>
      </p:sp>
      <p:sp>
        <p:nvSpPr>
          <p:cNvPr id="18" name="Shape 15"/>
          <p:cNvSpPr/>
          <p:nvPr/>
        </p:nvSpPr>
        <p:spPr>
          <a:xfrm>
            <a:off x="11391900" y="6991350"/>
            <a:ext cx="5981700" cy="1352550"/>
          </a:xfrm>
          <a:prstGeom prst="roundRect">
            <a:avLst>
              <a:gd name="adj" fmla="val 14085"/>
            </a:avLst>
          </a:prstGeom>
          <a:solidFill>
            <a:srgbClr val="E8E0CF"/>
          </a:solidFill>
          <a:ln/>
        </p:spPr>
      </p:sp>
      <p:sp>
        <p:nvSpPr>
          <p:cNvPr id="19" name="Shape 16"/>
          <p:cNvSpPr/>
          <p:nvPr/>
        </p:nvSpPr>
        <p:spPr>
          <a:xfrm>
            <a:off x="11391900" y="6991350"/>
            <a:ext cx="114300" cy="1352550"/>
          </a:xfrm>
          <a:prstGeom prst="roundRect">
            <a:avLst>
              <a:gd name="adj" fmla="val 50000"/>
            </a:avLst>
          </a:prstGeom>
          <a:solidFill>
            <a:srgbClr val="E8472B"/>
          </a:solidFill>
          <a:ln/>
        </p:spPr>
      </p:sp>
      <p:sp>
        <p:nvSpPr>
          <p:cNvPr id="20" name="Text 17"/>
          <p:cNvSpPr/>
          <p:nvPr/>
        </p:nvSpPr>
        <p:spPr>
          <a:xfrm>
            <a:off x="11734800" y="7086600"/>
            <a:ext cx="5448300" cy="542925"/>
          </a:xfrm>
          <a:prstGeom prst="rect">
            <a:avLst/>
          </a:prstGeom>
          <a:noFill/>
          <a:ln/>
        </p:spPr>
        <p:txBody>
          <a:bodyPr wrap="square" lIns="0" tIns="0" rIns="0" bIns="0" rtlCol="0" anchor="ctr"/>
          <a:lstStyle/>
          <a:p>
            <a:pPr algn="l" indent="0" marL="0">
              <a:buNone/>
            </a:pPr>
            <a:r>
              <a:rPr lang="en-US" sz="2250" dirty="0" kern="0">
                <a:solidFill>
                  <a:srgbClr val="E8472B"/>
                </a:solidFill>
                <a:latin typeface="Noto Sans JP ExtraBold" pitchFamily="34" charset="0"/>
                <a:ea typeface="Noto Sans JP ExtraBold" pitchFamily="34" charset="-122"/>
                <a:cs typeface="Noto Sans JP ExtraBold" pitchFamily="34" charset="-120"/>
              </a:rPr>
              <a:t>400°C以上 安全</a:t>
            </a:r>
            <a:endParaRPr lang="en-US" sz="2250" dirty="0"/>
          </a:p>
        </p:txBody>
      </p:sp>
      <p:sp>
        <p:nvSpPr>
          <p:cNvPr id="21" name="Text 18"/>
          <p:cNvSpPr/>
          <p:nvPr/>
        </p:nvSpPr>
        <p:spPr>
          <a:xfrm>
            <a:off x="11734800" y="7534275"/>
            <a:ext cx="5448300" cy="762000"/>
          </a:xfrm>
          <a:prstGeom prst="rect">
            <a:avLst/>
          </a:prstGeom>
          <a:noFill/>
          <a:ln/>
        </p:spPr>
        <p:txBody>
          <a:bodyPr wrap="square" lIns="0" tIns="32248" rIns="0" bIns="-32248" rtlCol="0" anchor="ctr"/>
          <a:lstStyle/>
          <a:p>
            <a:pPr algn="l" indent="0" marL="0">
              <a:lnSpc>
                <a:spcPts val="2933"/>
              </a:lnSpc>
              <a:buNone/>
            </a:pPr>
            <a:r>
              <a:rPr lang="en-US" sz="2550" dirty="0" spc="0" kern="0">
                <a:solidFill>
                  <a:srgbClr val="14161C"/>
                </a:solidFill>
                <a:latin typeface="Noto Sans JP SemiBold" pitchFamily="34" charset="0"/>
                <a:ea typeface="Noto Sans JP SemiBold" pitchFamily="34" charset="-122"/>
                <a:cs typeface="Noto Sans JP SemiBold" pitchFamily="34" charset="-120"/>
              </a:rPr>
              <a:t>固体の 堆積物は</a:t>
            </a:r>
            <a:r>
              <a:rPr lang="en-US" sz="2550" dirty="0" spc="2" kern="0">
                <a:solidFill>
                  <a:srgbClr val="14161C"/>
                </a:solidFill>
                <a:latin typeface="Noto Sans JP SemiBold" pitchFamily="34" charset="0"/>
                <a:ea typeface="Noto Sans JP SemiBold" pitchFamily="34" charset="-122"/>
                <a:cs typeface="Noto Sans JP SemiBold" pitchFamily="34" charset="-120"/>
              </a:rPr>
              <a:t> 約2.5%以下</a:t>
            </a:r>
            <a:endParaRPr lang="en-US" sz="2550" dirty="0"/>
          </a:p>
        </p:txBody>
      </p:sp>
      <p:sp>
        <p:nvSpPr>
          <p:cNvPr id="22"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[S5]</a:t>
            </a:r>
            <a:r>
              <a:rPr lang="en-US" sz="1800" dirty="0" spc="-2" kern="0">
                <a:solidFill>
                  <a:srgbClr val="6B6A66"/>
                </a:solidFill>
                <a:latin typeface="Noto Sans JP" pitchFamily="34" charset="0"/>
                <a:ea typeface="Noto Sans JP" pitchFamily="34" charset="-122"/>
                <a:cs typeface="Noto Sans JP" pitchFamily="34" charset="-120"/>
              </a:rPr>
              <a:t> [S6]</a:t>
            </a:r>
            <a:endParaRPr lang="en-US" sz="1800" dirty="0"/>
          </a:p>
        </p:txBody>
      </p:sp>
      <p:sp>
        <p:nvSpPr>
          <p:cNvPr id="23" name="Shape 20"/>
          <p:cNvSpPr/>
          <p:nvPr/>
        </p:nvSpPr>
        <p:spPr>
          <a:xfrm>
            <a:off x="942975" y="9563100"/>
            <a:ext cx="114300" cy="114300"/>
          </a:xfrm>
          <a:prstGeom prst="ellipse">
            <a:avLst/>
          </a:prstGeom>
          <a:solidFill>
            <a:srgbClr val="14161C">
              <a:alpha val="28000"/>
            </a:srgbClr>
          </a:solidFill>
          <a:ln/>
        </p:spPr>
      </p:sp>
      <p:sp>
        <p:nvSpPr>
          <p:cNvPr id="24" name="Shape 21"/>
          <p:cNvSpPr/>
          <p:nvPr/>
        </p:nvSpPr>
        <p:spPr>
          <a:xfrm>
            <a:off x="1171575" y="9563100"/>
            <a:ext cx="114300" cy="114300"/>
          </a:xfrm>
          <a:prstGeom prst="ellipse">
            <a:avLst/>
          </a:prstGeom>
          <a:solidFill>
            <a:srgbClr val="14161C">
              <a:alpha val="28000"/>
            </a:srgbClr>
          </a:solidFill>
          <a:ln/>
        </p:spPr>
      </p:sp>
      <p:sp>
        <p:nvSpPr>
          <p:cNvPr id="25" name="Shape 22"/>
          <p:cNvSpPr/>
          <p:nvPr/>
        </p:nvSpPr>
        <p:spPr>
          <a:xfrm>
            <a:off x="1400175" y="9563100"/>
            <a:ext cx="114300" cy="114300"/>
          </a:xfrm>
          <a:prstGeom prst="ellipse">
            <a:avLst/>
          </a:prstGeom>
          <a:solidFill>
            <a:srgbClr val="14161C">
              <a:alpha val="28000"/>
            </a:srgbClr>
          </a:solidFill>
          <a:ln/>
        </p:spPr>
      </p:sp>
      <p:sp>
        <p:nvSpPr>
          <p:cNvPr id="26" name="Shape 23"/>
          <p:cNvSpPr/>
          <p:nvPr/>
        </p:nvSpPr>
        <p:spPr>
          <a:xfrm>
            <a:off x="1628775" y="9563100"/>
            <a:ext cx="114300" cy="114300"/>
          </a:xfrm>
          <a:prstGeom prst="ellipse">
            <a:avLst/>
          </a:prstGeom>
          <a:solidFill>
            <a:srgbClr val="14161C">
              <a:alpha val="28000"/>
            </a:srgbClr>
          </a:solidFill>
          <a:ln/>
        </p:spPr>
      </p:sp>
      <p:sp>
        <p:nvSpPr>
          <p:cNvPr id="27" name="Shape 24"/>
          <p:cNvSpPr/>
          <p:nvPr/>
        </p:nvSpPr>
        <p:spPr>
          <a:xfrm>
            <a:off x="1857375" y="9563100"/>
            <a:ext cx="114300" cy="114300"/>
          </a:xfrm>
          <a:prstGeom prst="ellipse">
            <a:avLst/>
          </a:prstGeom>
          <a:solidFill>
            <a:srgbClr val="14161C">
              <a:alpha val="28000"/>
            </a:srgbClr>
          </a:solidFill>
          <a:ln/>
        </p:spPr>
      </p:sp>
      <p:sp>
        <p:nvSpPr>
          <p:cNvPr id="28" name="Shape 25"/>
          <p:cNvSpPr/>
          <p:nvPr/>
        </p:nvSpPr>
        <p:spPr>
          <a:xfrm>
            <a:off x="2085975" y="9563100"/>
            <a:ext cx="114300" cy="114300"/>
          </a:xfrm>
          <a:prstGeom prst="ellipse">
            <a:avLst/>
          </a:prstGeom>
          <a:solidFill>
            <a:srgbClr val="14161C">
              <a:alpha val="28000"/>
            </a:srgbClr>
          </a:solidFill>
          <a:ln/>
        </p:spPr>
      </p:sp>
      <p:sp>
        <p:nvSpPr>
          <p:cNvPr id="29" name="Shape 26"/>
          <p:cNvSpPr/>
          <p:nvPr/>
        </p:nvSpPr>
        <p:spPr>
          <a:xfrm>
            <a:off x="2314575" y="9563100"/>
            <a:ext cx="114300" cy="114300"/>
          </a:xfrm>
          <a:prstGeom prst="ellipse">
            <a:avLst/>
          </a:prstGeom>
          <a:solidFill>
            <a:srgbClr val="14161C">
              <a:alpha val="28000"/>
            </a:srgbClr>
          </a:solidFill>
          <a:ln/>
        </p:spPr>
      </p:sp>
      <p:sp>
        <p:nvSpPr>
          <p:cNvPr id="30" name="Shape 27"/>
          <p:cNvSpPr/>
          <p:nvPr/>
        </p:nvSpPr>
        <p:spPr>
          <a:xfrm>
            <a:off x="2543175" y="9563100"/>
            <a:ext cx="114300" cy="114300"/>
          </a:xfrm>
          <a:prstGeom prst="ellipse">
            <a:avLst/>
          </a:prstGeom>
          <a:solidFill>
            <a:srgbClr val="14161C">
              <a:alpha val="28000"/>
            </a:srgbClr>
          </a:solidFill>
          <a:ln/>
        </p:spPr>
      </p:sp>
      <p:sp>
        <p:nvSpPr>
          <p:cNvPr id="31" name="Shape 28"/>
          <p:cNvSpPr/>
          <p:nvPr/>
        </p:nvSpPr>
        <p:spPr>
          <a:xfrm>
            <a:off x="2771775" y="9563100"/>
            <a:ext cx="114300" cy="114300"/>
          </a:xfrm>
          <a:prstGeom prst="ellipse">
            <a:avLst/>
          </a:prstGeom>
          <a:solidFill>
            <a:srgbClr val="14161C">
              <a:alpha val="28000"/>
            </a:srgbClr>
          </a:solidFill>
          <a:ln/>
        </p:spPr>
      </p:sp>
      <p:sp>
        <p:nvSpPr>
          <p:cNvPr id="32" name="Shape 29"/>
          <p:cNvSpPr/>
          <p:nvPr/>
        </p:nvSpPr>
        <p:spPr>
          <a:xfrm>
            <a:off x="3000375" y="9563100"/>
            <a:ext cx="114300" cy="114300"/>
          </a:xfrm>
          <a:prstGeom prst="ellipse">
            <a:avLst/>
          </a:prstGeom>
          <a:solidFill>
            <a:srgbClr val="14161C">
              <a:alpha val="28000"/>
            </a:srgbClr>
          </a:solidFill>
          <a:ln/>
        </p:spPr>
      </p:sp>
      <p:sp>
        <p:nvSpPr>
          <p:cNvPr id="33" name="Shape 30"/>
          <p:cNvSpPr/>
          <p:nvPr/>
        </p:nvSpPr>
        <p:spPr>
          <a:xfrm>
            <a:off x="3228975" y="9563100"/>
            <a:ext cx="114300" cy="114300"/>
          </a:xfrm>
          <a:prstGeom prst="ellipse">
            <a:avLst/>
          </a:prstGeom>
          <a:solidFill>
            <a:srgbClr val="14161C">
              <a:alpha val="28000"/>
            </a:srgbClr>
          </a:solidFill>
          <a:ln/>
        </p:spPr>
      </p:sp>
      <p:sp>
        <p:nvSpPr>
          <p:cNvPr id="34" name="Shape 31"/>
          <p:cNvSpPr/>
          <p:nvPr/>
        </p:nvSpPr>
        <p:spPr>
          <a:xfrm>
            <a:off x="3438525" y="9544050"/>
            <a:ext cx="152400" cy="152400"/>
          </a:xfrm>
          <a:prstGeom prst="ellipse">
            <a:avLst/>
          </a:prstGeom>
          <a:solidFill>
            <a:srgbClr val="E8472B"/>
          </a:solidFill>
          <a:ln/>
        </p:spPr>
      </p:sp>
      <p:sp>
        <p:nvSpPr>
          <p:cNvPr id="35" name="Shape 32"/>
          <p:cNvSpPr/>
          <p:nvPr/>
        </p:nvSpPr>
        <p:spPr>
          <a:xfrm>
            <a:off x="3686175" y="9563100"/>
            <a:ext cx="114300" cy="114300"/>
          </a:xfrm>
          <a:prstGeom prst="ellipse">
            <a:avLst/>
          </a:prstGeom>
          <a:solidFill>
            <a:srgbClr val="14161C">
              <a:alpha val="28000"/>
            </a:srgbClr>
          </a:solidFill>
          <a:ln/>
        </p:spPr>
      </p:sp>
      <p:sp>
        <p:nvSpPr>
          <p:cNvPr id="36" name="Shape 33"/>
          <p:cNvSpPr/>
          <p:nvPr/>
        </p:nvSpPr>
        <p:spPr>
          <a:xfrm>
            <a:off x="3914775" y="9563100"/>
            <a:ext cx="114300" cy="114300"/>
          </a:xfrm>
          <a:prstGeom prst="ellipse">
            <a:avLst/>
          </a:prstGeom>
          <a:solidFill>
            <a:srgbClr val="14161C">
              <a:alpha val="28000"/>
            </a:srgbClr>
          </a:solidFill>
          <a:ln/>
        </p:spPr>
      </p:sp>
      <p:sp>
        <p:nvSpPr>
          <p:cNvPr id="37" name="Shape 34"/>
          <p:cNvSpPr/>
          <p:nvPr/>
        </p:nvSpPr>
        <p:spPr>
          <a:xfrm>
            <a:off x="4143375" y="9563100"/>
            <a:ext cx="114300" cy="114300"/>
          </a:xfrm>
          <a:prstGeom prst="ellipse">
            <a:avLst/>
          </a:prstGeom>
          <a:solidFill>
            <a:srgbClr val="14161C">
              <a:alpha val="28000"/>
            </a:srgbClr>
          </a:solidFill>
          <a:ln/>
        </p:spPr>
      </p:sp>
      <p:sp>
        <p:nvSpPr>
          <p:cNvPr id="38" name="Shape 35"/>
          <p:cNvSpPr/>
          <p:nvPr/>
        </p:nvSpPr>
        <p:spPr>
          <a:xfrm>
            <a:off x="4371975" y="9563100"/>
            <a:ext cx="114300" cy="114300"/>
          </a:xfrm>
          <a:prstGeom prst="ellipse">
            <a:avLst/>
          </a:prstGeom>
          <a:solidFill>
            <a:srgbClr val="14161C">
              <a:alpha val="28000"/>
            </a:srgbClr>
          </a:solidFill>
          <a:ln/>
        </p:spPr>
      </p:sp>
      <p:sp>
        <p:nvSpPr>
          <p:cNvPr id="39" name="Shape 36"/>
          <p:cNvSpPr/>
          <p:nvPr/>
        </p:nvSpPr>
        <p:spPr>
          <a:xfrm>
            <a:off x="4600575" y="9563100"/>
            <a:ext cx="114300" cy="114300"/>
          </a:xfrm>
          <a:prstGeom prst="ellipse">
            <a:avLst/>
          </a:prstGeom>
          <a:solidFill>
            <a:srgbClr val="14161C">
              <a:alpha val="28000"/>
            </a:srgbClr>
          </a:solidFill>
          <a:ln/>
        </p:spPr>
      </p:sp>
      <p:sp>
        <p:nvSpPr>
          <p:cNvPr id="40" name="Text 37"/>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L17</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12/17</a:t>
            </a:r>
            <a:endParaRPr lang="en-US" sz="1800" dirty="0"/>
          </a:p>
        </p:txBody>
      </p:sp>
      <p:sp>
        <p:nvSpPr>
          <p:cNvPr id="41" name="Shape 38"/>
          <p:cNvSpPr/>
          <p:nvPr/>
        </p:nvSpPr>
        <p:spPr>
          <a:xfrm>
            <a:off x="15983712" y="9076331"/>
            <a:ext cx="1645920" cy="552301"/>
          </a:xfrm>
          <a:prstGeom prst="roundRect">
            <a:avLst>
              <a:gd name="adj" fmla="val 28000"/>
            </a:avLst>
          </a:prstGeom>
          <a:solidFill>
            <a:srgbClr val="FFFFFF">
              <a:alpha val="82000"/>
            </a:srgbClr>
          </a:solidFill>
          <a:ln/>
        </p:spPr>
      </p:sp>
      <p:pic>
        <p:nvPicPr>
          <p:cNvPr id="42" name="Moda image moda-export-watermark-95f23d05-86c6-440f-869c-2c414d7479a7"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29" kern="0">
                <a:solidFill>
                  <a:srgbClr val="F3EEE3"/>
                </a:solidFill>
                <a:latin typeface="Noto Sans JP ExtraBold" pitchFamily="34" charset="0"/>
                <a:ea typeface="Noto Sans JP ExtraBold" pitchFamily="34" charset="-122"/>
                <a:cs typeface="Noto Sans JP ExtraBold" pitchFamily="34" charset="-120"/>
              </a:rPr>
              <a:t>DNOxの</a:t>
            </a:r>
            <a:r>
              <a:rPr lang="en-US" sz="5700" dirty="0" spc="0" kern="0">
                <a:solidFill>
                  <a:srgbClr val="F3EEE3"/>
                </a:solidFill>
                <a:latin typeface="Noto Sans JP ExtraBold" pitchFamily="34" charset="0"/>
                <a:ea typeface="Noto Sans JP ExtraBold" pitchFamily="34" charset="-122"/>
                <a:cs typeface="Noto Sans JP ExtraBold" pitchFamily="34" charset="-120"/>
              </a:rPr>
              <a:t> 設計・運用への 提案</a:t>
            </a:r>
            <a:endParaRPr lang="en-US" sz="5700" dirty="0"/>
          </a:p>
        </p:txBody>
      </p:sp>
      <p:sp>
        <p:nvSpPr>
          <p:cNvPr id="3" name="Shape 1"/>
          <p:cNvSpPr/>
          <p:nvPr/>
        </p:nvSpPr>
        <p:spPr>
          <a:xfrm>
            <a:off x="914400" y="3048000"/>
            <a:ext cx="3857625" cy="4953000"/>
          </a:xfrm>
          <a:prstGeom prst="roundRect">
            <a:avLst>
              <a:gd name="adj" fmla="val 6914"/>
            </a:avLst>
          </a:prstGeom>
          <a:solidFill>
            <a:srgbClr val="1E212B"/>
          </a:solidFill>
          <a:ln/>
        </p:spPr>
      </p:sp>
      <p:sp>
        <p:nvSpPr>
          <p:cNvPr id="4" name="Shape 2"/>
          <p:cNvSpPr/>
          <p:nvPr/>
        </p:nvSpPr>
        <p:spPr>
          <a:xfrm>
            <a:off x="914400" y="3048000"/>
            <a:ext cx="3857625" cy="152400"/>
          </a:xfrm>
          <a:prstGeom prst="roundRect">
            <a:avLst>
              <a:gd name="adj" fmla="val 50000"/>
            </a:avLst>
          </a:prstGeom>
          <a:solidFill>
            <a:srgbClr val="FFB454"/>
          </a:solidFill>
          <a:ln/>
        </p:spPr>
      </p:sp>
      <p:sp>
        <p:nvSpPr>
          <p:cNvPr id="5" name="Text 3"/>
          <p:cNvSpPr/>
          <p:nvPr/>
        </p:nvSpPr>
        <p:spPr>
          <a:xfrm>
            <a:off x="1295400" y="3543300"/>
            <a:ext cx="3095625" cy="1238250"/>
          </a:xfrm>
          <a:prstGeom prst="rect">
            <a:avLst/>
          </a:prstGeom>
          <a:noFill/>
          <a:ln/>
        </p:spPr>
        <p:txBody>
          <a:bodyPr wrap="square" lIns="0" tIns="0" rIns="0" bIns="0" rtlCol="0" anchor="ctr"/>
          <a:lstStyle/>
          <a:p>
            <a:pPr algn="l" indent="0" marL="0">
              <a:buNone/>
            </a:pPr>
            <a:r>
              <a:rPr lang="en-US" sz="7200" dirty="0" kern="0">
                <a:solidFill>
                  <a:srgbClr val="FFB454"/>
                </a:solidFill>
                <a:latin typeface="Noto Sans JP ExtraBold" pitchFamily="34" charset="0"/>
                <a:ea typeface="Noto Sans JP ExtraBold" pitchFamily="34" charset="-122"/>
                <a:cs typeface="Noto Sans JP ExtraBold" pitchFamily="34" charset="-120"/>
              </a:rPr>
              <a:t>01</a:t>
            </a:r>
            <a:endParaRPr lang="en-US" sz="7200" dirty="0"/>
          </a:p>
        </p:txBody>
      </p:sp>
      <p:sp>
        <p:nvSpPr>
          <p:cNvPr id="6" name="Text 4"/>
          <p:cNvSpPr/>
          <p:nvPr/>
        </p:nvSpPr>
        <p:spPr>
          <a:xfrm>
            <a:off x="1295400" y="4857750"/>
            <a:ext cx="3095625" cy="1047750"/>
          </a:xfrm>
          <a:prstGeom prst="rect">
            <a:avLst/>
          </a:prstGeom>
          <a:noFill/>
          <a:ln/>
        </p:spPr>
        <p:txBody>
          <a:bodyPr wrap="square" lIns="0" tIns="0" rIns="0" bIns="0" rtlCol="0" anchor="t"/>
          <a:lstStyle/>
          <a:p>
            <a:pPr algn="l" indent="0" marL="0">
              <a:buNone/>
            </a:pPr>
            <a:r>
              <a:rPr lang="en-US" sz="2700" b="1" dirty="0" kern="0">
                <a:solidFill>
                  <a:srgbClr val="F3EEE3"/>
                </a:solidFill>
                <a:latin typeface="Noto Sans JP" pitchFamily="34" charset="0"/>
                <a:ea typeface="Noto Sans JP" pitchFamily="34" charset="-122"/>
                <a:cs typeface="Noto Sans JP" pitchFamily="34" charset="-120"/>
              </a:rPr>
              <a:t>噴射開始温度</a:t>
            </a:r>
            <a:endParaRPr lang="en-US" sz="2700" dirty="0"/>
          </a:p>
        </p:txBody>
      </p:sp>
      <p:sp>
        <p:nvSpPr>
          <p:cNvPr id="7" name="Text 5"/>
          <p:cNvSpPr/>
          <p:nvPr/>
        </p:nvSpPr>
        <p:spPr>
          <a:xfrm>
            <a:off x="1295400"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9AA0B5"/>
                </a:solidFill>
                <a:latin typeface="Noto Sans JP" pitchFamily="34" charset="0"/>
                <a:ea typeface="Noto Sans JP" pitchFamily="34" charset="-122"/>
                <a:cs typeface="Noto Sans JP" pitchFamily="34" charset="-120"/>
              </a:rPr>
              <a:t>壁と</a:t>
            </a:r>
            <a:r>
              <a:rPr lang="en-US" sz="2550" dirty="0" spc="-1" kern="0">
                <a:solidFill>
                  <a:srgbClr val="9AA0B5"/>
                </a:solidFill>
                <a:latin typeface="Noto Sans JP" pitchFamily="34" charset="0"/>
                <a:ea typeface="Noto Sans JP" pitchFamily="34" charset="-122"/>
                <a:cs typeface="Noto Sans JP" pitchFamily="34" charset="-120"/>
              </a:rPr>
              <a:t> ミキサーが</a:t>
            </a:r>
            <a:r>
              <a:rPr lang="en-US" sz="2550" dirty="0" spc="2" kern="0">
                <a:solidFill>
                  <a:srgbClr val="9AA0B5"/>
                </a:solidFill>
                <a:latin typeface="Noto Sans JP" pitchFamily="34" charset="0"/>
                <a:ea typeface="Noto Sans JP" pitchFamily="34" charset="-122"/>
                <a:cs typeface="Noto Sans JP" pitchFamily="34" charset="-120"/>
              </a:rPr>
              <a:t> 190〜325°Cの</a:t>
            </a:r>
            <a:r>
              <a:rPr lang="en-US" sz="2550" dirty="0" spc="-1" kern="0">
                <a:solidFill>
                  <a:srgbClr val="9AA0B5"/>
                </a:solidFill>
                <a:latin typeface="Noto Sans JP" pitchFamily="34" charset="0"/>
                <a:ea typeface="Noto Sans JP" pitchFamily="34" charset="-122"/>
                <a:cs typeface="Noto Sans JP" pitchFamily="34" charset="-120"/>
              </a:rPr>
              <a:t> 領域を</a:t>
            </a:r>
            <a:r>
              <a:rPr lang="en-US" sz="2550" dirty="0" spc="-13" kern="0">
                <a:solidFill>
                  <a:srgbClr val="9AA0B5"/>
                </a:solidFill>
                <a:latin typeface="Noto Sans JP" pitchFamily="34" charset="0"/>
                <a:ea typeface="Noto Sans JP" pitchFamily="34" charset="-122"/>
                <a:cs typeface="Noto Sans JP" pitchFamily="34" charset="-120"/>
              </a:rPr>
              <a:t> 脱してから</a:t>
            </a:r>
            <a:r>
              <a:rPr lang="en-US" sz="2550" dirty="0" spc="-2" kern="0">
                <a:solidFill>
                  <a:srgbClr val="9AA0B5"/>
                </a:solidFill>
                <a:latin typeface="Noto Sans JP" pitchFamily="34" charset="0"/>
                <a:ea typeface="Noto Sans JP" pitchFamily="34" charset="-122"/>
                <a:cs typeface="Noto Sans JP" pitchFamily="34" charset="-120"/>
              </a:rPr>
              <a:t> 噴射</a:t>
            </a:r>
            <a:endParaRPr lang="en-US" sz="2550" dirty="0"/>
          </a:p>
        </p:txBody>
      </p:sp>
      <p:sp>
        <p:nvSpPr>
          <p:cNvPr id="8" name="Shape 6"/>
          <p:cNvSpPr/>
          <p:nvPr/>
        </p:nvSpPr>
        <p:spPr>
          <a:xfrm>
            <a:off x="5114925" y="3048000"/>
            <a:ext cx="3857625" cy="4953000"/>
          </a:xfrm>
          <a:prstGeom prst="roundRect">
            <a:avLst>
              <a:gd name="adj" fmla="val 6914"/>
            </a:avLst>
          </a:prstGeom>
          <a:solidFill>
            <a:srgbClr val="1E212B"/>
          </a:solidFill>
          <a:ln/>
        </p:spPr>
      </p:sp>
      <p:sp>
        <p:nvSpPr>
          <p:cNvPr id="9" name="Shape 7"/>
          <p:cNvSpPr/>
          <p:nvPr/>
        </p:nvSpPr>
        <p:spPr>
          <a:xfrm>
            <a:off x="5114925" y="3048000"/>
            <a:ext cx="3857625" cy="152400"/>
          </a:xfrm>
          <a:prstGeom prst="roundRect">
            <a:avLst>
              <a:gd name="adj" fmla="val 50000"/>
            </a:avLst>
          </a:prstGeom>
          <a:solidFill>
            <a:srgbClr val="3DD6A0"/>
          </a:solidFill>
          <a:ln/>
        </p:spPr>
      </p:sp>
      <p:sp>
        <p:nvSpPr>
          <p:cNvPr id="10" name="Text 8"/>
          <p:cNvSpPr/>
          <p:nvPr/>
        </p:nvSpPr>
        <p:spPr>
          <a:xfrm>
            <a:off x="5495925" y="3543300"/>
            <a:ext cx="3095625" cy="1238250"/>
          </a:xfrm>
          <a:prstGeom prst="rect">
            <a:avLst/>
          </a:prstGeom>
          <a:noFill/>
          <a:ln/>
        </p:spPr>
        <p:txBody>
          <a:bodyPr wrap="square" lIns="0" tIns="0" rIns="0" bIns="0" rtlCol="0" anchor="ctr"/>
          <a:lstStyle/>
          <a:p>
            <a:pPr algn="l" indent="0" marL="0">
              <a:buNone/>
            </a:pPr>
            <a:r>
              <a:rPr lang="en-US" sz="7200" dirty="0" kern="0">
                <a:solidFill>
                  <a:srgbClr val="3DD6A0"/>
                </a:solidFill>
                <a:latin typeface="Noto Sans JP ExtraBold" pitchFamily="34" charset="0"/>
                <a:ea typeface="Noto Sans JP ExtraBold" pitchFamily="34" charset="-122"/>
                <a:cs typeface="Noto Sans JP ExtraBold" pitchFamily="34" charset="-120"/>
              </a:rPr>
              <a:t>02</a:t>
            </a:r>
            <a:endParaRPr lang="en-US" sz="7200" dirty="0"/>
          </a:p>
        </p:txBody>
      </p:sp>
      <p:sp>
        <p:nvSpPr>
          <p:cNvPr id="11" name="Text 9"/>
          <p:cNvSpPr/>
          <p:nvPr/>
        </p:nvSpPr>
        <p:spPr>
          <a:xfrm>
            <a:off x="5495925" y="4857750"/>
            <a:ext cx="3095625" cy="1047750"/>
          </a:xfrm>
          <a:prstGeom prst="rect">
            <a:avLst/>
          </a:prstGeom>
          <a:noFill/>
          <a:ln/>
        </p:spPr>
        <p:txBody>
          <a:bodyPr wrap="square" lIns="0" tIns="0" rIns="0" bIns="0" rtlCol="0" anchor="t"/>
          <a:lstStyle/>
          <a:p>
            <a:pPr algn="l" indent="0" marL="0">
              <a:buNone/>
            </a:pPr>
            <a:r>
              <a:rPr lang="en-US" sz="2700" b="1" dirty="0" kern="0">
                <a:solidFill>
                  <a:srgbClr val="F3EEE3"/>
                </a:solidFill>
                <a:latin typeface="Noto Sans JP" pitchFamily="34" charset="0"/>
                <a:ea typeface="Noto Sans JP" pitchFamily="34" charset="-122"/>
                <a:cs typeface="Noto Sans JP" pitchFamily="34" charset="-120"/>
              </a:rPr>
              <a:t>噴射戦略</a:t>
            </a:r>
            <a:endParaRPr lang="en-US" sz="2700" dirty="0"/>
          </a:p>
        </p:txBody>
      </p:sp>
      <p:sp>
        <p:nvSpPr>
          <p:cNvPr id="12" name="Text 10"/>
          <p:cNvSpPr/>
          <p:nvPr/>
        </p:nvSpPr>
        <p:spPr>
          <a:xfrm>
            <a:off x="5495925"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9AA0B5"/>
                </a:solidFill>
                <a:latin typeface="Noto Sans JP" pitchFamily="34" charset="0"/>
                <a:ea typeface="Noto Sans JP" pitchFamily="34" charset="-122"/>
                <a:cs typeface="Noto Sans JP" pitchFamily="34" charset="-120"/>
              </a:rPr>
              <a:t>小さな</a:t>
            </a:r>
            <a:r>
              <a:rPr lang="en-US" sz="2550" dirty="0" spc="-1" kern="0">
                <a:solidFill>
                  <a:srgbClr val="9AA0B5"/>
                </a:solidFill>
                <a:latin typeface="Noto Sans JP" pitchFamily="34" charset="0"/>
                <a:ea typeface="Noto Sans JP" pitchFamily="34" charset="-122"/>
                <a:cs typeface="Noto Sans JP" pitchFamily="34" charset="-120"/>
              </a:rPr>
              <a:t> 液滴、 適量、 冷たい 壁への 付着を 避ける</a:t>
            </a:r>
            <a:endParaRPr lang="en-US" sz="2550" dirty="0"/>
          </a:p>
        </p:txBody>
      </p:sp>
      <p:sp>
        <p:nvSpPr>
          <p:cNvPr id="13" name="Shape 11"/>
          <p:cNvSpPr/>
          <p:nvPr/>
        </p:nvSpPr>
        <p:spPr>
          <a:xfrm>
            <a:off x="9315450" y="3048000"/>
            <a:ext cx="3857625" cy="4953000"/>
          </a:xfrm>
          <a:prstGeom prst="roundRect">
            <a:avLst>
              <a:gd name="adj" fmla="val 6914"/>
            </a:avLst>
          </a:prstGeom>
          <a:solidFill>
            <a:srgbClr val="1E212B"/>
          </a:solidFill>
          <a:ln/>
        </p:spPr>
      </p:sp>
      <p:sp>
        <p:nvSpPr>
          <p:cNvPr id="14" name="Shape 12"/>
          <p:cNvSpPr/>
          <p:nvPr/>
        </p:nvSpPr>
        <p:spPr>
          <a:xfrm>
            <a:off x="9315450" y="3048000"/>
            <a:ext cx="3857625" cy="152400"/>
          </a:xfrm>
          <a:prstGeom prst="roundRect">
            <a:avLst>
              <a:gd name="adj" fmla="val 50000"/>
            </a:avLst>
          </a:prstGeom>
          <a:solidFill>
            <a:srgbClr val="FF6A4D"/>
          </a:solidFill>
          <a:ln/>
        </p:spPr>
      </p:sp>
      <p:sp>
        <p:nvSpPr>
          <p:cNvPr id="15" name="Text 13"/>
          <p:cNvSpPr/>
          <p:nvPr/>
        </p:nvSpPr>
        <p:spPr>
          <a:xfrm>
            <a:off x="9696450" y="3543300"/>
            <a:ext cx="3095625" cy="1238250"/>
          </a:xfrm>
          <a:prstGeom prst="rect">
            <a:avLst/>
          </a:prstGeom>
          <a:noFill/>
          <a:ln/>
        </p:spPr>
        <p:txBody>
          <a:bodyPr wrap="square" lIns="0" tIns="0" rIns="0" bIns="0" rtlCol="0" anchor="ctr"/>
          <a:lstStyle/>
          <a:p>
            <a:pPr algn="l" indent="0" marL="0">
              <a:buNone/>
            </a:pPr>
            <a:r>
              <a:rPr lang="en-US" sz="7200" dirty="0" kern="0">
                <a:solidFill>
                  <a:srgbClr val="FF6A4D"/>
                </a:solidFill>
                <a:latin typeface="Noto Sans JP ExtraBold" pitchFamily="34" charset="0"/>
                <a:ea typeface="Noto Sans JP ExtraBold" pitchFamily="34" charset="-122"/>
                <a:cs typeface="Noto Sans JP ExtraBold" pitchFamily="34" charset="-120"/>
              </a:rPr>
              <a:t>03</a:t>
            </a:r>
            <a:endParaRPr lang="en-US" sz="7200" dirty="0"/>
          </a:p>
        </p:txBody>
      </p:sp>
      <p:sp>
        <p:nvSpPr>
          <p:cNvPr id="16" name="Text 14"/>
          <p:cNvSpPr/>
          <p:nvPr/>
        </p:nvSpPr>
        <p:spPr>
          <a:xfrm>
            <a:off x="9696450" y="4857750"/>
            <a:ext cx="3095625" cy="1047750"/>
          </a:xfrm>
          <a:prstGeom prst="rect">
            <a:avLst/>
          </a:prstGeom>
          <a:noFill/>
          <a:ln/>
        </p:spPr>
        <p:txBody>
          <a:bodyPr wrap="square" lIns="0" tIns="0" rIns="0" bIns="0" rtlCol="0" anchor="t"/>
          <a:lstStyle/>
          <a:p>
            <a:pPr algn="l" indent="0" marL="0">
              <a:buNone/>
            </a:pPr>
            <a:r>
              <a:rPr lang="en-US" sz="2700" b="1" dirty="0" kern="0">
                <a:solidFill>
                  <a:srgbClr val="F3EEE3"/>
                </a:solidFill>
                <a:latin typeface="Noto Sans JP" pitchFamily="34" charset="0"/>
                <a:ea typeface="Noto Sans JP" pitchFamily="34" charset="-122"/>
                <a:cs typeface="Noto Sans JP" pitchFamily="34" charset="-120"/>
              </a:rPr>
              <a:t>ミキサー</a:t>
            </a:r>
            <a:endParaRPr lang="en-US" sz="2700" dirty="0"/>
          </a:p>
        </p:txBody>
      </p:sp>
      <p:sp>
        <p:nvSpPr>
          <p:cNvPr id="17" name="Text 15"/>
          <p:cNvSpPr/>
          <p:nvPr/>
        </p:nvSpPr>
        <p:spPr>
          <a:xfrm>
            <a:off x="9696450"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9AA0B5"/>
                </a:solidFill>
                <a:latin typeface="Noto Sans JP" pitchFamily="34" charset="0"/>
                <a:ea typeface="Noto Sans JP" pitchFamily="34" charset="-122"/>
                <a:cs typeface="Noto Sans JP" pitchFamily="34" charset="-120"/>
              </a:rPr>
              <a:t>液滴を</a:t>
            </a:r>
            <a:r>
              <a:rPr lang="en-US" sz="2550" dirty="0" spc="-1" kern="0">
                <a:solidFill>
                  <a:srgbClr val="9AA0B5"/>
                </a:solidFill>
                <a:latin typeface="Noto Sans JP" pitchFamily="34" charset="0"/>
                <a:ea typeface="Noto Sans JP" pitchFamily="34" charset="-122"/>
                <a:cs typeface="Noto Sans JP" pitchFamily="34" charset="-120"/>
              </a:rPr>
              <a:t> 早く</a:t>
            </a:r>
            <a:r>
              <a:rPr lang="en-US" sz="2550" dirty="0" spc="-8" kern="0">
                <a:solidFill>
                  <a:srgbClr val="9AA0B5"/>
                </a:solidFill>
                <a:latin typeface="Noto Sans JP" pitchFamily="34" charset="0"/>
                <a:ea typeface="Noto Sans JP" pitchFamily="34" charset="-122"/>
                <a:cs typeface="Noto Sans JP" pitchFamily="34" charset="-120"/>
              </a:rPr>
              <a:t> 蒸発させ、よどみを</a:t>
            </a:r>
            <a:r>
              <a:rPr lang="en-US" sz="2550" dirty="0" spc="-16" kern="0">
                <a:solidFill>
                  <a:srgbClr val="9AA0B5"/>
                </a:solidFill>
                <a:latin typeface="Noto Sans JP" pitchFamily="34" charset="0"/>
                <a:ea typeface="Noto Sans JP" pitchFamily="34" charset="-122"/>
                <a:cs typeface="Noto Sans JP" pitchFamily="34" charset="-120"/>
              </a:rPr>
              <a:t> 減らして</a:t>
            </a:r>
            <a:r>
              <a:rPr lang="en-US" sz="2550" dirty="0" spc="-8" kern="0">
                <a:solidFill>
                  <a:srgbClr val="9AA0B5"/>
                </a:solidFill>
                <a:latin typeface="Noto Sans JP" pitchFamily="34" charset="0"/>
                <a:ea typeface="Noto Sans JP" pitchFamily="34" charset="-122"/>
                <a:cs typeface="Noto Sans JP" pitchFamily="34" charset="-120"/>
              </a:rPr>
              <a:t> 溜まらせない</a:t>
            </a:r>
            <a:endParaRPr lang="en-US" sz="2550" dirty="0"/>
          </a:p>
        </p:txBody>
      </p:sp>
      <p:sp>
        <p:nvSpPr>
          <p:cNvPr id="18" name="Shape 16"/>
          <p:cNvSpPr/>
          <p:nvPr/>
        </p:nvSpPr>
        <p:spPr>
          <a:xfrm>
            <a:off x="13515975" y="3048000"/>
            <a:ext cx="3857625" cy="4953000"/>
          </a:xfrm>
          <a:prstGeom prst="roundRect">
            <a:avLst>
              <a:gd name="adj" fmla="val 6914"/>
            </a:avLst>
          </a:prstGeom>
          <a:solidFill>
            <a:srgbClr val="1E212B"/>
          </a:solidFill>
          <a:ln/>
        </p:spPr>
      </p:sp>
      <p:sp>
        <p:nvSpPr>
          <p:cNvPr id="19" name="Shape 17"/>
          <p:cNvSpPr/>
          <p:nvPr/>
        </p:nvSpPr>
        <p:spPr>
          <a:xfrm>
            <a:off x="13515975" y="3048000"/>
            <a:ext cx="3857625" cy="152400"/>
          </a:xfrm>
          <a:prstGeom prst="roundRect">
            <a:avLst>
              <a:gd name="adj" fmla="val 50000"/>
            </a:avLst>
          </a:prstGeom>
          <a:solidFill>
            <a:srgbClr val="7C93FF"/>
          </a:solidFill>
          <a:ln/>
        </p:spPr>
      </p:sp>
      <p:sp>
        <p:nvSpPr>
          <p:cNvPr id="20" name="Text 18"/>
          <p:cNvSpPr/>
          <p:nvPr/>
        </p:nvSpPr>
        <p:spPr>
          <a:xfrm>
            <a:off x="13896975" y="3543300"/>
            <a:ext cx="3095625" cy="1238250"/>
          </a:xfrm>
          <a:prstGeom prst="rect">
            <a:avLst/>
          </a:prstGeom>
          <a:noFill/>
          <a:ln/>
        </p:spPr>
        <p:txBody>
          <a:bodyPr wrap="square" lIns="0" tIns="0" rIns="0" bIns="0" rtlCol="0" anchor="ctr"/>
          <a:lstStyle/>
          <a:p>
            <a:pPr algn="l" indent="0" marL="0">
              <a:buNone/>
            </a:pPr>
            <a:r>
              <a:rPr lang="en-US" sz="7200" dirty="0" kern="0">
                <a:solidFill>
                  <a:srgbClr val="7C93FF"/>
                </a:solidFill>
                <a:latin typeface="Noto Sans JP ExtraBold" pitchFamily="34" charset="0"/>
                <a:ea typeface="Noto Sans JP ExtraBold" pitchFamily="34" charset="-122"/>
                <a:cs typeface="Noto Sans JP ExtraBold" pitchFamily="34" charset="-120"/>
              </a:rPr>
              <a:t>04</a:t>
            </a:r>
            <a:endParaRPr lang="en-US" sz="7200" dirty="0"/>
          </a:p>
        </p:txBody>
      </p:sp>
      <p:sp>
        <p:nvSpPr>
          <p:cNvPr id="21" name="Text 19"/>
          <p:cNvSpPr/>
          <p:nvPr/>
        </p:nvSpPr>
        <p:spPr>
          <a:xfrm>
            <a:off x="13896975" y="4857750"/>
            <a:ext cx="3095625" cy="1047750"/>
          </a:xfrm>
          <a:prstGeom prst="rect">
            <a:avLst/>
          </a:prstGeom>
          <a:noFill/>
          <a:ln/>
        </p:spPr>
        <p:txBody>
          <a:bodyPr wrap="square" lIns="0" tIns="0" rIns="0" bIns="0" rtlCol="0" anchor="t"/>
          <a:lstStyle/>
          <a:p>
            <a:pPr algn="l" indent="0" marL="0">
              <a:buNone/>
            </a:pPr>
            <a:r>
              <a:rPr lang="en-US" sz="2700" b="1" dirty="0" spc="-20" kern="0">
                <a:solidFill>
                  <a:srgbClr val="F3EEE3"/>
                </a:solidFill>
                <a:latin typeface="Noto Sans JP" pitchFamily="34" charset="0"/>
                <a:ea typeface="Noto Sans JP" pitchFamily="34" charset="-122"/>
                <a:cs typeface="Noto Sans JP" pitchFamily="34" charset="-120"/>
              </a:rPr>
              <a:t>熱による</a:t>
            </a:r>
            <a:r>
              <a:rPr lang="en-US" sz="2700" b="1" dirty="0" spc="0" kern="0">
                <a:solidFill>
                  <a:srgbClr val="F3EEE3"/>
                </a:solidFill>
                <a:latin typeface="Noto Sans JP" pitchFamily="34" charset="0"/>
                <a:ea typeface="Noto Sans JP" pitchFamily="34" charset="-122"/>
                <a:cs typeface="Noto Sans JP" pitchFamily="34" charset="-120"/>
              </a:rPr>
              <a:t> 清掃</a:t>
            </a:r>
            <a:endParaRPr lang="en-US" sz="2700" dirty="0"/>
          </a:p>
        </p:txBody>
      </p:sp>
      <p:sp>
        <p:nvSpPr>
          <p:cNvPr id="22" name="Text 20"/>
          <p:cNvSpPr/>
          <p:nvPr/>
        </p:nvSpPr>
        <p:spPr>
          <a:xfrm>
            <a:off x="13896975" y="6000750"/>
            <a:ext cx="3095625" cy="1905000"/>
          </a:xfrm>
          <a:prstGeom prst="rect">
            <a:avLst/>
          </a:prstGeom>
          <a:noFill/>
          <a:ln/>
        </p:spPr>
        <p:txBody>
          <a:bodyPr wrap="square" lIns="0" tIns="35947" rIns="0" bIns="-35947" rtlCol="0" anchor="t"/>
          <a:lstStyle/>
          <a:p>
            <a:pPr algn="l" indent="0" marL="0">
              <a:lnSpc>
                <a:spcPts val="3315"/>
              </a:lnSpc>
              <a:buNone/>
            </a:pPr>
            <a:r>
              <a:rPr lang="en-US" sz="2550" dirty="0" spc="0" kern="0">
                <a:solidFill>
                  <a:srgbClr val="9AA0B5"/>
                </a:solidFill>
                <a:latin typeface="Noto Sans JP" pitchFamily="34" charset="0"/>
                <a:ea typeface="Noto Sans JP" pitchFamily="34" charset="-122"/>
                <a:cs typeface="Noto Sans JP" pitchFamily="34" charset="-120"/>
              </a:rPr>
              <a:t>壁を</a:t>
            </a:r>
            <a:r>
              <a:rPr lang="en-US" sz="2550" dirty="0" spc="1" kern="0">
                <a:solidFill>
                  <a:srgbClr val="9AA0B5"/>
                </a:solidFill>
                <a:latin typeface="Noto Sans JP" pitchFamily="34" charset="0"/>
                <a:ea typeface="Noto Sans JP" pitchFamily="34" charset="-122"/>
                <a:cs typeface="Noto Sans JP" pitchFamily="34" charset="-120"/>
              </a:rPr>
              <a:t> 400°C以上に</a:t>
            </a:r>
            <a:r>
              <a:rPr lang="en-US" sz="2550" dirty="0" spc="0" kern="0">
                <a:solidFill>
                  <a:srgbClr val="9AA0B5"/>
                </a:solidFill>
                <a:latin typeface="Noto Sans JP" pitchFamily="34" charset="0"/>
                <a:ea typeface="Noto Sans JP" pitchFamily="34" charset="-122"/>
                <a:cs typeface="Noto Sans JP" pitchFamily="34" charset="-120"/>
              </a:rPr>
              <a:t> 十分長く</a:t>
            </a:r>
            <a:r>
              <a:rPr lang="en-US" sz="2550" dirty="0" spc="-1" kern="0">
                <a:solidFill>
                  <a:srgbClr val="9AA0B5"/>
                </a:solidFill>
                <a:latin typeface="Noto Sans JP" pitchFamily="34" charset="0"/>
                <a:ea typeface="Noto Sans JP" pitchFamily="34" charset="-122"/>
                <a:cs typeface="Noto Sans JP" pitchFamily="34" charset="-120"/>
              </a:rPr>
              <a:t> 保ち 堆積物を 消す</a:t>
            </a:r>
            <a:endParaRPr lang="en-US" sz="255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[S1]</a:t>
            </a:r>
            <a:r>
              <a:rPr lang="en-US" sz="1800" dirty="0" spc="-1" kern="0">
                <a:solidFill>
                  <a:srgbClr val="9AA0B5"/>
                </a:solidFill>
                <a:latin typeface="Noto Sans JP" pitchFamily="34" charset="0"/>
                <a:ea typeface="Noto Sans JP" pitchFamily="34" charset="-122"/>
                <a:cs typeface="Noto Sans JP" pitchFamily="34" charset="-120"/>
              </a:rPr>
              <a:t> [S5]</a:t>
            </a:r>
            <a:endParaRPr lang="en-US" sz="1800" dirty="0"/>
          </a:p>
        </p:txBody>
      </p:sp>
      <p:sp>
        <p:nvSpPr>
          <p:cNvPr id="24" name="Shape 22"/>
          <p:cNvSpPr/>
          <p:nvPr/>
        </p:nvSpPr>
        <p:spPr>
          <a:xfrm>
            <a:off x="942975" y="9563100"/>
            <a:ext cx="114300" cy="114300"/>
          </a:xfrm>
          <a:prstGeom prst="ellipse">
            <a:avLst/>
          </a:prstGeom>
          <a:solidFill>
            <a:srgbClr val="F3EEE3">
              <a:alpha val="28000"/>
            </a:srgbClr>
          </a:solidFill>
          <a:ln/>
        </p:spPr>
      </p:sp>
      <p:sp>
        <p:nvSpPr>
          <p:cNvPr id="25" name="Shape 23"/>
          <p:cNvSpPr/>
          <p:nvPr/>
        </p:nvSpPr>
        <p:spPr>
          <a:xfrm>
            <a:off x="1171575" y="9563100"/>
            <a:ext cx="114300" cy="114300"/>
          </a:xfrm>
          <a:prstGeom prst="ellipse">
            <a:avLst/>
          </a:prstGeom>
          <a:solidFill>
            <a:srgbClr val="F3EEE3">
              <a:alpha val="28000"/>
            </a:srgbClr>
          </a:solidFill>
          <a:ln/>
        </p:spPr>
      </p:sp>
      <p:sp>
        <p:nvSpPr>
          <p:cNvPr id="26" name="Shape 24"/>
          <p:cNvSpPr/>
          <p:nvPr/>
        </p:nvSpPr>
        <p:spPr>
          <a:xfrm>
            <a:off x="1400175" y="9563100"/>
            <a:ext cx="114300" cy="114300"/>
          </a:xfrm>
          <a:prstGeom prst="ellipse">
            <a:avLst/>
          </a:prstGeom>
          <a:solidFill>
            <a:srgbClr val="F3EEE3">
              <a:alpha val="28000"/>
            </a:srgbClr>
          </a:solidFill>
          <a:ln/>
        </p:spPr>
      </p:sp>
      <p:sp>
        <p:nvSpPr>
          <p:cNvPr id="27" name="Shape 25"/>
          <p:cNvSpPr/>
          <p:nvPr/>
        </p:nvSpPr>
        <p:spPr>
          <a:xfrm>
            <a:off x="1628775" y="9563100"/>
            <a:ext cx="114300" cy="114300"/>
          </a:xfrm>
          <a:prstGeom prst="ellipse">
            <a:avLst/>
          </a:prstGeom>
          <a:solidFill>
            <a:srgbClr val="F3EEE3">
              <a:alpha val="28000"/>
            </a:srgbClr>
          </a:solidFill>
          <a:ln/>
        </p:spPr>
      </p:sp>
      <p:sp>
        <p:nvSpPr>
          <p:cNvPr id="28" name="Shape 26"/>
          <p:cNvSpPr/>
          <p:nvPr/>
        </p:nvSpPr>
        <p:spPr>
          <a:xfrm>
            <a:off x="1857375" y="9563100"/>
            <a:ext cx="114300" cy="114300"/>
          </a:xfrm>
          <a:prstGeom prst="ellipse">
            <a:avLst/>
          </a:prstGeom>
          <a:solidFill>
            <a:srgbClr val="F3EEE3">
              <a:alpha val="28000"/>
            </a:srgbClr>
          </a:solidFill>
          <a:ln/>
        </p:spPr>
      </p:sp>
      <p:sp>
        <p:nvSpPr>
          <p:cNvPr id="29" name="Shape 27"/>
          <p:cNvSpPr/>
          <p:nvPr/>
        </p:nvSpPr>
        <p:spPr>
          <a:xfrm>
            <a:off x="2085975" y="9563100"/>
            <a:ext cx="114300" cy="114300"/>
          </a:xfrm>
          <a:prstGeom prst="ellipse">
            <a:avLst/>
          </a:prstGeom>
          <a:solidFill>
            <a:srgbClr val="F3EEE3">
              <a:alpha val="28000"/>
            </a:srgbClr>
          </a:solidFill>
          <a:ln/>
        </p:spPr>
      </p:sp>
      <p:sp>
        <p:nvSpPr>
          <p:cNvPr id="30" name="Shape 28"/>
          <p:cNvSpPr/>
          <p:nvPr/>
        </p:nvSpPr>
        <p:spPr>
          <a:xfrm>
            <a:off x="2314575" y="9563100"/>
            <a:ext cx="114300" cy="114300"/>
          </a:xfrm>
          <a:prstGeom prst="ellipse">
            <a:avLst/>
          </a:prstGeom>
          <a:solidFill>
            <a:srgbClr val="F3EEE3">
              <a:alpha val="28000"/>
            </a:srgbClr>
          </a:solidFill>
          <a:ln/>
        </p:spPr>
      </p:sp>
      <p:sp>
        <p:nvSpPr>
          <p:cNvPr id="31" name="Shape 29"/>
          <p:cNvSpPr/>
          <p:nvPr/>
        </p:nvSpPr>
        <p:spPr>
          <a:xfrm>
            <a:off x="2543175" y="9563100"/>
            <a:ext cx="114300" cy="114300"/>
          </a:xfrm>
          <a:prstGeom prst="ellipse">
            <a:avLst/>
          </a:prstGeom>
          <a:solidFill>
            <a:srgbClr val="F3EEE3">
              <a:alpha val="28000"/>
            </a:srgbClr>
          </a:solidFill>
          <a:ln/>
        </p:spPr>
      </p:sp>
      <p:sp>
        <p:nvSpPr>
          <p:cNvPr id="32" name="Shape 30"/>
          <p:cNvSpPr/>
          <p:nvPr/>
        </p:nvSpPr>
        <p:spPr>
          <a:xfrm>
            <a:off x="2771775" y="9563100"/>
            <a:ext cx="114300" cy="114300"/>
          </a:xfrm>
          <a:prstGeom prst="ellipse">
            <a:avLst/>
          </a:prstGeom>
          <a:solidFill>
            <a:srgbClr val="F3EEE3">
              <a:alpha val="28000"/>
            </a:srgbClr>
          </a:solidFill>
          <a:ln/>
        </p:spPr>
      </p:sp>
      <p:sp>
        <p:nvSpPr>
          <p:cNvPr id="33" name="Shape 31"/>
          <p:cNvSpPr/>
          <p:nvPr/>
        </p:nvSpPr>
        <p:spPr>
          <a:xfrm>
            <a:off x="3000375" y="9563100"/>
            <a:ext cx="114300" cy="114300"/>
          </a:xfrm>
          <a:prstGeom prst="ellipse">
            <a:avLst/>
          </a:prstGeom>
          <a:solidFill>
            <a:srgbClr val="F3EEE3">
              <a:alpha val="28000"/>
            </a:srgbClr>
          </a:solidFill>
          <a:ln/>
        </p:spPr>
      </p:sp>
      <p:sp>
        <p:nvSpPr>
          <p:cNvPr id="34" name="Shape 32"/>
          <p:cNvSpPr/>
          <p:nvPr/>
        </p:nvSpPr>
        <p:spPr>
          <a:xfrm>
            <a:off x="3228975" y="9563100"/>
            <a:ext cx="114300" cy="114300"/>
          </a:xfrm>
          <a:prstGeom prst="ellipse">
            <a:avLst/>
          </a:prstGeom>
          <a:solidFill>
            <a:srgbClr val="F3EEE3">
              <a:alpha val="28000"/>
            </a:srgbClr>
          </a:solidFill>
          <a:ln/>
        </p:spPr>
      </p:sp>
      <p:sp>
        <p:nvSpPr>
          <p:cNvPr id="35" name="Shape 33"/>
          <p:cNvSpPr/>
          <p:nvPr/>
        </p:nvSpPr>
        <p:spPr>
          <a:xfrm>
            <a:off x="3457575" y="9563100"/>
            <a:ext cx="114300" cy="114300"/>
          </a:xfrm>
          <a:prstGeom prst="ellipse">
            <a:avLst/>
          </a:prstGeom>
          <a:solidFill>
            <a:srgbClr val="F3EEE3">
              <a:alpha val="28000"/>
            </a:srgbClr>
          </a:solidFill>
          <a:ln/>
        </p:spPr>
      </p:sp>
      <p:sp>
        <p:nvSpPr>
          <p:cNvPr id="36" name="Shape 34"/>
          <p:cNvSpPr/>
          <p:nvPr/>
        </p:nvSpPr>
        <p:spPr>
          <a:xfrm>
            <a:off x="3667125" y="9544050"/>
            <a:ext cx="152400" cy="152400"/>
          </a:xfrm>
          <a:prstGeom prst="ellipse">
            <a:avLst/>
          </a:prstGeom>
          <a:solidFill>
            <a:srgbClr val="FF6A4D"/>
          </a:solidFill>
          <a:ln/>
        </p:spPr>
      </p:sp>
      <p:sp>
        <p:nvSpPr>
          <p:cNvPr id="37" name="Shape 35"/>
          <p:cNvSpPr/>
          <p:nvPr/>
        </p:nvSpPr>
        <p:spPr>
          <a:xfrm>
            <a:off x="3914775" y="9563100"/>
            <a:ext cx="114300" cy="114300"/>
          </a:xfrm>
          <a:prstGeom prst="ellipse">
            <a:avLst/>
          </a:prstGeom>
          <a:solidFill>
            <a:srgbClr val="F3EEE3">
              <a:alpha val="28000"/>
            </a:srgbClr>
          </a:solidFill>
          <a:ln/>
        </p:spPr>
      </p:sp>
      <p:sp>
        <p:nvSpPr>
          <p:cNvPr id="38" name="Shape 36"/>
          <p:cNvSpPr/>
          <p:nvPr/>
        </p:nvSpPr>
        <p:spPr>
          <a:xfrm>
            <a:off x="4143375" y="9563100"/>
            <a:ext cx="114300" cy="114300"/>
          </a:xfrm>
          <a:prstGeom prst="ellipse">
            <a:avLst/>
          </a:prstGeom>
          <a:solidFill>
            <a:srgbClr val="F3EEE3">
              <a:alpha val="28000"/>
            </a:srgbClr>
          </a:solidFill>
          <a:ln/>
        </p:spPr>
      </p:sp>
      <p:sp>
        <p:nvSpPr>
          <p:cNvPr id="39" name="Shape 37"/>
          <p:cNvSpPr/>
          <p:nvPr/>
        </p:nvSpPr>
        <p:spPr>
          <a:xfrm>
            <a:off x="4371975" y="9563100"/>
            <a:ext cx="114300" cy="114300"/>
          </a:xfrm>
          <a:prstGeom prst="ellipse">
            <a:avLst/>
          </a:prstGeom>
          <a:solidFill>
            <a:srgbClr val="F3EEE3">
              <a:alpha val="28000"/>
            </a:srgbClr>
          </a:solidFill>
          <a:ln/>
        </p:spPr>
      </p:sp>
      <p:sp>
        <p:nvSpPr>
          <p:cNvPr id="40" name="Shape 38"/>
          <p:cNvSpPr/>
          <p:nvPr/>
        </p:nvSpPr>
        <p:spPr>
          <a:xfrm>
            <a:off x="4600575" y="9563100"/>
            <a:ext cx="114300" cy="114300"/>
          </a:xfrm>
          <a:prstGeom prst="ellipse">
            <a:avLst/>
          </a:prstGeom>
          <a:solidFill>
            <a:srgbClr val="F3EEE3">
              <a:alpha val="28000"/>
            </a:srgbClr>
          </a:solidFill>
          <a:ln/>
        </p:spPr>
      </p:sp>
      <p:sp>
        <p:nvSpPr>
          <p:cNvPr id="41" name="Text 39"/>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L17</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13/17</a:t>
            </a:r>
            <a:endParaRPr lang="en-US" sz="1800" dirty="0"/>
          </a:p>
        </p:txBody>
      </p:sp>
      <p:sp>
        <p:nvSpPr>
          <p:cNvPr id="42" name="Shape 40"/>
          <p:cNvSpPr/>
          <p:nvPr/>
        </p:nvSpPr>
        <p:spPr>
          <a:xfrm>
            <a:off x="15983712" y="9076331"/>
            <a:ext cx="1645920" cy="552301"/>
          </a:xfrm>
          <a:prstGeom prst="roundRect">
            <a:avLst>
              <a:gd name="adj" fmla="val 28000"/>
            </a:avLst>
          </a:prstGeom>
          <a:solidFill>
            <a:srgbClr val="FFFFFF">
              <a:alpha val="82000"/>
            </a:srgbClr>
          </a:solidFill>
          <a:ln/>
        </p:spPr>
      </p:sp>
      <p:pic>
        <p:nvPicPr>
          <p:cNvPr id="43" name="Moda image moda-export-watermark-037e3242-bdcf-48bc-abd4-7f7cd20b197d"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65" kern="0">
                <a:solidFill>
                  <a:srgbClr val="14161C"/>
                </a:solidFill>
                <a:latin typeface="Noto Sans JP ExtraBold" pitchFamily="34" charset="0"/>
                <a:ea typeface="Noto Sans JP ExtraBold" pitchFamily="34" charset="-122"/>
                <a:cs typeface="Noto Sans JP ExtraBold" pitchFamily="34" charset="-120"/>
              </a:rPr>
              <a:t>覚えておきたい</a:t>
            </a:r>
            <a:r>
              <a:rPr lang="en-US" sz="5700" dirty="0" spc="0" kern="0">
                <a:solidFill>
                  <a:srgbClr val="14161C"/>
                </a:solidFill>
                <a:latin typeface="Noto Sans JP ExtraBold" pitchFamily="34" charset="0"/>
                <a:ea typeface="Noto Sans JP ExtraBold" pitchFamily="34" charset="-122"/>
                <a:cs typeface="Noto Sans JP ExtraBold" pitchFamily="34" charset="-120"/>
              </a:rPr>
              <a:t> 5つの ポイント</a:t>
            </a:r>
            <a:endParaRPr lang="en-US" sz="5700" dirty="0"/>
          </a:p>
        </p:txBody>
      </p:sp>
      <p:sp>
        <p:nvSpPr>
          <p:cNvPr id="3" name="Text 1"/>
          <p:cNvSpPr/>
          <p:nvPr/>
        </p:nvSpPr>
        <p:spPr>
          <a:xfrm>
            <a:off x="914400" y="2381250"/>
            <a:ext cx="1619250" cy="1181100"/>
          </a:xfrm>
          <a:prstGeom prst="rect">
            <a:avLst/>
          </a:prstGeom>
          <a:noFill/>
          <a:ln/>
        </p:spPr>
        <p:txBody>
          <a:bodyPr wrap="square" lIns="0" tIns="0" rIns="0" bIns="0" rtlCol="0" anchor="ctr"/>
          <a:lstStyle/>
          <a:p>
            <a:pPr algn="l" indent="0" marL="0">
              <a:buNone/>
            </a:pPr>
            <a:r>
              <a:rPr lang="en-US" sz="7745" dirty="0" spc="2" kern="0">
                <a:solidFill>
                  <a:srgbClr val="B45309"/>
                </a:solidFill>
                <a:latin typeface="Noto Sans JP ExtraBold" pitchFamily="34" charset="0"/>
                <a:ea typeface="Noto Sans JP ExtraBold" pitchFamily="34" charset="-122"/>
                <a:cs typeface="Noto Sans JP ExtraBold" pitchFamily="34" charset="-120"/>
              </a:rPr>
              <a:t>1</a:t>
            </a:r>
            <a:endParaRPr lang="en-US" sz="7745" dirty="0"/>
          </a:p>
        </p:txBody>
      </p:sp>
      <p:sp>
        <p:nvSpPr>
          <p:cNvPr id="4" name="Shape 2"/>
          <p:cNvSpPr/>
          <p:nvPr/>
        </p:nvSpPr>
        <p:spPr>
          <a:xfrm>
            <a:off x="2724150" y="2476500"/>
            <a:ext cx="14649450" cy="990600"/>
          </a:xfrm>
          <a:prstGeom prst="roundRect">
            <a:avLst>
              <a:gd name="adj" fmla="val 19231"/>
            </a:avLst>
          </a:prstGeom>
          <a:solidFill>
            <a:srgbClr val="E8E0CF"/>
          </a:solidFill>
          <a:ln/>
        </p:spPr>
      </p:sp>
      <p:sp>
        <p:nvSpPr>
          <p:cNvPr id="5" name="Text 3"/>
          <p:cNvSpPr/>
          <p:nvPr/>
        </p:nvSpPr>
        <p:spPr>
          <a:xfrm>
            <a:off x="3105150" y="2476500"/>
            <a:ext cx="14001750" cy="990600"/>
          </a:xfrm>
          <a:prstGeom prst="rect">
            <a:avLst/>
          </a:prstGeom>
          <a:noFill/>
          <a:ln/>
        </p:spPr>
        <p:txBody>
          <a:bodyPr wrap="square" lIns="0" tIns="0" rIns="0" bIns="0" rtlCol="0" anchor="ctr"/>
          <a:lstStyle/>
          <a:p>
            <a:pPr algn="l" indent="0" marL="0">
              <a:buNone/>
            </a:pPr>
            <a:r>
              <a:rPr lang="en-US" sz="3000" dirty="0" spc="0" kern="0">
                <a:solidFill>
                  <a:srgbClr val="14161C"/>
                </a:solidFill>
                <a:latin typeface="Noto Sans JP SemiBold" pitchFamily="34" charset="0"/>
                <a:ea typeface="Noto Sans JP SemiBold" pitchFamily="34" charset="-122"/>
                <a:cs typeface="Noto Sans JP SemiBold" pitchFamily="34" charset="-120"/>
              </a:rPr>
              <a:t>尿素は</a:t>
            </a:r>
            <a:r>
              <a:rPr lang="en-US" sz="3000" dirty="0" spc="1" kern="0">
                <a:solidFill>
                  <a:srgbClr val="14161C"/>
                </a:solidFill>
                <a:latin typeface="Noto Sans JP SemiBold" pitchFamily="34" charset="0"/>
                <a:ea typeface="Noto Sans JP SemiBold" pitchFamily="34" charset="-122"/>
                <a:cs typeface="Noto Sans JP SemiBold" pitchFamily="34" charset="-120"/>
              </a:rPr>
              <a:t> 約133°Cで</a:t>
            </a:r>
            <a:r>
              <a:rPr lang="en-US" sz="3000" dirty="0" spc="-37" kern="0">
                <a:solidFill>
                  <a:srgbClr val="14161C"/>
                </a:solidFill>
                <a:latin typeface="Noto Sans JP SemiBold" pitchFamily="34" charset="0"/>
                <a:ea typeface="Noto Sans JP SemiBold" pitchFamily="34" charset="-122"/>
                <a:cs typeface="Noto Sans JP SemiBold" pitchFamily="34" charset="-120"/>
              </a:rPr>
              <a:t> 溶け、</a:t>
            </a:r>
            <a:r>
              <a:rPr lang="en-US" sz="3000" dirty="0" spc="1" kern="0">
                <a:solidFill>
                  <a:srgbClr val="14161C"/>
                </a:solidFill>
                <a:latin typeface="Noto Sans JP SemiBold" pitchFamily="34" charset="0"/>
                <a:ea typeface="Noto Sans JP SemiBold" pitchFamily="34" charset="-122"/>
                <a:cs typeface="Noto Sans JP SemiBold" pitchFamily="34" charset="-120"/>
              </a:rPr>
              <a:t> NH3と</a:t>
            </a:r>
            <a:r>
              <a:rPr lang="en-US" sz="3000" dirty="0" spc="-20" kern="0">
                <a:solidFill>
                  <a:srgbClr val="14161C"/>
                </a:solidFill>
                <a:latin typeface="Noto Sans JP SemiBold" pitchFamily="34" charset="0"/>
                <a:ea typeface="Noto Sans JP SemiBold" pitchFamily="34" charset="-122"/>
                <a:cs typeface="Noto Sans JP SemiBold" pitchFamily="34" charset="-120"/>
              </a:rPr>
              <a:t> HNCOに</a:t>
            </a:r>
            <a:r>
              <a:rPr lang="en-US" sz="3000" dirty="0" spc="6" kern="0">
                <a:solidFill>
                  <a:srgbClr val="14161C"/>
                </a:solidFill>
                <a:latin typeface="Noto Sans JP SemiBold" pitchFamily="34" charset="0"/>
                <a:ea typeface="Noto Sans JP SemiBold" pitchFamily="34" charset="-122"/>
                <a:cs typeface="Noto Sans JP SemiBold" pitchFamily="34" charset="-120"/>
              </a:rPr>
              <a:t> 分かれ、</a:t>
            </a:r>
            <a:r>
              <a:rPr lang="en-US" sz="3000" dirty="0" spc="1" kern="0">
                <a:solidFill>
                  <a:srgbClr val="14161C"/>
                </a:solidFill>
                <a:latin typeface="Noto Sans JP SemiBold" pitchFamily="34" charset="0"/>
                <a:ea typeface="Noto Sans JP SemiBold" pitchFamily="34" charset="-122"/>
                <a:cs typeface="Noto Sans JP SemiBold" pitchFamily="34" charset="-120"/>
              </a:rPr>
              <a:t> 一部は</a:t>
            </a:r>
            <a:r>
              <a:rPr lang="en-US" sz="3000" dirty="0" spc="0" kern="0">
                <a:solidFill>
                  <a:srgbClr val="14161C"/>
                </a:solidFill>
                <a:latin typeface="Noto Sans JP SemiBold" pitchFamily="34" charset="0"/>
                <a:ea typeface="Noto Sans JP SemiBold" pitchFamily="34" charset="-122"/>
                <a:cs typeface="Noto Sans JP SemiBold" pitchFamily="34" charset="-120"/>
              </a:rPr>
              <a:t> ビウレットになる</a:t>
            </a:r>
            <a:endParaRPr lang="en-US" sz="3000" dirty="0"/>
          </a:p>
        </p:txBody>
      </p:sp>
      <p:sp>
        <p:nvSpPr>
          <p:cNvPr id="6" name="Text 4"/>
          <p:cNvSpPr/>
          <p:nvPr/>
        </p:nvSpPr>
        <p:spPr>
          <a:xfrm>
            <a:off x="914400" y="3676650"/>
            <a:ext cx="1619250" cy="1181100"/>
          </a:xfrm>
          <a:prstGeom prst="rect">
            <a:avLst/>
          </a:prstGeom>
          <a:noFill/>
          <a:ln/>
        </p:spPr>
        <p:txBody>
          <a:bodyPr wrap="square" lIns="0" tIns="0" rIns="0" bIns="0" rtlCol="0" anchor="ctr"/>
          <a:lstStyle/>
          <a:p>
            <a:pPr algn="l" indent="0" marL="0">
              <a:buNone/>
            </a:pPr>
            <a:r>
              <a:rPr lang="en-US" sz="7745" dirty="0" spc="2" kern="0">
                <a:solidFill>
                  <a:srgbClr val="0F766E"/>
                </a:solidFill>
                <a:latin typeface="Noto Sans JP ExtraBold" pitchFamily="34" charset="0"/>
                <a:ea typeface="Noto Sans JP ExtraBold" pitchFamily="34" charset="-122"/>
                <a:cs typeface="Noto Sans JP ExtraBold" pitchFamily="34" charset="-120"/>
              </a:rPr>
              <a:t>2</a:t>
            </a:r>
            <a:endParaRPr lang="en-US" sz="7745" dirty="0"/>
          </a:p>
        </p:txBody>
      </p:sp>
      <p:sp>
        <p:nvSpPr>
          <p:cNvPr id="7" name="Shape 5"/>
          <p:cNvSpPr/>
          <p:nvPr/>
        </p:nvSpPr>
        <p:spPr>
          <a:xfrm>
            <a:off x="2724150" y="3771900"/>
            <a:ext cx="14649450" cy="990600"/>
          </a:xfrm>
          <a:prstGeom prst="roundRect">
            <a:avLst>
              <a:gd name="adj" fmla="val 19231"/>
            </a:avLst>
          </a:prstGeom>
          <a:solidFill>
            <a:srgbClr val="E8E0CF"/>
          </a:solidFill>
          <a:ln/>
        </p:spPr>
      </p:sp>
      <p:sp>
        <p:nvSpPr>
          <p:cNvPr id="8" name="Text 6"/>
          <p:cNvSpPr/>
          <p:nvPr/>
        </p:nvSpPr>
        <p:spPr>
          <a:xfrm>
            <a:off x="3105150" y="3771900"/>
            <a:ext cx="14001750" cy="990600"/>
          </a:xfrm>
          <a:prstGeom prst="rect">
            <a:avLst/>
          </a:prstGeom>
          <a:noFill/>
          <a:ln/>
        </p:spPr>
        <p:txBody>
          <a:bodyPr wrap="square" lIns="0" tIns="0" rIns="0" bIns="0" rtlCol="0" anchor="ctr"/>
          <a:lstStyle/>
          <a:p>
            <a:pPr algn="l" indent="0" marL="0">
              <a:buNone/>
            </a:pPr>
            <a:r>
              <a:rPr lang="en-US" sz="3000" dirty="0" spc="0" kern="0">
                <a:solidFill>
                  <a:srgbClr val="14161C"/>
                </a:solidFill>
                <a:latin typeface="Noto Sans JP SemiBold" pitchFamily="34" charset="0"/>
                <a:ea typeface="Noto Sans JP SemiBold" pitchFamily="34" charset="-122"/>
                <a:cs typeface="Noto Sans JP SemiBold" pitchFamily="34" charset="-120"/>
              </a:rPr>
              <a:t>ビウレットは</a:t>
            </a:r>
            <a:r>
              <a:rPr lang="en-US" sz="3000" dirty="0" spc="1" kern="0">
                <a:solidFill>
                  <a:srgbClr val="14161C"/>
                </a:solidFill>
                <a:latin typeface="Noto Sans JP SemiBold" pitchFamily="34" charset="0"/>
                <a:ea typeface="Noto Sans JP SemiBold" pitchFamily="34" charset="-122"/>
                <a:cs typeface="Noto Sans JP SemiBold" pitchFamily="34" charset="-120"/>
              </a:rPr>
              <a:t> 中間駅： 190°Cで</a:t>
            </a:r>
            <a:r>
              <a:rPr lang="en-US" sz="3000" dirty="0" spc="2" kern="0">
                <a:solidFill>
                  <a:srgbClr val="14161C"/>
                </a:solidFill>
                <a:latin typeface="Noto Sans JP SemiBold" pitchFamily="34" charset="0"/>
                <a:ea typeface="Noto Sans JP SemiBold" pitchFamily="34" charset="-122"/>
                <a:cs typeface="Noto Sans JP SemiBold" pitchFamily="34" charset="-120"/>
              </a:rPr>
              <a:t> 約28%の</a:t>
            </a:r>
            <a:r>
              <a:rPr lang="en-US" sz="3000" dirty="0" spc="-54" kern="0">
                <a:solidFill>
                  <a:srgbClr val="14161C"/>
                </a:solidFill>
                <a:latin typeface="Noto Sans JP SemiBold" pitchFamily="34" charset="0"/>
                <a:ea typeface="Noto Sans JP SemiBold" pitchFamily="34" charset="-122"/>
                <a:cs typeface="Noto Sans JP SemiBold" pitchFamily="34" charset="-120"/>
              </a:rPr>
              <a:t> ピーク、</a:t>
            </a:r>
            <a:r>
              <a:rPr lang="en-US" sz="3000" dirty="0" spc="1" kern="0">
                <a:solidFill>
                  <a:srgbClr val="14161C"/>
                </a:solidFill>
                <a:latin typeface="Noto Sans JP SemiBold" pitchFamily="34" charset="0"/>
                <a:ea typeface="Noto Sans JP SemiBold" pitchFamily="34" charset="-122"/>
                <a:cs typeface="Noto Sans JP SemiBold" pitchFamily="34" charset="-120"/>
              </a:rPr>
              <a:t> 約250°Cで</a:t>
            </a:r>
            <a:r>
              <a:rPr lang="en-US" sz="3000" dirty="0" spc="-22" kern="0">
                <a:solidFill>
                  <a:srgbClr val="14161C"/>
                </a:solidFill>
                <a:latin typeface="Noto Sans JP SemiBold" pitchFamily="34" charset="0"/>
                <a:ea typeface="Noto Sans JP SemiBold" pitchFamily="34" charset="-122"/>
                <a:cs typeface="Noto Sans JP SemiBold" pitchFamily="34" charset="-120"/>
              </a:rPr>
              <a:t> 消える</a:t>
            </a:r>
            <a:endParaRPr lang="en-US" sz="3000" dirty="0"/>
          </a:p>
        </p:txBody>
      </p:sp>
      <p:sp>
        <p:nvSpPr>
          <p:cNvPr id="9" name="Text 7"/>
          <p:cNvSpPr/>
          <p:nvPr/>
        </p:nvSpPr>
        <p:spPr>
          <a:xfrm>
            <a:off x="914400" y="4972050"/>
            <a:ext cx="1619250" cy="1181100"/>
          </a:xfrm>
          <a:prstGeom prst="rect">
            <a:avLst/>
          </a:prstGeom>
          <a:noFill/>
          <a:ln/>
        </p:spPr>
        <p:txBody>
          <a:bodyPr wrap="square" lIns="0" tIns="0" rIns="0" bIns="0" rtlCol="0" anchor="ctr"/>
          <a:lstStyle/>
          <a:p>
            <a:pPr algn="l" indent="0" marL="0">
              <a:buNone/>
            </a:pPr>
            <a:r>
              <a:rPr lang="en-US" sz="7745" dirty="0" spc="2" kern="0">
                <a:solidFill>
                  <a:srgbClr val="E8472B"/>
                </a:solidFill>
                <a:latin typeface="Noto Sans JP ExtraBold" pitchFamily="34" charset="0"/>
                <a:ea typeface="Noto Sans JP ExtraBold" pitchFamily="34" charset="-122"/>
                <a:cs typeface="Noto Sans JP ExtraBold" pitchFamily="34" charset="-120"/>
              </a:rPr>
              <a:t>3</a:t>
            </a:r>
            <a:endParaRPr lang="en-US" sz="7745" dirty="0"/>
          </a:p>
        </p:txBody>
      </p:sp>
      <p:sp>
        <p:nvSpPr>
          <p:cNvPr id="10" name="Shape 8"/>
          <p:cNvSpPr/>
          <p:nvPr/>
        </p:nvSpPr>
        <p:spPr>
          <a:xfrm>
            <a:off x="2724150" y="5067300"/>
            <a:ext cx="14649450" cy="990600"/>
          </a:xfrm>
          <a:prstGeom prst="roundRect">
            <a:avLst>
              <a:gd name="adj" fmla="val 19231"/>
            </a:avLst>
          </a:prstGeom>
          <a:solidFill>
            <a:srgbClr val="E8E0CF"/>
          </a:solidFill>
          <a:ln/>
        </p:spPr>
      </p:sp>
      <p:sp>
        <p:nvSpPr>
          <p:cNvPr id="11" name="Text 9"/>
          <p:cNvSpPr/>
          <p:nvPr/>
        </p:nvSpPr>
        <p:spPr>
          <a:xfrm>
            <a:off x="3105150" y="5067300"/>
            <a:ext cx="14001750" cy="990600"/>
          </a:xfrm>
          <a:prstGeom prst="rect">
            <a:avLst/>
          </a:prstGeom>
          <a:noFill/>
          <a:ln/>
        </p:spPr>
        <p:txBody>
          <a:bodyPr wrap="square" lIns="0" tIns="0" rIns="0" bIns="0" rtlCol="0" anchor="ctr"/>
          <a:lstStyle/>
          <a:p>
            <a:pPr algn="l" indent="0" marL="0">
              <a:buNone/>
            </a:pPr>
            <a:r>
              <a:rPr lang="en-US" sz="3000" dirty="0" spc="0" kern="0">
                <a:solidFill>
                  <a:srgbClr val="14161C"/>
                </a:solidFill>
                <a:latin typeface="Noto Sans JP SemiBold" pitchFamily="34" charset="0"/>
                <a:ea typeface="Noto Sans JP SemiBold" pitchFamily="34" charset="-122"/>
                <a:cs typeface="Noto Sans JP SemiBold" pitchFamily="34" charset="-120"/>
              </a:rPr>
              <a:t>シアヌル酸が</a:t>
            </a:r>
            <a:r>
              <a:rPr lang="en-US" sz="3000" dirty="0" spc="1" kern="0">
                <a:solidFill>
                  <a:srgbClr val="14161C"/>
                </a:solidFill>
                <a:latin typeface="Noto Sans JP SemiBold" pitchFamily="34" charset="0"/>
                <a:ea typeface="Noto Sans JP SemiBold" pitchFamily="34" charset="-122"/>
                <a:cs typeface="Noto Sans JP SemiBold" pitchFamily="34" charset="-120"/>
              </a:rPr>
              <a:t> 主な 堆積物（225〜275°Cで</a:t>
            </a:r>
            <a:r>
              <a:rPr lang="en-US" sz="3000" dirty="0" spc="2" kern="0">
                <a:solidFill>
                  <a:srgbClr val="14161C"/>
                </a:solidFill>
                <a:latin typeface="Noto Sans JP SemiBold" pitchFamily="34" charset="0"/>
                <a:ea typeface="Noto Sans JP SemiBold" pitchFamily="34" charset="-122"/>
                <a:cs typeface="Noto Sans JP SemiBold" pitchFamily="34" charset="-120"/>
              </a:rPr>
              <a:t> 約22〜24%）、</a:t>
            </a:r>
            <a:r>
              <a:rPr lang="en-US" sz="3000" dirty="0" spc="-30" kern="0">
                <a:solidFill>
                  <a:srgbClr val="14161C"/>
                </a:solidFill>
                <a:latin typeface="Noto Sans JP SemiBold" pitchFamily="34" charset="0"/>
                <a:ea typeface="Noto Sans JP SemiBold" pitchFamily="34" charset="-122"/>
                <a:cs typeface="Noto Sans JP SemiBold" pitchFamily="34" charset="-120"/>
              </a:rPr>
              <a:t> アンメリドは</a:t>
            </a:r>
            <a:r>
              <a:rPr lang="en-US" sz="3000" dirty="0" spc="0" kern="0">
                <a:solidFill>
                  <a:srgbClr val="14161C"/>
                </a:solidFill>
                <a:latin typeface="Noto Sans JP SemiBold" pitchFamily="34" charset="0"/>
                <a:ea typeface="Noto Sans JP SemiBold" pitchFamily="34" charset="-122"/>
                <a:cs typeface="Noto Sans JP SemiBold" pitchFamily="34" charset="-120"/>
              </a:rPr>
              <a:t> 少ないが</a:t>
            </a:r>
            <a:r>
              <a:rPr lang="en-US" sz="3000" dirty="0" spc="1" kern="0">
                <a:solidFill>
                  <a:srgbClr val="14161C"/>
                </a:solidFill>
                <a:latin typeface="Noto Sans JP SemiBold" pitchFamily="34" charset="0"/>
                <a:ea typeface="Noto Sans JP SemiBold" pitchFamily="34" charset="-122"/>
                <a:cs typeface="Noto Sans JP SemiBold" pitchFamily="34" charset="-120"/>
              </a:rPr>
              <a:t> 約350°Cまで 安定</a:t>
            </a:r>
            <a:endParaRPr lang="en-US" sz="3000" dirty="0"/>
          </a:p>
        </p:txBody>
      </p:sp>
      <p:sp>
        <p:nvSpPr>
          <p:cNvPr id="12" name="Text 10"/>
          <p:cNvSpPr/>
          <p:nvPr/>
        </p:nvSpPr>
        <p:spPr>
          <a:xfrm>
            <a:off x="914400" y="6267450"/>
            <a:ext cx="1619250" cy="1181100"/>
          </a:xfrm>
          <a:prstGeom prst="rect">
            <a:avLst/>
          </a:prstGeom>
          <a:noFill/>
          <a:ln/>
        </p:spPr>
        <p:txBody>
          <a:bodyPr wrap="square" lIns="0" tIns="0" rIns="0" bIns="0" rtlCol="0" anchor="ctr"/>
          <a:lstStyle/>
          <a:p>
            <a:pPr algn="l" indent="0" marL="0">
              <a:buNone/>
            </a:pPr>
            <a:r>
              <a:rPr lang="en-US" sz="7745" dirty="0" spc="2" kern="0">
                <a:solidFill>
                  <a:srgbClr val="1F3FD1"/>
                </a:solidFill>
                <a:latin typeface="Noto Sans JP ExtraBold" pitchFamily="34" charset="0"/>
                <a:ea typeface="Noto Sans JP ExtraBold" pitchFamily="34" charset="-122"/>
                <a:cs typeface="Noto Sans JP ExtraBold" pitchFamily="34" charset="-120"/>
              </a:rPr>
              <a:t>4</a:t>
            </a:r>
            <a:endParaRPr lang="en-US" sz="7745" dirty="0"/>
          </a:p>
        </p:txBody>
      </p:sp>
      <p:sp>
        <p:nvSpPr>
          <p:cNvPr id="13" name="Shape 11"/>
          <p:cNvSpPr/>
          <p:nvPr/>
        </p:nvSpPr>
        <p:spPr>
          <a:xfrm>
            <a:off x="2724150" y="6362700"/>
            <a:ext cx="14649450" cy="990600"/>
          </a:xfrm>
          <a:prstGeom prst="roundRect">
            <a:avLst>
              <a:gd name="adj" fmla="val 19231"/>
            </a:avLst>
          </a:prstGeom>
          <a:solidFill>
            <a:srgbClr val="E8E0CF"/>
          </a:solidFill>
          <a:ln/>
        </p:spPr>
      </p:sp>
      <p:sp>
        <p:nvSpPr>
          <p:cNvPr id="14" name="Text 12"/>
          <p:cNvSpPr/>
          <p:nvPr/>
        </p:nvSpPr>
        <p:spPr>
          <a:xfrm>
            <a:off x="3105150" y="6362700"/>
            <a:ext cx="14001750" cy="990600"/>
          </a:xfrm>
          <a:prstGeom prst="rect">
            <a:avLst/>
          </a:prstGeom>
          <a:noFill/>
          <a:ln/>
        </p:spPr>
        <p:txBody>
          <a:bodyPr wrap="square" lIns="0" tIns="0" rIns="0" bIns="0" rtlCol="0" anchor="ctr"/>
          <a:lstStyle/>
          <a:p>
            <a:pPr algn="l" indent="0" marL="0">
              <a:buNone/>
            </a:pPr>
            <a:r>
              <a:rPr lang="en-US" sz="3000" dirty="0" spc="0" kern="0">
                <a:solidFill>
                  <a:srgbClr val="14161C"/>
                </a:solidFill>
                <a:latin typeface="Noto Sans JP SemiBold" pitchFamily="34" charset="0"/>
                <a:ea typeface="Noto Sans JP SemiBold" pitchFamily="34" charset="-122"/>
                <a:cs typeface="Noto Sans JP SemiBold" pitchFamily="34" charset="-120"/>
              </a:rPr>
              <a:t>固体の</a:t>
            </a:r>
            <a:r>
              <a:rPr lang="en-US" sz="3000" dirty="0" spc="1" kern="0">
                <a:solidFill>
                  <a:srgbClr val="14161C"/>
                </a:solidFill>
                <a:latin typeface="Noto Sans JP SemiBold" pitchFamily="34" charset="0"/>
                <a:ea typeface="Noto Sans JP SemiBold" pitchFamily="34" charset="-122"/>
                <a:cs typeface="Noto Sans JP SemiBold" pitchFamily="34" charset="-120"/>
              </a:rPr>
              <a:t> 合計は</a:t>
            </a:r>
            <a:r>
              <a:rPr lang="en-US" sz="3000" dirty="0" spc="2" kern="0">
                <a:solidFill>
                  <a:srgbClr val="14161C"/>
                </a:solidFill>
                <a:latin typeface="Noto Sans JP SemiBold" pitchFamily="34" charset="0"/>
                <a:ea typeface="Noto Sans JP SemiBold" pitchFamily="34" charset="-122"/>
                <a:cs typeface="Noto Sans JP SemiBold" pitchFamily="34" charset="-120"/>
              </a:rPr>
              <a:t> 100%から</a:t>
            </a:r>
            <a:r>
              <a:rPr lang="en-US" sz="3000" dirty="0" spc="1" kern="0">
                <a:solidFill>
                  <a:srgbClr val="14161C"/>
                </a:solidFill>
                <a:latin typeface="Noto Sans JP SemiBold" pitchFamily="34" charset="0"/>
                <a:ea typeface="Noto Sans JP SemiBold" pitchFamily="34" charset="-122"/>
                <a:cs typeface="Noto Sans JP SemiBold" pitchFamily="34" charset="-120"/>
              </a:rPr>
              <a:t> 約1%へ。 残りは</a:t>
            </a:r>
            <a:r>
              <a:rPr lang="en-US" sz="3000" dirty="0" spc="0" kern="0">
                <a:solidFill>
                  <a:srgbClr val="14161C"/>
                </a:solidFill>
                <a:latin typeface="Noto Sans JP SemiBold" pitchFamily="34" charset="0"/>
                <a:ea typeface="Noto Sans JP SemiBold" pitchFamily="34" charset="-122"/>
                <a:cs typeface="Noto Sans JP SemiBold" pitchFamily="34" charset="-120"/>
              </a:rPr>
              <a:t> 気体になる</a:t>
            </a:r>
            <a:endParaRPr lang="en-US" sz="3000" dirty="0"/>
          </a:p>
        </p:txBody>
      </p:sp>
      <p:sp>
        <p:nvSpPr>
          <p:cNvPr id="15" name="Text 13"/>
          <p:cNvSpPr/>
          <p:nvPr/>
        </p:nvSpPr>
        <p:spPr>
          <a:xfrm>
            <a:off x="914400" y="7562850"/>
            <a:ext cx="1619250" cy="1181100"/>
          </a:xfrm>
          <a:prstGeom prst="rect">
            <a:avLst/>
          </a:prstGeom>
          <a:noFill/>
          <a:ln/>
        </p:spPr>
        <p:txBody>
          <a:bodyPr wrap="square" lIns="0" tIns="0" rIns="0" bIns="0" rtlCol="0" anchor="ctr"/>
          <a:lstStyle/>
          <a:p>
            <a:pPr algn="l" indent="0" marL="0">
              <a:buNone/>
            </a:pPr>
            <a:r>
              <a:rPr lang="en-US" sz="7745" dirty="0" spc="2" kern="0">
                <a:solidFill>
                  <a:srgbClr val="B45309"/>
                </a:solidFill>
                <a:latin typeface="Noto Sans JP ExtraBold" pitchFamily="34" charset="0"/>
                <a:ea typeface="Noto Sans JP ExtraBold" pitchFamily="34" charset="-122"/>
                <a:cs typeface="Noto Sans JP ExtraBold" pitchFamily="34" charset="-120"/>
              </a:rPr>
              <a:t>5</a:t>
            </a:r>
            <a:endParaRPr lang="en-US" sz="7745" dirty="0"/>
          </a:p>
        </p:txBody>
      </p:sp>
      <p:sp>
        <p:nvSpPr>
          <p:cNvPr id="16" name="Shape 14"/>
          <p:cNvSpPr/>
          <p:nvPr/>
        </p:nvSpPr>
        <p:spPr>
          <a:xfrm>
            <a:off x="2724150" y="7658100"/>
            <a:ext cx="14649450" cy="990600"/>
          </a:xfrm>
          <a:prstGeom prst="roundRect">
            <a:avLst>
              <a:gd name="adj" fmla="val 19231"/>
            </a:avLst>
          </a:prstGeom>
          <a:solidFill>
            <a:srgbClr val="E8E0CF"/>
          </a:solidFill>
          <a:ln/>
        </p:spPr>
      </p:sp>
      <p:sp>
        <p:nvSpPr>
          <p:cNvPr id="17" name="Text 15"/>
          <p:cNvSpPr/>
          <p:nvPr/>
        </p:nvSpPr>
        <p:spPr>
          <a:xfrm>
            <a:off x="3105150" y="7658100"/>
            <a:ext cx="14001750" cy="990600"/>
          </a:xfrm>
          <a:prstGeom prst="rect">
            <a:avLst/>
          </a:prstGeom>
          <a:noFill/>
          <a:ln/>
        </p:spPr>
        <p:txBody>
          <a:bodyPr wrap="square" lIns="0" tIns="0" rIns="0" bIns="0" rtlCol="0" anchor="ctr"/>
          <a:lstStyle/>
          <a:p>
            <a:pPr algn="l" indent="0" marL="0">
              <a:buNone/>
            </a:pPr>
            <a:r>
              <a:rPr lang="en-US" sz="3000" dirty="0" spc="0" kern="0">
                <a:solidFill>
                  <a:srgbClr val="14161C"/>
                </a:solidFill>
                <a:latin typeface="Noto Sans JP SemiBold" pitchFamily="34" charset="0"/>
                <a:ea typeface="Noto Sans JP SemiBold" pitchFamily="34" charset="-122"/>
                <a:cs typeface="Noto Sans JP SemiBold" pitchFamily="34" charset="-120"/>
              </a:rPr>
              <a:t>堆積の</a:t>
            </a:r>
            <a:r>
              <a:rPr lang="en-US" sz="3000" dirty="0" spc="1" kern="0">
                <a:solidFill>
                  <a:srgbClr val="14161C"/>
                </a:solidFill>
                <a:latin typeface="Noto Sans JP SemiBold" pitchFamily="34" charset="0"/>
                <a:ea typeface="Noto Sans JP SemiBold" pitchFamily="34" charset="-122"/>
                <a:cs typeface="Noto Sans JP SemiBold" pitchFamily="34" charset="-120"/>
              </a:rPr>
              <a:t> 危険域は 190〜325°C。 約400°C以上はほぼ</a:t>
            </a:r>
            <a:r>
              <a:rPr lang="en-US" sz="3000" dirty="0" spc="-30" kern="0">
                <a:solidFill>
                  <a:srgbClr val="14161C"/>
                </a:solidFill>
                <a:latin typeface="Noto Sans JP SemiBold" pitchFamily="34" charset="0"/>
                <a:ea typeface="Noto Sans JP SemiBold" pitchFamily="34" charset="-122"/>
                <a:cs typeface="Noto Sans JP SemiBold" pitchFamily="34" charset="-120"/>
              </a:rPr>
              <a:t> クリーン</a:t>
            </a:r>
            <a:endParaRPr lang="en-US" sz="3000" dirty="0"/>
          </a:p>
        </p:txBody>
      </p:sp>
      <p:sp>
        <p:nvSpPr>
          <p:cNvPr id="18" name="Text 16"/>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endParaRPr lang="en-US" sz="1800" dirty="0"/>
          </a:p>
        </p:txBody>
      </p:sp>
      <p:sp>
        <p:nvSpPr>
          <p:cNvPr id="19" name="Shape 17"/>
          <p:cNvSpPr/>
          <p:nvPr/>
        </p:nvSpPr>
        <p:spPr>
          <a:xfrm>
            <a:off x="942975" y="9563100"/>
            <a:ext cx="114300" cy="114300"/>
          </a:xfrm>
          <a:prstGeom prst="ellipse">
            <a:avLst/>
          </a:prstGeom>
          <a:solidFill>
            <a:srgbClr val="14161C">
              <a:alpha val="28000"/>
            </a:srgbClr>
          </a:solidFill>
          <a:ln/>
        </p:spPr>
      </p:sp>
      <p:sp>
        <p:nvSpPr>
          <p:cNvPr id="20" name="Shape 18"/>
          <p:cNvSpPr/>
          <p:nvPr/>
        </p:nvSpPr>
        <p:spPr>
          <a:xfrm>
            <a:off x="1171575" y="9563100"/>
            <a:ext cx="114300" cy="114300"/>
          </a:xfrm>
          <a:prstGeom prst="ellipse">
            <a:avLst/>
          </a:prstGeom>
          <a:solidFill>
            <a:srgbClr val="14161C">
              <a:alpha val="28000"/>
            </a:srgbClr>
          </a:solidFill>
          <a:ln/>
        </p:spPr>
      </p:sp>
      <p:sp>
        <p:nvSpPr>
          <p:cNvPr id="21" name="Shape 19"/>
          <p:cNvSpPr/>
          <p:nvPr/>
        </p:nvSpPr>
        <p:spPr>
          <a:xfrm>
            <a:off x="1400175" y="9563100"/>
            <a:ext cx="114300" cy="114300"/>
          </a:xfrm>
          <a:prstGeom prst="ellipse">
            <a:avLst/>
          </a:prstGeom>
          <a:solidFill>
            <a:srgbClr val="14161C">
              <a:alpha val="28000"/>
            </a:srgbClr>
          </a:solidFill>
          <a:ln/>
        </p:spPr>
      </p:sp>
      <p:sp>
        <p:nvSpPr>
          <p:cNvPr id="22" name="Shape 20"/>
          <p:cNvSpPr/>
          <p:nvPr/>
        </p:nvSpPr>
        <p:spPr>
          <a:xfrm>
            <a:off x="1628775" y="9563100"/>
            <a:ext cx="114300" cy="114300"/>
          </a:xfrm>
          <a:prstGeom prst="ellipse">
            <a:avLst/>
          </a:prstGeom>
          <a:solidFill>
            <a:srgbClr val="14161C">
              <a:alpha val="28000"/>
            </a:srgbClr>
          </a:solidFill>
          <a:ln/>
        </p:spPr>
      </p:sp>
      <p:sp>
        <p:nvSpPr>
          <p:cNvPr id="23" name="Shape 21"/>
          <p:cNvSpPr/>
          <p:nvPr/>
        </p:nvSpPr>
        <p:spPr>
          <a:xfrm>
            <a:off x="1857375" y="9563100"/>
            <a:ext cx="114300" cy="114300"/>
          </a:xfrm>
          <a:prstGeom prst="ellipse">
            <a:avLst/>
          </a:prstGeom>
          <a:solidFill>
            <a:srgbClr val="14161C">
              <a:alpha val="28000"/>
            </a:srgbClr>
          </a:solidFill>
          <a:ln/>
        </p:spPr>
      </p:sp>
      <p:sp>
        <p:nvSpPr>
          <p:cNvPr id="24" name="Shape 22"/>
          <p:cNvSpPr/>
          <p:nvPr/>
        </p:nvSpPr>
        <p:spPr>
          <a:xfrm>
            <a:off x="2085975" y="9563100"/>
            <a:ext cx="114300" cy="114300"/>
          </a:xfrm>
          <a:prstGeom prst="ellipse">
            <a:avLst/>
          </a:prstGeom>
          <a:solidFill>
            <a:srgbClr val="14161C">
              <a:alpha val="28000"/>
            </a:srgbClr>
          </a:solidFill>
          <a:ln/>
        </p:spPr>
      </p:sp>
      <p:sp>
        <p:nvSpPr>
          <p:cNvPr id="25" name="Shape 23"/>
          <p:cNvSpPr/>
          <p:nvPr/>
        </p:nvSpPr>
        <p:spPr>
          <a:xfrm>
            <a:off x="2314575" y="9563100"/>
            <a:ext cx="114300" cy="114300"/>
          </a:xfrm>
          <a:prstGeom prst="ellipse">
            <a:avLst/>
          </a:prstGeom>
          <a:solidFill>
            <a:srgbClr val="14161C">
              <a:alpha val="28000"/>
            </a:srgbClr>
          </a:solidFill>
          <a:ln/>
        </p:spPr>
      </p:sp>
      <p:sp>
        <p:nvSpPr>
          <p:cNvPr id="26" name="Shape 24"/>
          <p:cNvSpPr/>
          <p:nvPr/>
        </p:nvSpPr>
        <p:spPr>
          <a:xfrm>
            <a:off x="2543175" y="9563100"/>
            <a:ext cx="114300" cy="114300"/>
          </a:xfrm>
          <a:prstGeom prst="ellipse">
            <a:avLst/>
          </a:prstGeom>
          <a:solidFill>
            <a:srgbClr val="14161C">
              <a:alpha val="28000"/>
            </a:srgbClr>
          </a:solidFill>
          <a:ln/>
        </p:spPr>
      </p:sp>
      <p:sp>
        <p:nvSpPr>
          <p:cNvPr id="27" name="Shape 25"/>
          <p:cNvSpPr/>
          <p:nvPr/>
        </p:nvSpPr>
        <p:spPr>
          <a:xfrm>
            <a:off x="2771775" y="9563100"/>
            <a:ext cx="114300" cy="114300"/>
          </a:xfrm>
          <a:prstGeom prst="ellipse">
            <a:avLst/>
          </a:prstGeom>
          <a:solidFill>
            <a:srgbClr val="14161C">
              <a:alpha val="28000"/>
            </a:srgbClr>
          </a:solidFill>
          <a:ln/>
        </p:spPr>
      </p:sp>
      <p:sp>
        <p:nvSpPr>
          <p:cNvPr id="28" name="Shape 26"/>
          <p:cNvSpPr/>
          <p:nvPr/>
        </p:nvSpPr>
        <p:spPr>
          <a:xfrm>
            <a:off x="3000375" y="9563100"/>
            <a:ext cx="114300" cy="114300"/>
          </a:xfrm>
          <a:prstGeom prst="ellipse">
            <a:avLst/>
          </a:prstGeom>
          <a:solidFill>
            <a:srgbClr val="14161C">
              <a:alpha val="28000"/>
            </a:srgbClr>
          </a:solidFill>
          <a:ln/>
        </p:spPr>
      </p:sp>
      <p:sp>
        <p:nvSpPr>
          <p:cNvPr id="29" name="Shape 27"/>
          <p:cNvSpPr/>
          <p:nvPr/>
        </p:nvSpPr>
        <p:spPr>
          <a:xfrm>
            <a:off x="3228975" y="9563100"/>
            <a:ext cx="114300" cy="114300"/>
          </a:xfrm>
          <a:prstGeom prst="ellipse">
            <a:avLst/>
          </a:prstGeom>
          <a:solidFill>
            <a:srgbClr val="14161C">
              <a:alpha val="28000"/>
            </a:srgbClr>
          </a:solidFill>
          <a:ln/>
        </p:spPr>
      </p:sp>
      <p:sp>
        <p:nvSpPr>
          <p:cNvPr id="30" name="Shape 28"/>
          <p:cNvSpPr/>
          <p:nvPr/>
        </p:nvSpPr>
        <p:spPr>
          <a:xfrm>
            <a:off x="3457575" y="9563100"/>
            <a:ext cx="114300" cy="114300"/>
          </a:xfrm>
          <a:prstGeom prst="ellipse">
            <a:avLst/>
          </a:prstGeom>
          <a:solidFill>
            <a:srgbClr val="14161C">
              <a:alpha val="28000"/>
            </a:srgbClr>
          </a:solidFill>
          <a:ln/>
        </p:spPr>
      </p:sp>
      <p:sp>
        <p:nvSpPr>
          <p:cNvPr id="31" name="Shape 29"/>
          <p:cNvSpPr/>
          <p:nvPr/>
        </p:nvSpPr>
        <p:spPr>
          <a:xfrm>
            <a:off x="3686175" y="9563100"/>
            <a:ext cx="114300" cy="114300"/>
          </a:xfrm>
          <a:prstGeom prst="ellipse">
            <a:avLst/>
          </a:prstGeom>
          <a:solidFill>
            <a:srgbClr val="14161C">
              <a:alpha val="28000"/>
            </a:srgbClr>
          </a:solidFill>
          <a:ln/>
        </p:spPr>
      </p:sp>
      <p:sp>
        <p:nvSpPr>
          <p:cNvPr id="32" name="Shape 30"/>
          <p:cNvSpPr/>
          <p:nvPr/>
        </p:nvSpPr>
        <p:spPr>
          <a:xfrm>
            <a:off x="3895725" y="9544050"/>
            <a:ext cx="152400" cy="152400"/>
          </a:xfrm>
          <a:prstGeom prst="ellipse">
            <a:avLst/>
          </a:prstGeom>
          <a:solidFill>
            <a:srgbClr val="E8472B"/>
          </a:solidFill>
          <a:ln/>
        </p:spPr>
      </p:sp>
      <p:sp>
        <p:nvSpPr>
          <p:cNvPr id="33" name="Shape 31"/>
          <p:cNvSpPr/>
          <p:nvPr/>
        </p:nvSpPr>
        <p:spPr>
          <a:xfrm>
            <a:off x="4143375" y="9563100"/>
            <a:ext cx="114300" cy="114300"/>
          </a:xfrm>
          <a:prstGeom prst="ellipse">
            <a:avLst/>
          </a:prstGeom>
          <a:solidFill>
            <a:srgbClr val="14161C">
              <a:alpha val="28000"/>
            </a:srgbClr>
          </a:solidFill>
          <a:ln/>
        </p:spPr>
      </p:sp>
      <p:sp>
        <p:nvSpPr>
          <p:cNvPr id="34" name="Shape 32"/>
          <p:cNvSpPr/>
          <p:nvPr/>
        </p:nvSpPr>
        <p:spPr>
          <a:xfrm>
            <a:off x="4371975" y="9563100"/>
            <a:ext cx="114300" cy="114300"/>
          </a:xfrm>
          <a:prstGeom prst="ellipse">
            <a:avLst/>
          </a:prstGeom>
          <a:solidFill>
            <a:srgbClr val="14161C">
              <a:alpha val="28000"/>
            </a:srgbClr>
          </a:solidFill>
          <a:ln/>
        </p:spPr>
      </p:sp>
      <p:sp>
        <p:nvSpPr>
          <p:cNvPr id="35" name="Shape 33"/>
          <p:cNvSpPr/>
          <p:nvPr/>
        </p:nvSpPr>
        <p:spPr>
          <a:xfrm>
            <a:off x="4600575" y="9563100"/>
            <a:ext cx="114300" cy="114300"/>
          </a:xfrm>
          <a:prstGeom prst="ellipse">
            <a:avLst/>
          </a:prstGeom>
          <a:solidFill>
            <a:srgbClr val="14161C">
              <a:alpha val="28000"/>
            </a:srgbClr>
          </a:solidFill>
          <a:ln/>
        </p:spPr>
      </p:sp>
      <p:sp>
        <p:nvSpPr>
          <p:cNvPr id="36" name="Text 34"/>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L17</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14/17</a:t>
            </a:r>
            <a:endParaRPr lang="en-US" sz="1800" dirty="0"/>
          </a:p>
        </p:txBody>
      </p:sp>
      <p:sp>
        <p:nvSpPr>
          <p:cNvPr id="37" name="Shape 35"/>
          <p:cNvSpPr/>
          <p:nvPr/>
        </p:nvSpPr>
        <p:spPr>
          <a:xfrm>
            <a:off x="15983712" y="9076331"/>
            <a:ext cx="1645920" cy="552301"/>
          </a:xfrm>
          <a:prstGeom prst="roundRect">
            <a:avLst>
              <a:gd name="adj" fmla="val 28000"/>
            </a:avLst>
          </a:prstGeom>
          <a:solidFill>
            <a:srgbClr val="FFFFFF">
              <a:alpha val="82000"/>
            </a:srgbClr>
          </a:solidFill>
          <a:ln/>
        </p:spPr>
      </p:sp>
      <p:pic>
        <p:nvPicPr>
          <p:cNvPr id="38" name="Moda image moda-export-watermark-d3246f0b-a3a3-4115-be4f-1bd76a814203"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spc="-44" kern="0">
                <a:solidFill>
                  <a:srgbClr val="F3EEE3"/>
                </a:solidFill>
                <a:latin typeface="Noto Sans JP ExtraBold" pitchFamily="34" charset="0"/>
                <a:ea typeface="Noto Sans JP ExtraBold" pitchFamily="34" charset="-122"/>
                <a:cs typeface="Noto Sans JP ExtraBold" pitchFamily="34" charset="-120"/>
              </a:rPr>
              <a:t>ディスカッションの</a:t>
            </a:r>
            <a:r>
              <a:rPr lang="en-US" sz="5700" dirty="0" spc="-1" kern="0">
                <a:solidFill>
                  <a:srgbClr val="F3EEE3"/>
                </a:solidFill>
                <a:latin typeface="Noto Sans JP ExtraBold" pitchFamily="34" charset="0"/>
                <a:ea typeface="Noto Sans JP ExtraBold" pitchFamily="34" charset="-122"/>
                <a:cs typeface="Noto Sans JP ExtraBold" pitchFamily="34" charset="-120"/>
              </a:rPr>
              <a:t> 問い</a:t>
            </a:r>
            <a:endParaRPr lang="en-US" sz="5700" dirty="0"/>
          </a:p>
        </p:txBody>
      </p:sp>
      <p:sp>
        <p:nvSpPr>
          <p:cNvPr id="3" name="Shape 1"/>
          <p:cNvSpPr/>
          <p:nvPr/>
        </p:nvSpPr>
        <p:spPr>
          <a:xfrm>
            <a:off x="914400" y="2952750"/>
            <a:ext cx="152400" cy="4000500"/>
          </a:xfrm>
          <a:prstGeom prst="roundRect">
            <a:avLst>
              <a:gd name="adj" fmla="val 50000"/>
            </a:avLst>
          </a:prstGeom>
          <a:solidFill>
            <a:srgbClr val="FFB454"/>
          </a:solidFill>
          <a:ln/>
        </p:spPr>
      </p:sp>
      <p:sp>
        <p:nvSpPr>
          <p:cNvPr id="4" name="Text 2"/>
          <p:cNvSpPr/>
          <p:nvPr/>
        </p:nvSpPr>
        <p:spPr>
          <a:xfrm>
            <a:off x="1485900" y="2857500"/>
            <a:ext cx="15811500" cy="4191000"/>
          </a:xfrm>
          <a:prstGeom prst="rect">
            <a:avLst/>
          </a:prstGeom>
          <a:noFill/>
          <a:ln/>
        </p:spPr>
        <p:txBody>
          <a:bodyPr wrap="square" lIns="0" tIns="100489" rIns="0" bIns="-100489" rtlCol="0" anchor="ctr"/>
          <a:lstStyle/>
          <a:p>
            <a:pPr algn="l" indent="0" marL="0">
              <a:lnSpc>
                <a:spcPts val="7728"/>
              </a:lnSpc>
              <a:buNone/>
            </a:pPr>
            <a:r>
              <a:rPr lang="en-US" sz="6900" dirty="0" spc="0" kern="0">
                <a:solidFill>
                  <a:srgbClr val="F3EEE3"/>
                </a:solidFill>
                <a:latin typeface="Noto Sans JP ExtraBold" pitchFamily="34" charset="0"/>
                <a:ea typeface="Noto Sans JP ExtraBold" pitchFamily="34" charset="-122"/>
                <a:cs typeface="Noto Sans JP ExtraBold" pitchFamily="34" charset="-120"/>
              </a:rPr>
              <a:t>排気ガスは 十分熱いのに ミキサー壁がまだ</a:t>
            </a:r>
            <a:r>
              <a:rPr lang="en-US" sz="6900" dirty="0" spc="-2" kern="0">
                <a:solidFill>
                  <a:srgbClr val="F3EEE3"/>
                </a:solidFill>
                <a:latin typeface="Noto Sans JP ExtraBold" pitchFamily="34" charset="0"/>
                <a:ea typeface="Noto Sans JP ExtraBold" pitchFamily="34" charset="-122"/>
                <a:cs typeface="Noto Sans JP ExtraBold" pitchFamily="34" charset="-120"/>
              </a:rPr>
              <a:t> 約250°C。</a:t>
            </a:r>
            <a:pPr algn="l" indent="0" marL="0">
              <a:lnSpc>
                <a:spcPts val="7728"/>
              </a:lnSpc>
              <a:buNone/>
            </a:pPr>
            <a:r>
              <a:rPr lang="en-US" sz="6900" dirty="0" spc="-89" kern="0">
                <a:solidFill>
                  <a:srgbClr val="FFB454"/>
                </a:solidFill>
                <a:latin typeface="Noto Sans JP ExtraBold" pitchFamily="34" charset="0"/>
                <a:ea typeface="Noto Sans JP ExtraBold" pitchFamily="34" charset="-122"/>
                <a:cs typeface="Noto Sans JP ExtraBold" pitchFamily="34" charset="-120"/>
              </a:rPr>
              <a:t>噴射すべきか、</a:t>
            </a:r>
            <a:r>
              <a:rPr lang="en-US" sz="6900" dirty="0" spc="0" kern="0">
                <a:solidFill>
                  <a:srgbClr val="FFB454"/>
                </a:solidFill>
                <a:latin typeface="Noto Sans JP ExtraBold" pitchFamily="34" charset="0"/>
                <a:ea typeface="Noto Sans JP ExtraBold" pitchFamily="34" charset="-122"/>
                <a:cs typeface="Noto Sans JP ExtraBold" pitchFamily="34" charset="-120"/>
              </a:rPr>
              <a:t> 待つべきか</a:t>
            </a:r>
            <a:pPr algn="l" indent="0" marL="0">
              <a:lnSpc>
                <a:spcPts val="7728"/>
              </a:lnSpc>
              <a:buNone/>
            </a:pPr>
            <a:r>
              <a:rPr lang="en-US" sz="6900" dirty="0" kern="0">
                <a:solidFill>
                  <a:srgbClr val="F3EEE3"/>
                </a:solidFill>
                <a:latin typeface="Noto Sans JP ExtraBold" pitchFamily="34" charset="0"/>
                <a:ea typeface="Noto Sans JP ExtraBold" pitchFamily="34" charset="-122"/>
                <a:cs typeface="Noto Sans JP ExtraBold" pitchFamily="34" charset="-120"/>
              </a:rPr>
              <a:t>？</a:t>
            </a:r>
            <a:endParaRPr lang="en-US" sz="6900" dirty="0"/>
          </a:p>
        </p:txBody>
      </p:sp>
      <p:sp>
        <p:nvSpPr>
          <p:cNvPr id="5" name="Text 3"/>
          <p:cNvSpPr/>
          <p:nvPr/>
        </p:nvSpPr>
        <p:spPr>
          <a:xfrm>
            <a:off x="1485900" y="7200900"/>
            <a:ext cx="15811500" cy="457200"/>
          </a:xfrm>
          <a:prstGeom prst="rect">
            <a:avLst/>
          </a:prstGeom>
          <a:noFill/>
          <a:ln/>
        </p:spPr>
        <p:txBody>
          <a:bodyPr wrap="square" lIns="0" tIns="0" rIns="0" bIns="0" rtlCol="0" anchor="t"/>
          <a:lstStyle/>
          <a:p>
            <a:pPr algn="l" indent="0" marL="0">
              <a:buNone/>
            </a:pPr>
            <a:r>
              <a:rPr lang="en-US" sz="2700" dirty="0" spc="0" kern="0">
                <a:solidFill>
                  <a:srgbClr val="9AA0B5"/>
                </a:solidFill>
                <a:latin typeface="Noto Sans JP" pitchFamily="34" charset="0"/>
                <a:ea typeface="Noto Sans JP" pitchFamily="34" charset="-122"/>
                <a:cs typeface="Noto Sans JP" pitchFamily="34" charset="-120"/>
              </a:rPr>
              <a:t>壁の</a:t>
            </a:r>
            <a:r>
              <a:rPr lang="en-US" sz="2700" dirty="0" spc="1" kern="0">
                <a:solidFill>
                  <a:srgbClr val="9AA0B5"/>
                </a:solidFill>
                <a:latin typeface="Noto Sans JP" pitchFamily="34" charset="0"/>
                <a:ea typeface="Noto Sans JP" pitchFamily="34" charset="-122"/>
                <a:cs typeface="Noto Sans JP" pitchFamily="34" charset="-120"/>
              </a:rPr>
              <a:t> 本当の 温度を、</a:t>
            </a:r>
            <a:r>
              <a:rPr lang="en-US" sz="2700" dirty="0" spc="0" kern="0">
                <a:solidFill>
                  <a:srgbClr val="9AA0B5"/>
                </a:solidFill>
                <a:latin typeface="Noto Sans JP" pitchFamily="34" charset="0"/>
                <a:ea typeface="Noto Sans JP" pitchFamily="34" charset="-122"/>
                <a:cs typeface="Noto Sans JP" pitchFamily="34" charset="-120"/>
              </a:rPr>
              <a:t> ガス温度ではなくどう</a:t>
            </a:r>
            <a:r>
              <a:rPr lang="en-US" sz="2700" dirty="0" spc="2" kern="0">
                <a:solidFill>
                  <a:srgbClr val="9AA0B5"/>
                </a:solidFill>
                <a:latin typeface="Noto Sans JP" pitchFamily="34" charset="0"/>
                <a:ea typeface="Noto Sans JP" pitchFamily="34" charset="-122"/>
                <a:cs typeface="Noto Sans JP" pitchFamily="34" charset="-120"/>
              </a:rPr>
              <a:t> 知るか？</a:t>
            </a:r>
            <a:endParaRPr lang="en-US" sz="2700" dirty="0"/>
          </a:p>
        </p:txBody>
      </p:sp>
      <p:sp>
        <p:nvSpPr>
          <p:cNvPr id="6" name="Text 4"/>
          <p:cNvSpPr/>
          <p:nvPr/>
        </p:nvSpPr>
        <p:spPr>
          <a:xfrm>
            <a:off x="1485900" y="7715250"/>
            <a:ext cx="15811500" cy="457200"/>
          </a:xfrm>
          <a:prstGeom prst="rect">
            <a:avLst/>
          </a:prstGeom>
          <a:noFill/>
          <a:ln/>
        </p:spPr>
        <p:txBody>
          <a:bodyPr wrap="square" lIns="0" tIns="0" rIns="0" bIns="0" rtlCol="0" anchor="t"/>
          <a:lstStyle/>
          <a:p>
            <a:pPr algn="l" indent="0" marL="0">
              <a:buNone/>
            </a:pPr>
            <a:r>
              <a:rPr lang="en-US" sz="2700" dirty="0" spc="0" kern="0">
                <a:solidFill>
                  <a:srgbClr val="9AA0B5"/>
                </a:solidFill>
                <a:latin typeface="Noto Sans JP" pitchFamily="34" charset="0"/>
                <a:ea typeface="Noto Sans JP" pitchFamily="34" charset="-122"/>
                <a:cs typeface="Noto Sans JP" pitchFamily="34" charset="-120"/>
              </a:rPr>
              <a:t>どの</a:t>
            </a:r>
            <a:r>
              <a:rPr lang="en-US" sz="2700" dirty="0" spc="-16" kern="0">
                <a:solidFill>
                  <a:srgbClr val="9AA0B5"/>
                </a:solidFill>
                <a:latin typeface="Noto Sans JP" pitchFamily="34" charset="0"/>
                <a:ea typeface="Noto Sans JP" pitchFamily="34" charset="-122"/>
                <a:cs typeface="Noto Sans JP" pitchFamily="34" charset="-120"/>
              </a:rPr>
              <a:t> 走行パターンが</a:t>
            </a:r>
            <a:r>
              <a:rPr lang="en-US" sz="2700" dirty="0" spc="-1" kern="0">
                <a:solidFill>
                  <a:srgbClr val="9AA0B5"/>
                </a:solidFill>
                <a:latin typeface="Noto Sans JP" pitchFamily="34" charset="0"/>
                <a:ea typeface="Noto Sans JP" pitchFamily="34" charset="-122"/>
                <a:cs typeface="Noto Sans JP" pitchFamily="34" charset="-120"/>
              </a:rPr>
              <a:t> 190〜325°Cに</a:t>
            </a:r>
            <a:r>
              <a:rPr lang="en-US" sz="2700" dirty="0" spc="2" kern="0">
                <a:solidFill>
                  <a:srgbClr val="9AA0B5"/>
                </a:solidFill>
                <a:latin typeface="Noto Sans JP" pitchFamily="34" charset="0"/>
                <a:ea typeface="Noto Sans JP" pitchFamily="34" charset="-122"/>
                <a:cs typeface="Noto Sans JP" pitchFamily="34" charset="-120"/>
              </a:rPr>
              <a:t> 長く</a:t>
            </a:r>
            <a:r>
              <a:rPr lang="en-US" sz="2700" dirty="0" spc="-6" kern="0">
                <a:solidFill>
                  <a:srgbClr val="9AA0B5"/>
                </a:solidFill>
                <a:latin typeface="Noto Sans JP" pitchFamily="34" charset="0"/>
                <a:ea typeface="Noto Sans JP" pitchFamily="34" charset="-122"/>
                <a:cs typeface="Noto Sans JP" pitchFamily="34" charset="-120"/>
              </a:rPr>
              <a:t> 留まらせるか？</a:t>
            </a:r>
            <a:endParaRPr lang="en-US" sz="2700" dirty="0"/>
          </a:p>
        </p:txBody>
      </p:sp>
      <p:sp>
        <p:nvSpPr>
          <p:cNvPr id="7" name="Text 5"/>
          <p:cNvSpPr/>
          <p:nvPr/>
        </p:nvSpPr>
        <p:spPr>
          <a:xfrm>
            <a:off x="1485900" y="8229600"/>
            <a:ext cx="15811500" cy="457200"/>
          </a:xfrm>
          <a:prstGeom prst="rect">
            <a:avLst/>
          </a:prstGeom>
          <a:noFill/>
          <a:ln/>
        </p:spPr>
        <p:txBody>
          <a:bodyPr wrap="square" lIns="0" tIns="0" rIns="0" bIns="0" rtlCol="0" anchor="t"/>
          <a:lstStyle/>
          <a:p>
            <a:pPr algn="l" indent="0" marL="0">
              <a:buNone/>
            </a:pPr>
            <a:r>
              <a:rPr lang="en-US" sz="2700" dirty="0" spc="0" kern="0">
                <a:solidFill>
                  <a:srgbClr val="9AA0B5"/>
                </a:solidFill>
                <a:latin typeface="Noto Sans JP" pitchFamily="34" charset="0"/>
                <a:ea typeface="Noto Sans JP" pitchFamily="34" charset="-122"/>
                <a:cs typeface="Noto Sans JP" pitchFamily="34" charset="-120"/>
              </a:rPr>
              <a:t>堆積物ができたら、 再生にはどれだけの</a:t>
            </a:r>
            <a:r>
              <a:rPr lang="en-US" sz="2700" dirty="0" spc="2" kern="0">
                <a:solidFill>
                  <a:srgbClr val="9AA0B5"/>
                </a:solidFill>
                <a:latin typeface="Noto Sans JP" pitchFamily="34" charset="0"/>
                <a:ea typeface="Noto Sans JP" pitchFamily="34" charset="-122"/>
                <a:cs typeface="Noto Sans JP" pitchFamily="34" charset="-120"/>
              </a:rPr>
              <a:t> 温度と 時間が</a:t>
            </a:r>
            <a:r>
              <a:rPr lang="en-US" sz="2700" dirty="0" spc="1" kern="0">
                <a:solidFill>
                  <a:srgbClr val="9AA0B5"/>
                </a:solidFill>
                <a:latin typeface="Noto Sans JP" pitchFamily="34" charset="0"/>
                <a:ea typeface="Noto Sans JP" pitchFamily="34" charset="-122"/>
                <a:cs typeface="Noto Sans JP" pitchFamily="34" charset="-120"/>
              </a:rPr>
              <a:t> 必要か？</a:t>
            </a:r>
            <a:endParaRPr lang="en-US" sz="2700" dirty="0"/>
          </a:p>
        </p:txBody>
      </p:sp>
      <p:sp>
        <p:nvSpPr>
          <p:cNvPr id="8" name="Text 6"/>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出典:</a:t>
            </a:r>
            <a:r>
              <a:rPr lang="en-US" sz="1800" dirty="0" spc="-2" kern="0">
                <a:solidFill>
                  <a:srgbClr val="9AA0B5"/>
                </a:solidFill>
                <a:latin typeface="Noto Sans JP" pitchFamily="34" charset="0"/>
                <a:ea typeface="Noto Sans JP" pitchFamily="34" charset="-122"/>
                <a:cs typeface="Noto Sans JP" pitchFamily="34" charset="-120"/>
              </a:rPr>
              <a:t> [S1]</a:t>
            </a:r>
            <a:endParaRPr lang="en-US" sz="1800" dirty="0"/>
          </a:p>
        </p:txBody>
      </p:sp>
      <p:sp>
        <p:nvSpPr>
          <p:cNvPr id="9" name="Shape 7"/>
          <p:cNvSpPr/>
          <p:nvPr/>
        </p:nvSpPr>
        <p:spPr>
          <a:xfrm>
            <a:off x="942975" y="9563100"/>
            <a:ext cx="114300" cy="114300"/>
          </a:xfrm>
          <a:prstGeom prst="ellipse">
            <a:avLst/>
          </a:prstGeom>
          <a:solidFill>
            <a:srgbClr val="F3EEE3">
              <a:alpha val="28000"/>
            </a:srgbClr>
          </a:solidFill>
          <a:ln/>
        </p:spPr>
      </p:sp>
      <p:sp>
        <p:nvSpPr>
          <p:cNvPr id="10" name="Shape 8"/>
          <p:cNvSpPr/>
          <p:nvPr/>
        </p:nvSpPr>
        <p:spPr>
          <a:xfrm>
            <a:off x="1171575" y="9563100"/>
            <a:ext cx="114300" cy="114300"/>
          </a:xfrm>
          <a:prstGeom prst="ellipse">
            <a:avLst/>
          </a:prstGeom>
          <a:solidFill>
            <a:srgbClr val="F3EEE3">
              <a:alpha val="28000"/>
            </a:srgbClr>
          </a:solidFill>
          <a:ln/>
        </p:spPr>
      </p:sp>
      <p:sp>
        <p:nvSpPr>
          <p:cNvPr id="11" name="Shape 9"/>
          <p:cNvSpPr/>
          <p:nvPr/>
        </p:nvSpPr>
        <p:spPr>
          <a:xfrm>
            <a:off x="1400175" y="9563100"/>
            <a:ext cx="114300" cy="114300"/>
          </a:xfrm>
          <a:prstGeom prst="ellipse">
            <a:avLst/>
          </a:prstGeom>
          <a:solidFill>
            <a:srgbClr val="F3EEE3">
              <a:alpha val="28000"/>
            </a:srgbClr>
          </a:solidFill>
          <a:ln/>
        </p:spPr>
      </p:sp>
      <p:sp>
        <p:nvSpPr>
          <p:cNvPr id="12" name="Shape 10"/>
          <p:cNvSpPr/>
          <p:nvPr/>
        </p:nvSpPr>
        <p:spPr>
          <a:xfrm>
            <a:off x="1628775" y="9563100"/>
            <a:ext cx="114300" cy="114300"/>
          </a:xfrm>
          <a:prstGeom prst="ellipse">
            <a:avLst/>
          </a:prstGeom>
          <a:solidFill>
            <a:srgbClr val="F3EEE3">
              <a:alpha val="28000"/>
            </a:srgbClr>
          </a:solidFill>
          <a:ln/>
        </p:spPr>
      </p:sp>
      <p:sp>
        <p:nvSpPr>
          <p:cNvPr id="13" name="Shape 11"/>
          <p:cNvSpPr/>
          <p:nvPr/>
        </p:nvSpPr>
        <p:spPr>
          <a:xfrm>
            <a:off x="1857375" y="9563100"/>
            <a:ext cx="114300" cy="114300"/>
          </a:xfrm>
          <a:prstGeom prst="ellipse">
            <a:avLst/>
          </a:prstGeom>
          <a:solidFill>
            <a:srgbClr val="F3EEE3">
              <a:alpha val="28000"/>
            </a:srgbClr>
          </a:solidFill>
          <a:ln/>
        </p:spPr>
      </p:sp>
      <p:sp>
        <p:nvSpPr>
          <p:cNvPr id="14" name="Shape 12"/>
          <p:cNvSpPr/>
          <p:nvPr/>
        </p:nvSpPr>
        <p:spPr>
          <a:xfrm>
            <a:off x="2085975" y="9563100"/>
            <a:ext cx="114300" cy="114300"/>
          </a:xfrm>
          <a:prstGeom prst="ellipse">
            <a:avLst/>
          </a:prstGeom>
          <a:solidFill>
            <a:srgbClr val="F3EEE3">
              <a:alpha val="28000"/>
            </a:srgbClr>
          </a:solidFill>
          <a:ln/>
        </p:spPr>
      </p:sp>
      <p:sp>
        <p:nvSpPr>
          <p:cNvPr id="15" name="Shape 13"/>
          <p:cNvSpPr/>
          <p:nvPr/>
        </p:nvSpPr>
        <p:spPr>
          <a:xfrm>
            <a:off x="2314575" y="9563100"/>
            <a:ext cx="114300" cy="114300"/>
          </a:xfrm>
          <a:prstGeom prst="ellipse">
            <a:avLst/>
          </a:prstGeom>
          <a:solidFill>
            <a:srgbClr val="F3EEE3">
              <a:alpha val="28000"/>
            </a:srgbClr>
          </a:solidFill>
          <a:ln/>
        </p:spPr>
      </p:sp>
      <p:sp>
        <p:nvSpPr>
          <p:cNvPr id="16" name="Shape 14"/>
          <p:cNvSpPr/>
          <p:nvPr/>
        </p:nvSpPr>
        <p:spPr>
          <a:xfrm>
            <a:off x="2543175" y="9563100"/>
            <a:ext cx="114300" cy="114300"/>
          </a:xfrm>
          <a:prstGeom prst="ellipse">
            <a:avLst/>
          </a:prstGeom>
          <a:solidFill>
            <a:srgbClr val="F3EEE3">
              <a:alpha val="28000"/>
            </a:srgbClr>
          </a:solidFill>
          <a:ln/>
        </p:spPr>
      </p:sp>
      <p:sp>
        <p:nvSpPr>
          <p:cNvPr id="17" name="Shape 15"/>
          <p:cNvSpPr/>
          <p:nvPr/>
        </p:nvSpPr>
        <p:spPr>
          <a:xfrm>
            <a:off x="2771775" y="9563100"/>
            <a:ext cx="114300" cy="114300"/>
          </a:xfrm>
          <a:prstGeom prst="ellipse">
            <a:avLst/>
          </a:prstGeom>
          <a:solidFill>
            <a:srgbClr val="F3EEE3">
              <a:alpha val="28000"/>
            </a:srgbClr>
          </a:solidFill>
          <a:ln/>
        </p:spPr>
      </p:sp>
      <p:sp>
        <p:nvSpPr>
          <p:cNvPr id="18" name="Shape 16"/>
          <p:cNvSpPr/>
          <p:nvPr/>
        </p:nvSpPr>
        <p:spPr>
          <a:xfrm>
            <a:off x="3000375" y="9563100"/>
            <a:ext cx="114300" cy="114300"/>
          </a:xfrm>
          <a:prstGeom prst="ellipse">
            <a:avLst/>
          </a:prstGeom>
          <a:solidFill>
            <a:srgbClr val="F3EEE3">
              <a:alpha val="28000"/>
            </a:srgbClr>
          </a:solidFill>
          <a:ln/>
        </p:spPr>
      </p:sp>
      <p:sp>
        <p:nvSpPr>
          <p:cNvPr id="19" name="Shape 17"/>
          <p:cNvSpPr/>
          <p:nvPr/>
        </p:nvSpPr>
        <p:spPr>
          <a:xfrm>
            <a:off x="3228975" y="9563100"/>
            <a:ext cx="114300" cy="114300"/>
          </a:xfrm>
          <a:prstGeom prst="ellipse">
            <a:avLst/>
          </a:prstGeom>
          <a:solidFill>
            <a:srgbClr val="F3EEE3">
              <a:alpha val="28000"/>
            </a:srgbClr>
          </a:solidFill>
          <a:ln/>
        </p:spPr>
      </p:sp>
      <p:sp>
        <p:nvSpPr>
          <p:cNvPr id="20" name="Shape 18"/>
          <p:cNvSpPr/>
          <p:nvPr/>
        </p:nvSpPr>
        <p:spPr>
          <a:xfrm>
            <a:off x="3457575" y="9563100"/>
            <a:ext cx="114300" cy="114300"/>
          </a:xfrm>
          <a:prstGeom prst="ellipse">
            <a:avLst/>
          </a:prstGeom>
          <a:solidFill>
            <a:srgbClr val="F3EEE3">
              <a:alpha val="28000"/>
            </a:srgbClr>
          </a:solidFill>
          <a:ln/>
        </p:spPr>
      </p:sp>
      <p:sp>
        <p:nvSpPr>
          <p:cNvPr id="21" name="Shape 19"/>
          <p:cNvSpPr/>
          <p:nvPr/>
        </p:nvSpPr>
        <p:spPr>
          <a:xfrm>
            <a:off x="3686175" y="9563100"/>
            <a:ext cx="114300" cy="114300"/>
          </a:xfrm>
          <a:prstGeom prst="ellipse">
            <a:avLst/>
          </a:prstGeom>
          <a:solidFill>
            <a:srgbClr val="F3EEE3">
              <a:alpha val="28000"/>
            </a:srgbClr>
          </a:solidFill>
          <a:ln/>
        </p:spPr>
      </p:sp>
      <p:sp>
        <p:nvSpPr>
          <p:cNvPr id="22" name="Shape 20"/>
          <p:cNvSpPr/>
          <p:nvPr/>
        </p:nvSpPr>
        <p:spPr>
          <a:xfrm>
            <a:off x="3914775" y="9563100"/>
            <a:ext cx="114300" cy="114300"/>
          </a:xfrm>
          <a:prstGeom prst="ellipse">
            <a:avLst/>
          </a:prstGeom>
          <a:solidFill>
            <a:srgbClr val="F3EEE3">
              <a:alpha val="28000"/>
            </a:srgbClr>
          </a:solidFill>
          <a:ln/>
        </p:spPr>
      </p:sp>
      <p:sp>
        <p:nvSpPr>
          <p:cNvPr id="23" name="Shape 21"/>
          <p:cNvSpPr/>
          <p:nvPr/>
        </p:nvSpPr>
        <p:spPr>
          <a:xfrm>
            <a:off x="4124325" y="9544050"/>
            <a:ext cx="152400" cy="152400"/>
          </a:xfrm>
          <a:prstGeom prst="ellipse">
            <a:avLst/>
          </a:prstGeom>
          <a:solidFill>
            <a:srgbClr val="FF6A4D"/>
          </a:solidFill>
          <a:ln/>
        </p:spPr>
      </p:sp>
      <p:sp>
        <p:nvSpPr>
          <p:cNvPr id="24" name="Shape 22"/>
          <p:cNvSpPr/>
          <p:nvPr/>
        </p:nvSpPr>
        <p:spPr>
          <a:xfrm>
            <a:off x="4371975" y="9563100"/>
            <a:ext cx="114300" cy="114300"/>
          </a:xfrm>
          <a:prstGeom prst="ellipse">
            <a:avLst/>
          </a:prstGeom>
          <a:solidFill>
            <a:srgbClr val="F3EEE3">
              <a:alpha val="28000"/>
            </a:srgbClr>
          </a:solidFill>
          <a:ln/>
        </p:spPr>
      </p:sp>
      <p:sp>
        <p:nvSpPr>
          <p:cNvPr id="25" name="Shape 23"/>
          <p:cNvSpPr/>
          <p:nvPr/>
        </p:nvSpPr>
        <p:spPr>
          <a:xfrm>
            <a:off x="4600575" y="9563100"/>
            <a:ext cx="114300" cy="114300"/>
          </a:xfrm>
          <a:prstGeom prst="ellipse">
            <a:avLst/>
          </a:prstGeom>
          <a:solidFill>
            <a:srgbClr val="F3EEE3">
              <a:alpha val="28000"/>
            </a:srgbClr>
          </a:solidFill>
          <a:ln/>
        </p:spPr>
      </p:sp>
      <p:sp>
        <p:nvSpPr>
          <p:cNvPr id="26" name="Text 24"/>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L17</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15/17</a:t>
            </a:r>
            <a:endParaRPr lang="en-US" sz="1800" dirty="0"/>
          </a:p>
        </p:txBody>
      </p:sp>
      <p:sp>
        <p:nvSpPr>
          <p:cNvPr id="27" name="Shape 25"/>
          <p:cNvSpPr/>
          <p:nvPr/>
        </p:nvSpPr>
        <p:spPr>
          <a:xfrm>
            <a:off x="15983712" y="9076331"/>
            <a:ext cx="1645920" cy="552301"/>
          </a:xfrm>
          <a:prstGeom prst="roundRect">
            <a:avLst>
              <a:gd name="adj" fmla="val 28000"/>
            </a:avLst>
          </a:prstGeom>
          <a:solidFill>
            <a:srgbClr val="FFFFFF">
              <a:alpha val="82000"/>
            </a:srgbClr>
          </a:solidFill>
          <a:ln/>
        </p:spPr>
      </p:sp>
      <p:pic>
        <p:nvPicPr>
          <p:cNvPr id="28" name="Moda image moda-export-watermark-384dde15-0341-4c98-aabb-31f9e1796c94"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14161C"/>
                </a:solidFill>
                <a:latin typeface="Noto Sans JP ExtraBold" pitchFamily="34" charset="0"/>
                <a:ea typeface="Noto Sans JP ExtraBold" pitchFamily="34" charset="-122"/>
                <a:cs typeface="Noto Sans JP ExtraBold" pitchFamily="34" charset="-120"/>
              </a:rPr>
              <a:t>グラフの 数値と 推論の 区別</a:t>
            </a:r>
            <a:endParaRPr lang="en-US" sz="5700" dirty="0"/>
          </a:p>
        </p:txBody>
      </p:sp>
      <p:sp>
        <p:nvSpPr>
          <p:cNvPr id="3" name="Shape 1"/>
          <p:cNvSpPr/>
          <p:nvPr/>
        </p:nvSpPr>
        <p:spPr>
          <a:xfrm>
            <a:off x="914400" y="2857500"/>
            <a:ext cx="8058150" cy="4191000"/>
          </a:xfrm>
          <a:prstGeom prst="roundRect">
            <a:avLst>
              <a:gd name="adj" fmla="val 6364"/>
            </a:avLst>
          </a:prstGeom>
          <a:solidFill>
            <a:srgbClr val="F3DFB8"/>
          </a:solidFill>
          <a:ln/>
        </p:spPr>
      </p:sp>
      <p:sp>
        <p:nvSpPr>
          <p:cNvPr id="4" name="Shape 2"/>
          <p:cNvSpPr/>
          <p:nvPr/>
        </p:nvSpPr>
        <p:spPr>
          <a:xfrm>
            <a:off x="914400" y="2857500"/>
            <a:ext cx="133350" cy="4191000"/>
          </a:xfrm>
          <a:prstGeom prst="roundRect">
            <a:avLst>
              <a:gd name="adj" fmla="val 50000"/>
            </a:avLst>
          </a:prstGeom>
          <a:solidFill>
            <a:srgbClr val="B45309"/>
          </a:solidFill>
          <a:ln/>
        </p:spPr>
      </p:sp>
      <p:sp>
        <p:nvSpPr>
          <p:cNvPr id="5" name="Text 3"/>
          <p:cNvSpPr/>
          <p:nvPr/>
        </p:nvSpPr>
        <p:spPr>
          <a:xfrm>
            <a:off x="1371600" y="3200400"/>
            <a:ext cx="7143750" cy="952500"/>
          </a:xfrm>
          <a:prstGeom prst="rect">
            <a:avLst/>
          </a:prstGeom>
          <a:noFill/>
          <a:ln/>
        </p:spPr>
        <p:txBody>
          <a:bodyPr wrap="square" lIns="0" tIns="0" rIns="0" bIns="0" rtlCol="0" anchor="t"/>
          <a:lstStyle/>
          <a:p>
            <a:pPr algn="l" indent="0" marL="0">
              <a:buNone/>
            </a:pPr>
            <a:r>
              <a:rPr lang="en-US" sz="3600" dirty="0" spc="0" kern="0">
                <a:solidFill>
                  <a:srgbClr val="B45309"/>
                </a:solidFill>
                <a:latin typeface="Noto Sans JP ExtraBold" pitchFamily="34" charset="0"/>
                <a:ea typeface="Noto Sans JP ExtraBold" pitchFamily="34" charset="-122"/>
                <a:cs typeface="Noto Sans JP ExtraBold" pitchFamily="34" charset="-120"/>
              </a:rPr>
              <a:t>グラフから</a:t>
            </a:r>
            <a:r>
              <a:rPr lang="en-US" sz="3600" dirty="0" spc="-1" kern="0">
                <a:solidFill>
                  <a:srgbClr val="B45309"/>
                </a:solidFill>
                <a:latin typeface="Noto Sans JP ExtraBold" pitchFamily="34" charset="0"/>
                <a:ea typeface="Noto Sans JP ExtraBold" pitchFamily="34" charset="-122"/>
                <a:cs typeface="Noto Sans JP ExtraBold" pitchFamily="34" charset="-120"/>
              </a:rPr>
              <a:t> 読み 取った</a:t>
            </a:r>
            <a:r>
              <a:rPr lang="en-US" sz="3600" dirty="0" spc="-3" kern="0">
                <a:solidFill>
                  <a:srgbClr val="B45309"/>
                </a:solidFill>
                <a:latin typeface="Noto Sans JP ExtraBold" pitchFamily="34" charset="0"/>
                <a:ea typeface="Noto Sans JP ExtraBold" pitchFamily="34" charset="-122"/>
                <a:cs typeface="Noto Sans JP ExtraBold" pitchFamily="34" charset="-120"/>
              </a:rPr>
              <a:t> 値（S1）</a:t>
            </a:r>
            <a:endParaRPr lang="en-US" sz="3600" dirty="0"/>
          </a:p>
        </p:txBody>
      </p:sp>
      <p:sp>
        <p:nvSpPr>
          <p:cNvPr id="6" name="Text 4"/>
          <p:cNvSpPr/>
          <p:nvPr/>
        </p:nvSpPr>
        <p:spPr>
          <a:xfrm>
            <a:off x="1371600" y="4286250"/>
            <a:ext cx="7143750" cy="2286000"/>
          </a:xfrm>
          <a:prstGeom prst="rect">
            <a:avLst/>
          </a:prstGeom>
          <a:noFill/>
          <a:ln/>
        </p:spPr>
        <p:txBody>
          <a:bodyPr wrap="square" lIns="0" tIns="44406" rIns="0" bIns="-44406" rtlCol="0" anchor="t"/>
          <a:lstStyle/>
          <a:p>
            <a:pPr algn="l" indent="0" marL="0">
              <a:lnSpc>
                <a:spcPts val="4095"/>
              </a:lnSpc>
              <a:buNone/>
            </a:pPr>
            <a:r>
              <a:rPr lang="en-US" sz="3150" dirty="0" spc="0" kern="0">
                <a:solidFill>
                  <a:srgbClr val="14161C"/>
                </a:solidFill>
                <a:latin typeface="Noto Sans JP" pitchFamily="34" charset="0"/>
                <a:ea typeface="Noto Sans JP" pitchFamily="34" charset="-122"/>
                <a:cs typeface="Noto Sans JP" pitchFamily="34" charset="-120"/>
              </a:rPr>
              <a:t>固体4種と</a:t>
            </a:r>
            <a:r>
              <a:rPr lang="en-US" sz="3150" dirty="0" spc="1" kern="0">
                <a:solidFill>
                  <a:srgbClr val="14161C"/>
                </a:solidFill>
                <a:latin typeface="Noto Sans JP" pitchFamily="34" charset="0"/>
                <a:ea typeface="Noto Sans JP" pitchFamily="34" charset="-122"/>
                <a:cs typeface="Noto Sans JP" pitchFamily="34" charset="-120"/>
              </a:rPr>
              <a:t> 総回収量の 質量%。 9つの 測定点、 誤差約±2%</a:t>
            </a:r>
            <a:endParaRPr lang="en-US" sz="3150" dirty="0"/>
          </a:p>
        </p:txBody>
      </p:sp>
      <p:sp>
        <p:nvSpPr>
          <p:cNvPr id="7" name="Shape 5"/>
          <p:cNvSpPr/>
          <p:nvPr/>
        </p:nvSpPr>
        <p:spPr>
          <a:xfrm>
            <a:off x="9315450" y="2857500"/>
            <a:ext cx="8058150" cy="4191000"/>
          </a:xfrm>
          <a:prstGeom prst="roundRect">
            <a:avLst>
              <a:gd name="adj" fmla="val 6364"/>
            </a:avLst>
          </a:prstGeom>
          <a:solidFill>
            <a:srgbClr val="CFE8E2"/>
          </a:solidFill>
          <a:ln/>
        </p:spPr>
      </p:sp>
      <p:sp>
        <p:nvSpPr>
          <p:cNvPr id="8" name="Shape 6"/>
          <p:cNvSpPr/>
          <p:nvPr/>
        </p:nvSpPr>
        <p:spPr>
          <a:xfrm>
            <a:off x="9315450" y="2857500"/>
            <a:ext cx="133350" cy="4191000"/>
          </a:xfrm>
          <a:prstGeom prst="roundRect">
            <a:avLst>
              <a:gd name="adj" fmla="val 50000"/>
            </a:avLst>
          </a:prstGeom>
          <a:solidFill>
            <a:srgbClr val="0F766E"/>
          </a:solidFill>
          <a:ln/>
        </p:spPr>
      </p:sp>
      <p:sp>
        <p:nvSpPr>
          <p:cNvPr id="9" name="Text 7"/>
          <p:cNvSpPr/>
          <p:nvPr/>
        </p:nvSpPr>
        <p:spPr>
          <a:xfrm>
            <a:off x="9772650" y="3200400"/>
            <a:ext cx="7143750" cy="952500"/>
          </a:xfrm>
          <a:prstGeom prst="rect">
            <a:avLst/>
          </a:prstGeom>
          <a:noFill/>
          <a:ln/>
        </p:spPr>
        <p:txBody>
          <a:bodyPr wrap="square" lIns="0" tIns="0" rIns="0" bIns="0" rtlCol="0" anchor="t"/>
          <a:lstStyle/>
          <a:p>
            <a:pPr algn="l" indent="0" marL="0">
              <a:buNone/>
            </a:pPr>
            <a:r>
              <a:rPr lang="en-US" sz="4200" dirty="0" spc="0" kern="0">
                <a:solidFill>
                  <a:srgbClr val="0F766E"/>
                </a:solidFill>
                <a:latin typeface="Noto Sans JP ExtraBold" pitchFamily="34" charset="0"/>
                <a:ea typeface="Noto Sans JP ExtraBold" pitchFamily="34" charset="-122"/>
                <a:cs typeface="Noto Sans JP ExtraBold" pitchFamily="34" charset="-120"/>
              </a:rPr>
              <a:t>本資料の</a:t>
            </a:r>
            <a:r>
              <a:rPr lang="en-US" sz="4200" dirty="0" spc="-2" kern="0">
                <a:solidFill>
                  <a:srgbClr val="0F766E"/>
                </a:solidFill>
                <a:latin typeface="Noto Sans JP ExtraBold" pitchFamily="34" charset="0"/>
                <a:ea typeface="Noto Sans JP ExtraBold" pitchFamily="34" charset="-122"/>
                <a:cs typeface="Noto Sans JP ExtraBold" pitchFamily="34" charset="-120"/>
              </a:rPr>
              <a:t> 推論</a:t>
            </a:r>
            <a:endParaRPr lang="en-US" sz="4200" dirty="0"/>
          </a:p>
        </p:txBody>
      </p:sp>
      <p:sp>
        <p:nvSpPr>
          <p:cNvPr id="10" name="Text 8"/>
          <p:cNvSpPr/>
          <p:nvPr/>
        </p:nvSpPr>
        <p:spPr>
          <a:xfrm>
            <a:off x="9772650" y="4286250"/>
            <a:ext cx="7143750" cy="2286000"/>
          </a:xfrm>
          <a:prstGeom prst="rect">
            <a:avLst/>
          </a:prstGeom>
          <a:noFill/>
          <a:ln/>
        </p:spPr>
        <p:txBody>
          <a:bodyPr wrap="square" lIns="0" tIns="44406" rIns="0" bIns="-44406" rtlCol="0" anchor="t"/>
          <a:lstStyle/>
          <a:p>
            <a:pPr algn="l" indent="0" marL="0">
              <a:lnSpc>
                <a:spcPts val="4095"/>
              </a:lnSpc>
              <a:buNone/>
            </a:pPr>
            <a:r>
              <a:rPr lang="en-US" sz="3150" dirty="0" spc="0" kern="0">
                <a:solidFill>
                  <a:srgbClr val="14161C"/>
                </a:solidFill>
                <a:latin typeface="Noto Sans JP" pitchFamily="34" charset="0"/>
                <a:ea typeface="Noto Sans JP" pitchFamily="34" charset="-122"/>
                <a:cs typeface="Noto Sans JP" pitchFamily="34" charset="-120"/>
              </a:rPr>
              <a:t>反応名、</a:t>
            </a:r>
            <a:r>
              <a:rPr lang="en-US" sz="3150" dirty="0" spc="2" kern="0">
                <a:solidFill>
                  <a:srgbClr val="14161C"/>
                </a:solidFill>
                <a:latin typeface="Noto Sans JP" pitchFamily="34" charset="0"/>
                <a:ea typeface="Noto Sans JP" pitchFamily="34" charset="-122"/>
                <a:cs typeface="Noto Sans JP" pitchFamily="34" charset="-120"/>
              </a:rPr>
              <a:t> 良し</a:t>
            </a:r>
            <a:r>
              <a:rPr lang="en-US" sz="3150" dirty="0" spc="1" kern="0">
                <a:solidFill>
                  <a:srgbClr val="14161C"/>
                </a:solidFill>
                <a:latin typeface="Noto Sans JP" pitchFamily="34" charset="0"/>
                <a:ea typeface="Noto Sans JP" pitchFamily="34" charset="-122"/>
                <a:cs typeface="Noto Sans JP" pitchFamily="34" charset="-120"/>
              </a:rPr>
              <a:t> 悪しの</a:t>
            </a:r>
            <a:r>
              <a:rPr lang="en-US" sz="3150" dirty="0" spc="2" kern="0">
                <a:solidFill>
                  <a:srgbClr val="14161C"/>
                </a:solidFill>
                <a:latin typeface="Noto Sans JP" pitchFamily="34" charset="0"/>
                <a:ea typeface="Noto Sans JP" pitchFamily="34" charset="-122"/>
                <a:cs typeface="Noto Sans JP" pitchFamily="34" charset="-120"/>
              </a:rPr>
              <a:t> 分類、</a:t>
            </a:r>
            <a:r>
              <a:rPr lang="en-US" sz="3150" dirty="0" spc="1" kern="0">
                <a:solidFill>
                  <a:srgbClr val="14161C"/>
                </a:solidFill>
                <a:latin typeface="Noto Sans JP" pitchFamily="34" charset="0"/>
                <a:ea typeface="Noto Sans JP" pitchFamily="34" charset="-122"/>
                <a:cs typeface="Noto Sans JP" pitchFamily="34" charset="-120"/>
              </a:rPr>
              <a:t> 危険領域、</a:t>
            </a:r>
            <a:r>
              <a:rPr lang="en-US" sz="3150" dirty="0" spc="0" kern="0">
                <a:solidFill>
                  <a:srgbClr val="14161C"/>
                </a:solidFill>
                <a:latin typeface="Noto Sans JP" pitchFamily="34" charset="0"/>
                <a:ea typeface="Noto Sans JP" pitchFamily="34" charset="-122"/>
                <a:cs typeface="Noto Sans JP" pitchFamily="34" charset="-120"/>
              </a:rPr>
              <a:t> 対策、160・170°Cの 内挿値</a:t>
            </a:r>
            <a:endParaRPr lang="en-US" sz="3150" dirty="0"/>
          </a:p>
        </p:txBody>
      </p:sp>
      <p:sp>
        <p:nvSpPr>
          <p:cNvPr id="11" name="Shape 9"/>
          <p:cNvSpPr/>
          <p:nvPr/>
        </p:nvSpPr>
        <p:spPr>
          <a:xfrm>
            <a:off x="914400" y="7429500"/>
            <a:ext cx="16459200" cy="1238250"/>
          </a:xfrm>
          <a:prstGeom prst="roundRect">
            <a:avLst>
              <a:gd name="adj" fmla="val 18462"/>
            </a:avLst>
          </a:prstGeom>
          <a:solidFill>
            <a:srgbClr val="E8E0CF"/>
          </a:solidFill>
          <a:ln/>
        </p:spPr>
      </p:sp>
      <p:sp>
        <p:nvSpPr>
          <p:cNvPr id="12" name="Text 10"/>
          <p:cNvSpPr/>
          <p:nvPr/>
        </p:nvSpPr>
        <p:spPr>
          <a:xfrm>
            <a:off x="1295400" y="7429500"/>
            <a:ext cx="15697200" cy="1238250"/>
          </a:xfrm>
          <a:prstGeom prst="rect">
            <a:avLst/>
          </a:prstGeom>
          <a:noFill/>
          <a:ln/>
        </p:spPr>
        <p:txBody>
          <a:bodyPr wrap="square" lIns="0" tIns="0" rIns="0" bIns="0" rtlCol="0" anchor="ctr"/>
          <a:lstStyle/>
          <a:p>
            <a:pPr algn="l" indent="0" marL="0">
              <a:buNone/>
            </a:pPr>
            <a:r>
              <a:rPr lang="en-US" sz="2850" dirty="0" spc="0" kern="0">
                <a:solidFill>
                  <a:srgbClr val="14161C"/>
                </a:solidFill>
                <a:latin typeface="Noto Sans JP SemiBold" pitchFamily="34" charset="0"/>
                <a:ea typeface="Noto Sans JP SemiBold" pitchFamily="34" charset="-122"/>
                <a:cs typeface="Noto Sans JP SemiBold" pitchFamily="34" charset="-120"/>
              </a:rPr>
              <a:t>これは</a:t>
            </a:r>
            <a:r>
              <a:rPr lang="en-US" sz="2850" dirty="0" spc="-1" kern="0">
                <a:solidFill>
                  <a:srgbClr val="14161C"/>
                </a:solidFill>
                <a:latin typeface="Noto Sans JP SemiBold" pitchFamily="34" charset="0"/>
                <a:ea typeface="Noto Sans JP SemiBold" pitchFamily="34" charset="-122"/>
                <a:cs typeface="Noto Sans JP SemiBold" pitchFamily="34" charset="-120"/>
              </a:rPr>
              <a:t> 実験室での 尿素加熱実験。 車内では 昇温速度、 ガス流、 触媒、 噴霧液滴で</a:t>
            </a:r>
            <a:r>
              <a:rPr lang="en-US" sz="2850" dirty="0" spc="-2" kern="0">
                <a:solidFill>
                  <a:srgbClr val="14161C"/>
                </a:solidFill>
                <a:latin typeface="Noto Sans JP SemiBold" pitchFamily="34" charset="0"/>
                <a:ea typeface="Noto Sans JP SemiBold" pitchFamily="34" charset="-122"/>
                <a:cs typeface="Noto Sans JP SemiBold" pitchFamily="34" charset="-120"/>
              </a:rPr>
              <a:t> 値が 変わる</a:t>
            </a:r>
            <a:r>
              <a:rPr lang="en-US" sz="2850" dirty="0" spc="-3" kern="0">
                <a:solidFill>
                  <a:srgbClr val="14161C"/>
                </a:solidFill>
                <a:latin typeface="Noto Sans JP SemiBold" pitchFamily="34" charset="0"/>
                <a:ea typeface="Noto Sans JP SemiBold" pitchFamily="34" charset="-122"/>
                <a:cs typeface="Noto Sans JP SemiBold" pitchFamily="34" charset="-120"/>
              </a:rPr>
              <a:t> ·</a:t>
            </a:r>
            <a:r>
              <a:rPr lang="en-US" sz="2850" dirty="0" spc="1" kern="0">
                <a:solidFill>
                  <a:srgbClr val="14161C"/>
                </a:solidFill>
                <a:latin typeface="Noto Sans JP SemiBold" pitchFamily="34" charset="0"/>
                <a:ea typeface="Noto Sans JP SemiBold" pitchFamily="34" charset="-122"/>
                <a:cs typeface="Noto Sans JP SemiBold" pitchFamily="34" charset="-120"/>
              </a:rPr>
              <a:t> 400°Cの</a:t>
            </a:r>
            <a:r>
              <a:rPr lang="en-US" sz="2850" dirty="0" spc="-2" kern="0">
                <a:solidFill>
                  <a:srgbClr val="14161C"/>
                </a:solidFill>
                <a:latin typeface="Noto Sans JP SemiBold" pitchFamily="34" charset="0"/>
                <a:ea typeface="Noto Sans JP SemiBold" pitchFamily="34" charset="-122"/>
                <a:cs typeface="Noto Sans JP SemiBold" pitchFamily="34" charset="-120"/>
              </a:rPr>
              <a:t> 総量は</a:t>
            </a:r>
            <a:r>
              <a:rPr lang="en-US" sz="2850" dirty="0" spc="-1" kern="0">
                <a:solidFill>
                  <a:srgbClr val="14161C"/>
                </a:solidFill>
                <a:latin typeface="Noto Sans JP SemiBold" pitchFamily="34" charset="0"/>
                <a:ea typeface="Noto Sans JP SemiBold" pitchFamily="34" charset="-122"/>
                <a:cs typeface="Noto Sans JP SemiBold" pitchFamily="34" charset="-120"/>
              </a:rPr>
              <a:t> グラフで</a:t>
            </a:r>
            <a:r>
              <a:rPr lang="en-US" sz="2850" dirty="0" spc="0" kern="0">
                <a:solidFill>
                  <a:srgbClr val="14161C"/>
                </a:solidFill>
                <a:latin typeface="Noto Sans JP SemiBold" pitchFamily="34" charset="0"/>
                <a:ea typeface="Noto Sans JP SemiBold" pitchFamily="34" charset="-122"/>
                <a:cs typeface="Noto Sans JP SemiBold" pitchFamily="34" charset="-120"/>
              </a:rPr>
              <a:t> 約2.5%、</a:t>
            </a:r>
            <a:r>
              <a:rPr lang="en-US" sz="2850" dirty="0" spc="-3" kern="0">
                <a:solidFill>
                  <a:srgbClr val="14161C"/>
                </a:solidFill>
                <a:latin typeface="Noto Sans JP SemiBold" pitchFamily="34" charset="0"/>
                <a:ea typeface="Noto Sans JP SemiBold" pitchFamily="34" charset="-122"/>
                <a:cs typeface="Noto Sans JP SemiBold" pitchFamily="34" charset="-120"/>
              </a:rPr>
              <a:t> 読み</a:t>
            </a:r>
            <a:r>
              <a:rPr lang="en-US" sz="2850" dirty="0" spc="-1" kern="0">
                <a:solidFill>
                  <a:srgbClr val="14161C"/>
                </a:solidFill>
                <a:latin typeface="Noto Sans JP SemiBold" pitchFamily="34" charset="0"/>
                <a:ea typeface="Noto Sans JP SemiBold" pitchFamily="34" charset="-122"/>
                <a:cs typeface="Noto Sans JP SemiBold" pitchFamily="34" charset="-120"/>
              </a:rPr>
              <a:t> 取れる 4種の</a:t>
            </a:r>
            <a:r>
              <a:rPr lang="en-US" sz="2850" dirty="0" spc="-2" kern="0">
                <a:solidFill>
                  <a:srgbClr val="14161C"/>
                </a:solidFill>
                <a:latin typeface="Noto Sans JP SemiBold" pitchFamily="34" charset="0"/>
                <a:ea typeface="Noto Sans JP SemiBold" pitchFamily="34" charset="-122"/>
                <a:cs typeface="Noto Sans JP SemiBold" pitchFamily="34" charset="-120"/>
              </a:rPr>
              <a:t> 合計は</a:t>
            </a:r>
            <a:r>
              <a:rPr lang="en-US" sz="2850" dirty="0" spc="-1" kern="0">
                <a:solidFill>
                  <a:srgbClr val="14161C"/>
                </a:solidFill>
                <a:latin typeface="Noto Sans JP SemiBold" pitchFamily="34" charset="0"/>
                <a:ea typeface="Noto Sans JP SemiBold" pitchFamily="34" charset="-122"/>
                <a:cs typeface="Noto Sans JP SemiBold" pitchFamily="34" charset="-120"/>
              </a:rPr>
              <a:t> 約1%</a:t>
            </a:r>
            <a:endParaRPr lang="en-US" sz="2850" dirty="0"/>
          </a:p>
        </p:txBody>
      </p:sp>
      <p:sp>
        <p:nvSpPr>
          <p:cNvPr id="13" name="Text 1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出典:</a:t>
            </a:r>
            <a:r>
              <a:rPr lang="en-US" sz="1800" dirty="0" spc="-2" kern="0">
                <a:solidFill>
                  <a:srgbClr val="6B6A66"/>
                </a:solidFill>
                <a:latin typeface="Noto Sans JP" pitchFamily="34" charset="0"/>
                <a:ea typeface="Noto Sans JP" pitchFamily="34" charset="-122"/>
                <a:cs typeface="Noto Sans JP" pitchFamily="34" charset="-120"/>
              </a:rPr>
              <a:t> [S1]</a:t>
            </a:r>
            <a:r>
              <a:rPr lang="en-US" sz="1800" dirty="0" spc="-1" kern="0">
                <a:solidFill>
                  <a:srgbClr val="6B6A66"/>
                </a:solidFill>
                <a:latin typeface="Noto Sans JP" pitchFamily="34" charset="0"/>
                <a:ea typeface="Noto Sans JP" pitchFamily="34" charset="-122"/>
                <a:cs typeface="Noto Sans JP" pitchFamily="34" charset="-120"/>
              </a:rPr>
              <a:t> [S3]</a:t>
            </a:r>
            <a:endParaRPr lang="en-US" sz="1800" dirty="0"/>
          </a:p>
        </p:txBody>
      </p:sp>
      <p:sp>
        <p:nvSpPr>
          <p:cNvPr id="14" name="Shape 12"/>
          <p:cNvSpPr/>
          <p:nvPr/>
        </p:nvSpPr>
        <p:spPr>
          <a:xfrm>
            <a:off x="942975" y="9563100"/>
            <a:ext cx="114300" cy="114300"/>
          </a:xfrm>
          <a:prstGeom prst="ellipse">
            <a:avLst/>
          </a:prstGeom>
          <a:solidFill>
            <a:srgbClr val="14161C">
              <a:alpha val="28000"/>
            </a:srgbClr>
          </a:solidFill>
          <a:ln/>
        </p:spPr>
      </p:sp>
      <p:sp>
        <p:nvSpPr>
          <p:cNvPr id="15" name="Shape 13"/>
          <p:cNvSpPr/>
          <p:nvPr/>
        </p:nvSpPr>
        <p:spPr>
          <a:xfrm>
            <a:off x="1171575" y="9563100"/>
            <a:ext cx="114300" cy="114300"/>
          </a:xfrm>
          <a:prstGeom prst="ellipse">
            <a:avLst/>
          </a:prstGeom>
          <a:solidFill>
            <a:srgbClr val="14161C">
              <a:alpha val="28000"/>
            </a:srgbClr>
          </a:solidFill>
          <a:ln/>
        </p:spPr>
      </p:sp>
      <p:sp>
        <p:nvSpPr>
          <p:cNvPr id="16" name="Shape 14"/>
          <p:cNvSpPr/>
          <p:nvPr/>
        </p:nvSpPr>
        <p:spPr>
          <a:xfrm>
            <a:off x="1400175" y="9563100"/>
            <a:ext cx="114300" cy="114300"/>
          </a:xfrm>
          <a:prstGeom prst="ellipse">
            <a:avLst/>
          </a:prstGeom>
          <a:solidFill>
            <a:srgbClr val="14161C">
              <a:alpha val="28000"/>
            </a:srgbClr>
          </a:solidFill>
          <a:ln/>
        </p:spPr>
      </p:sp>
      <p:sp>
        <p:nvSpPr>
          <p:cNvPr id="17" name="Shape 15"/>
          <p:cNvSpPr/>
          <p:nvPr/>
        </p:nvSpPr>
        <p:spPr>
          <a:xfrm>
            <a:off x="1628775" y="9563100"/>
            <a:ext cx="114300" cy="114300"/>
          </a:xfrm>
          <a:prstGeom prst="ellipse">
            <a:avLst/>
          </a:prstGeom>
          <a:solidFill>
            <a:srgbClr val="14161C">
              <a:alpha val="28000"/>
            </a:srgbClr>
          </a:solidFill>
          <a:ln/>
        </p:spPr>
      </p:sp>
      <p:sp>
        <p:nvSpPr>
          <p:cNvPr id="18" name="Shape 16"/>
          <p:cNvSpPr/>
          <p:nvPr/>
        </p:nvSpPr>
        <p:spPr>
          <a:xfrm>
            <a:off x="1857375" y="9563100"/>
            <a:ext cx="114300" cy="114300"/>
          </a:xfrm>
          <a:prstGeom prst="ellipse">
            <a:avLst/>
          </a:prstGeom>
          <a:solidFill>
            <a:srgbClr val="14161C">
              <a:alpha val="28000"/>
            </a:srgbClr>
          </a:solidFill>
          <a:ln/>
        </p:spPr>
      </p:sp>
      <p:sp>
        <p:nvSpPr>
          <p:cNvPr id="19" name="Shape 17"/>
          <p:cNvSpPr/>
          <p:nvPr/>
        </p:nvSpPr>
        <p:spPr>
          <a:xfrm>
            <a:off x="2085975" y="9563100"/>
            <a:ext cx="114300" cy="114300"/>
          </a:xfrm>
          <a:prstGeom prst="ellipse">
            <a:avLst/>
          </a:prstGeom>
          <a:solidFill>
            <a:srgbClr val="14161C">
              <a:alpha val="28000"/>
            </a:srgbClr>
          </a:solidFill>
          <a:ln/>
        </p:spPr>
      </p:sp>
      <p:sp>
        <p:nvSpPr>
          <p:cNvPr id="20" name="Shape 18"/>
          <p:cNvSpPr/>
          <p:nvPr/>
        </p:nvSpPr>
        <p:spPr>
          <a:xfrm>
            <a:off x="2314575" y="9563100"/>
            <a:ext cx="114300" cy="114300"/>
          </a:xfrm>
          <a:prstGeom prst="ellipse">
            <a:avLst/>
          </a:prstGeom>
          <a:solidFill>
            <a:srgbClr val="14161C">
              <a:alpha val="28000"/>
            </a:srgbClr>
          </a:solidFill>
          <a:ln/>
        </p:spPr>
      </p:sp>
      <p:sp>
        <p:nvSpPr>
          <p:cNvPr id="21" name="Shape 19"/>
          <p:cNvSpPr/>
          <p:nvPr/>
        </p:nvSpPr>
        <p:spPr>
          <a:xfrm>
            <a:off x="2543175" y="9563100"/>
            <a:ext cx="114300" cy="114300"/>
          </a:xfrm>
          <a:prstGeom prst="ellipse">
            <a:avLst/>
          </a:prstGeom>
          <a:solidFill>
            <a:srgbClr val="14161C">
              <a:alpha val="28000"/>
            </a:srgbClr>
          </a:solidFill>
          <a:ln/>
        </p:spPr>
      </p:sp>
      <p:sp>
        <p:nvSpPr>
          <p:cNvPr id="22" name="Shape 20"/>
          <p:cNvSpPr/>
          <p:nvPr/>
        </p:nvSpPr>
        <p:spPr>
          <a:xfrm>
            <a:off x="2771775" y="9563100"/>
            <a:ext cx="114300" cy="114300"/>
          </a:xfrm>
          <a:prstGeom prst="ellipse">
            <a:avLst/>
          </a:prstGeom>
          <a:solidFill>
            <a:srgbClr val="14161C">
              <a:alpha val="28000"/>
            </a:srgbClr>
          </a:solidFill>
          <a:ln/>
        </p:spPr>
      </p:sp>
      <p:sp>
        <p:nvSpPr>
          <p:cNvPr id="23" name="Shape 21"/>
          <p:cNvSpPr/>
          <p:nvPr/>
        </p:nvSpPr>
        <p:spPr>
          <a:xfrm>
            <a:off x="3000375" y="9563100"/>
            <a:ext cx="114300" cy="114300"/>
          </a:xfrm>
          <a:prstGeom prst="ellipse">
            <a:avLst/>
          </a:prstGeom>
          <a:solidFill>
            <a:srgbClr val="14161C">
              <a:alpha val="28000"/>
            </a:srgbClr>
          </a:solidFill>
          <a:ln/>
        </p:spPr>
      </p:sp>
      <p:sp>
        <p:nvSpPr>
          <p:cNvPr id="24" name="Shape 22"/>
          <p:cNvSpPr/>
          <p:nvPr/>
        </p:nvSpPr>
        <p:spPr>
          <a:xfrm>
            <a:off x="3228975" y="9563100"/>
            <a:ext cx="114300" cy="114300"/>
          </a:xfrm>
          <a:prstGeom prst="ellipse">
            <a:avLst/>
          </a:prstGeom>
          <a:solidFill>
            <a:srgbClr val="14161C">
              <a:alpha val="28000"/>
            </a:srgbClr>
          </a:solidFill>
          <a:ln/>
        </p:spPr>
      </p:sp>
      <p:sp>
        <p:nvSpPr>
          <p:cNvPr id="25" name="Shape 23"/>
          <p:cNvSpPr/>
          <p:nvPr/>
        </p:nvSpPr>
        <p:spPr>
          <a:xfrm>
            <a:off x="3457575" y="9563100"/>
            <a:ext cx="114300" cy="114300"/>
          </a:xfrm>
          <a:prstGeom prst="ellipse">
            <a:avLst/>
          </a:prstGeom>
          <a:solidFill>
            <a:srgbClr val="14161C">
              <a:alpha val="28000"/>
            </a:srgbClr>
          </a:solidFill>
          <a:ln/>
        </p:spPr>
      </p:sp>
      <p:sp>
        <p:nvSpPr>
          <p:cNvPr id="26" name="Shape 24"/>
          <p:cNvSpPr/>
          <p:nvPr/>
        </p:nvSpPr>
        <p:spPr>
          <a:xfrm>
            <a:off x="3686175" y="9563100"/>
            <a:ext cx="114300" cy="114300"/>
          </a:xfrm>
          <a:prstGeom prst="ellipse">
            <a:avLst/>
          </a:prstGeom>
          <a:solidFill>
            <a:srgbClr val="14161C">
              <a:alpha val="28000"/>
            </a:srgbClr>
          </a:solidFill>
          <a:ln/>
        </p:spPr>
      </p:sp>
      <p:sp>
        <p:nvSpPr>
          <p:cNvPr id="27" name="Shape 25"/>
          <p:cNvSpPr/>
          <p:nvPr/>
        </p:nvSpPr>
        <p:spPr>
          <a:xfrm>
            <a:off x="3914775" y="9563100"/>
            <a:ext cx="114300" cy="114300"/>
          </a:xfrm>
          <a:prstGeom prst="ellipse">
            <a:avLst/>
          </a:prstGeom>
          <a:solidFill>
            <a:srgbClr val="14161C">
              <a:alpha val="28000"/>
            </a:srgbClr>
          </a:solidFill>
          <a:ln/>
        </p:spPr>
      </p:sp>
      <p:sp>
        <p:nvSpPr>
          <p:cNvPr id="28" name="Shape 26"/>
          <p:cNvSpPr/>
          <p:nvPr/>
        </p:nvSpPr>
        <p:spPr>
          <a:xfrm>
            <a:off x="4143375" y="9563100"/>
            <a:ext cx="114300" cy="114300"/>
          </a:xfrm>
          <a:prstGeom prst="ellipse">
            <a:avLst/>
          </a:prstGeom>
          <a:solidFill>
            <a:srgbClr val="14161C">
              <a:alpha val="28000"/>
            </a:srgbClr>
          </a:solidFill>
          <a:ln/>
        </p:spPr>
      </p:sp>
      <p:sp>
        <p:nvSpPr>
          <p:cNvPr id="29" name="Shape 27"/>
          <p:cNvSpPr/>
          <p:nvPr/>
        </p:nvSpPr>
        <p:spPr>
          <a:xfrm>
            <a:off x="4352925" y="9544050"/>
            <a:ext cx="152400" cy="152400"/>
          </a:xfrm>
          <a:prstGeom prst="ellipse">
            <a:avLst/>
          </a:prstGeom>
          <a:solidFill>
            <a:srgbClr val="E8472B"/>
          </a:solidFill>
          <a:ln/>
        </p:spPr>
      </p:sp>
      <p:sp>
        <p:nvSpPr>
          <p:cNvPr id="30" name="Shape 28"/>
          <p:cNvSpPr/>
          <p:nvPr/>
        </p:nvSpPr>
        <p:spPr>
          <a:xfrm>
            <a:off x="4600575" y="9563100"/>
            <a:ext cx="114300" cy="114300"/>
          </a:xfrm>
          <a:prstGeom prst="ellipse">
            <a:avLst/>
          </a:prstGeom>
          <a:solidFill>
            <a:srgbClr val="14161C">
              <a:alpha val="28000"/>
            </a:srgbClr>
          </a:solidFill>
          <a:ln/>
        </p:spPr>
      </p:sp>
      <p:sp>
        <p:nvSpPr>
          <p:cNvPr id="31" name="Text 29"/>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6B6A66"/>
                </a:solidFill>
                <a:latin typeface="Noto Sans JP" pitchFamily="34" charset="0"/>
                <a:ea typeface="Noto Sans JP" pitchFamily="34" charset="-122"/>
                <a:cs typeface="Noto Sans JP" pitchFamily="34" charset="-120"/>
              </a:rPr>
              <a:t>Multiple-report</a:t>
            </a:r>
            <a:r>
              <a:rPr lang="en-US" sz="1800" dirty="0" spc="-3"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L17</a:t>
            </a:r>
            <a:r>
              <a:rPr lang="en-US" sz="1800" dirty="0" spc="0" kern="0">
                <a:solidFill>
                  <a:srgbClr val="6B6A66"/>
                </a:solidFill>
                <a:latin typeface="Noto Sans JP" pitchFamily="34" charset="0"/>
                <a:ea typeface="Noto Sans JP" pitchFamily="34" charset="-122"/>
                <a:cs typeface="Noto Sans JP" pitchFamily="34" charset="-120"/>
              </a:rPr>
              <a:t> ·</a:t>
            </a:r>
            <a:r>
              <a:rPr lang="en-US" sz="1800" dirty="0" spc="1" kern="0">
                <a:solidFill>
                  <a:srgbClr val="6B6A66"/>
                </a:solidFill>
                <a:latin typeface="Noto Sans JP" pitchFamily="34" charset="0"/>
                <a:ea typeface="Noto Sans JP" pitchFamily="34" charset="-122"/>
                <a:cs typeface="Noto Sans JP" pitchFamily="34" charset="-120"/>
              </a:rPr>
              <a:t> 16/17</a:t>
            </a:r>
            <a:endParaRPr lang="en-US" sz="1800" dirty="0"/>
          </a:p>
        </p:txBody>
      </p:sp>
      <p:sp>
        <p:nvSpPr>
          <p:cNvPr id="32" name="Shape 30"/>
          <p:cNvSpPr/>
          <p:nvPr/>
        </p:nvSpPr>
        <p:spPr>
          <a:xfrm>
            <a:off x="15983712" y="9076331"/>
            <a:ext cx="1645920" cy="552301"/>
          </a:xfrm>
          <a:prstGeom prst="roundRect">
            <a:avLst>
              <a:gd name="adj" fmla="val 28000"/>
            </a:avLst>
          </a:prstGeom>
          <a:solidFill>
            <a:srgbClr val="FFFFFF">
              <a:alpha val="82000"/>
            </a:srgbClr>
          </a:solidFill>
          <a:ln/>
        </p:spPr>
      </p:sp>
      <p:pic>
        <p:nvPicPr>
          <p:cNvPr id="33" name="Moda image moda-export-watermark-12fdf1ba-60cd-4719-9466-015adeb96156"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97491" rIns="0" bIns="-97491" rtlCol="0" anchor="t"/>
          <a:lstStyle/>
          <a:p>
            <a:pPr algn="l" indent="0" marL="0">
              <a:lnSpc>
                <a:spcPts val="6156"/>
              </a:lnSpc>
              <a:buNone/>
            </a:pPr>
            <a:r>
              <a:rPr lang="en-US" sz="5700" dirty="0" kern="0">
                <a:solidFill>
                  <a:srgbClr val="F3EEE3"/>
                </a:solidFill>
                <a:latin typeface="Noto Sans JP ExtraBold" pitchFamily="34" charset="0"/>
                <a:ea typeface="Noto Sans JP ExtraBold" pitchFamily="34" charset="-122"/>
                <a:cs typeface="Noto Sans JP ExtraBold" pitchFamily="34" charset="-120"/>
              </a:rPr>
              <a:t>参考文献</a:t>
            </a:r>
            <a:endParaRPr lang="en-US" sz="5700" dirty="0"/>
          </a:p>
        </p:txBody>
      </p:sp>
      <p:sp>
        <p:nvSpPr>
          <p:cNvPr id="3" name="Shape 1"/>
          <p:cNvSpPr/>
          <p:nvPr/>
        </p:nvSpPr>
        <p:spPr>
          <a:xfrm>
            <a:off x="914400" y="2571750"/>
            <a:ext cx="8039100" cy="1333500"/>
          </a:xfrm>
          <a:prstGeom prst="roundRect">
            <a:avLst>
              <a:gd name="adj" fmla="val 11429"/>
            </a:avLst>
          </a:prstGeom>
          <a:solidFill>
            <a:srgbClr val="1E212B"/>
          </a:solidFill>
          <a:ln/>
        </p:spPr>
      </p:sp>
      <p:sp>
        <p:nvSpPr>
          <p:cNvPr id="4" name="Text 2"/>
          <p:cNvSpPr/>
          <p:nvPr/>
        </p:nvSpPr>
        <p:spPr>
          <a:xfrm>
            <a:off x="1143000" y="2571750"/>
            <a:ext cx="876300" cy="1333500"/>
          </a:xfrm>
          <a:prstGeom prst="rect">
            <a:avLst/>
          </a:prstGeom>
          <a:noFill/>
          <a:ln/>
        </p:spPr>
        <p:txBody>
          <a:bodyPr wrap="square" lIns="0" tIns="0" rIns="0" bIns="0" rtlCol="0" anchor="ctr"/>
          <a:lstStyle/>
          <a:p>
            <a:pPr algn="l" indent="0" marL="0">
              <a:buNone/>
            </a:pPr>
            <a:r>
              <a:rPr lang="en-US" sz="1950" dirty="0" spc="5" kern="0">
                <a:solidFill>
                  <a:srgbClr val="FFB454"/>
                </a:solidFill>
                <a:latin typeface="Noto Sans JP ExtraBold" pitchFamily="34" charset="0"/>
                <a:ea typeface="Noto Sans JP ExtraBold" pitchFamily="34" charset="-122"/>
                <a:cs typeface="Noto Sans JP ExtraBold" pitchFamily="34" charset="-120"/>
              </a:rPr>
              <a:t>S1</a:t>
            </a:r>
            <a:endParaRPr lang="en-US" sz="1950" dirty="0"/>
          </a:p>
        </p:txBody>
      </p:sp>
      <p:sp>
        <p:nvSpPr>
          <p:cNvPr id="5" name="Text 3"/>
          <p:cNvSpPr/>
          <p:nvPr/>
        </p:nvSpPr>
        <p:spPr>
          <a:xfrm>
            <a:off x="2057400" y="2571750"/>
            <a:ext cx="6667500" cy="1333500"/>
          </a:xfrm>
          <a:prstGeom prst="rect">
            <a:avLst/>
          </a:prstGeom>
          <a:noFill/>
          <a:ln/>
        </p:spPr>
        <p:txBody>
          <a:bodyPr wrap="square" lIns="0" tIns="22583" rIns="0" bIns="-22583" rtlCol="0" anchor="ctr"/>
          <a:lstStyle/>
          <a:p>
            <a:pPr algn="l" indent="0" marL="0">
              <a:lnSpc>
                <a:spcPts val="2478"/>
              </a:lnSpc>
              <a:buNone/>
            </a:pPr>
            <a:r>
              <a:rPr lang="en-US" sz="2100" dirty="0" spc="-9" kern="0">
                <a:solidFill>
                  <a:srgbClr val="F3EEE3"/>
                </a:solidFill>
                <a:latin typeface="Noto Sans JP" pitchFamily="34" charset="0"/>
                <a:ea typeface="Noto Sans JP" pitchFamily="34" charset="-122"/>
                <a:cs typeface="Noto Sans JP" pitchFamily="34" charset="-120"/>
              </a:rPr>
              <a:t>グラフ「Source</a:t>
            </a:r>
            <a:r>
              <a:rPr lang="en-US" sz="2100" dirty="0" spc="0" kern="0">
                <a:solidFill>
                  <a:srgbClr val="F3EEE3"/>
                </a:solidFill>
                <a:latin typeface="Noto Sans JP" pitchFamily="34" charset="0"/>
                <a:ea typeface="Noto Sans JP" pitchFamily="34" charset="-122"/>
                <a:cs typeface="Noto Sans JP" pitchFamily="34" charset="-120"/>
              </a:rPr>
              <a:t> number</a:t>
            </a:r>
            <a:r>
              <a:rPr lang="en-US" sz="2100" dirty="0" spc="-1" kern="0">
                <a:solidFill>
                  <a:srgbClr val="F3EEE3"/>
                </a:solidFill>
                <a:latin typeface="Noto Sans JP" pitchFamily="34" charset="0"/>
                <a:ea typeface="Noto Sans JP" pitchFamily="34" charset="-122"/>
                <a:cs typeface="Noto Sans JP" pitchFamily="34" charset="-120"/>
              </a:rPr>
              <a:t> 3」 （尿素の 加熱実験）。</a:t>
            </a:r>
            <a:r>
              <a:rPr lang="en-US" sz="2100" dirty="0" spc="0" kern="0">
                <a:solidFill>
                  <a:srgbClr val="F3EEE3"/>
                </a:solidFill>
                <a:latin typeface="Noto Sans JP" pitchFamily="34" charset="0"/>
                <a:ea typeface="Noto Sans JP" pitchFamily="34" charset="-122"/>
                <a:cs typeface="Noto Sans JP" pitchFamily="34" charset="-120"/>
              </a:rPr>
              <a:t> リポジトリ所有者提供、</a:t>
            </a:r>
            <a:r>
              <a:rPr lang="en-US" sz="2100" dirty="0" spc="-1" kern="0">
                <a:solidFill>
                  <a:srgbClr val="F3EEE3"/>
                </a:solidFill>
                <a:latin typeface="Noto Sans JP" pitchFamily="34" charset="0"/>
                <a:ea typeface="Noto Sans JP" pitchFamily="34" charset="-122"/>
                <a:cs typeface="Noto Sans JP" pitchFamily="34" charset="-120"/>
              </a:rPr>
              <a:t> 著者・年は</a:t>
            </a:r>
            <a:r>
              <a:rPr lang="en-US" sz="2100" dirty="0" spc="-2" kern="0">
                <a:solidFill>
                  <a:srgbClr val="F3EEE3"/>
                </a:solidFill>
                <a:latin typeface="Noto Sans JP" pitchFamily="34" charset="0"/>
                <a:ea typeface="Noto Sans JP" pitchFamily="34" charset="-122"/>
                <a:cs typeface="Noto Sans JP" pitchFamily="34" charset="-120"/>
              </a:rPr>
              <a:t> 不明</a:t>
            </a:r>
            <a:endParaRPr lang="en-US" sz="2100" dirty="0"/>
          </a:p>
        </p:txBody>
      </p:sp>
      <p:sp>
        <p:nvSpPr>
          <p:cNvPr id="6" name="Shape 4"/>
          <p:cNvSpPr/>
          <p:nvPr/>
        </p:nvSpPr>
        <p:spPr>
          <a:xfrm>
            <a:off x="914400" y="4019550"/>
            <a:ext cx="8039100" cy="1333500"/>
          </a:xfrm>
          <a:prstGeom prst="roundRect">
            <a:avLst>
              <a:gd name="adj" fmla="val 11429"/>
            </a:avLst>
          </a:prstGeom>
          <a:solidFill>
            <a:srgbClr val="1E212B"/>
          </a:solidFill>
          <a:ln/>
        </p:spPr>
      </p:sp>
      <p:sp>
        <p:nvSpPr>
          <p:cNvPr id="7" name="Text 5"/>
          <p:cNvSpPr/>
          <p:nvPr/>
        </p:nvSpPr>
        <p:spPr>
          <a:xfrm>
            <a:off x="1143000" y="4019550"/>
            <a:ext cx="876300" cy="1333500"/>
          </a:xfrm>
          <a:prstGeom prst="rect">
            <a:avLst/>
          </a:prstGeom>
          <a:noFill/>
          <a:ln/>
        </p:spPr>
        <p:txBody>
          <a:bodyPr wrap="square" lIns="0" tIns="0" rIns="0" bIns="0" rtlCol="0" anchor="ctr"/>
          <a:lstStyle/>
          <a:p>
            <a:pPr algn="l" indent="0" marL="0">
              <a:buNone/>
            </a:pPr>
            <a:r>
              <a:rPr lang="en-US" sz="1950" dirty="0" spc="5" kern="0">
                <a:solidFill>
                  <a:srgbClr val="3DD6A0"/>
                </a:solidFill>
                <a:latin typeface="Noto Sans JP ExtraBold" pitchFamily="34" charset="0"/>
                <a:ea typeface="Noto Sans JP ExtraBold" pitchFamily="34" charset="-122"/>
                <a:cs typeface="Noto Sans JP ExtraBold" pitchFamily="34" charset="-120"/>
              </a:rPr>
              <a:t>S2</a:t>
            </a:r>
            <a:endParaRPr lang="en-US" sz="1950" dirty="0"/>
          </a:p>
        </p:txBody>
      </p:sp>
      <p:sp>
        <p:nvSpPr>
          <p:cNvPr id="8" name="Text 6"/>
          <p:cNvSpPr/>
          <p:nvPr/>
        </p:nvSpPr>
        <p:spPr>
          <a:xfrm>
            <a:off x="2057400" y="4019550"/>
            <a:ext cx="6667500" cy="1333500"/>
          </a:xfrm>
          <a:prstGeom prst="rect">
            <a:avLst/>
          </a:prstGeom>
          <a:noFill/>
          <a:ln/>
        </p:spPr>
        <p:txBody>
          <a:bodyPr wrap="square" lIns="0" tIns="22583" rIns="0" bIns="-22583" rtlCol="0" anchor="ctr"/>
          <a:lstStyle/>
          <a:p>
            <a:pPr algn="l" indent="0" marL="0">
              <a:lnSpc>
                <a:spcPts val="2478"/>
              </a:lnSpc>
              <a:buNone/>
            </a:pPr>
            <a:r>
              <a:rPr lang="en-US" sz="2100" dirty="0" spc="-6" kern="0">
                <a:solidFill>
                  <a:srgbClr val="F3EEE3"/>
                </a:solidFill>
                <a:latin typeface="Noto Sans JP" pitchFamily="34" charset="0"/>
                <a:ea typeface="Noto Sans JP" pitchFamily="34" charset="-122"/>
                <a:cs typeface="Noto Sans JP" pitchFamily="34" charset="-120"/>
              </a:rPr>
              <a:t>Koebel,</a:t>
            </a:r>
            <a:r>
              <a:rPr lang="en-US" sz="2100" dirty="0" spc="-7" kern="0">
                <a:solidFill>
                  <a:srgbClr val="F3EEE3"/>
                </a:solidFill>
                <a:latin typeface="Noto Sans JP" pitchFamily="34" charset="0"/>
                <a:ea typeface="Noto Sans JP" pitchFamily="34" charset="-122"/>
                <a:cs typeface="Noto Sans JP" pitchFamily="34" charset="-120"/>
              </a:rPr>
              <a:t> Strutz,</a:t>
            </a:r>
            <a:r>
              <a:rPr lang="en-US" sz="2100" dirty="0" spc="0" kern="0">
                <a:solidFill>
                  <a:srgbClr val="F3EEE3"/>
                </a:solidFill>
                <a:latin typeface="Noto Sans JP" pitchFamily="34" charset="0"/>
                <a:ea typeface="Noto Sans JP" pitchFamily="34" charset="-122"/>
                <a:cs typeface="Noto Sans JP" pitchFamily="34" charset="-120"/>
              </a:rPr>
              <a:t> 2003,</a:t>
            </a:r>
            <a:r>
              <a:rPr lang="en-US" sz="2100" dirty="0" spc="1" kern="0">
                <a:solidFill>
                  <a:srgbClr val="F3EEE3"/>
                </a:solidFill>
                <a:latin typeface="Noto Sans JP" pitchFamily="34" charset="0"/>
                <a:ea typeface="Noto Sans JP" pitchFamily="34" charset="-122"/>
                <a:cs typeface="Noto Sans JP" pitchFamily="34" charset="-120"/>
              </a:rPr>
              <a:t> Ind.</a:t>
            </a:r>
            <a:r>
              <a:rPr lang="en-US" sz="2100" dirty="0" spc="-1" kern="0">
                <a:solidFill>
                  <a:srgbClr val="F3EEE3"/>
                </a:solidFill>
                <a:latin typeface="Noto Sans JP" pitchFamily="34" charset="0"/>
                <a:ea typeface="Noto Sans JP" pitchFamily="34" charset="-122"/>
                <a:cs typeface="Noto Sans JP" pitchFamily="34" charset="-120"/>
              </a:rPr>
              <a:t> Eng.</a:t>
            </a:r>
            <a:r>
              <a:rPr lang="en-US" sz="2100" dirty="0" spc="-2" kern="0">
                <a:solidFill>
                  <a:srgbClr val="F3EEE3"/>
                </a:solidFill>
                <a:latin typeface="Noto Sans JP" pitchFamily="34" charset="0"/>
                <a:ea typeface="Noto Sans JP" pitchFamily="34" charset="-122"/>
                <a:cs typeface="Noto Sans JP" pitchFamily="34" charset="-120"/>
              </a:rPr>
              <a:t> Chem.</a:t>
            </a:r>
            <a:r>
              <a:rPr lang="en-US" sz="2100" dirty="0" spc="-9" kern="0">
                <a:solidFill>
                  <a:srgbClr val="F3EEE3"/>
                </a:solidFill>
                <a:latin typeface="Noto Sans JP" pitchFamily="34" charset="0"/>
                <a:ea typeface="Noto Sans JP" pitchFamily="34" charset="-122"/>
                <a:cs typeface="Noto Sans JP" pitchFamily="34" charset="-120"/>
              </a:rPr>
              <a:t> Res.</a:t>
            </a:r>
            <a:r>
              <a:rPr lang="en-US" sz="2100" dirty="0" spc="-1" kern="0">
                <a:solidFill>
                  <a:srgbClr val="F3EEE3"/>
                </a:solidFill>
                <a:latin typeface="Noto Sans JP" pitchFamily="34" charset="0"/>
                <a:ea typeface="Noto Sans JP" pitchFamily="34" charset="-122"/>
                <a:cs typeface="Noto Sans JP" pitchFamily="34" charset="-120"/>
              </a:rPr>
              <a:t> 42,</a:t>
            </a:r>
            <a:r>
              <a:rPr lang="en-US" sz="2100" dirty="0" spc="2" kern="0">
                <a:solidFill>
                  <a:srgbClr val="F3EEE3"/>
                </a:solidFill>
                <a:latin typeface="Noto Sans JP" pitchFamily="34" charset="0"/>
                <a:ea typeface="Noto Sans JP" pitchFamily="34" charset="-122"/>
                <a:cs typeface="Noto Sans JP" pitchFamily="34" charset="-120"/>
              </a:rPr>
              <a:t> 2093–2100,</a:t>
            </a:r>
            <a:r>
              <a:rPr lang="en-US" sz="2100" dirty="0" spc="-2" kern="0">
                <a:solidFill>
                  <a:srgbClr val="F3EEE3"/>
                </a:solidFill>
                <a:latin typeface="Noto Sans JP" pitchFamily="34" charset="0"/>
                <a:ea typeface="Noto Sans JP" pitchFamily="34" charset="-122"/>
                <a:cs typeface="Noto Sans JP" pitchFamily="34" charset="-120"/>
              </a:rPr>
              <a:t> doi</a:t>
            </a:r>
            <a:r>
              <a:rPr lang="en-US" sz="2100" dirty="0" spc="5" kern="0">
                <a:solidFill>
                  <a:srgbClr val="F3EEE3"/>
                </a:solidFill>
                <a:latin typeface="Noto Sans JP" pitchFamily="34" charset="0"/>
                <a:ea typeface="Noto Sans JP" pitchFamily="34" charset="-122"/>
                <a:cs typeface="Noto Sans JP" pitchFamily="34" charset="-120"/>
              </a:rPr>
              <a:t> 10.1021/ie020950o</a:t>
            </a:r>
            <a:endParaRPr lang="en-US" sz="2100" dirty="0"/>
          </a:p>
        </p:txBody>
      </p:sp>
      <p:sp>
        <p:nvSpPr>
          <p:cNvPr id="9" name="Shape 7"/>
          <p:cNvSpPr/>
          <p:nvPr/>
        </p:nvSpPr>
        <p:spPr>
          <a:xfrm>
            <a:off x="914400" y="5467350"/>
            <a:ext cx="8039100" cy="1333500"/>
          </a:xfrm>
          <a:prstGeom prst="roundRect">
            <a:avLst>
              <a:gd name="adj" fmla="val 11429"/>
            </a:avLst>
          </a:prstGeom>
          <a:solidFill>
            <a:srgbClr val="1E212B"/>
          </a:solidFill>
          <a:ln/>
        </p:spPr>
      </p:sp>
      <p:sp>
        <p:nvSpPr>
          <p:cNvPr id="10" name="Text 8"/>
          <p:cNvSpPr/>
          <p:nvPr/>
        </p:nvSpPr>
        <p:spPr>
          <a:xfrm>
            <a:off x="1143000" y="5467350"/>
            <a:ext cx="876300" cy="1333500"/>
          </a:xfrm>
          <a:prstGeom prst="rect">
            <a:avLst/>
          </a:prstGeom>
          <a:noFill/>
          <a:ln/>
        </p:spPr>
        <p:txBody>
          <a:bodyPr wrap="square" lIns="0" tIns="0" rIns="0" bIns="0" rtlCol="0" anchor="ctr"/>
          <a:lstStyle/>
          <a:p>
            <a:pPr algn="l" indent="0" marL="0">
              <a:buNone/>
            </a:pPr>
            <a:r>
              <a:rPr lang="en-US" sz="1950" dirty="0" spc="5" kern="0">
                <a:solidFill>
                  <a:srgbClr val="FF6A4D"/>
                </a:solidFill>
                <a:latin typeface="Noto Sans JP ExtraBold" pitchFamily="34" charset="0"/>
                <a:ea typeface="Noto Sans JP ExtraBold" pitchFamily="34" charset="-122"/>
                <a:cs typeface="Noto Sans JP ExtraBold" pitchFamily="34" charset="-120"/>
              </a:rPr>
              <a:t>S3</a:t>
            </a:r>
            <a:endParaRPr lang="en-US" sz="1950" dirty="0"/>
          </a:p>
        </p:txBody>
      </p:sp>
      <p:sp>
        <p:nvSpPr>
          <p:cNvPr id="11" name="Text 9"/>
          <p:cNvSpPr/>
          <p:nvPr/>
        </p:nvSpPr>
        <p:spPr>
          <a:xfrm>
            <a:off x="2057400" y="5467350"/>
            <a:ext cx="6667500" cy="1333500"/>
          </a:xfrm>
          <a:prstGeom prst="rect">
            <a:avLst/>
          </a:prstGeom>
          <a:noFill/>
          <a:ln/>
        </p:spPr>
        <p:txBody>
          <a:bodyPr wrap="square" lIns="0" tIns="22583" rIns="0" bIns="-22583" rtlCol="0" anchor="ctr"/>
          <a:lstStyle/>
          <a:p>
            <a:pPr algn="l" indent="0" marL="0">
              <a:lnSpc>
                <a:spcPts val="2478"/>
              </a:lnSpc>
              <a:buNone/>
            </a:pPr>
            <a:r>
              <a:rPr lang="en-US" sz="2100" dirty="0" spc="-1" kern="0">
                <a:solidFill>
                  <a:srgbClr val="F3EEE3"/>
                </a:solidFill>
                <a:latin typeface="Noto Sans JP" pitchFamily="34" charset="0"/>
                <a:ea typeface="Noto Sans JP" pitchFamily="34" charset="-122"/>
                <a:cs typeface="Noto Sans JP" pitchFamily="34" charset="-120"/>
              </a:rPr>
              <a:t>Schaber</a:t>
            </a:r>
            <a:r>
              <a:rPr lang="en-US" sz="2100" dirty="0" spc="-2" kern="0">
                <a:solidFill>
                  <a:srgbClr val="F3EEE3"/>
                </a:solidFill>
                <a:latin typeface="Noto Sans JP" pitchFamily="34" charset="0"/>
                <a:ea typeface="Noto Sans JP" pitchFamily="34" charset="-122"/>
                <a:cs typeface="Noto Sans JP" pitchFamily="34" charset="-120"/>
              </a:rPr>
              <a:t> ほか,</a:t>
            </a:r>
            <a:r>
              <a:rPr lang="en-US" sz="2100" dirty="0" spc="1" kern="0">
                <a:solidFill>
                  <a:srgbClr val="F3EEE3"/>
                </a:solidFill>
                <a:latin typeface="Noto Sans JP" pitchFamily="34" charset="0"/>
                <a:ea typeface="Noto Sans JP" pitchFamily="34" charset="-122"/>
                <a:cs typeface="Noto Sans JP" pitchFamily="34" charset="-120"/>
              </a:rPr>
              <a:t> 2004,</a:t>
            </a:r>
            <a:r>
              <a:rPr lang="en-US" sz="2100" dirty="0" spc="-4" kern="0">
                <a:solidFill>
                  <a:srgbClr val="F3EEE3"/>
                </a:solidFill>
                <a:latin typeface="Noto Sans JP" pitchFamily="34" charset="0"/>
                <a:ea typeface="Noto Sans JP" pitchFamily="34" charset="-122"/>
                <a:cs typeface="Noto Sans JP" pitchFamily="34" charset="-120"/>
              </a:rPr>
              <a:t> Thermochimica</a:t>
            </a:r>
            <a:r>
              <a:rPr lang="en-US" sz="2100" dirty="0" spc="-20" kern="0">
                <a:solidFill>
                  <a:srgbClr val="F3EEE3"/>
                </a:solidFill>
                <a:latin typeface="Noto Sans JP" pitchFamily="34" charset="0"/>
                <a:ea typeface="Noto Sans JP" pitchFamily="34" charset="-122"/>
                <a:cs typeface="Noto Sans JP" pitchFamily="34" charset="-120"/>
              </a:rPr>
              <a:t> Acta</a:t>
            </a:r>
            <a:r>
              <a:rPr lang="en-US" sz="2100" dirty="0" spc="1" kern="0">
                <a:solidFill>
                  <a:srgbClr val="F3EEE3"/>
                </a:solidFill>
                <a:latin typeface="Noto Sans JP" pitchFamily="34" charset="0"/>
                <a:ea typeface="Noto Sans JP" pitchFamily="34" charset="-122"/>
                <a:cs typeface="Noto Sans JP" pitchFamily="34" charset="-120"/>
              </a:rPr>
              <a:t> 424, 131–142,</a:t>
            </a:r>
            <a:r>
              <a:rPr lang="en-US" sz="2100" dirty="0" spc="-1" kern="0">
                <a:solidFill>
                  <a:srgbClr val="F3EEE3"/>
                </a:solidFill>
                <a:latin typeface="Noto Sans JP" pitchFamily="34" charset="0"/>
                <a:ea typeface="Noto Sans JP" pitchFamily="34" charset="-122"/>
                <a:cs typeface="Noto Sans JP" pitchFamily="34" charset="-120"/>
              </a:rPr>
              <a:t> doi</a:t>
            </a:r>
            <a:r>
              <a:rPr lang="en-US" sz="2100" dirty="0" spc="-4" kern="0">
                <a:solidFill>
                  <a:srgbClr val="F3EEE3"/>
                </a:solidFill>
                <a:latin typeface="Noto Sans JP" pitchFamily="34" charset="0"/>
                <a:ea typeface="Noto Sans JP" pitchFamily="34" charset="-122"/>
                <a:cs typeface="Noto Sans JP" pitchFamily="34" charset="-120"/>
              </a:rPr>
              <a:t> 10.1016/j.tca.2004.05.018</a:t>
            </a:r>
            <a:endParaRPr lang="en-US" sz="2100" dirty="0"/>
          </a:p>
        </p:txBody>
      </p:sp>
      <p:sp>
        <p:nvSpPr>
          <p:cNvPr id="12" name="Shape 10"/>
          <p:cNvSpPr/>
          <p:nvPr/>
        </p:nvSpPr>
        <p:spPr>
          <a:xfrm>
            <a:off x="914400" y="6915150"/>
            <a:ext cx="8039100" cy="1333500"/>
          </a:xfrm>
          <a:prstGeom prst="roundRect">
            <a:avLst>
              <a:gd name="adj" fmla="val 11429"/>
            </a:avLst>
          </a:prstGeom>
          <a:solidFill>
            <a:srgbClr val="1E212B"/>
          </a:solidFill>
          <a:ln/>
        </p:spPr>
      </p:sp>
      <p:sp>
        <p:nvSpPr>
          <p:cNvPr id="13" name="Text 11"/>
          <p:cNvSpPr/>
          <p:nvPr/>
        </p:nvSpPr>
        <p:spPr>
          <a:xfrm>
            <a:off x="1143000" y="6915150"/>
            <a:ext cx="876300" cy="1333500"/>
          </a:xfrm>
          <a:prstGeom prst="rect">
            <a:avLst/>
          </a:prstGeom>
          <a:noFill/>
          <a:ln/>
        </p:spPr>
        <p:txBody>
          <a:bodyPr wrap="square" lIns="0" tIns="0" rIns="0" bIns="0" rtlCol="0" anchor="ctr"/>
          <a:lstStyle/>
          <a:p>
            <a:pPr algn="l" indent="0" marL="0">
              <a:buNone/>
            </a:pPr>
            <a:r>
              <a:rPr lang="en-US" sz="1950" dirty="0" spc="5" kern="0">
                <a:solidFill>
                  <a:srgbClr val="7C93FF"/>
                </a:solidFill>
                <a:latin typeface="Noto Sans JP ExtraBold" pitchFamily="34" charset="0"/>
                <a:ea typeface="Noto Sans JP ExtraBold" pitchFamily="34" charset="-122"/>
                <a:cs typeface="Noto Sans JP ExtraBold" pitchFamily="34" charset="-120"/>
              </a:rPr>
              <a:t>S4</a:t>
            </a:r>
            <a:endParaRPr lang="en-US" sz="1950" dirty="0"/>
          </a:p>
        </p:txBody>
      </p:sp>
      <p:sp>
        <p:nvSpPr>
          <p:cNvPr id="14" name="Text 12"/>
          <p:cNvSpPr/>
          <p:nvPr/>
        </p:nvSpPr>
        <p:spPr>
          <a:xfrm>
            <a:off x="2057400" y="6915150"/>
            <a:ext cx="6667500" cy="1333500"/>
          </a:xfrm>
          <a:prstGeom prst="rect">
            <a:avLst/>
          </a:prstGeom>
          <a:noFill/>
          <a:ln/>
        </p:spPr>
        <p:txBody>
          <a:bodyPr wrap="square" lIns="0" tIns="22583" rIns="0" bIns="-22583" rtlCol="0" anchor="ctr"/>
          <a:lstStyle/>
          <a:p>
            <a:pPr algn="l" indent="0" marL="0">
              <a:lnSpc>
                <a:spcPts val="2478"/>
              </a:lnSpc>
              <a:buNone/>
            </a:pPr>
            <a:r>
              <a:rPr lang="en-US" sz="2100" dirty="0" spc="-8" kern="0">
                <a:solidFill>
                  <a:srgbClr val="F3EEE3"/>
                </a:solidFill>
                <a:latin typeface="Noto Sans JP" pitchFamily="34" charset="0"/>
                <a:ea typeface="Noto Sans JP" pitchFamily="34" charset="-122"/>
                <a:cs typeface="Noto Sans JP" pitchFamily="34" charset="-120"/>
              </a:rPr>
              <a:t>Kuntz</a:t>
            </a:r>
            <a:r>
              <a:rPr lang="en-US" sz="2100" dirty="0" spc="-2" kern="0">
                <a:solidFill>
                  <a:srgbClr val="F3EEE3"/>
                </a:solidFill>
                <a:latin typeface="Noto Sans JP" pitchFamily="34" charset="0"/>
                <a:ea typeface="Noto Sans JP" pitchFamily="34" charset="-122"/>
                <a:cs typeface="Noto Sans JP" pitchFamily="34" charset="-120"/>
              </a:rPr>
              <a:t> ほか,</a:t>
            </a:r>
            <a:r>
              <a:rPr lang="en-US" sz="2100" dirty="0" spc="1" kern="0">
                <a:solidFill>
                  <a:srgbClr val="F3EEE3"/>
                </a:solidFill>
                <a:latin typeface="Noto Sans JP" pitchFamily="34" charset="0"/>
                <a:ea typeface="Noto Sans JP" pitchFamily="34" charset="-122"/>
                <a:cs typeface="Noto Sans JP" pitchFamily="34" charset="-120"/>
              </a:rPr>
              <a:t> 2021,</a:t>
            </a:r>
            <a:r>
              <a:rPr lang="en-US" sz="2100" dirty="0" spc="-2" kern="0">
                <a:solidFill>
                  <a:srgbClr val="F3EEE3"/>
                </a:solidFill>
                <a:latin typeface="Noto Sans JP" pitchFamily="34" charset="0"/>
                <a:ea typeface="Noto Sans JP" pitchFamily="34" charset="-122"/>
                <a:cs typeface="Noto Sans JP" pitchFamily="34" charset="-120"/>
              </a:rPr>
              <a:t> Chem.</a:t>
            </a:r>
            <a:r>
              <a:rPr lang="en-US" sz="2100" dirty="0" spc="-1" kern="0">
                <a:solidFill>
                  <a:srgbClr val="F3EEE3"/>
                </a:solidFill>
                <a:latin typeface="Noto Sans JP" pitchFamily="34" charset="0"/>
                <a:ea typeface="Noto Sans JP" pitchFamily="34" charset="-122"/>
                <a:cs typeface="Noto Sans JP" pitchFamily="34" charset="-120"/>
              </a:rPr>
              <a:t> Eng.</a:t>
            </a:r>
            <a:r>
              <a:rPr lang="en-US" sz="2100" dirty="0" spc="-2" kern="0">
                <a:solidFill>
                  <a:srgbClr val="F3EEE3"/>
                </a:solidFill>
                <a:latin typeface="Noto Sans JP" pitchFamily="34" charset="0"/>
                <a:ea typeface="Noto Sans JP" pitchFamily="34" charset="-122"/>
                <a:cs typeface="Noto Sans JP" pitchFamily="34" charset="-120"/>
              </a:rPr>
              <a:t> Sci.</a:t>
            </a:r>
            <a:r>
              <a:rPr lang="en-US" sz="2100" dirty="0" spc="0" kern="0">
                <a:solidFill>
                  <a:srgbClr val="F3EEE3"/>
                </a:solidFill>
                <a:latin typeface="Noto Sans JP" pitchFamily="34" charset="0"/>
                <a:ea typeface="Noto Sans JP" pitchFamily="34" charset="-122"/>
                <a:cs typeface="Noto Sans JP" pitchFamily="34" charset="-120"/>
              </a:rPr>
              <a:t> 246,</a:t>
            </a:r>
            <a:r>
              <a:rPr lang="en-US" sz="2100" dirty="0" spc="1" kern="0">
                <a:solidFill>
                  <a:srgbClr val="F3EEE3"/>
                </a:solidFill>
                <a:latin typeface="Noto Sans JP" pitchFamily="34" charset="0"/>
                <a:ea typeface="Noto Sans JP" pitchFamily="34" charset="-122"/>
                <a:cs typeface="Noto Sans JP" pitchFamily="34" charset="-120"/>
              </a:rPr>
              <a:t> 116876,</a:t>
            </a:r>
            <a:r>
              <a:rPr lang="en-US" sz="2100" dirty="0" spc="0" kern="0">
                <a:solidFill>
                  <a:srgbClr val="F3EEE3"/>
                </a:solidFill>
                <a:latin typeface="Noto Sans JP" pitchFamily="34" charset="0"/>
                <a:ea typeface="Noto Sans JP" pitchFamily="34" charset="-122"/>
                <a:cs typeface="Noto Sans JP" pitchFamily="34" charset="-120"/>
              </a:rPr>
              <a:t> doi</a:t>
            </a:r>
            <a:r>
              <a:rPr lang="en-US" sz="2100" dirty="0" spc="-1" kern="0">
                <a:solidFill>
                  <a:srgbClr val="F3EEE3"/>
                </a:solidFill>
                <a:latin typeface="Noto Sans JP" pitchFamily="34" charset="0"/>
                <a:ea typeface="Noto Sans JP" pitchFamily="34" charset="-122"/>
                <a:cs typeface="Noto Sans JP" pitchFamily="34" charset="-120"/>
              </a:rPr>
              <a:t> 10.1016/j.ces.2021.116876</a:t>
            </a:r>
            <a:endParaRPr lang="en-US" sz="2100" dirty="0"/>
          </a:p>
        </p:txBody>
      </p:sp>
      <p:sp>
        <p:nvSpPr>
          <p:cNvPr id="15" name="Shape 13"/>
          <p:cNvSpPr/>
          <p:nvPr/>
        </p:nvSpPr>
        <p:spPr>
          <a:xfrm>
            <a:off x="9334500" y="2571750"/>
            <a:ext cx="8039100" cy="1333500"/>
          </a:xfrm>
          <a:prstGeom prst="roundRect">
            <a:avLst>
              <a:gd name="adj" fmla="val 11429"/>
            </a:avLst>
          </a:prstGeom>
          <a:solidFill>
            <a:srgbClr val="1E212B"/>
          </a:solidFill>
          <a:ln/>
        </p:spPr>
      </p:sp>
      <p:sp>
        <p:nvSpPr>
          <p:cNvPr id="16" name="Text 14"/>
          <p:cNvSpPr/>
          <p:nvPr/>
        </p:nvSpPr>
        <p:spPr>
          <a:xfrm>
            <a:off x="9563100" y="2571750"/>
            <a:ext cx="876300" cy="1333500"/>
          </a:xfrm>
          <a:prstGeom prst="rect">
            <a:avLst/>
          </a:prstGeom>
          <a:noFill/>
          <a:ln/>
        </p:spPr>
        <p:txBody>
          <a:bodyPr wrap="square" lIns="0" tIns="0" rIns="0" bIns="0" rtlCol="0" anchor="ctr"/>
          <a:lstStyle/>
          <a:p>
            <a:pPr algn="l" indent="0" marL="0">
              <a:buNone/>
            </a:pPr>
            <a:r>
              <a:rPr lang="en-US" sz="1950" dirty="0" spc="5" kern="0">
                <a:solidFill>
                  <a:srgbClr val="FFB454"/>
                </a:solidFill>
                <a:latin typeface="Noto Sans JP ExtraBold" pitchFamily="34" charset="0"/>
                <a:ea typeface="Noto Sans JP ExtraBold" pitchFamily="34" charset="-122"/>
                <a:cs typeface="Noto Sans JP ExtraBold" pitchFamily="34" charset="-120"/>
              </a:rPr>
              <a:t>S5</a:t>
            </a:r>
            <a:endParaRPr lang="en-US" sz="1950" dirty="0"/>
          </a:p>
        </p:txBody>
      </p:sp>
      <p:sp>
        <p:nvSpPr>
          <p:cNvPr id="17" name="Text 15"/>
          <p:cNvSpPr/>
          <p:nvPr/>
        </p:nvSpPr>
        <p:spPr>
          <a:xfrm>
            <a:off x="10477500" y="2571750"/>
            <a:ext cx="6667500" cy="1333500"/>
          </a:xfrm>
          <a:prstGeom prst="rect">
            <a:avLst/>
          </a:prstGeom>
          <a:noFill/>
          <a:ln/>
        </p:spPr>
        <p:txBody>
          <a:bodyPr wrap="square" lIns="0" tIns="22583" rIns="0" bIns="-22583" rtlCol="0" anchor="ctr"/>
          <a:lstStyle/>
          <a:p>
            <a:pPr algn="l" indent="0" marL="0">
              <a:lnSpc>
                <a:spcPts val="2478"/>
              </a:lnSpc>
              <a:buNone/>
            </a:pPr>
            <a:r>
              <a:rPr lang="en-US" sz="2100" dirty="0" spc="3" kern="0">
                <a:solidFill>
                  <a:srgbClr val="F3EEE3"/>
                </a:solidFill>
                <a:latin typeface="Noto Sans JP" pitchFamily="34" charset="0"/>
                <a:ea typeface="Noto Sans JP" pitchFamily="34" charset="-122"/>
                <a:cs typeface="Noto Sans JP" pitchFamily="34" charset="-120"/>
              </a:rPr>
              <a:t>Li</a:t>
            </a:r>
            <a:r>
              <a:rPr lang="en-US" sz="2100" dirty="0" spc="-2" kern="0">
                <a:solidFill>
                  <a:srgbClr val="F3EEE3"/>
                </a:solidFill>
                <a:latin typeface="Noto Sans JP" pitchFamily="34" charset="0"/>
                <a:ea typeface="Noto Sans JP" pitchFamily="34" charset="-122"/>
                <a:cs typeface="Noto Sans JP" pitchFamily="34" charset="-120"/>
              </a:rPr>
              <a:t> ほか,</a:t>
            </a:r>
            <a:r>
              <a:rPr lang="en-US" sz="2100" dirty="0" spc="0" kern="0">
                <a:solidFill>
                  <a:srgbClr val="F3EEE3"/>
                </a:solidFill>
                <a:latin typeface="Noto Sans JP" pitchFamily="34" charset="0"/>
                <a:ea typeface="Noto Sans JP" pitchFamily="34" charset="-122"/>
                <a:cs typeface="Noto Sans JP" pitchFamily="34" charset="-120"/>
              </a:rPr>
              <a:t> 2021,</a:t>
            </a:r>
            <a:r>
              <a:rPr lang="en-US" sz="2100" dirty="0" spc="-22" kern="0">
                <a:solidFill>
                  <a:srgbClr val="F3EEE3"/>
                </a:solidFill>
                <a:latin typeface="Noto Sans JP" pitchFamily="34" charset="0"/>
                <a:ea typeface="Noto Sans JP" pitchFamily="34" charset="-122"/>
                <a:cs typeface="Noto Sans JP" pitchFamily="34" charset="-120"/>
              </a:rPr>
              <a:t> ACS</a:t>
            </a:r>
            <a:r>
              <a:rPr lang="en-US" sz="2100" dirty="0" spc="-15" kern="0">
                <a:solidFill>
                  <a:srgbClr val="F3EEE3"/>
                </a:solidFill>
                <a:latin typeface="Noto Sans JP" pitchFamily="34" charset="0"/>
                <a:ea typeface="Noto Sans JP" pitchFamily="34" charset="-122"/>
                <a:cs typeface="Noto Sans JP" pitchFamily="34" charset="-120"/>
              </a:rPr>
              <a:t> Omega</a:t>
            </a:r>
            <a:r>
              <a:rPr lang="en-US" sz="2100" dirty="0" spc="-2" kern="0">
                <a:solidFill>
                  <a:srgbClr val="F3EEE3"/>
                </a:solidFill>
                <a:latin typeface="Noto Sans JP" pitchFamily="34" charset="0"/>
                <a:ea typeface="Noto Sans JP" pitchFamily="34" charset="-122"/>
                <a:cs typeface="Noto Sans JP" pitchFamily="34" charset="-120"/>
              </a:rPr>
              <a:t> 6(8),</a:t>
            </a:r>
            <a:r>
              <a:rPr lang="en-US" sz="2100" dirty="0" spc="2" kern="0">
                <a:solidFill>
                  <a:srgbClr val="F3EEE3"/>
                </a:solidFill>
                <a:latin typeface="Noto Sans JP" pitchFamily="34" charset="0"/>
                <a:ea typeface="Noto Sans JP" pitchFamily="34" charset="-122"/>
                <a:cs typeface="Noto Sans JP" pitchFamily="34" charset="-120"/>
              </a:rPr>
              <a:t> 5921–5932,</a:t>
            </a:r>
            <a:r>
              <a:rPr lang="en-US" sz="2100" dirty="0" spc="-1" kern="0">
                <a:solidFill>
                  <a:srgbClr val="F3EEE3"/>
                </a:solidFill>
                <a:latin typeface="Noto Sans JP" pitchFamily="34" charset="0"/>
                <a:ea typeface="Noto Sans JP" pitchFamily="34" charset="-122"/>
                <a:cs typeface="Noto Sans JP" pitchFamily="34" charset="-120"/>
              </a:rPr>
              <a:t> doi</a:t>
            </a:r>
            <a:r>
              <a:rPr lang="en-US" sz="2100" dirty="0" spc="-6" kern="0">
                <a:solidFill>
                  <a:srgbClr val="F3EEE3"/>
                </a:solidFill>
                <a:latin typeface="Noto Sans JP" pitchFamily="34" charset="0"/>
                <a:ea typeface="Noto Sans JP" pitchFamily="34" charset="-122"/>
                <a:cs typeface="Noto Sans JP" pitchFamily="34" charset="-120"/>
              </a:rPr>
              <a:t> 10.1021/acsomega.1c00021</a:t>
            </a:r>
            <a:endParaRPr lang="en-US" sz="2100" dirty="0"/>
          </a:p>
        </p:txBody>
      </p:sp>
      <p:sp>
        <p:nvSpPr>
          <p:cNvPr id="18" name="Shape 16"/>
          <p:cNvSpPr/>
          <p:nvPr/>
        </p:nvSpPr>
        <p:spPr>
          <a:xfrm>
            <a:off x="9334500" y="4019550"/>
            <a:ext cx="8039100" cy="1333500"/>
          </a:xfrm>
          <a:prstGeom prst="roundRect">
            <a:avLst>
              <a:gd name="adj" fmla="val 11429"/>
            </a:avLst>
          </a:prstGeom>
          <a:solidFill>
            <a:srgbClr val="1E212B"/>
          </a:solidFill>
          <a:ln/>
        </p:spPr>
      </p:sp>
      <p:sp>
        <p:nvSpPr>
          <p:cNvPr id="19" name="Text 17"/>
          <p:cNvSpPr/>
          <p:nvPr/>
        </p:nvSpPr>
        <p:spPr>
          <a:xfrm>
            <a:off x="9563100" y="4019550"/>
            <a:ext cx="876300" cy="1333500"/>
          </a:xfrm>
          <a:prstGeom prst="rect">
            <a:avLst/>
          </a:prstGeom>
          <a:noFill/>
          <a:ln/>
        </p:spPr>
        <p:txBody>
          <a:bodyPr wrap="square" lIns="0" tIns="0" rIns="0" bIns="0" rtlCol="0" anchor="ctr"/>
          <a:lstStyle/>
          <a:p>
            <a:pPr algn="l" indent="0" marL="0">
              <a:buNone/>
            </a:pPr>
            <a:r>
              <a:rPr lang="en-US" sz="1950" dirty="0" spc="5" kern="0">
                <a:solidFill>
                  <a:srgbClr val="3DD6A0"/>
                </a:solidFill>
                <a:latin typeface="Noto Sans JP ExtraBold" pitchFamily="34" charset="0"/>
                <a:ea typeface="Noto Sans JP ExtraBold" pitchFamily="34" charset="-122"/>
                <a:cs typeface="Noto Sans JP ExtraBold" pitchFamily="34" charset="-120"/>
              </a:rPr>
              <a:t>S6</a:t>
            </a:r>
            <a:endParaRPr lang="en-US" sz="1950" dirty="0"/>
          </a:p>
        </p:txBody>
      </p:sp>
      <p:sp>
        <p:nvSpPr>
          <p:cNvPr id="20" name="Text 18"/>
          <p:cNvSpPr/>
          <p:nvPr/>
        </p:nvSpPr>
        <p:spPr>
          <a:xfrm>
            <a:off x="10477500" y="4019550"/>
            <a:ext cx="6667500" cy="1333500"/>
          </a:xfrm>
          <a:prstGeom prst="rect">
            <a:avLst/>
          </a:prstGeom>
          <a:noFill/>
          <a:ln/>
        </p:spPr>
        <p:txBody>
          <a:bodyPr wrap="square" lIns="0" tIns="22583" rIns="0" bIns="-22583" rtlCol="0" anchor="ctr"/>
          <a:lstStyle/>
          <a:p>
            <a:pPr algn="l" indent="0" marL="0">
              <a:lnSpc>
                <a:spcPts val="2478"/>
              </a:lnSpc>
              <a:buNone/>
            </a:pPr>
            <a:r>
              <a:rPr lang="en-US" sz="2100" dirty="0" spc="-2" kern="0">
                <a:solidFill>
                  <a:srgbClr val="F3EEE3"/>
                </a:solidFill>
                <a:latin typeface="Noto Sans JP" pitchFamily="34" charset="0"/>
                <a:ea typeface="Noto Sans JP" pitchFamily="34" charset="-122"/>
                <a:cs typeface="Noto Sans JP" pitchFamily="34" charset="-120"/>
              </a:rPr>
              <a:t>Eakle</a:t>
            </a:r>
            <a:r>
              <a:rPr lang="en-US" sz="2100" dirty="0" spc="-3" kern="0">
                <a:solidFill>
                  <a:srgbClr val="F3EEE3"/>
                </a:solidFill>
                <a:latin typeface="Noto Sans JP" pitchFamily="34" charset="0"/>
                <a:ea typeface="Noto Sans JP" pitchFamily="34" charset="-122"/>
                <a:cs typeface="Noto Sans JP" pitchFamily="34" charset="-120"/>
              </a:rPr>
              <a:t> ほか,</a:t>
            </a:r>
            <a:r>
              <a:rPr lang="en-US" sz="2100" dirty="0" spc="1" kern="0">
                <a:solidFill>
                  <a:srgbClr val="F3EEE3"/>
                </a:solidFill>
                <a:latin typeface="Noto Sans JP" pitchFamily="34" charset="0"/>
                <a:ea typeface="Noto Sans JP" pitchFamily="34" charset="-122"/>
                <a:cs typeface="Noto Sans JP" pitchFamily="34" charset="-120"/>
              </a:rPr>
              <a:t> 2016,</a:t>
            </a:r>
            <a:r>
              <a:rPr lang="en-US" sz="2100" dirty="0" spc="-1" kern="0">
                <a:solidFill>
                  <a:srgbClr val="F3EEE3"/>
                </a:solidFill>
                <a:latin typeface="Noto Sans JP" pitchFamily="34" charset="0"/>
                <a:ea typeface="Noto Sans JP" pitchFamily="34" charset="-122"/>
                <a:cs typeface="Noto Sans JP" pitchFamily="34" charset="-120"/>
              </a:rPr>
              <a:t> SAE</a:t>
            </a:r>
            <a:r>
              <a:rPr lang="en-US" sz="2100" dirty="0" spc="-20" kern="0">
                <a:solidFill>
                  <a:srgbClr val="F3EEE3"/>
                </a:solidFill>
                <a:latin typeface="Noto Sans JP" pitchFamily="34" charset="0"/>
                <a:ea typeface="Noto Sans JP" pitchFamily="34" charset="-122"/>
                <a:cs typeface="Noto Sans JP" pitchFamily="34" charset="-120"/>
              </a:rPr>
              <a:t> Technical</a:t>
            </a:r>
            <a:r>
              <a:rPr lang="en-US" sz="2100" dirty="0" spc="-19" kern="0">
                <a:solidFill>
                  <a:srgbClr val="F3EEE3"/>
                </a:solidFill>
                <a:latin typeface="Noto Sans JP" pitchFamily="34" charset="0"/>
                <a:ea typeface="Noto Sans JP" pitchFamily="34" charset="-122"/>
                <a:cs typeface="Noto Sans JP" pitchFamily="34" charset="-120"/>
              </a:rPr>
              <a:t> Paper</a:t>
            </a:r>
            <a:r>
              <a:rPr lang="en-US" sz="2100" dirty="0" spc="3" kern="0">
                <a:solidFill>
                  <a:srgbClr val="F3EEE3"/>
                </a:solidFill>
                <a:latin typeface="Noto Sans JP" pitchFamily="34" charset="0"/>
                <a:ea typeface="Noto Sans JP" pitchFamily="34" charset="-122"/>
                <a:cs typeface="Noto Sans JP" pitchFamily="34" charset="-120"/>
              </a:rPr>
              <a:t> 2016-01-2327</a:t>
            </a:r>
            <a:endParaRPr lang="en-US" sz="2100" dirty="0"/>
          </a:p>
        </p:txBody>
      </p:sp>
      <p:sp>
        <p:nvSpPr>
          <p:cNvPr id="21" name="Shape 19"/>
          <p:cNvSpPr/>
          <p:nvPr/>
        </p:nvSpPr>
        <p:spPr>
          <a:xfrm>
            <a:off x="9334500" y="5467350"/>
            <a:ext cx="8039100" cy="1333500"/>
          </a:xfrm>
          <a:prstGeom prst="roundRect">
            <a:avLst>
              <a:gd name="adj" fmla="val 11429"/>
            </a:avLst>
          </a:prstGeom>
          <a:solidFill>
            <a:srgbClr val="1E212B"/>
          </a:solidFill>
          <a:ln/>
        </p:spPr>
      </p:sp>
      <p:sp>
        <p:nvSpPr>
          <p:cNvPr id="22" name="Text 20"/>
          <p:cNvSpPr/>
          <p:nvPr/>
        </p:nvSpPr>
        <p:spPr>
          <a:xfrm>
            <a:off x="9563100" y="5467350"/>
            <a:ext cx="876300" cy="1333500"/>
          </a:xfrm>
          <a:prstGeom prst="rect">
            <a:avLst/>
          </a:prstGeom>
          <a:noFill/>
          <a:ln/>
        </p:spPr>
        <p:txBody>
          <a:bodyPr wrap="square" lIns="0" tIns="0" rIns="0" bIns="0" rtlCol="0" anchor="ctr"/>
          <a:lstStyle/>
          <a:p>
            <a:pPr algn="l" indent="0" marL="0">
              <a:buNone/>
            </a:pPr>
            <a:r>
              <a:rPr lang="en-US" sz="1950" dirty="0" spc="5" kern="0">
                <a:solidFill>
                  <a:srgbClr val="FF6A4D"/>
                </a:solidFill>
                <a:latin typeface="Noto Sans JP ExtraBold" pitchFamily="34" charset="0"/>
                <a:ea typeface="Noto Sans JP ExtraBold" pitchFamily="34" charset="-122"/>
                <a:cs typeface="Noto Sans JP ExtraBold" pitchFamily="34" charset="-120"/>
              </a:rPr>
              <a:t>S7</a:t>
            </a:r>
            <a:endParaRPr lang="en-US" sz="1950" dirty="0"/>
          </a:p>
        </p:txBody>
      </p:sp>
      <p:sp>
        <p:nvSpPr>
          <p:cNvPr id="23" name="Text 21"/>
          <p:cNvSpPr/>
          <p:nvPr/>
        </p:nvSpPr>
        <p:spPr>
          <a:xfrm>
            <a:off x="10477500" y="5467350"/>
            <a:ext cx="6667500" cy="1333500"/>
          </a:xfrm>
          <a:prstGeom prst="rect">
            <a:avLst/>
          </a:prstGeom>
          <a:noFill/>
          <a:ln/>
        </p:spPr>
        <p:txBody>
          <a:bodyPr wrap="square" lIns="0" tIns="22583" rIns="0" bIns="-22583" rtlCol="0" anchor="ctr"/>
          <a:lstStyle/>
          <a:p>
            <a:pPr algn="l" indent="0" marL="0">
              <a:lnSpc>
                <a:spcPts val="2478"/>
              </a:lnSpc>
              <a:buNone/>
            </a:pPr>
            <a:r>
              <a:rPr lang="en-US" sz="2100" dirty="0" spc="-10" kern="0">
                <a:solidFill>
                  <a:srgbClr val="F3EEE3"/>
                </a:solidFill>
                <a:latin typeface="Noto Sans JP" pitchFamily="34" charset="0"/>
                <a:ea typeface="Noto Sans JP" pitchFamily="34" charset="-122"/>
                <a:cs typeface="Noto Sans JP" pitchFamily="34" charset="-120"/>
              </a:rPr>
              <a:t>Vauxhall, What</a:t>
            </a:r>
            <a:r>
              <a:rPr lang="en-US" sz="2100" dirty="0" spc="-2" kern="0">
                <a:solidFill>
                  <a:srgbClr val="F3EEE3"/>
                </a:solidFill>
                <a:latin typeface="Noto Sans JP" pitchFamily="34" charset="0"/>
                <a:ea typeface="Noto Sans JP" pitchFamily="34" charset="-122"/>
                <a:cs typeface="Noto Sans JP" pitchFamily="34" charset="-120"/>
              </a:rPr>
              <a:t> is</a:t>
            </a:r>
            <a:r>
              <a:rPr lang="en-US" sz="2100" dirty="0" spc="-1" kern="0">
                <a:solidFill>
                  <a:srgbClr val="F3EEE3"/>
                </a:solidFill>
                <a:latin typeface="Noto Sans JP" pitchFamily="34" charset="0"/>
                <a:ea typeface="Noto Sans JP" pitchFamily="34" charset="-122"/>
                <a:cs typeface="Noto Sans JP" pitchFamily="34" charset="-120"/>
              </a:rPr>
              <a:t> SCR technology?（AdBlue、 尿素32.5%）</a:t>
            </a:r>
            <a:endParaRPr lang="en-US" sz="2100" dirty="0"/>
          </a:p>
        </p:txBody>
      </p:sp>
      <p:sp>
        <p:nvSpPr>
          <p:cNvPr id="24" name="Shape 22"/>
          <p:cNvSpPr/>
          <p:nvPr/>
        </p:nvSpPr>
        <p:spPr>
          <a:xfrm>
            <a:off x="9334500" y="6915150"/>
            <a:ext cx="8039100" cy="1333500"/>
          </a:xfrm>
          <a:prstGeom prst="roundRect">
            <a:avLst>
              <a:gd name="adj" fmla="val 11429"/>
            </a:avLst>
          </a:prstGeom>
          <a:solidFill>
            <a:srgbClr val="1E212B"/>
          </a:solidFill>
          <a:ln/>
        </p:spPr>
      </p:sp>
      <p:sp>
        <p:nvSpPr>
          <p:cNvPr id="25" name="Text 23"/>
          <p:cNvSpPr/>
          <p:nvPr/>
        </p:nvSpPr>
        <p:spPr>
          <a:xfrm>
            <a:off x="9563100" y="6915150"/>
            <a:ext cx="876300" cy="1333500"/>
          </a:xfrm>
          <a:prstGeom prst="rect">
            <a:avLst/>
          </a:prstGeom>
          <a:noFill/>
          <a:ln/>
        </p:spPr>
        <p:txBody>
          <a:bodyPr wrap="square" lIns="0" tIns="0" rIns="0" bIns="0" rtlCol="0" anchor="ctr"/>
          <a:lstStyle/>
          <a:p>
            <a:pPr algn="l" indent="0" marL="0">
              <a:buNone/>
            </a:pPr>
            <a:r>
              <a:rPr lang="en-US" sz="1950" dirty="0" spc="5" kern="0">
                <a:solidFill>
                  <a:srgbClr val="7C93FF"/>
                </a:solidFill>
                <a:latin typeface="Noto Sans JP ExtraBold" pitchFamily="34" charset="0"/>
                <a:ea typeface="Noto Sans JP ExtraBold" pitchFamily="34" charset="-122"/>
                <a:cs typeface="Noto Sans JP ExtraBold" pitchFamily="34" charset="-120"/>
              </a:rPr>
              <a:t>S8</a:t>
            </a:r>
            <a:endParaRPr lang="en-US" sz="1950" dirty="0"/>
          </a:p>
        </p:txBody>
      </p:sp>
      <p:sp>
        <p:nvSpPr>
          <p:cNvPr id="26" name="Text 24"/>
          <p:cNvSpPr/>
          <p:nvPr/>
        </p:nvSpPr>
        <p:spPr>
          <a:xfrm>
            <a:off x="10477500" y="6915150"/>
            <a:ext cx="6667500" cy="1333500"/>
          </a:xfrm>
          <a:prstGeom prst="rect">
            <a:avLst/>
          </a:prstGeom>
          <a:noFill/>
          <a:ln/>
        </p:spPr>
        <p:txBody>
          <a:bodyPr wrap="square" lIns="0" tIns="22583" rIns="0" bIns="-22583" rtlCol="0" anchor="ctr"/>
          <a:lstStyle/>
          <a:p>
            <a:pPr algn="l" indent="0" marL="0">
              <a:lnSpc>
                <a:spcPts val="2478"/>
              </a:lnSpc>
              <a:buNone/>
            </a:pPr>
            <a:r>
              <a:rPr lang="en-US" sz="2100" dirty="0" spc="-1" kern="0">
                <a:solidFill>
                  <a:srgbClr val="F3EEE3"/>
                </a:solidFill>
                <a:latin typeface="Noto Sans JP" pitchFamily="34" charset="0"/>
                <a:ea typeface="Noto Sans JP" pitchFamily="34" charset="-122"/>
                <a:cs typeface="Noto Sans JP" pitchFamily="34" charset="-120"/>
              </a:rPr>
              <a:t>Wikimedia</a:t>
            </a:r>
            <a:r>
              <a:rPr lang="en-US" sz="2100" dirty="0" spc="-2" kern="0">
                <a:solidFill>
                  <a:srgbClr val="F3EEE3"/>
                </a:solidFill>
                <a:latin typeface="Noto Sans JP" pitchFamily="34" charset="0"/>
                <a:ea typeface="Noto Sans JP" pitchFamily="34" charset="-122"/>
                <a:cs typeface="Noto Sans JP" pitchFamily="34" charset="-120"/>
              </a:rPr>
              <a:t> Commons:</a:t>
            </a:r>
            <a:r>
              <a:rPr lang="en-US" sz="2100" dirty="0" spc="0" kern="0">
                <a:solidFill>
                  <a:srgbClr val="F3EEE3"/>
                </a:solidFill>
                <a:latin typeface="Noto Sans JP" pitchFamily="34" charset="0"/>
                <a:ea typeface="Noto Sans JP" pitchFamily="34" charset="-122"/>
                <a:cs typeface="Noto Sans JP" pitchFamily="34" charset="-120"/>
              </a:rPr>
              <a:t> 構造式4点（パブリックドメイン）、 Hino</a:t>
            </a:r>
            <a:r>
              <a:rPr lang="en-US" sz="2100" dirty="0" spc="-1" kern="0">
                <a:solidFill>
                  <a:srgbClr val="F3EEE3"/>
                </a:solidFill>
                <a:latin typeface="Noto Sans JP" pitchFamily="34" charset="0"/>
                <a:ea typeface="Noto Sans JP" pitchFamily="34" charset="-122"/>
                <a:cs typeface="Noto Sans JP" pitchFamily="34" charset="-120"/>
              </a:rPr>
              <a:t> SCR</a:t>
            </a:r>
            <a:r>
              <a:rPr lang="en-US" sz="2100" dirty="0" spc="2" kern="0">
                <a:solidFill>
                  <a:srgbClr val="F3EEE3"/>
                </a:solidFill>
                <a:latin typeface="Noto Sans JP" pitchFamily="34" charset="0"/>
                <a:ea typeface="Noto Sans JP" pitchFamily="34" charset="-122"/>
                <a:cs typeface="Noto Sans JP" pitchFamily="34" charset="-120"/>
              </a:rPr>
              <a:t> Unit</a:t>
            </a:r>
            <a:r>
              <a:rPr lang="en-US" sz="2100" dirty="0" spc="-2" kern="0">
                <a:solidFill>
                  <a:srgbClr val="F3EEE3"/>
                </a:solidFill>
                <a:latin typeface="Noto Sans JP" pitchFamily="34" charset="0"/>
                <a:ea typeface="Noto Sans JP" pitchFamily="34" charset="-122"/>
                <a:cs typeface="Noto Sans JP" pitchFamily="34" charset="-120"/>
              </a:rPr>
              <a:t> の</a:t>
            </a:r>
            <a:r>
              <a:rPr lang="en-US" sz="2100" dirty="0" spc="0" kern="0">
                <a:solidFill>
                  <a:srgbClr val="F3EEE3"/>
                </a:solidFill>
                <a:latin typeface="Noto Sans JP" pitchFamily="34" charset="0"/>
                <a:ea typeface="Noto Sans JP" pitchFamily="34" charset="-122"/>
                <a:cs typeface="Noto Sans JP" pitchFamily="34" charset="-120"/>
              </a:rPr>
              <a:t> 写真（z22、</a:t>
            </a:r>
            <a:r>
              <a:rPr lang="en-US" sz="2100" dirty="0" spc="-24" kern="0">
                <a:solidFill>
                  <a:srgbClr val="F3EEE3"/>
                </a:solidFill>
                <a:latin typeface="Noto Sans JP" pitchFamily="34" charset="0"/>
                <a:ea typeface="Noto Sans JP" pitchFamily="34" charset="-122"/>
                <a:cs typeface="Noto Sans JP" pitchFamily="34" charset="-120"/>
              </a:rPr>
              <a:t> CC</a:t>
            </a:r>
            <a:r>
              <a:rPr lang="en-US" sz="2100" dirty="0" spc="-39" kern="0">
                <a:solidFill>
                  <a:srgbClr val="F3EEE3"/>
                </a:solidFill>
                <a:latin typeface="Noto Sans JP" pitchFamily="34" charset="0"/>
                <a:ea typeface="Noto Sans JP" pitchFamily="34" charset="-122"/>
                <a:cs typeface="Noto Sans JP" pitchFamily="34" charset="-120"/>
              </a:rPr>
              <a:t> BY-SA</a:t>
            </a:r>
            <a:r>
              <a:rPr lang="en-US" sz="2100" dirty="0" spc="-1" kern="0">
                <a:solidFill>
                  <a:srgbClr val="F3EEE3"/>
                </a:solidFill>
                <a:latin typeface="Noto Sans JP" pitchFamily="34" charset="0"/>
                <a:ea typeface="Noto Sans JP" pitchFamily="34" charset="-122"/>
                <a:cs typeface="Noto Sans JP" pitchFamily="34" charset="-120"/>
              </a:rPr>
              <a:t> 3.0）</a:t>
            </a:r>
            <a:endParaRPr lang="en-US" sz="2100" dirty="0"/>
          </a:p>
        </p:txBody>
      </p:sp>
      <p:sp>
        <p:nvSpPr>
          <p:cNvPr id="27" name="Shape 25"/>
          <p:cNvSpPr/>
          <p:nvPr/>
        </p:nvSpPr>
        <p:spPr>
          <a:xfrm>
            <a:off x="942975" y="9563100"/>
            <a:ext cx="114300" cy="114300"/>
          </a:xfrm>
          <a:prstGeom prst="ellipse">
            <a:avLst/>
          </a:prstGeom>
          <a:solidFill>
            <a:srgbClr val="F3EEE3">
              <a:alpha val="28000"/>
            </a:srgbClr>
          </a:solidFill>
          <a:ln/>
        </p:spPr>
      </p:sp>
      <p:sp>
        <p:nvSpPr>
          <p:cNvPr id="28" name="Shape 26"/>
          <p:cNvSpPr/>
          <p:nvPr/>
        </p:nvSpPr>
        <p:spPr>
          <a:xfrm>
            <a:off x="1171575" y="9563100"/>
            <a:ext cx="114300" cy="114300"/>
          </a:xfrm>
          <a:prstGeom prst="ellipse">
            <a:avLst/>
          </a:prstGeom>
          <a:solidFill>
            <a:srgbClr val="F3EEE3">
              <a:alpha val="28000"/>
            </a:srgbClr>
          </a:solidFill>
          <a:ln/>
        </p:spPr>
      </p:sp>
      <p:sp>
        <p:nvSpPr>
          <p:cNvPr id="29" name="Shape 27"/>
          <p:cNvSpPr/>
          <p:nvPr/>
        </p:nvSpPr>
        <p:spPr>
          <a:xfrm>
            <a:off x="1400175" y="9563100"/>
            <a:ext cx="114300" cy="114300"/>
          </a:xfrm>
          <a:prstGeom prst="ellipse">
            <a:avLst/>
          </a:prstGeom>
          <a:solidFill>
            <a:srgbClr val="F3EEE3">
              <a:alpha val="28000"/>
            </a:srgbClr>
          </a:solidFill>
          <a:ln/>
        </p:spPr>
      </p:sp>
      <p:sp>
        <p:nvSpPr>
          <p:cNvPr id="30" name="Shape 28"/>
          <p:cNvSpPr/>
          <p:nvPr/>
        </p:nvSpPr>
        <p:spPr>
          <a:xfrm>
            <a:off x="1628775" y="9563100"/>
            <a:ext cx="114300" cy="114300"/>
          </a:xfrm>
          <a:prstGeom prst="ellipse">
            <a:avLst/>
          </a:prstGeom>
          <a:solidFill>
            <a:srgbClr val="F3EEE3">
              <a:alpha val="28000"/>
            </a:srgbClr>
          </a:solidFill>
          <a:ln/>
        </p:spPr>
      </p:sp>
      <p:sp>
        <p:nvSpPr>
          <p:cNvPr id="31" name="Shape 29"/>
          <p:cNvSpPr/>
          <p:nvPr/>
        </p:nvSpPr>
        <p:spPr>
          <a:xfrm>
            <a:off x="1857375" y="9563100"/>
            <a:ext cx="114300" cy="114300"/>
          </a:xfrm>
          <a:prstGeom prst="ellipse">
            <a:avLst/>
          </a:prstGeom>
          <a:solidFill>
            <a:srgbClr val="F3EEE3">
              <a:alpha val="28000"/>
            </a:srgbClr>
          </a:solidFill>
          <a:ln/>
        </p:spPr>
      </p:sp>
      <p:sp>
        <p:nvSpPr>
          <p:cNvPr id="32" name="Shape 30"/>
          <p:cNvSpPr/>
          <p:nvPr/>
        </p:nvSpPr>
        <p:spPr>
          <a:xfrm>
            <a:off x="2085975" y="9563100"/>
            <a:ext cx="114300" cy="114300"/>
          </a:xfrm>
          <a:prstGeom prst="ellipse">
            <a:avLst/>
          </a:prstGeom>
          <a:solidFill>
            <a:srgbClr val="F3EEE3">
              <a:alpha val="28000"/>
            </a:srgbClr>
          </a:solidFill>
          <a:ln/>
        </p:spPr>
      </p:sp>
      <p:sp>
        <p:nvSpPr>
          <p:cNvPr id="33" name="Shape 31"/>
          <p:cNvSpPr/>
          <p:nvPr/>
        </p:nvSpPr>
        <p:spPr>
          <a:xfrm>
            <a:off x="2314575" y="9563100"/>
            <a:ext cx="114300" cy="114300"/>
          </a:xfrm>
          <a:prstGeom prst="ellipse">
            <a:avLst/>
          </a:prstGeom>
          <a:solidFill>
            <a:srgbClr val="F3EEE3">
              <a:alpha val="28000"/>
            </a:srgbClr>
          </a:solidFill>
          <a:ln/>
        </p:spPr>
      </p:sp>
      <p:sp>
        <p:nvSpPr>
          <p:cNvPr id="34" name="Shape 32"/>
          <p:cNvSpPr/>
          <p:nvPr/>
        </p:nvSpPr>
        <p:spPr>
          <a:xfrm>
            <a:off x="2543175" y="9563100"/>
            <a:ext cx="114300" cy="114300"/>
          </a:xfrm>
          <a:prstGeom prst="ellipse">
            <a:avLst/>
          </a:prstGeom>
          <a:solidFill>
            <a:srgbClr val="F3EEE3">
              <a:alpha val="28000"/>
            </a:srgbClr>
          </a:solidFill>
          <a:ln/>
        </p:spPr>
      </p:sp>
      <p:sp>
        <p:nvSpPr>
          <p:cNvPr id="35" name="Shape 33"/>
          <p:cNvSpPr/>
          <p:nvPr/>
        </p:nvSpPr>
        <p:spPr>
          <a:xfrm>
            <a:off x="2771775" y="9563100"/>
            <a:ext cx="114300" cy="114300"/>
          </a:xfrm>
          <a:prstGeom prst="ellipse">
            <a:avLst/>
          </a:prstGeom>
          <a:solidFill>
            <a:srgbClr val="F3EEE3">
              <a:alpha val="28000"/>
            </a:srgbClr>
          </a:solidFill>
          <a:ln/>
        </p:spPr>
      </p:sp>
      <p:sp>
        <p:nvSpPr>
          <p:cNvPr id="36" name="Shape 34"/>
          <p:cNvSpPr/>
          <p:nvPr/>
        </p:nvSpPr>
        <p:spPr>
          <a:xfrm>
            <a:off x="3000375" y="9563100"/>
            <a:ext cx="114300" cy="114300"/>
          </a:xfrm>
          <a:prstGeom prst="ellipse">
            <a:avLst/>
          </a:prstGeom>
          <a:solidFill>
            <a:srgbClr val="F3EEE3">
              <a:alpha val="28000"/>
            </a:srgbClr>
          </a:solidFill>
          <a:ln/>
        </p:spPr>
      </p:sp>
      <p:sp>
        <p:nvSpPr>
          <p:cNvPr id="37" name="Shape 35"/>
          <p:cNvSpPr/>
          <p:nvPr/>
        </p:nvSpPr>
        <p:spPr>
          <a:xfrm>
            <a:off x="3228975" y="9563100"/>
            <a:ext cx="114300" cy="114300"/>
          </a:xfrm>
          <a:prstGeom prst="ellipse">
            <a:avLst/>
          </a:prstGeom>
          <a:solidFill>
            <a:srgbClr val="F3EEE3">
              <a:alpha val="28000"/>
            </a:srgbClr>
          </a:solidFill>
          <a:ln/>
        </p:spPr>
      </p:sp>
      <p:sp>
        <p:nvSpPr>
          <p:cNvPr id="38" name="Shape 36"/>
          <p:cNvSpPr/>
          <p:nvPr/>
        </p:nvSpPr>
        <p:spPr>
          <a:xfrm>
            <a:off x="3457575" y="9563100"/>
            <a:ext cx="114300" cy="114300"/>
          </a:xfrm>
          <a:prstGeom prst="ellipse">
            <a:avLst/>
          </a:prstGeom>
          <a:solidFill>
            <a:srgbClr val="F3EEE3">
              <a:alpha val="28000"/>
            </a:srgbClr>
          </a:solidFill>
          <a:ln/>
        </p:spPr>
      </p:sp>
      <p:sp>
        <p:nvSpPr>
          <p:cNvPr id="39" name="Shape 37"/>
          <p:cNvSpPr/>
          <p:nvPr/>
        </p:nvSpPr>
        <p:spPr>
          <a:xfrm>
            <a:off x="3686175" y="9563100"/>
            <a:ext cx="114300" cy="114300"/>
          </a:xfrm>
          <a:prstGeom prst="ellipse">
            <a:avLst/>
          </a:prstGeom>
          <a:solidFill>
            <a:srgbClr val="F3EEE3">
              <a:alpha val="28000"/>
            </a:srgbClr>
          </a:solidFill>
          <a:ln/>
        </p:spPr>
      </p:sp>
      <p:sp>
        <p:nvSpPr>
          <p:cNvPr id="40" name="Shape 38"/>
          <p:cNvSpPr/>
          <p:nvPr/>
        </p:nvSpPr>
        <p:spPr>
          <a:xfrm>
            <a:off x="3914775" y="9563100"/>
            <a:ext cx="114300" cy="114300"/>
          </a:xfrm>
          <a:prstGeom prst="ellipse">
            <a:avLst/>
          </a:prstGeom>
          <a:solidFill>
            <a:srgbClr val="F3EEE3">
              <a:alpha val="28000"/>
            </a:srgbClr>
          </a:solidFill>
          <a:ln/>
        </p:spPr>
      </p:sp>
      <p:sp>
        <p:nvSpPr>
          <p:cNvPr id="41" name="Shape 39"/>
          <p:cNvSpPr/>
          <p:nvPr/>
        </p:nvSpPr>
        <p:spPr>
          <a:xfrm>
            <a:off x="4143375" y="9563100"/>
            <a:ext cx="114300" cy="114300"/>
          </a:xfrm>
          <a:prstGeom prst="ellipse">
            <a:avLst/>
          </a:prstGeom>
          <a:solidFill>
            <a:srgbClr val="F3EEE3">
              <a:alpha val="28000"/>
            </a:srgbClr>
          </a:solidFill>
          <a:ln/>
        </p:spPr>
      </p:sp>
      <p:sp>
        <p:nvSpPr>
          <p:cNvPr id="42" name="Shape 40"/>
          <p:cNvSpPr/>
          <p:nvPr/>
        </p:nvSpPr>
        <p:spPr>
          <a:xfrm>
            <a:off x="4371975" y="9563100"/>
            <a:ext cx="114300" cy="114300"/>
          </a:xfrm>
          <a:prstGeom prst="ellipse">
            <a:avLst/>
          </a:prstGeom>
          <a:solidFill>
            <a:srgbClr val="F3EEE3">
              <a:alpha val="28000"/>
            </a:srgbClr>
          </a:solidFill>
          <a:ln/>
        </p:spPr>
      </p:sp>
      <p:sp>
        <p:nvSpPr>
          <p:cNvPr id="43" name="Shape 41"/>
          <p:cNvSpPr/>
          <p:nvPr/>
        </p:nvSpPr>
        <p:spPr>
          <a:xfrm>
            <a:off x="4581525" y="9544050"/>
            <a:ext cx="152400" cy="152400"/>
          </a:xfrm>
          <a:prstGeom prst="ellipse">
            <a:avLst/>
          </a:prstGeom>
          <a:solidFill>
            <a:srgbClr val="FF6A4D"/>
          </a:solidFill>
          <a:ln/>
        </p:spPr>
      </p:sp>
      <p:sp>
        <p:nvSpPr>
          <p:cNvPr id="44" name="Text 42"/>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0" kern="0">
                <a:solidFill>
                  <a:srgbClr val="9AA0B5"/>
                </a:solidFill>
                <a:latin typeface="Noto Sans JP" pitchFamily="34" charset="0"/>
                <a:ea typeface="Noto Sans JP" pitchFamily="34" charset="-122"/>
                <a:cs typeface="Noto Sans JP" pitchFamily="34" charset="-120"/>
              </a:rPr>
              <a:t>Multiple-report</a:t>
            </a:r>
            <a:r>
              <a:rPr lang="en-US" sz="1800" dirty="0" spc="-3"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L17</a:t>
            </a:r>
            <a:r>
              <a:rPr lang="en-US" sz="1800" dirty="0" spc="0" kern="0">
                <a:solidFill>
                  <a:srgbClr val="9AA0B5"/>
                </a:solidFill>
                <a:latin typeface="Noto Sans JP" pitchFamily="34" charset="0"/>
                <a:ea typeface="Noto Sans JP" pitchFamily="34" charset="-122"/>
                <a:cs typeface="Noto Sans JP" pitchFamily="34" charset="-120"/>
              </a:rPr>
              <a:t> ·</a:t>
            </a:r>
            <a:r>
              <a:rPr lang="en-US" sz="1800" dirty="0" spc="1" kern="0">
                <a:solidFill>
                  <a:srgbClr val="9AA0B5"/>
                </a:solidFill>
                <a:latin typeface="Noto Sans JP" pitchFamily="34" charset="0"/>
                <a:ea typeface="Noto Sans JP" pitchFamily="34" charset="-122"/>
                <a:cs typeface="Noto Sans JP" pitchFamily="34" charset="-120"/>
              </a:rPr>
              <a:t> 17/17</a:t>
            </a:r>
            <a:endParaRPr lang="en-US" sz="1800" dirty="0"/>
          </a:p>
        </p:txBody>
      </p:sp>
      <p:sp>
        <p:nvSpPr>
          <p:cNvPr id="45" name="Shape 43"/>
          <p:cNvSpPr/>
          <p:nvPr/>
        </p:nvSpPr>
        <p:spPr>
          <a:xfrm>
            <a:off x="15983712" y="9076331"/>
            <a:ext cx="1645920" cy="552301"/>
          </a:xfrm>
          <a:prstGeom prst="roundRect">
            <a:avLst>
              <a:gd name="adj" fmla="val 28000"/>
            </a:avLst>
          </a:prstGeom>
          <a:solidFill>
            <a:srgbClr val="FFFFFF">
              <a:alpha val="82000"/>
            </a:srgbClr>
          </a:solidFill>
          <a:ln/>
        </p:spPr>
      </p:sp>
      <p:pic>
        <p:nvPicPr>
          <p:cNvPr id="46" name="Moda image moda-export-watermark-9852e380-52c6-48c3-9b77-c567efbcf3ce"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2026-10-27T12:26:42Z</dcterms:created>
  <dcterms:modified xsi:type="dcterms:W3CDTF">2026-10-27T12:26:42Z</dcterms:modified>
</cp:coreProperties>
</file>