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fals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embeddedFontLst>
    <p:embeddedFont>
      <p:font typeface="Be Vietnam Pro"/>
      <p:regular r:id="rId27"/>
      <p:bold r:id="rId24"/>
    </p:embeddedFont>
    <p:embeddedFont>
      <p:font typeface="Bricolage Grotesque ExtraBold"/>
      <p:regular r:id="rId25"/>
    </p:embeddedFont>
    <p:embeddedFont>
      <p:font typeface="Be Vietnam Pro SemiBold"/>
      <p:regular r:id="rId26"/>
    </p:embeddedFont>
    <p:embeddedFont>
      <p:font typeface="Be Vietnam Pro ExtraBold"/>
      <p:regular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Mở bài: khi nóng lên, urea trong AdBlue biến thành gì và ở nhiệt độ nào cặn dễ bám nhất? Bài đọc từ biểu đồ gia nhiệt urea "Source number 3"; phần số liệu lấy từ hình, phần giải thích là kiến thức đối chiếu với nguồn ở slide cuối.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AdBlue là nước có 32,5% urea. Kỹ sư hay nghĩ urea là chất khử, nhưng thật ra nó chỉ là kho chứa NH3: nhiệt của ống xả bẻ urea thành NH3, rồi NH3 mới khử NOx trên chất xúc tác. Nước bay hơi trước, urea nóng chảy ở khoảng 133°C và biểu đồ của bài bắt đầu từ đó. Chỗ dễ nhầm: urea không biến hết thành NH3. Nếu nhiệt độ không đủ, một phần thành chất rắn bám lại. Cả bài là câu chuyện của phần rơi vào đường thứ hai đó.</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Bốn chất đứng cạnh nhau để người nghe nhận ra mặt chữ. Urea là chất mình muốn có, vì nó cho NH3. Biuret giống bột nhào chưa thành bánh: nó chưa phải cặn cuối nhưng cũng không còn là urea. Cyanuric acid và ammelide là hai chất rắn bền, khó bay hơi, nên là thứ bám lại trong ống. Cấu trúc đơn giản là hai nhóm NH2 quanh một carbon (urea), và các vòng sáu cạnh gồm carbon và nitơ (hai chất cuối). Việc xếp tốt hay xấu là kiến thức của bài, không đọc từ hình.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Đọc biểu đồ theo ba bước. Một: trục ngang là nhiệt độ gia nhiệt, trục dọc là phần trăm khối lượng so với urea ban đầu. Hai: đường navy là total recovery, tổng của bốn chất rắn còn lại; phần thiếu so với 100% đã thành khí chứ không biến mất. Ba: chỉ có chín điểm đo, các đoạn thẳng nối chúng chỉ để mắt dễ theo dõi. Vì vậy hình không cho số đo ở 160 hay 170°C; slide sau sẽ nói rõ chỗ đó. Sai số đọc bằng mắt khoảng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điểm xuất phát: urea nguyên chất, 100% khối lượng, bốn chất còn lại bằng 0. Urea đã nóng chảy thành chất lỏng nhưng gần như chưa phân hủy. Nước trong AdBlue đã bay hơi từ trước nên không có trên đồ thị. Ý nghĩa thực tế: ở mốc này chưa có cặn mới sinh ra, nhưng cũng chưa có nhiều NH3. Chỗ dễ nhầm: 133°C là nhiệt độ của mẫu trong thí nghiệm, không phải nhiệt độ khí xả; trong xe, giọt chạm thành ống thì nhiệt độ thành mới quyết định.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Chủ repo muốn nhìn các mốc 160 và 170°C, nhưng hình không có điểm đo ở đó. Hai hàng ước tính là nội suy tuyến tính giữa 133 và 190°C, nên chỉ là hướng đi: urea giảm dần, biuret tăng dần, tổng chất rắn bắt đầu tụt vì NH3 và HNCO bay đi. Đừng dùng các con số này làm số liệu thiết kế. Muốn số thật ở 160 và 170°C thì phải có thí nghiệm riêng hoặc bài gốc có thêm điểm đo.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Ở 190°C urea đã mất khoảng một nửa. Hai phản ứng chạy song song: urea tách thành NH3 và HNCO, và một phần urea gặp HNCO tạo biuret. Biuret đạt đỉnh khoảng 28%. Cyanuric acid (2,5%) và ammelide (0,5%) mới xuất hiện. Tổng chất rắn còn khoảng 77%, tức khoảng 23% khối lượng đã thành khí. Theo mô tả bốn vùng nhiệt độ của Schaber, từ khoảng 190°C biuret bắt đầu phân hủy, nên đây vừa là đỉnh vừa là điểm quay đầu của biuret.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Đây là vùng chuyển giao. Urea gần cạn, biuret rơi từ 28% xuống 14% rồi còn khoảng 1%. Biuret không biến mất vô cớ: nó bị phân hủy và tạo cyanuric acid cùng ammelide. Ngoài ra ba phân tử HNCO có thể ghép thành một cyanuric acid (kiến thức của bài). Cyanuric acid nhảy từ 2,5% lên 22% rồi 23,5%, trở thành chất chiếm ưu thế. Ý nghĩa thực tế: từ đây cặn không còn là chất mềm, đang đổi tiếp mà là chất rắn bền khó tan.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Từ 275°C trở lên chỉ còn hai chất rắn. Cyanuric acid đạt đỉnh khoảng 24% ở 275°C rồi tụt còn 15% ở 325°C; ammelide đứng yên quanh 5,5%. Theo mô tả của Schaber, vùng 250–360°C là nơi cyanuric acid thăng hoa, nên đường tím đi xuống. Tổng chất rắn còn khoảng 30% rồi 20%: vẫn là lượng đáng kể và đều là chất bền. Đây là vùng thành ống nên tránh nếu muốn không bị đóng cặn.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Ở 350°C chỉ còn cyanuric acid khoảng 2% và ammelide 5,5%. Ammelide là chất bền nhất: còn khoảng 1% ở 400°C và về 0 ở 450°C. Tổng chất rắn còn khoảng 2,5% ở 400°C và 1% ở 450°C. Một lưu ý nhỏ: tổng trong hình ở 400°C (khoảng 2,5%) cao hơn tổng bốn chất đọc được (khoảng 1%), chênh nằm trong sai số đọc hình. Ý nghĩa thực tế: ống xả nóng từ khoảng 400°C trở lên gần như tự sạch cặn.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Năm điểm ngoặt là xương sống của bài. Một: biuret lên rồi xuống, vì nguồn tạo ra nó là urea đang cạn và nó cũng tự phân hủy. Hai: cyanuric acid là nơi biuret và HNCO đổ vào nên tăng vọt giữa 190 và 225°C. Ba: ammelide lên chậm nhưng sống lâu nhất. Bốn: total recovery giảm liên tục, nghĩa là mỗi bước đều nhả khí. Năm: từ 400°C gần như sạch. Nhắc người nghe rằng các lý do là phần giải thích của bài, đối chiếu với tài liệu, còn hình chỉ cho số liệu.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Thang màu này là suy luận của bài từ hình, không phải ngưỡng hiệu chỉnh của hãng nào. Vùng đỏ 190–325°C nguy hiểm vì đó là nơi chất rắn nhiều nhất và bền nhất. Vì sao nhiệt độ thành ống thấp lại đáng lo? Giọt AdBlue chạm thành tạo màng chất lỏng; khi màng bay hơi nó hút nhiệt làm thành nguội thêm, nên có lúc khí xả nóng mà thành vẫn nằm trong vùng đỏ. Vì vậy cần nhìn nhiệt độ thành, không chỉ nhiệt độ khí.</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Bốn gợi ý này là suy luận từ biểu đồ và hóa học, không phải thông số của một hãng. Một: đặt nhiệt độ tối thiểu bắt đầu dosing theo nhiệt độ thành, không chỉ khí. Hai: strategy phun giữ giọt nhỏ và tránh chạm thành lạnh, giảm lượng khi nhiệt độ thấp. Ba: thiết kế mixer giúp giọt bay hơi nhanh và hạn chế vùng đọng. Bốn: làm sạch bằng nhiệt, tức regeneration, đưa thành lên khoảng 400°C trở lên, vì ở đó biểu đồ cho thấy cặn gần như biến mất. Ngưỡng cụ thể phải do nhà sản xuất hiệu chỉnh.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Năm ý này đủ để người nghe kể lại câu chuyện. Một: urea nóng chảy rồi tách khí. Hai: biuret là trạm trung gian, lên đỉnh ở 190°C rồi hết. Ba: cyanuric acid là cặn chính, ammelide ít hơn nhưng bền hơn. Bốn: khối lượng chất rắn giảm dần vì chuyển thành khí. Năm: vùng nguy hiểm là 190–325°C, từ khoảng 400°C gần như sạch. Hỏi người nghe: trong xe của mình, vùng nào hay xảy ra nhất, và thành ống nóng lên chậm hơn khí bao lâu?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Dùng ba bốn câu hỏi này để mở thảo luận. Câu đầu là tình huống thật: khí xả nóng nhưng thành mixer nguội hơn. Câu hai hỏi cách đo hoặc ước tính nhiệt độ thành. Câu ba đưa vào chu trình lái: xe chạy tải nhẹ, chạy thành phố hoặc dừng lâu hay ở vùng nguy hiểm. Câu bốn về làm sạch bằng nhiệt. Không có đáp án duy nhất; mục tiêu là để người nghe tự gắn các mốc của biểu đồ vào hệ thống của mình.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này tách rõ phần nào là số liệu, phần nào là suy luận. Số liệu: chín điểm đo của hình Source number 3, đọc bằng mắt, sai số khoảng ±2%. Suy luận: tên phản ứng, việc xếp tốt hay xấu, thang rủi ro, các biện pháp, và hai giá trị nội suy ở 160 và 170°C. Đây là thí nghiệm gia nhiệt urea trong phòng thí nghiệm, nên trong xe có thể khác vì tốc độ gia nhiệt, dòng khí, chất xúc tác và dạng giọt phun. Hình chưa rõ tác giả và năm, nên bài chưa đối chiếu từng con số với bài gốc.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nguồn của bài. S1 là chính biểu đồ do chủ repo cung cấp. S2 và S3 là hai bài kinh điển về phân hủy nhiệt urea cho SCR. S4 là bài mô hình hóa động học mở (CC BY) tóm tắt bốn vùng nhiệt độ của Schaber. S5 về quá trình đóng cặn urea trong hệ SCR, S6 về thành phần cặn, S7 giải thích AdBlue, S8 là hình từ Wikimedia Commons. Mời người nghe đọc S4 và S5 nếu muốn đi sâu.</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C"/>
        </a:solidFill>
      </p:bgPr>
    </p:bg>
    <p:spTree>
      <p:nvGrpSpPr>
        <p:cNvPr id="1" name=""/>
        <p:cNvGrpSpPr/>
        <p:nvPr/>
      </p:nvGrpSpPr>
      <p:grpSpPr>
        <a:xfrm>
          <a:off x="0" y="0"/>
          <a:ext cx="0" cy="0"/>
          <a:chOff x="0" y="0"/>
          <a:chExt cx="0" cy="0"/>
        </a:xfrm>
      </p:grpSpPr>
      <p:sp>
        <p:nvSpPr>
          <p:cNvPr id="2" name="Shape 0"/>
          <p:cNvSpPr/>
          <p:nvPr/>
        </p:nvSpPr>
        <p:spPr>
          <a:xfrm>
            <a:off x="9334500" y="952500"/>
            <a:ext cx="381000" cy="381000"/>
          </a:xfrm>
          <a:prstGeom prst="ellipse">
            <a:avLst/>
          </a:prstGeom>
          <a:solidFill>
            <a:srgbClr val="FFB454">
              <a:alpha val="22000"/>
            </a:srgbClr>
          </a:solidFill>
          <a:ln/>
        </p:spPr>
      </p:sp>
      <p:sp>
        <p:nvSpPr>
          <p:cNvPr id="3" name="Shape 1"/>
          <p:cNvSpPr/>
          <p:nvPr/>
        </p:nvSpPr>
        <p:spPr>
          <a:xfrm>
            <a:off x="10477500" y="1047750"/>
            <a:ext cx="190500" cy="190500"/>
          </a:xfrm>
          <a:prstGeom prst="ellipse">
            <a:avLst/>
          </a:prstGeom>
          <a:solidFill>
            <a:srgbClr val="2C3040">
              <a:alpha val="22000"/>
            </a:srgbClr>
          </a:solidFill>
          <a:ln/>
        </p:spPr>
      </p:sp>
      <p:sp>
        <p:nvSpPr>
          <p:cNvPr id="4" name="Shape 2"/>
          <p:cNvSpPr/>
          <p:nvPr/>
        </p:nvSpPr>
        <p:spPr>
          <a:xfrm>
            <a:off x="11525250" y="1047750"/>
            <a:ext cx="190500" cy="190500"/>
          </a:xfrm>
          <a:prstGeom prst="ellipse">
            <a:avLst/>
          </a:prstGeom>
          <a:solidFill>
            <a:srgbClr val="2C3040">
              <a:alpha val="22000"/>
            </a:srgbClr>
          </a:solidFill>
          <a:ln/>
        </p:spPr>
      </p:sp>
      <p:sp>
        <p:nvSpPr>
          <p:cNvPr id="5" name="Shape 3"/>
          <p:cNvSpPr/>
          <p:nvPr/>
        </p:nvSpPr>
        <p:spPr>
          <a:xfrm>
            <a:off x="12477750" y="952500"/>
            <a:ext cx="381000" cy="381000"/>
          </a:xfrm>
          <a:prstGeom prst="ellipse">
            <a:avLst/>
          </a:prstGeom>
          <a:solidFill>
            <a:srgbClr val="FFB454">
              <a:alpha val="22000"/>
            </a:srgbClr>
          </a:solidFill>
          <a:ln/>
        </p:spPr>
      </p:sp>
      <p:sp>
        <p:nvSpPr>
          <p:cNvPr id="6" name="Shape 4"/>
          <p:cNvSpPr/>
          <p:nvPr/>
        </p:nvSpPr>
        <p:spPr>
          <a:xfrm>
            <a:off x="13620750" y="1047750"/>
            <a:ext cx="190500" cy="190500"/>
          </a:xfrm>
          <a:prstGeom prst="ellipse">
            <a:avLst/>
          </a:prstGeom>
          <a:solidFill>
            <a:srgbClr val="2C3040">
              <a:alpha val="22000"/>
            </a:srgbClr>
          </a:solidFill>
          <a:ln/>
        </p:spPr>
      </p:sp>
      <p:sp>
        <p:nvSpPr>
          <p:cNvPr id="7" name="Shape 5"/>
          <p:cNvSpPr/>
          <p:nvPr/>
        </p:nvSpPr>
        <p:spPr>
          <a:xfrm>
            <a:off x="14668500" y="1047750"/>
            <a:ext cx="190500" cy="190500"/>
          </a:xfrm>
          <a:prstGeom prst="ellipse">
            <a:avLst/>
          </a:prstGeom>
          <a:solidFill>
            <a:srgbClr val="2C3040">
              <a:alpha val="22000"/>
            </a:srgbClr>
          </a:solidFill>
          <a:ln/>
        </p:spPr>
      </p:sp>
      <p:sp>
        <p:nvSpPr>
          <p:cNvPr id="8" name="Shape 6"/>
          <p:cNvSpPr/>
          <p:nvPr/>
        </p:nvSpPr>
        <p:spPr>
          <a:xfrm>
            <a:off x="15621000" y="952500"/>
            <a:ext cx="381000" cy="381000"/>
          </a:xfrm>
          <a:prstGeom prst="ellipse">
            <a:avLst/>
          </a:prstGeom>
          <a:solidFill>
            <a:srgbClr val="FFB454">
              <a:alpha val="22000"/>
            </a:srgbClr>
          </a:solidFill>
          <a:ln/>
        </p:spPr>
      </p:sp>
      <p:sp>
        <p:nvSpPr>
          <p:cNvPr id="9" name="Shape 7"/>
          <p:cNvSpPr/>
          <p:nvPr/>
        </p:nvSpPr>
        <p:spPr>
          <a:xfrm>
            <a:off x="16764000" y="1047750"/>
            <a:ext cx="190500" cy="190500"/>
          </a:xfrm>
          <a:prstGeom prst="ellipse">
            <a:avLst/>
          </a:prstGeom>
          <a:solidFill>
            <a:srgbClr val="2C3040">
              <a:alpha val="22000"/>
            </a:srgbClr>
          </a:solidFill>
          <a:ln/>
        </p:spPr>
      </p:sp>
      <p:sp>
        <p:nvSpPr>
          <p:cNvPr id="10" name="Shape 8"/>
          <p:cNvSpPr/>
          <p:nvPr/>
        </p:nvSpPr>
        <p:spPr>
          <a:xfrm>
            <a:off x="9429750" y="2476500"/>
            <a:ext cx="190500" cy="190500"/>
          </a:xfrm>
          <a:prstGeom prst="ellipse">
            <a:avLst/>
          </a:prstGeom>
          <a:solidFill>
            <a:srgbClr val="2C3040">
              <a:alpha val="22000"/>
            </a:srgbClr>
          </a:solidFill>
          <a:ln/>
        </p:spPr>
      </p:sp>
      <p:sp>
        <p:nvSpPr>
          <p:cNvPr id="11" name="Shape 9"/>
          <p:cNvSpPr/>
          <p:nvPr/>
        </p:nvSpPr>
        <p:spPr>
          <a:xfrm>
            <a:off x="10382250" y="2381250"/>
            <a:ext cx="381000" cy="381000"/>
          </a:xfrm>
          <a:prstGeom prst="ellipse">
            <a:avLst/>
          </a:prstGeom>
          <a:solidFill>
            <a:srgbClr val="FFB454">
              <a:alpha val="22000"/>
            </a:srgbClr>
          </a:solidFill>
          <a:ln/>
        </p:spPr>
      </p:sp>
      <p:sp>
        <p:nvSpPr>
          <p:cNvPr id="12" name="Shape 10"/>
          <p:cNvSpPr/>
          <p:nvPr/>
        </p:nvSpPr>
        <p:spPr>
          <a:xfrm>
            <a:off x="11525250" y="2476500"/>
            <a:ext cx="190500" cy="190500"/>
          </a:xfrm>
          <a:prstGeom prst="ellipse">
            <a:avLst/>
          </a:prstGeom>
          <a:solidFill>
            <a:srgbClr val="2C3040">
              <a:alpha val="22000"/>
            </a:srgbClr>
          </a:solidFill>
          <a:ln/>
        </p:spPr>
      </p:sp>
      <p:sp>
        <p:nvSpPr>
          <p:cNvPr id="13" name="Shape 11"/>
          <p:cNvSpPr/>
          <p:nvPr/>
        </p:nvSpPr>
        <p:spPr>
          <a:xfrm>
            <a:off x="12573000" y="2476500"/>
            <a:ext cx="190500" cy="190500"/>
          </a:xfrm>
          <a:prstGeom prst="ellipse">
            <a:avLst/>
          </a:prstGeom>
          <a:solidFill>
            <a:srgbClr val="2C3040">
              <a:alpha val="22000"/>
            </a:srgbClr>
          </a:solidFill>
          <a:ln/>
        </p:spPr>
      </p:sp>
      <p:sp>
        <p:nvSpPr>
          <p:cNvPr id="14" name="Shape 12"/>
          <p:cNvSpPr/>
          <p:nvPr/>
        </p:nvSpPr>
        <p:spPr>
          <a:xfrm>
            <a:off x="13525500" y="2381250"/>
            <a:ext cx="381000" cy="381000"/>
          </a:xfrm>
          <a:prstGeom prst="ellipse">
            <a:avLst/>
          </a:prstGeom>
          <a:solidFill>
            <a:srgbClr val="FFB454">
              <a:alpha val="22000"/>
            </a:srgbClr>
          </a:solidFill>
          <a:ln/>
        </p:spPr>
      </p:sp>
      <p:sp>
        <p:nvSpPr>
          <p:cNvPr id="15" name="Shape 13"/>
          <p:cNvSpPr/>
          <p:nvPr/>
        </p:nvSpPr>
        <p:spPr>
          <a:xfrm>
            <a:off x="14668500" y="2476500"/>
            <a:ext cx="190500" cy="190500"/>
          </a:xfrm>
          <a:prstGeom prst="ellipse">
            <a:avLst/>
          </a:prstGeom>
          <a:solidFill>
            <a:srgbClr val="2C3040">
              <a:alpha val="22000"/>
            </a:srgbClr>
          </a:solidFill>
          <a:ln/>
        </p:spPr>
      </p:sp>
      <p:sp>
        <p:nvSpPr>
          <p:cNvPr id="16" name="Shape 14"/>
          <p:cNvSpPr/>
          <p:nvPr/>
        </p:nvSpPr>
        <p:spPr>
          <a:xfrm>
            <a:off x="15716250" y="2476500"/>
            <a:ext cx="190500" cy="190500"/>
          </a:xfrm>
          <a:prstGeom prst="ellipse">
            <a:avLst/>
          </a:prstGeom>
          <a:solidFill>
            <a:srgbClr val="2C3040">
              <a:alpha val="22000"/>
            </a:srgbClr>
          </a:solidFill>
          <a:ln/>
        </p:spPr>
      </p:sp>
      <p:sp>
        <p:nvSpPr>
          <p:cNvPr id="17" name="Shape 15"/>
          <p:cNvSpPr/>
          <p:nvPr/>
        </p:nvSpPr>
        <p:spPr>
          <a:xfrm>
            <a:off x="16668750" y="2381250"/>
            <a:ext cx="381000" cy="381000"/>
          </a:xfrm>
          <a:prstGeom prst="ellipse">
            <a:avLst/>
          </a:prstGeom>
          <a:solidFill>
            <a:srgbClr val="FFB454">
              <a:alpha val="22000"/>
            </a:srgbClr>
          </a:solidFill>
          <a:ln/>
        </p:spPr>
      </p:sp>
      <p:sp>
        <p:nvSpPr>
          <p:cNvPr id="18" name="Shape 16"/>
          <p:cNvSpPr/>
          <p:nvPr/>
        </p:nvSpPr>
        <p:spPr>
          <a:xfrm>
            <a:off x="9429750" y="3905250"/>
            <a:ext cx="190500" cy="190500"/>
          </a:xfrm>
          <a:prstGeom prst="ellipse">
            <a:avLst/>
          </a:prstGeom>
          <a:solidFill>
            <a:srgbClr val="2C3040">
              <a:alpha val="22000"/>
            </a:srgbClr>
          </a:solidFill>
          <a:ln/>
        </p:spPr>
      </p:sp>
      <p:sp>
        <p:nvSpPr>
          <p:cNvPr id="19" name="Shape 17"/>
          <p:cNvSpPr/>
          <p:nvPr/>
        </p:nvSpPr>
        <p:spPr>
          <a:xfrm>
            <a:off x="10477500" y="3905250"/>
            <a:ext cx="190500" cy="190500"/>
          </a:xfrm>
          <a:prstGeom prst="ellipse">
            <a:avLst/>
          </a:prstGeom>
          <a:solidFill>
            <a:srgbClr val="2C3040">
              <a:alpha val="22000"/>
            </a:srgbClr>
          </a:solidFill>
          <a:ln/>
        </p:spPr>
      </p:sp>
      <p:sp>
        <p:nvSpPr>
          <p:cNvPr id="20" name="Shape 18"/>
          <p:cNvSpPr/>
          <p:nvPr/>
        </p:nvSpPr>
        <p:spPr>
          <a:xfrm>
            <a:off x="11430000" y="3810000"/>
            <a:ext cx="381000" cy="381000"/>
          </a:xfrm>
          <a:prstGeom prst="ellipse">
            <a:avLst/>
          </a:prstGeom>
          <a:solidFill>
            <a:srgbClr val="FFB454">
              <a:alpha val="22000"/>
            </a:srgbClr>
          </a:solidFill>
          <a:ln/>
        </p:spPr>
      </p:sp>
      <p:sp>
        <p:nvSpPr>
          <p:cNvPr id="21" name="Shape 19"/>
          <p:cNvSpPr/>
          <p:nvPr/>
        </p:nvSpPr>
        <p:spPr>
          <a:xfrm>
            <a:off x="12573000" y="3905250"/>
            <a:ext cx="190500" cy="190500"/>
          </a:xfrm>
          <a:prstGeom prst="ellipse">
            <a:avLst/>
          </a:prstGeom>
          <a:solidFill>
            <a:srgbClr val="2C3040">
              <a:alpha val="22000"/>
            </a:srgbClr>
          </a:solidFill>
          <a:ln/>
        </p:spPr>
      </p:sp>
      <p:sp>
        <p:nvSpPr>
          <p:cNvPr id="22" name="Shape 20"/>
          <p:cNvSpPr/>
          <p:nvPr/>
        </p:nvSpPr>
        <p:spPr>
          <a:xfrm>
            <a:off x="13620750" y="3905250"/>
            <a:ext cx="190500" cy="190500"/>
          </a:xfrm>
          <a:prstGeom prst="ellipse">
            <a:avLst/>
          </a:prstGeom>
          <a:solidFill>
            <a:srgbClr val="2C3040">
              <a:alpha val="22000"/>
            </a:srgbClr>
          </a:solidFill>
          <a:ln/>
        </p:spPr>
      </p:sp>
      <p:sp>
        <p:nvSpPr>
          <p:cNvPr id="23" name="Shape 21"/>
          <p:cNvSpPr/>
          <p:nvPr/>
        </p:nvSpPr>
        <p:spPr>
          <a:xfrm>
            <a:off x="14573250" y="3810000"/>
            <a:ext cx="381000" cy="381000"/>
          </a:xfrm>
          <a:prstGeom prst="ellipse">
            <a:avLst/>
          </a:prstGeom>
          <a:solidFill>
            <a:srgbClr val="FFB454">
              <a:alpha val="22000"/>
            </a:srgbClr>
          </a:solidFill>
          <a:ln/>
        </p:spPr>
      </p:sp>
      <p:sp>
        <p:nvSpPr>
          <p:cNvPr id="24" name="Shape 22"/>
          <p:cNvSpPr/>
          <p:nvPr/>
        </p:nvSpPr>
        <p:spPr>
          <a:xfrm>
            <a:off x="15716250" y="3905250"/>
            <a:ext cx="190500" cy="190500"/>
          </a:xfrm>
          <a:prstGeom prst="ellipse">
            <a:avLst/>
          </a:prstGeom>
          <a:solidFill>
            <a:srgbClr val="2C3040">
              <a:alpha val="22000"/>
            </a:srgbClr>
          </a:solidFill>
          <a:ln/>
        </p:spPr>
      </p:sp>
      <p:sp>
        <p:nvSpPr>
          <p:cNvPr id="25" name="Shape 23"/>
          <p:cNvSpPr/>
          <p:nvPr/>
        </p:nvSpPr>
        <p:spPr>
          <a:xfrm>
            <a:off x="16764000" y="3905250"/>
            <a:ext cx="190500" cy="190500"/>
          </a:xfrm>
          <a:prstGeom prst="ellipse">
            <a:avLst/>
          </a:prstGeom>
          <a:solidFill>
            <a:srgbClr val="2C3040">
              <a:alpha val="22000"/>
            </a:srgbClr>
          </a:solidFill>
          <a:ln/>
        </p:spPr>
      </p:sp>
      <p:sp>
        <p:nvSpPr>
          <p:cNvPr id="26" name="Shape 24"/>
          <p:cNvSpPr/>
          <p:nvPr/>
        </p:nvSpPr>
        <p:spPr>
          <a:xfrm>
            <a:off x="9334500" y="5238750"/>
            <a:ext cx="381000" cy="381000"/>
          </a:xfrm>
          <a:prstGeom prst="ellipse">
            <a:avLst/>
          </a:prstGeom>
          <a:solidFill>
            <a:srgbClr val="FFB454">
              <a:alpha val="22000"/>
            </a:srgbClr>
          </a:solidFill>
          <a:ln/>
        </p:spPr>
      </p:sp>
      <p:sp>
        <p:nvSpPr>
          <p:cNvPr id="27" name="Shape 25"/>
          <p:cNvSpPr/>
          <p:nvPr/>
        </p:nvSpPr>
        <p:spPr>
          <a:xfrm>
            <a:off x="10477500" y="5334000"/>
            <a:ext cx="190500" cy="190500"/>
          </a:xfrm>
          <a:prstGeom prst="ellipse">
            <a:avLst/>
          </a:prstGeom>
          <a:solidFill>
            <a:srgbClr val="2C3040">
              <a:alpha val="22000"/>
            </a:srgbClr>
          </a:solidFill>
          <a:ln/>
        </p:spPr>
      </p:sp>
      <p:sp>
        <p:nvSpPr>
          <p:cNvPr id="28" name="Shape 26"/>
          <p:cNvSpPr/>
          <p:nvPr/>
        </p:nvSpPr>
        <p:spPr>
          <a:xfrm>
            <a:off x="11525250" y="5334000"/>
            <a:ext cx="190500" cy="190500"/>
          </a:xfrm>
          <a:prstGeom prst="ellipse">
            <a:avLst/>
          </a:prstGeom>
          <a:solidFill>
            <a:srgbClr val="2C3040">
              <a:alpha val="22000"/>
            </a:srgbClr>
          </a:solidFill>
          <a:ln/>
        </p:spPr>
      </p:sp>
      <p:sp>
        <p:nvSpPr>
          <p:cNvPr id="29" name="Shape 27"/>
          <p:cNvSpPr/>
          <p:nvPr/>
        </p:nvSpPr>
        <p:spPr>
          <a:xfrm>
            <a:off x="12477750" y="5238750"/>
            <a:ext cx="381000" cy="381000"/>
          </a:xfrm>
          <a:prstGeom prst="ellipse">
            <a:avLst/>
          </a:prstGeom>
          <a:solidFill>
            <a:srgbClr val="FFB454">
              <a:alpha val="22000"/>
            </a:srgbClr>
          </a:solidFill>
          <a:ln/>
        </p:spPr>
      </p:sp>
      <p:sp>
        <p:nvSpPr>
          <p:cNvPr id="30" name="Shape 28"/>
          <p:cNvSpPr/>
          <p:nvPr/>
        </p:nvSpPr>
        <p:spPr>
          <a:xfrm>
            <a:off x="13620750" y="5334000"/>
            <a:ext cx="190500" cy="190500"/>
          </a:xfrm>
          <a:prstGeom prst="ellipse">
            <a:avLst/>
          </a:prstGeom>
          <a:solidFill>
            <a:srgbClr val="2C3040">
              <a:alpha val="22000"/>
            </a:srgbClr>
          </a:solidFill>
          <a:ln/>
        </p:spPr>
      </p:sp>
      <p:sp>
        <p:nvSpPr>
          <p:cNvPr id="31" name="Shape 29"/>
          <p:cNvSpPr/>
          <p:nvPr/>
        </p:nvSpPr>
        <p:spPr>
          <a:xfrm>
            <a:off x="14668500" y="5334000"/>
            <a:ext cx="190500" cy="190500"/>
          </a:xfrm>
          <a:prstGeom prst="ellipse">
            <a:avLst/>
          </a:prstGeom>
          <a:solidFill>
            <a:srgbClr val="2C3040">
              <a:alpha val="22000"/>
            </a:srgbClr>
          </a:solidFill>
          <a:ln/>
        </p:spPr>
      </p:sp>
      <p:sp>
        <p:nvSpPr>
          <p:cNvPr id="32" name="Shape 30"/>
          <p:cNvSpPr/>
          <p:nvPr/>
        </p:nvSpPr>
        <p:spPr>
          <a:xfrm>
            <a:off x="15621000" y="5238750"/>
            <a:ext cx="381000" cy="381000"/>
          </a:xfrm>
          <a:prstGeom prst="ellipse">
            <a:avLst/>
          </a:prstGeom>
          <a:solidFill>
            <a:srgbClr val="FFB454">
              <a:alpha val="22000"/>
            </a:srgbClr>
          </a:solidFill>
          <a:ln/>
        </p:spPr>
      </p:sp>
      <p:sp>
        <p:nvSpPr>
          <p:cNvPr id="33" name="Shape 31"/>
          <p:cNvSpPr/>
          <p:nvPr/>
        </p:nvSpPr>
        <p:spPr>
          <a:xfrm>
            <a:off x="16764000" y="5334000"/>
            <a:ext cx="190500" cy="190500"/>
          </a:xfrm>
          <a:prstGeom prst="ellipse">
            <a:avLst/>
          </a:prstGeom>
          <a:solidFill>
            <a:srgbClr val="2C3040">
              <a:alpha val="22000"/>
            </a:srgbClr>
          </a:solidFill>
          <a:ln/>
        </p:spPr>
      </p:sp>
      <p:sp>
        <p:nvSpPr>
          <p:cNvPr id="34" name="Shape 32"/>
          <p:cNvSpPr/>
          <p:nvPr/>
        </p:nvSpPr>
        <p:spPr>
          <a:xfrm>
            <a:off x="9429750" y="6762750"/>
            <a:ext cx="190500" cy="190500"/>
          </a:xfrm>
          <a:prstGeom prst="ellipse">
            <a:avLst/>
          </a:prstGeom>
          <a:solidFill>
            <a:srgbClr val="2C3040">
              <a:alpha val="22000"/>
            </a:srgbClr>
          </a:solidFill>
          <a:ln/>
        </p:spPr>
      </p:sp>
      <p:sp>
        <p:nvSpPr>
          <p:cNvPr id="35" name="Shape 33"/>
          <p:cNvSpPr/>
          <p:nvPr/>
        </p:nvSpPr>
        <p:spPr>
          <a:xfrm>
            <a:off x="10382250" y="6667500"/>
            <a:ext cx="381000" cy="381000"/>
          </a:xfrm>
          <a:prstGeom prst="ellipse">
            <a:avLst/>
          </a:prstGeom>
          <a:solidFill>
            <a:srgbClr val="FFB454">
              <a:alpha val="22000"/>
            </a:srgbClr>
          </a:solidFill>
          <a:ln/>
        </p:spPr>
      </p:sp>
      <p:sp>
        <p:nvSpPr>
          <p:cNvPr id="36" name="Shape 34"/>
          <p:cNvSpPr/>
          <p:nvPr/>
        </p:nvSpPr>
        <p:spPr>
          <a:xfrm>
            <a:off x="11525250" y="6762750"/>
            <a:ext cx="190500" cy="190500"/>
          </a:xfrm>
          <a:prstGeom prst="ellipse">
            <a:avLst/>
          </a:prstGeom>
          <a:solidFill>
            <a:srgbClr val="2C3040">
              <a:alpha val="22000"/>
            </a:srgbClr>
          </a:solidFill>
          <a:ln/>
        </p:spPr>
      </p:sp>
      <p:sp>
        <p:nvSpPr>
          <p:cNvPr id="37" name="Shape 35"/>
          <p:cNvSpPr/>
          <p:nvPr/>
        </p:nvSpPr>
        <p:spPr>
          <a:xfrm>
            <a:off x="12573000" y="6762750"/>
            <a:ext cx="190500" cy="190500"/>
          </a:xfrm>
          <a:prstGeom prst="ellipse">
            <a:avLst/>
          </a:prstGeom>
          <a:solidFill>
            <a:srgbClr val="2C3040">
              <a:alpha val="22000"/>
            </a:srgbClr>
          </a:solidFill>
          <a:ln/>
        </p:spPr>
      </p:sp>
      <p:sp>
        <p:nvSpPr>
          <p:cNvPr id="38" name="Shape 36"/>
          <p:cNvSpPr/>
          <p:nvPr/>
        </p:nvSpPr>
        <p:spPr>
          <a:xfrm>
            <a:off x="13525500" y="6667500"/>
            <a:ext cx="381000" cy="381000"/>
          </a:xfrm>
          <a:prstGeom prst="ellipse">
            <a:avLst/>
          </a:prstGeom>
          <a:solidFill>
            <a:srgbClr val="FFB454">
              <a:alpha val="22000"/>
            </a:srgbClr>
          </a:solidFill>
          <a:ln/>
        </p:spPr>
      </p:sp>
      <p:sp>
        <p:nvSpPr>
          <p:cNvPr id="39" name="Shape 37"/>
          <p:cNvSpPr/>
          <p:nvPr/>
        </p:nvSpPr>
        <p:spPr>
          <a:xfrm>
            <a:off x="14668500" y="6762750"/>
            <a:ext cx="190500" cy="190500"/>
          </a:xfrm>
          <a:prstGeom prst="ellipse">
            <a:avLst/>
          </a:prstGeom>
          <a:solidFill>
            <a:srgbClr val="2C3040">
              <a:alpha val="22000"/>
            </a:srgbClr>
          </a:solidFill>
          <a:ln/>
        </p:spPr>
      </p:sp>
      <p:sp>
        <p:nvSpPr>
          <p:cNvPr id="40" name="Shape 38"/>
          <p:cNvSpPr/>
          <p:nvPr/>
        </p:nvSpPr>
        <p:spPr>
          <a:xfrm>
            <a:off x="15716250" y="6762750"/>
            <a:ext cx="190500" cy="190500"/>
          </a:xfrm>
          <a:prstGeom prst="ellipse">
            <a:avLst/>
          </a:prstGeom>
          <a:solidFill>
            <a:srgbClr val="2C3040">
              <a:alpha val="22000"/>
            </a:srgbClr>
          </a:solidFill>
          <a:ln/>
        </p:spPr>
      </p:sp>
      <p:sp>
        <p:nvSpPr>
          <p:cNvPr id="41" name="Shape 39"/>
          <p:cNvSpPr/>
          <p:nvPr/>
        </p:nvSpPr>
        <p:spPr>
          <a:xfrm>
            <a:off x="16668750" y="6667500"/>
            <a:ext cx="381000" cy="381000"/>
          </a:xfrm>
          <a:prstGeom prst="ellipse">
            <a:avLst/>
          </a:prstGeom>
          <a:solidFill>
            <a:srgbClr val="FFB454">
              <a:alpha val="22000"/>
            </a:srgbClr>
          </a:solidFill>
          <a:ln/>
        </p:spPr>
      </p:sp>
      <p:sp>
        <p:nvSpPr>
          <p:cNvPr id="42" name="Shape 40"/>
          <p:cNvSpPr/>
          <p:nvPr/>
        </p:nvSpPr>
        <p:spPr>
          <a:xfrm>
            <a:off x="9429750" y="8191500"/>
            <a:ext cx="190500" cy="190500"/>
          </a:xfrm>
          <a:prstGeom prst="ellipse">
            <a:avLst/>
          </a:prstGeom>
          <a:solidFill>
            <a:srgbClr val="2C3040">
              <a:alpha val="22000"/>
            </a:srgbClr>
          </a:solidFill>
          <a:ln/>
        </p:spPr>
      </p:sp>
      <p:sp>
        <p:nvSpPr>
          <p:cNvPr id="43" name="Shape 41"/>
          <p:cNvSpPr/>
          <p:nvPr/>
        </p:nvSpPr>
        <p:spPr>
          <a:xfrm>
            <a:off x="10477500" y="8191500"/>
            <a:ext cx="190500" cy="190500"/>
          </a:xfrm>
          <a:prstGeom prst="ellipse">
            <a:avLst/>
          </a:prstGeom>
          <a:solidFill>
            <a:srgbClr val="2C3040">
              <a:alpha val="22000"/>
            </a:srgbClr>
          </a:solidFill>
          <a:ln/>
        </p:spPr>
      </p:sp>
      <p:sp>
        <p:nvSpPr>
          <p:cNvPr id="44" name="Shape 42"/>
          <p:cNvSpPr/>
          <p:nvPr/>
        </p:nvSpPr>
        <p:spPr>
          <a:xfrm>
            <a:off x="11430000" y="8096250"/>
            <a:ext cx="381000" cy="381000"/>
          </a:xfrm>
          <a:prstGeom prst="ellipse">
            <a:avLst/>
          </a:prstGeom>
          <a:solidFill>
            <a:srgbClr val="FFB454">
              <a:alpha val="22000"/>
            </a:srgbClr>
          </a:solidFill>
          <a:ln/>
        </p:spPr>
      </p:sp>
      <p:sp>
        <p:nvSpPr>
          <p:cNvPr id="45" name="Shape 43"/>
          <p:cNvSpPr/>
          <p:nvPr/>
        </p:nvSpPr>
        <p:spPr>
          <a:xfrm>
            <a:off x="12573000" y="8191500"/>
            <a:ext cx="190500" cy="190500"/>
          </a:xfrm>
          <a:prstGeom prst="ellipse">
            <a:avLst/>
          </a:prstGeom>
          <a:solidFill>
            <a:srgbClr val="2C3040">
              <a:alpha val="22000"/>
            </a:srgbClr>
          </a:solidFill>
          <a:ln/>
        </p:spPr>
      </p:sp>
      <p:sp>
        <p:nvSpPr>
          <p:cNvPr id="46" name="Shape 44"/>
          <p:cNvSpPr/>
          <p:nvPr/>
        </p:nvSpPr>
        <p:spPr>
          <a:xfrm>
            <a:off x="13620750" y="8191500"/>
            <a:ext cx="190500" cy="190500"/>
          </a:xfrm>
          <a:prstGeom prst="ellipse">
            <a:avLst/>
          </a:prstGeom>
          <a:solidFill>
            <a:srgbClr val="2C3040">
              <a:alpha val="22000"/>
            </a:srgbClr>
          </a:solidFill>
          <a:ln/>
        </p:spPr>
      </p:sp>
      <p:sp>
        <p:nvSpPr>
          <p:cNvPr id="47" name="Shape 45"/>
          <p:cNvSpPr/>
          <p:nvPr/>
        </p:nvSpPr>
        <p:spPr>
          <a:xfrm>
            <a:off x="14573250" y="8096250"/>
            <a:ext cx="381000" cy="381000"/>
          </a:xfrm>
          <a:prstGeom prst="ellipse">
            <a:avLst/>
          </a:prstGeom>
          <a:solidFill>
            <a:srgbClr val="FFB454">
              <a:alpha val="22000"/>
            </a:srgbClr>
          </a:solidFill>
          <a:ln/>
        </p:spPr>
      </p:sp>
      <p:sp>
        <p:nvSpPr>
          <p:cNvPr id="48" name="Shape 46"/>
          <p:cNvSpPr/>
          <p:nvPr/>
        </p:nvSpPr>
        <p:spPr>
          <a:xfrm>
            <a:off x="15716250" y="8191500"/>
            <a:ext cx="190500" cy="190500"/>
          </a:xfrm>
          <a:prstGeom prst="ellipse">
            <a:avLst/>
          </a:prstGeom>
          <a:solidFill>
            <a:srgbClr val="2C3040">
              <a:alpha val="22000"/>
            </a:srgbClr>
          </a:solidFill>
          <a:ln/>
        </p:spPr>
      </p:sp>
      <p:sp>
        <p:nvSpPr>
          <p:cNvPr id="49" name="Shape 47"/>
          <p:cNvSpPr/>
          <p:nvPr/>
        </p:nvSpPr>
        <p:spPr>
          <a:xfrm>
            <a:off x="16764000" y="8191500"/>
            <a:ext cx="190500" cy="190500"/>
          </a:xfrm>
          <a:prstGeom prst="ellipse">
            <a:avLst/>
          </a:prstGeom>
          <a:solidFill>
            <a:srgbClr val="2C3040">
              <a:alpha val="22000"/>
            </a:srgbClr>
          </a:solidFill>
          <a:ln/>
        </p:spPr>
      </p:sp>
      <p:sp>
        <p:nvSpPr>
          <p:cNvPr id="50" name="Text 48"/>
          <p:cNvSpPr/>
          <p:nvPr/>
        </p:nvSpPr>
        <p:spPr>
          <a:xfrm>
            <a:off x="914400" y="914400"/>
            <a:ext cx="11430000" cy="381000"/>
          </a:xfrm>
          <a:prstGeom prst="rect">
            <a:avLst/>
          </a:prstGeom>
          <a:noFill/>
          <a:ln/>
        </p:spPr>
        <p:txBody>
          <a:bodyPr wrap="square" lIns="0" tIns="0" rIns="0" bIns="0" rtlCol="0" anchor="ctr"/>
          <a:lstStyle/>
          <a:p>
            <a:pPr algn="l" indent="0" marL="0">
              <a:buNone/>
            </a:pPr>
            <a:r>
              <a:rPr lang="en-US" sz="2100" b="1" spc="449" kern="0" dirty="0">
                <a:solidFill>
                  <a:srgbClr val="9AA0B5"/>
                </a:solidFill>
                <a:latin typeface="Be Vietnam Pro" pitchFamily="34" charset="0"/>
                <a:ea typeface="Be Vietnam Pro" pitchFamily="34" charset="-122"/>
                <a:cs typeface="Be Vietnam Pro" pitchFamily="34" charset="-120"/>
              </a:rPr>
              <a:t>KỸ</a:t>
            </a:r>
            <a:r>
              <a:rPr lang="en-US" sz="2100" b="1" spc="407" kern="0" dirty="0">
                <a:solidFill>
                  <a:srgbClr val="9AA0B5"/>
                </a:solidFill>
                <a:latin typeface="Be Vietnam Pro" pitchFamily="34" charset="0"/>
                <a:ea typeface="Be Vietnam Pro" pitchFamily="34" charset="-122"/>
                <a:cs typeface="Be Vietnam Pro" pitchFamily="34" charset="-120"/>
              </a:rPr>
              <a:t> THUẬT</a:t>
            </a:r>
            <a:r>
              <a:rPr lang="en-US" sz="2100" b="1" spc="448" kern="0" dirty="0">
                <a:solidFill>
                  <a:srgbClr val="9AA0B5"/>
                </a:solidFill>
                <a:latin typeface="Be Vietnam Pro" pitchFamily="34" charset="0"/>
                <a:ea typeface="Be Vietnam Pro" pitchFamily="34" charset="-122"/>
                <a:cs typeface="Be Vietnam Pro" pitchFamily="34" charset="-120"/>
              </a:rPr>
              <a:t> ·</a:t>
            </a:r>
            <a:r>
              <a:rPr lang="en-US" sz="2100" b="1" spc="444" kern="0" dirty="0">
                <a:solidFill>
                  <a:srgbClr val="9AA0B5"/>
                </a:solidFill>
                <a:latin typeface="Be Vietnam Pro" pitchFamily="34" charset="0"/>
                <a:ea typeface="Be Vietnam Pro" pitchFamily="34" charset="-122"/>
                <a:cs typeface="Be Vietnam Pro" pitchFamily="34" charset="-120"/>
              </a:rPr>
              <a:t> BÀI</a:t>
            </a:r>
            <a:r>
              <a:rPr lang="en-US" sz="2100" b="1" spc="452" kern="0" dirty="0">
                <a:solidFill>
                  <a:srgbClr val="9AA0B5"/>
                </a:solidFill>
                <a:latin typeface="Be Vietnam Pro" pitchFamily="34" charset="0"/>
                <a:ea typeface="Be Vietnam Pro" pitchFamily="34" charset="-122"/>
                <a:cs typeface="Be Vietnam Pro" pitchFamily="34" charset="-120"/>
              </a:rPr>
              <a:t> L17</a:t>
            </a:r>
            <a:endParaRPr lang="en-US" sz="2100" dirty="0"/>
          </a:p>
        </p:txBody>
      </p:sp>
      <p:sp>
        <p:nvSpPr>
          <p:cNvPr id="51" name="Text 49"/>
          <p:cNvSpPr/>
          <p:nvPr/>
        </p:nvSpPr>
        <p:spPr>
          <a:xfrm>
            <a:off x="914400" y="1619250"/>
            <a:ext cx="14287500" cy="3810000"/>
          </a:xfrm>
          <a:prstGeom prst="rect">
            <a:avLst/>
          </a:prstGeom>
          <a:noFill/>
          <a:ln/>
        </p:spPr>
        <p:txBody>
          <a:bodyPr wrap="square" lIns="0" tIns="72009" rIns="0" bIns="-72009" rtlCol="0" anchor="t"/>
          <a:lstStyle/>
          <a:p>
            <a:pPr algn="l" indent="0" marL="0">
              <a:lnSpc>
                <a:spcPts val="8424"/>
              </a:lnSpc>
              <a:buNone/>
            </a:pPr>
            <a:r>
              <a:rPr lang="en-US" sz="8100" dirty="0" spc="-27" kern="0">
                <a:solidFill>
                  <a:srgbClr val="F3EEE3"/>
                </a:solidFill>
                <a:latin typeface="Bricolage Grotesque ExtraBold" pitchFamily="34" charset="0"/>
                <a:ea typeface="Bricolage Grotesque ExtraBold" pitchFamily="34" charset="-122"/>
                <a:cs typeface="Bricolage Grotesque ExtraBold" pitchFamily="34" charset="-120"/>
              </a:rPr>
              <a:t>Urea</a:t>
            </a:r>
            <a:r>
              <a:rPr lang="en-US" sz="8100" dirty="0" spc="-15" kern="0">
                <a:solidFill>
                  <a:srgbClr val="F3EEE3"/>
                </a:solidFill>
                <a:latin typeface="Bricolage Grotesque ExtraBold" pitchFamily="34" charset="0"/>
                <a:ea typeface="Bricolage Grotesque ExtraBold" pitchFamily="34" charset="-122"/>
                <a:cs typeface="Bricolage Grotesque ExtraBold" pitchFamily="34" charset="-120"/>
              </a:rPr>
              <a:t> trong</a:t>
            </a:r>
            <a:r>
              <a:rPr lang="en-US" sz="8100" dirty="0" spc="-34" kern="0">
                <a:solidFill>
                  <a:srgbClr val="F3EEE3"/>
                </a:solidFill>
                <a:latin typeface="Bricolage Grotesque ExtraBold" pitchFamily="34" charset="0"/>
                <a:ea typeface="Bricolage Grotesque ExtraBold" pitchFamily="34" charset="-122"/>
                <a:cs typeface="Bricolage Grotesque ExtraBold" pitchFamily="34" charset="-120"/>
              </a:rPr>
              <a:t> AdBlue</a:t>
            </a:r>
            <a:r>
              <a:rPr lang="en-US" sz="8100" dirty="0" spc="-3" kern="0">
                <a:solidFill>
                  <a:srgbClr val="F3EEE3"/>
                </a:solidFill>
                <a:latin typeface="Bricolage Grotesque ExtraBold" pitchFamily="34" charset="0"/>
                <a:ea typeface="Bricolage Grotesque ExtraBold" pitchFamily="34" charset="-122"/>
                <a:cs typeface="Bricolage Grotesque ExtraBold" pitchFamily="34" charset="-120"/>
              </a:rPr>
              <a:t> khi</a:t>
            </a:r>
            <a:r>
              <a:rPr lang="en-US" sz="8100" dirty="0" spc="0" kern="0">
                <a:solidFill>
                  <a:srgbClr val="F3EEE3"/>
                </a:solidFill>
                <a:latin typeface="Bricolage Grotesque ExtraBold" pitchFamily="34" charset="0"/>
                <a:ea typeface="Bricolage Grotesque ExtraBold" pitchFamily="34" charset="-122"/>
                <a:cs typeface="Bricolage Grotesque ExtraBold" pitchFamily="34" charset="-120"/>
              </a:rPr>
              <a:t> nóng</a:t>
            </a:r>
            <a:r>
              <a:rPr lang="en-US" sz="8100" dirty="0" spc="2" kern="0">
                <a:solidFill>
                  <a:srgbClr val="F3EEE3"/>
                </a:solidFill>
                <a:latin typeface="Bricolage Grotesque ExtraBold" pitchFamily="34" charset="0"/>
                <a:ea typeface="Bricolage Grotesque ExtraBold" pitchFamily="34" charset="-122"/>
                <a:cs typeface="Bricolage Grotesque ExtraBold" pitchFamily="34" charset="-120"/>
              </a:rPr>
              <a:t> lên:</a:t>
            </a:r>
            <a:r>
              <a:rPr lang="en-US" sz="8100" dirty="0" spc="0" kern="0">
                <a:solidFill>
                  <a:srgbClr val="F3EEE3"/>
                </a:solidFill>
                <a:latin typeface="Bricolage Grotesque ExtraBold" pitchFamily="34" charset="0"/>
                <a:ea typeface="Bricolage Grotesque ExtraBold" pitchFamily="34" charset="-122"/>
                <a:cs typeface="Bricolage Grotesque ExtraBold" pitchFamily="34" charset="-120"/>
              </a:rPr>
              <a:t> từ</a:t>
            </a:r>
            <a:r>
              <a:rPr lang="en-US" sz="8100" dirty="0" spc="-14" kern="0">
                <a:solidFill>
                  <a:srgbClr val="F3EEE3"/>
                </a:solidFill>
                <a:latin typeface="Bricolage Grotesque ExtraBold" pitchFamily="34" charset="0"/>
                <a:ea typeface="Bricolage Grotesque ExtraBold" pitchFamily="34" charset="-122"/>
                <a:cs typeface="Bricolage Grotesque ExtraBold" pitchFamily="34" charset="-120"/>
              </a:rPr>
              <a:t> biuret</a:t>
            </a:r>
            <a:r>
              <a:rPr lang="en-US" sz="8100" dirty="0" spc="19" kern="0">
                <a:solidFill>
                  <a:srgbClr val="F3EEE3"/>
                </a:solidFill>
                <a:latin typeface="Bricolage Grotesque ExtraBold" pitchFamily="34" charset="0"/>
                <a:ea typeface="Bricolage Grotesque ExtraBold" pitchFamily="34" charset="-122"/>
                <a:cs typeface="Bricolage Grotesque ExtraBold" pitchFamily="34" charset="-120"/>
              </a:rPr>
              <a:t> đến</a:t>
            </a:r>
            <a:r>
              <a:rPr lang="en-US" sz="8100" dirty="0" spc="2" kern="0">
                <a:solidFill>
                  <a:srgbClr val="F3EEE3"/>
                </a:solidFill>
                <a:latin typeface="Bricolage Grotesque ExtraBold" pitchFamily="34" charset="0"/>
                <a:ea typeface="Bricolage Grotesque ExtraBold" pitchFamily="34" charset="-122"/>
                <a:cs typeface="Bricolage Grotesque ExtraBold" pitchFamily="34" charset="-120"/>
              </a:rPr>
              <a:t> cặn</a:t>
            </a:r>
            <a:endParaRPr lang="en-US" sz="8100" dirty="0"/>
          </a:p>
        </p:txBody>
      </p:sp>
      <p:sp>
        <p:nvSpPr>
          <p:cNvPr id="52" name="Text 50"/>
          <p:cNvSpPr/>
          <p:nvPr/>
        </p:nvSpPr>
        <p:spPr>
          <a:xfrm>
            <a:off x="914400" y="5619750"/>
            <a:ext cx="13335000" cy="1143000"/>
          </a:xfrm>
          <a:prstGeom prst="rect">
            <a:avLst/>
          </a:prstGeom>
          <a:noFill/>
          <a:ln/>
        </p:spPr>
        <p:txBody>
          <a:bodyPr wrap="square" lIns="0" tIns="0" rIns="0" bIns="0" rtlCol="0" anchor="t"/>
          <a:lstStyle/>
          <a:p>
            <a:pPr algn="l" indent="0" marL="0">
              <a:buNone/>
            </a:pPr>
            <a:r>
              <a:rPr lang="en-US" sz="3300" dirty="0" spc="1" kern="0">
                <a:solidFill>
                  <a:srgbClr val="FFB454"/>
                </a:solidFill>
                <a:latin typeface="Be Vietnam Pro SemiBold" pitchFamily="34" charset="0"/>
                <a:ea typeface="Be Vietnam Pro SemiBold" pitchFamily="34" charset="-122"/>
                <a:cs typeface="Be Vietnam Pro SemiBold" pitchFamily="34" charset="-120"/>
              </a:rPr>
              <a:t>Khi</a:t>
            </a:r>
            <a:r>
              <a:rPr lang="en-US" sz="3300" dirty="0" spc="-10" kern="0">
                <a:solidFill>
                  <a:srgbClr val="FFB454"/>
                </a:solidFill>
                <a:latin typeface="Be Vietnam Pro SemiBold" pitchFamily="34" charset="0"/>
                <a:ea typeface="Be Vietnam Pro SemiBold" pitchFamily="34" charset="-122"/>
                <a:cs typeface="Be Vietnam Pro SemiBold" pitchFamily="34" charset="-120"/>
              </a:rPr>
              <a:t> nóng</a:t>
            </a:r>
            <a:r>
              <a:rPr lang="en-US" sz="3300" dirty="0" spc="-6" kern="0">
                <a:solidFill>
                  <a:srgbClr val="FFB454"/>
                </a:solidFill>
                <a:latin typeface="Be Vietnam Pro SemiBold" pitchFamily="34" charset="0"/>
                <a:ea typeface="Be Vietnam Pro SemiBold" pitchFamily="34" charset="-122"/>
                <a:cs typeface="Be Vietnam Pro SemiBold" pitchFamily="34" charset="-120"/>
              </a:rPr>
              <a:t> lên,</a:t>
            </a:r>
            <a:r>
              <a:rPr lang="en-US" sz="3300" dirty="0" spc="-21" kern="0">
                <a:solidFill>
                  <a:srgbClr val="FFB454"/>
                </a:solidFill>
                <a:latin typeface="Be Vietnam Pro SemiBold" pitchFamily="34" charset="0"/>
                <a:ea typeface="Be Vietnam Pro SemiBold" pitchFamily="34" charset="-122"/>
                <a:cs typeface="Be Vietnam Pro SemiBold" pitchFamily="34" charset="-120"/>
              </a:rPr>
              <a:t> urea</a:t>
            </a:r>
            <a:r>
              <a:rPr lang="en-US" sz="3300" dirty="0" spc="-1" kern="0">
                <a:solidFill>
                  <a:srgbClr val="FFB454"/>
                </a:solidFill>
                <a:latin typeface="Be Vietnam Pro SemiBold" pitchFamily="34" charset="0"/>
                <a:ea typeface="Be Vietnam Pro SemiBold" pitchFamily="34" charset="-122"/>
                <a:cs typeface="Be Vietnam Pro SemiBold" pitchFamily="34" charset="-120"/>
              </a:rPr>
              <a:t> thành</a:t>
            </a:r>
            <a:r>
              <a:rPr lang="en-US" sz="3300" dirty="0" spc="-5" kern="0">
                <a:solidFill>
                  <a:srgbClr val="FFB454"/>
                </a:solidFill>
                <a:latin typeface="Be Vietnam Pro SemiBold" pitchFamily="34" charset="0"/>
                <a:ea typeface="Be Vietnam Pro SemiBold" pitchFamily="34" charset="-122"/>
                <a:cs typeface="Be Vietnam Pro SemiBold" pitchFamily="34" charset="-120"/>
              </a:rPr>
              <a:t> gì,</a:t>
            </a:r>
            <a:r>
              <a:rPr lang="en-US" sz="3300" dirty="0" spc="-25" kern="0">
                <a:solidFill>
                  <a:srgbClr val="FFB454"/>
                </a:solidFill>
                <a:latin typeface="Be Vietnam Pro SemiBold" pitchFamily="34" charset="0"/>
                <a:ea typeface="Be Vietnam Pro SemiBold" pitchFamily="34" charset="-122"/>
                <a:cs typeface="Be Vietnam Pro SemiBold" pitchFamily="34" charset="-120"/>
              </a:rPr>
              <a:t> và</a:t>
            </a:r>
            <a:r>
              <a:rPr lang="en-US" sz="3300" dirty="0" spc="-1" kern="0">
                <a:solidFill>
                  <a:srgbClr val="FFB454"/>
                </a:solidFill>
                <a:latin typeface="Be Vietnam Pro SemiBold" pitchFamily="34" charset="0"/>
                <a:ea typeface="Be Vietnam Pro SemiBold" pitchFamily="34" charset="-122"/>
                <a:cs typeface="Be Vietnam Pro SemiBold" pitchFamily="34" charset="-120"/>
              </a:rPr>
              <a:t> ở</a:t>
            </a:r>
            <a:r>
              <a:rPr lang="en-US" sz="3300" dirty="0" spc="-5" kern="0">
                <a:solidFill>
                  <a:srgbClr val="FFB454"/>
                </a:solidFill>
                <a:latin typeface="Be Vietnam Pro SemiBold" pitchFamily="34" charset="0"/>
                <a:ea typeface="Be Vietnam Pro SemiBold" pitchFamily="34" charset="-122"/>
                <a:cs typeface="Be Vietnam Pro SemiBold" pitchFamily="34" charset="-120"/>
              </a:rPr>
              <a:t> nhiệt</a:t>
            </a:r>
            <a:r>
              <a:rPr lang="en-US" sz="3300" dirty="0" spc="11" kern="0">
                <a:solidFill>
                  <a:srgbClr val="FFB454"/>
                </a:solidFill>
                <a:latin typeface="Be Vietnam Pro SemiBold" pitchFamily="34" charset="0"/>
                <a:ea typeface="Be Vietnam Pro SemiBold" pitchFamily="34" charset="-122"/>
                <a:cs typeface="Be Vietnam Pro SemiBold" pitchFamily="34" charset="-120"/>
              </a:rPr>
              <a:t> độ</a:t>
            </a:r>
            <a:r>
              <a:rPr lang="en-US" sz="3300" dirty="0" spc="0" kern="0">
                <a:solidFill>
                  <a:srgbClr val="FFB454"/>
                </a:solidFill>
                <a:latin typeface="Be Vietnam Pro SemiBold" pitchFamily="34" charset="0"/>
                <a:ea typeface="Be Vietnam Pro SemiBold" pitchFamily="34" charset="-122"/>
                <a:cs typeface="Be Vietnam Pro SemiBold" pitchFamily="34" charset="-120"/>
              </a:rPr>
              <a:t> nào</a:t>
            </a:r>
            <a:r>
              <a:rPr lang="en-US" sz="3300" dirty="0" spc="-4" kern="0">
                <a:solidFill>
                  <a:srgbClr val="FFB454"/>
                </a:solidFill>
                <a:latin typeface="Be Vietnam Pro SemiBold" pitchFamily="34" charset="0"/>
                <a:ea typeface="Be Vietnam Pro SemiBold" pitchFamily="34" charset="-122"/>
                <a:cs typeface="Be Vietnam Pro SemiBold" pitchFamily="34" charset="-120"/>
              </a:rPr>
              <a:t> cặn</a:t>
            </a:r>
            <a:r>
              <a:rPr lang="en-US" sz="3300" dirty="0" spc="-5" kern="0">
                <a:solidFill>
                  <a:srgbClr val="FFB454"/>
                </a:solidFill>
                <a:latin typeface="Be Vietnam Pro SemiBold" pitchFamily="34" charset="0"/>
                <a:ea typeface="Be Vietnam Pro SemiBold" pitchFamily="34" charset="-122"/>
                <a:cs typeface="Be Vietnam Pro SemiBold" pitchFamily="34" charset="-120"/>
              </a:rPr>
              <a:t> dễ</a:t>
            </a:r>
            <a:r>
              <a:rPr lang="en-US" sz="3300" dirty="0" spc="-2" kern="0">
                <a:solidFill>
                  <a:srgbClr val="FFB454"/>
                </a:solidFill>
                <a:latin typeface="Be Vietnam Pro SemiBold" pitchFamily="34" charset="0"/>
                <a:ea typeface="Be Vietnam Pro SemiBold" pitchFamily="34" charset="-122"/>
                <a:cs typeface="Be Vietnam Pro SemiBold" pitchFamily="34" charset="-120"/>
              </a:rPr>
              <a:t> bám</a:t>
            </a:r>
            <a:r>
              <a:rPr lang="en-US" sz="3300" dirty="0" spc="-10" kern="0">
                <a:solidFill>
                  <a:srgbClr val="FFB454"/>
                </a:solidFill>
                <a:latin typeface="Be Vietnam Pro SemiBold" pitchFamily="34" charset="0"/>
                <a:ea typeface="Be Vietnam Pro SemiBold" pitchFamily="34" charset="-122"/>
                <a:cs typeface="Be Vietnam Pro SemiBold" pitchFamily="34" charset="-120"/>
              </a:rPr>
              <a:t> nhất?</a:t>
            </a:r>
            <a:endParaRPr lang="en-US" sz="3300" dirty="0"/>
          </a:p>
        </p:txBody>
      </p:sp>
      <p:sp>
        <p:nvSpPr>
          <p:cNvPr id="53" name="Shape 51"/>
          <p:cNvSpPr/>
          <p:nvPr/>
        </p:nvSpPr>
        <p:spPr>
          <a:xfrm>
            <a:off x="914400" y="7429500"/>
            <a:ext cx="3914775" cy="1619250"/>
          </a:xfrm>
          <a:prstGeom prst="roundRect">
            <a:avLst>
              <a:gd name="adj" fmla="val 16471"/>
            </a:avLst>
          </a:prstGeom>
          <a:solidFill>
            <a:srgbClr val="1E212B"/>
          </a:solidFill>
          <a:ln w="38100">
            <a:solidFill>
              <a:srgbClr val="FF4FD8"/>
            </a:solidFill>
            <a:prstDash val="solid"/>
          </a:ln>
        </p:spPr>
      </p:sp>
      <p:sp>
        <p:nvSpPr>
          <p:cNvPr id="54" name="Text 52"/>
          <p:cNvSpPr/>
          <p:nvPr/>
        </p:nvSpPr>
        <p:spPr>
          <a:xfrm>
            <a:off x="1181100" y="7429500"/>
            <a:ext cx="3381375" cy="1619250"/>
          </a:xfrm>
          <a:prstGeom prst="rect">
            <a:avLst/>
          </a:prstGeom>
          <a:noFill/>
          <a:ln/>
        </p:spPr>
        <p:txBody>
          <a:bodyPr wrap="square" lIns="0" tIns="14180" rIns="0" bIns="-14180" rtlCol="0" anchor="ctr"/>
          <a:lstStyle/>
          <a:p>
            <a:pPr algn="l" indent="0" marL="0">
              <a:lnSpc>
                <a:spcPts val="2933"/>
              </a:lnSpc>
              <a:buNone/>
            </a:pPr>
            <a:r>
              <a:rPr lang="en-US" sz="2550" b="1" dirty="0" spc="-19" kern="0">
                <a:solidFill>
                  <a:srgbClr val="F3EEE3"/>
                </a:solidFill>
                <a:latin typeface="Be Vietnam Pro" pitchFamily="34" charset="0"/>
                <a:ea typeface="Be Vietnam Pro" pitchFamily="34" charset="-122"/>
                <a:cs typeface="Be Vietnam Pro" pitchFamily="34" charset="-120"/>
              </a:rPr>
              <a:t>Urea</a:t>
            </a:r>
            <a:endParaRPr lang="en-US" sz="2550" dirty="0"/>
          </a:p>
        </p:txBody>
      </p:sp>
      <p:sp>
        <p:nvSpPr>
          <p:cNvPr id="55" name="Shape 53"/>
          <p:cNvSpPr/>
          <p:nvPr/>
        </p:nvSpPr>
        <p:spPr>
          <a:xfrm>
            <a:off x="5095875" y="7429500"/>
            <a:ext cx="3914775" cy="1619250"/>
          </a:xfrm>
          <a:prstGeom prst="roundRect">
            <a:avLst>
              <a:gd name="adj" fmla="val 16471"/>
            </a:avLst>
          </a:prstGeom>
          <a:solidFill>
            <a:srgbClr val="1E212B"/>
          </a:solidFill>
          <a:ln w="38100">
            <a:solidFill>
              <a:srgbClr val="4CD964"/>
            </a:solidFill>
            <a:prstDash val="solid"/>
          </a:ln>
        </p:spPr>
      </p:sp>
      <p:sp>
        <p:nvSpPr>
          <p:cNvPr id="56" name="Text 54"/>
          <p:cNvSpPr/>
          <p:nvPr/>
        </p:nvSpPr>
        <p:spPr>
          <a:xfrm>
            <a:off x="5362575" y="7429500"/>
            <a:ext cx="3381375" cy="1619250"/>
          </a:xfrm>
          <a:prstGeom prst="rect">
            <a:avLst/>
          </a:prstGeom>
          <a:noFill/>
          <a:ln/>
        </p:spPr>
        <p:txBody>
          <a:bodyPr wrap="square" lIns="0" tIns="14180" rIns="0" bIns="-14180" rtlCol="0" anchor="ctr"/>
          <a:lstStyle/>
          <a:p>
            <a:pPr algn="l" indent="0" marL="0">
              <a:lnSpc>
                <a:spcPts val="2933"/>
              </a:lnSpc>
              <a:buNone/>
            </a:pPr>
            <a:r>
              <a:rPr lang="en-US" sz="2550" b="1" dirty="0" spc="-14" kern="0">
                <a:solidFill>
                  <a:srgbClr val="F3EEE3"/>
                </a:solidFill>
                <a:latin typeface="Be Vietnam Pro" pitchFamily="34" charset="0"/>
                <a:ea typeface="Be Vietnam Pro" pitchFamily="34" charset="-122"/>
                <a:cs typeface="Be Vietnam Pro" pitchFamily="34" charset="-120"/>
              </a:rPr>
              <a:t>Biuret</a:t>
            </a:r>
            <a:endParaRPr lang="en-US" sz="2550" dirty="0"/>
          </a:p>
        </p:txBody>
      </p:sp>
      <p:sp>
        <p:nvSpPr>
          <p:cNvPr id="57" name="Shape 55"/>
          <p:cNvSpPr/>
          <p:nvPr/>
        </p:nvSpPr>
        <p:spPr>
          <a:xfrm>
            <a:off x="9277350" y="7429500"/>
            <a:ext cx="3914775" cy="1619250"/>
          </a:xfrm>
          <a:prstGeom prst="roundRect">
            <a:avLst>
              <a:gd name="adj" fmla="val 16471"/>
            </a:avLst>
          </a:prstGeom>
          <a:solidFill>
            <a:srgbClr val="1E212B"/>
          </a:solidFill>
          <a:ln w="38100">
            <a:solidFill>
              <a:srgbClr val="FF5C5C"/>
            </a:solidFill>
            <a:prstDash val="solid"/>
          </a:ln>
        </p:spPr>
      </p:sp>
      <p:sp>
        <p:nvSpPr>
          <p:cNvPr id="58" name="Text 56"/>
          <p:cNvSpPr/>
          <p:nvPr/>
        </p:nvSpPr>
        <p:spPr>
          <a:xfrm>
            <a:off x="9544050" y="7429500"/>
            <a:ext cx="3381375" cy="1619250"/>
          </a:xfrm>
          <a:prstGeom prst="rect">
            <a:avLst/>
          </a:prstGeom>
          <a:noFill/>
          <a:ln/>
        </p:spPr>
        <p:txBody>
          <a:bodyPr wrap="square" lIns="0" tIns="14180" rIns="0" bIns="-14180" rtlCol="0" anchor="ctr"/>
          <a:lstStyle/>
          <a:p>
            <a:pPr algn="l" indent="0" marL="0">
              <a:lnSpc>
                <a:spcPts val="2933"/>
              </a:lnSpc>
              <a:buNone/>
            </a:pPr>
            <a:r>
              <a:rPr lang="en-US" sz="2550" b="1" dirty="0" spc="-6" kern="0">
                <a:solidFill>
                  <a:srgbClr val="F3EEE3"/>
                </a:solidFill>
                <a:latin typeface="Be Vietnam Pro" pitchFamily="34" charset="0"/>
                <a:ea typeface="Be Vietnam Pro" pitchFamily="34" charset="-122"/>
                <a:cs typeface="Be Vietnam Pro" pitchFamily="34" charset="-120"/>
              </a:rPr>
              <a:t>Ammelide</a:t>
            </a:r>
            <a:endParaRPr lang="en-US" sz="2550" dirty="0"/>
          </a:p>
        </p:txBody>
      </p:sp>
      <p:sp>
        <p:nvSpPr>
          <p:cNvPr id="59" name="Shape 57"/>
          <p:cNvSpPr/>
          <p:nvPr/>
        </p:nvSpPr>
        <p:spPr>
          <a:xfrm>
            <a:off x="13458825" y="7429500"/>
            <a:ext cx="3914775" cy="1619250"/>
          </a:xfrm>
          <a:prstGeom prst="roundRect">
            <a:avLst>
              <a:gd name="adj" fmla="val 16471"/>
            </a:avLst>
          </a:prstGeom>
          <a:solidFill>
            <a:srgbClr val="1E212B"/>
          </a:solidFill>
          <a:ln w="38100">
            <a:solidFill>
              <a:srgbClr val="C084FF"/>
            </a:solidFill>
            <a:prstDash val="solid"/>
          </a:ln>
        </p:spPr>
      </p:sp>
      <p:sp>
        <p:nvSpPr>
          <p:cNvPr id="60" name="Text 58"/>
          <p:cNvSpPr/>
          <p:nvPr/>
        </p:nvSpPr>
        <p:spPr>
          <a:xfrm>
            <a:off x="13725525" y="7429500"/>
            <a:ext cx="3381375" cy="1619250"/>
          </a:xfrm>
          <a:prstGeom prst="rect">
            <a:avLst/>
          </a:prstGeom>
          <a:noFill/>
          <a:ln/>
        </p:spPr>
        <p:txBody>
          <a:bodyPr wrap="square" lIns="0" tIns="14180" rIns="0" bIns="-14180" rtlCol="0" anchor="ctr"/>
          <a:lstStyle/>
          <a:p>
            <a:pPr algn="l" indent="0" marL="0">
              <a:lnSpc>
                <a:spcPts val="2933"/>
              </a:lnSpc>
              <a:buNone/>
            </a:pPr>
            <a:r>
              <a:rPr lang="en-US" sz="2550" b="1" dirty="0" spc="-4" kern="0">
                <a:solidFill>
                  <a:srgbClr val="F3EEE3"/>
                </a:solidFill>
                <a:latin typeface="Be Vietnam Pro" pitchFamily="34" charset="0"/>
                <a:ea typeface="Be Vietnam Pro" pitchFamily="34" charset="-122"/>
                <a:cs typeface="Be Vietnam Pro" pitchFamily="34" charset="-120"/>
              </a:rPr>
              <a:t>Cyanuric</a:t>
            </a:r>
            <a:r>
              <a:rPr lang="en-US" sz="2550" b="1" dirty="0" spc="5" kern="0">
                <a:solidFill>
                  <a:srgbClr val="F3EEE3"/>
                </a:solidFill>
                <a:latin typeface="Be Vietnam Pro" pitchFamily="34" charset="0"/>
                <a:ea typeface="Be Vietnam Pro" pitchFamily="34" charset="-122"/>
                <a:cs typeface="Be Vietnam Pro" pitchFamily="34" charset="-120"/>
              </a:rPr>
              <a:t> acid</a:t>
            </a:r>
            <a:endParaRPr lang="en-US" sz="2550" dirty="0"/>
          </a:p>
        </p:txBody>
      </p:sp>
      <p:sp>
        <p:nvSpPr>
          <p:cNvPr id="61" name="Shape 59"/>
          <p:cNvSpPr/>
          <p:nvPr/>
        </p:nvSpPr>
        <p:spPr>
          <a:xfrm>
            <a:off x="15983712" y="9076331"/>
            <a:ext cx="1645920" cy="552301"/>
          </a:xfrm>
          <a:prstGeom prst="roundRect">
            <a:avLst>
              <a:gd name="adj" fmla="val 28000"/>
            </a:avLst>
          </a:prstGeom>
          <a:solidFill>
            <a:srgbClr val="FFFFFF">
              <a:alpha val="82000"/>
            </a:srgbClr>
          </a:solidFill>
          <a:ln/>
        </p:spPr>
      </p:sp>
      <p:pic>
        <p:nvPicPr>
          <p:cNvPr id="62" name="Moda image moda-export-watermark-5847cad0-8e89-44b2-adf1-4cec05935458"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9" kern="0">
                <a:solidFill>
                  <a:srgbClr val="14161C"/>
                </a:solidFill>
                <a:latin typeface="Bricolage Grotesque ExtraBold" pitchFamily="34" charset="0"/>
                <a:ea typeface="Bricolage Grotesque ExtraBold" pitchFamily="34" charset="-122"/>
                <a:cs typeface="Bricolage Grotesque ExtraBold" pitchFamily="34" charset="-120"/>
              </a:rPr>
              <a:t>AdBlue</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là</a:t>
            </a:r>
            <a:r>
              <a:rPr lang="en-US" sz="5700" dirty="0" spc="-24" kern="0">
                <a:solidFill>
                  <a:srgbClr val="14161C"/>
                </a:solidFill>
                <a:latin typeface="Bricolage Grotesque ExtraBold" pitchFamily="34" charset="0"/>
                <a:ea typeface="Bricolage Grotesque ExtraBold" pitchFamily="34" charset="-122"/>
                <a:cs typeface="Bricolage Grotesque ExtraBold" pitchFamily="34" charset="-120"/>
              </a:rPr>
              <a:t> gì</a:t>
            </a:r>
            <a:r>
              <a:rPr lang="en-US" sz="5700" dirty="0" spc="-65" kern="0">
                <a:solidFill>
                  <a:srgbClr val="14161C"/>
                </a:solidFill>
                <a:latin typeface="Bricolage Grotesque ExtraBold" pitchFamily="34" charset="0"/>
                <a:ea typeface="Bricolage Grotesque ExtraBold" pitchFamily="34" charset="-122"/>
                <a:cs typeface="Bricolage Grotesque ExtraBold" pitchFamily="34" charset="-120"/>
              </a:rPr>
              <a:t> và</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SCR cần</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nó</a:t>
            </a:r>
            <a:r>
              <a:rPr lang="en-US" sz="5700" dirty="0" spc="13" kern="0">
                <a:solidFill>
                  <a:srgbClr val="14161C"/>
                </a:solidFill>
                <a:latin typeface="Bricolage Grotesque ExtraBold" pitchFamily="34" charset="0"/>
                <a:ea typeface="Bricolage Grotesque ExtraBold" pitchFamily="34" charset="-122"/>
                <a:cs typeface="Bricolage Grotesque ExtraBold" pitchFamily="34" charset="-120"/>
              </a:rPr>
              <a:t> để</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làm</a:t>
            </a:r>
            <a:r>
              <a:rPr lang="en-US" sz="5700" dirty="0" spc="-23" kern="0">
                <a:solidFill>
                  <a:srgbClr val="14161C"/>
                </a:solidFill>
                <a:latin typeface="Bricolage Grotesque ExtraBold" pitchFamily="34" charset="0"/>
                <a:ea typeface="Bricolage Grotesque ExtraBold" pitchFamily="34" charset="-122"/>
                <a:cs typeface="Bricolage Grotesque ExtraBold" pitchFamily="34" charset="-120"/>
              </a:rPr>
              <a:t> gì</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DDD5C1"/>
            </a:solidFill>
            <a:prstDash val="solid"/>
          </a:ln>
        </p:spPr>
      </p:sp>
      <p:pic>
        <p:nvPicPr>
          <p:cNvPr id="4" name="Moda image rect-1793096703879-761616517" descr="">    </p:cNvPr>
          <p:cNvPicPr>
            <a:picLocks noChangeAspect="1"/>
          </p:cNvPicPr>
          <p:nvPr/>
        </p:nvPicPr>
        <p:blipFill>
          <a:blip r:embed="rId1"/>
          <a:srcRect l="0" r="0" t="0" b="0"/>
          <a:stretch/>
        </p:blipFill>
        <p:spPr>
          <a:xfrm>
            <a:off x="1581150" y="2438400"/>
            <a:ext cx="7620000" cy="5715000"/>
          </a:xfrm>
          <a:prstGeom prst="rect">
            <a:avLst/>
          </a:prstGeom>
        </p:spPr>
      </p:pic>
      <p:sp>
        <p:nvSpPr>
          <p:cNvPr id="5" name="Text 2"/>
          <p:cNvSpPr/>
          <p:nvPr/>
        </p:nvSpPr>
        <p:spPr>
          <a:xfrm>
            <a:off x="914400" y="8477250"/>
            <a:ext cx="16459200" cy="495300"/>
          </a:xfrm>
          <a:prstGeom prst="rect">
            <a:avLst/>
          </a:prstGeom>
          <a:noFill/>
          <a:ln/>
        </p:spPr>
        <p:txBody>
          <a:bodyPr wrap="square" lIns="0" tIns="14435" rIns="0" bIns="-14435" rtlCol="0" anchor="t"/>
          <a:lstStyle/>
          <a:p>
            <a:pPr algn="l" indent="0" marL="0">
              <a:lnSpc>
                <a:spcPts val="1815"/>
              </a:lnSpc>
              <a:buNone/>
            </a:pPr>
            <a:r>
              <a:rPr lang="en-US" sz="1650" dirty="0" spc="-2" kern="0">
                <a:solidFill>
                  <a:srgbClr val="6B6A66"/>
                </a:solidFill>
                <a:latin typeface="Be Vietnam Pro" pitchFamily="34" charset="0"/>
                <a:ea typeface="Be Vietnam Pro" pitchFamily="34" charset="-122"/>
                <a:cs typeface="Be Vietnam Pro" pitchFamily="34" charset="-120"/>
              </a:rPr>
              <a:t>Hình:</a:t>
            </a:r>
            <a:r>
              <a:rPr lang="en-US" sz="1650" dirty="0" spc="2" kern="0">
                <a:solidFill>
                  <a:srgbClr val="6B6A66"/>
                </a:solidFill>
                <a:latin typeface="Be Vietnam Pro" pitchFamily="34" charset="0"/>
                <a:ea typeface="Be Vietnam Pro" pitchFamily="34" charset="-122"/>
                <a:cs typeface="Be Vietnam Pro" pitchFamily="34" charset="-120"/>
              </a:rPr>
              <a:t> z22,</a:t>
            </a:r>
            <a:r>
              <a:rPr lang="en-US" sz="1650" dirty="0" spc="3" kern="0">
                <a:solidFill>
                  <a:srgbClr val="6B6A66"/>
                </a:solidFill>
                <a:latin typeface="Be Vietnam Pro" pitchFamily="34" charset="0"/>
                <a:ea typeface="Be Vietnam Pro" pitchFamily="34" charset="-122"/>
                <a:cs typeface="Be Vietnam Pro" pitchFamily="34" charset="-120"/>
              </a:rPr>
              <a:t> CC</a:t>
            </a:r>
            <a:r>
              <a:rPr lang="en-US" sz="1650" dirty="0" spc="-16" kern="0">
                <a:solidFill>
                  <a:srgbClr val="6B6A66"/>
                </a:solidFill>
                <a:latin typeface="Be Vietnam Pro" pitchFamily="34" charset="0"/>
                <a:ea typeface="Be Vietnam Pro" pitchFamily="34" charset="-122"/>
                <a:cs typeface="Be Vietnam Pro" pitchFamily="34" charset="-120"/>
              </a:rPr>
              <a:t> BY-SA</a:t>
            </a:r>
            <a:r>
              <a:rPr lang="en-US" sz="1650" dirty="0" spc="2" kern="0">
                <a:solidFill>
                  <a:srgbClr val="6B6A66"/>
                </a:solidFill>
                <a:latin typeface="Be Vietnam Pro" pitchFamily="34" charset="0"/>
                <a:ea typeface="Be Vietnam Pro" pitchFamily="34" charset="-122"/>
                <a:cs typeface="Be Vietnam Pro" pitchFamily="34" charset="-120"/>
              </a:rPr>
              <a:t> 3.0,</a:t>
            </a:r>
            <a:r>
              <a:rPr lang="en-US" sz="1650" dirty="0" spc="-2" kern="0">
                <a:solidFill>
                  <a:srgbClr val="6B6A66"/>
                </a:solidFill>
                <a:latin typeface="Be Vietnam Pro" pitchFamily="34" charset="0"/>
                <a:ea typeface="Be Vietnam Pro" pitchFamily="34" charset="-122"/>
                <a:cs typeface="Be Vietnam Pro" pitchFamily="34" charset="-120"/>
              </a:rPr>
              <a:t> Wikimedia</a:t>
            </a:r>
            <a:r>
              <a:rPr lang="en-US" sz="1650" dirty="0" spc="0" kern="0">
                <a:solidFill>
                  <a:srgbClr val="6B6A66"/>
                </a:solidFill>
                <a:latin typeface="Be Vietnam Pro" pitchFamily="34" charset="0"/>
                <a:ea typeface="Be Vietnam Pro" pitchFamily="34" charset="-122"/>
                <a:cs typeface="Be Vietnam Pro" pitchFamily="34" charset="-120"/>
              </a:rPr>
              <a:t> Commons</a:t>
            </a:r>
            <a:r>
              <a:rPr lang="en-US" sz="1650" dirty="0" spc="-2" kern="0">
                <a:solidFill>
                  <a:srgbClr val="6B6A66"/>
                </a:solidFill>
                <a:latin typeface="Be Vietnam Pro" pitchFamily="34" charset="0"/>
                <a:ea typeface="Be Vietnam Pro" pitchFamily="34" charset="-122"/>
                <a:cs typeface="Be Vietnam Pro" pitchFamily="34" charset="-120"/>
              </a:rPr>
              <a:t> (Hino</a:t>
            </a:r>
            <a:r>
              <a:rPr lang="en-US" sz="1650" dirty="0" spc="-10" kern="0">
                <a:solidFill>
                  <a:srgbClr val="6B6A66"/>
                </a:solidFill>
                <a:latin typeface="Be Vietnam Pro" pitchFamily="34" charset="0"/>
                <a:ea typeface="Be Vietnam Pro" pitchFamily="34" charset="-122"/>
                <a:cs typeface="Be Vietnam Pro" pitchFamily="34" charset="-120"/>
              </a:rPr>
              <a:t> Standardized</a:t>
            </a:r>
            <a:r>
              <a:rPr lang="en-US" sz="1650" dirty="0" spc="10" kern="0">
                <a:solidFill>
                  <a:srgbClr val="6B6A66"/>
                </a:solidFill>
                <a:latin typeface="Be Vietnam Pro" pitchFamily="34" charset="0"/>
                <a:ea typeface="Be Vietnam Pro" pitchFamily="34" charset="-122"/>
                <a:cs typeface="Be Vietnam Pro" pitchFamily="34" charset="-120"/>
              </a:rPr>
              <a:t> SCR</a:t>
            </a:r>
            <a:r>
              <a:rPr lang="en-US" sz="1650" dirty="0" spc="0" kern="0">
                <a:solidFill>
                  <a:srgbClr val="6B6A66"/>
                </a:solidFill>
                <a:latin typeface="Be Vietnam Pro" pitchFamily="34" charset="0"/>
                <a:ea typeface="Be Vietnam Pro" pitchFamily="34" charset="-122"/>
                <a:cs typeface="Be Vietnam Pro" pitchFamily="34" charset="-120"/>
              </a:rPr>
              <a:t> Unit)</a:t>
            </a:r>
            <a:r>
              <a:rPr lang="en-US" sz="1650" dirty="0" spc="-3" kern="0">
                <a:solidFill>
                  <a:srgbClr val="6B6A66"/>
                </a:solidFill>
                <a:latin typeface="Be Vietnam Pro" pitchFamily="34" charset="0"/>
                <a:ea typeface="Be Vietnam Pro" pitchFamily="34" charset="-122"/>
                <a:cs typeface="Be Vietnam Pro" pitchFamily="34" charset="-120"/>
              </a:rPr>
              <a:t> [S8]</a:t>
            </a:r>
            <a:endParaRPr lang="en-US" sz="1650" dirty="0"/>
          </a:p>
        </p:txBody>
      </p:sp>
      <p:sp>
        <p:nvSpPr>
          <p:cNvPr id="6" name="Shape 3"/>
          <p:cNvSpPr/>
          <p:nvPr/>
        </p:nvSpPr>
        <p:spPr>
          <a:xfrm>
            <a:off x="10248900" y="2247900"/>
            <a:ext cx="7124700" cy="838200"/>
          </a:xfrm>
          <a:prstGeom prst="roundRect">
            <a:avLst>
              <a:gd name="adj" fmla="val 22727"/>
            </a:avLst>
          </a:prstGeom>
          <a:solidFill>
            <a:srgbClr val="E8E0CF"/>
          </a:solidFill>
          <a:ln/>
        </p:spPr>
      </p:sp>
      <p:sp>
        <p:nvSpPr>
          <p:cNvPr id="7" name="Shape 4"/>
          <p:cNvSpPr/>
          <p:nvPr/>
        </p:nvSpPr>
        <p:spPr>
          <a:xfrm>
            <a:off x="10248900" y="2247900"/>
            <a:ext cx="114300" cy="838200"/>
          </a:xfrm>
          <a:prstGeom prst="roundRect">
            <a:avLst>
              <a:gd name="adj" fmla="val 50000"/>
            </a:avLst>
          </a:prstGeom>
          <a:solidFill>
            <a:srgbClr val="0F766E"/>
          </a:solidFill>
          <a:ln/>
        </p:spPr>
      </p:sp>
      <p:sp>
        <p:nvSpPr>
          <p:cNvPr id="8" name="Text 5"/>
          <p:cNvSpPr/>
          <p:nvPr/>
        </p:nvSpPr>
        <p:spPr>
          <a:xfrm>
            <a:off x="10591800" y="2343150"/>
            <a:ext cx="6591300" cy="333375"/>
          </a:xfrm>
          <a:prstGeom prst="rect">
            <a:avLst/>
          </a:prstGeom>
          <a:noFill/>
          <a:ln/>
        </p:spPr>
        <p:txBody>
          <a:bodyPr wrap="square" lIns="0" tIns="0" rIns="0" bIns="0" rtlCol="0" anchor="ctr"/>
          <a:lstStyle/>
          <a:p>
            <a:pPr algn="l" indent="0" marL="0">
              <a:buNone/>
            </a:pPr>
            <a:r>
              <a:rPr lang="en-US" sz="2187" dirty="0" kern="0">
                <a:solidFill>
                  <a:srgbClr val="0F766E"/>
                </a:solidFill>
                <a:latin typeface="Be Vietnam Pro ExtraBold" pitchFamily="34" charset="0"/>
                <a:ea typeface="Be Vietnam Pro ExtraBold" pitchFamily="34" charset="-122"/>
                <a:cs typeface="Be Vietnam Pro ExtraBold" pitchFamily="34" charset="-120"/>
              </a:rPr>
              <a:t>Phun</a:t>
            </a:r>
            <a:endParaRPr lang="en-US" sz="2187" dirty="0"/>
          </a:p>
        </p:txBody>
      </p:sp>
      <p:sp>
        <p:nvSpPr>
          <p:cNvPr id="9" name="Text 6"/>
          <p:cNvSpPr/>
          <p:nvPr/>
        </p:nvSpPr>
        <p:spPr>
          <a:xfrm>
            <a:off x="10591800" y="2581275"/>
            <a:ext cx="6591300" cy="466725"/>
          </a:xfrm>
          <a:prstGeom prst="rect">
            <a:avLst/>
          </a:prstGeom>
          <a:noFill/>
          <a:ln/>
        </p:spPr>
        <p:txBody>
          <a:bodyPr wrap="square" lIns="0" tIns="14180" rIns="0" bIns="-14180" rtlCol="0" anchor="ctr"/>
          <a:lstStyle/>
          <a:p>
            <a:pPr algn="l" indent="0" marL="0">
              <a:lnSpc>
                <a:spcPts val="2933"/>
              </a:lnSpc>
              <a:buNone/>
            </a:pPr>
            <a:r>
              <a:rPr lang="en-US" sz="2550" dirty="0" spc="-9" kern="0">
                <a:solidFill>
                  <a:srgbClr val="14161C"/>
                </a:solidFill>
                <a:latin typeface="Be Vietnam Pro SemiBold" pitchFamily="34" charset="0"/>
                <a:ea typeface="Be Vietnam Pro SemiBold" pitchFamily="34" charset="-122"/>
                <a:cs typeface="Be Vietnam Pro SemiBold" pitchFamily="34" charset="-120"/>
              </a:rPr>
              <a:t>AdBlue</a:t>
            </a:r>
            <a:r>
              <a:rPr lang="en-US" sz="2550" dirty="0" spc="-15" kern="0">
                <a:solidFill>
                  <a:srgbClr val="14161C"/>
                </a:solidFill>
                <a:latin typeface="Be Vietnam Pro SemiBold" pitchFamily="34" charset="0"/>
                <a:ea typeface="Be Vietnam Pro SemiBold" pitchFamily="34" charset="-122"/>
                <a:cs typeface="Be Vietnam Pro SemiBold" pitchFamily="34" charset="-120"/>
              </a:rPr>
              <a:t> vào</a:t>
            </a:r>
            <a:r>
              <a:rPr lang="en-US" sz="2550" dirty="0" spc="-3" kern="0">
                <a:solidFill>
                  <a:srgbClr val="14161C"/>
                </a:solidFill>
                <a:latin typeface="Be Vietnam Pro SemiBold" pitchFamily="34" charset="0"/>
                <a:ea typeface="Be Vietnam Pro SemiBold" pitchFamily="34" charset="-122"/>
                <a:cs typeface="Be Vietnam Pro SemiBold" pitchFamily="34" charset="-120"/>
              </a:rPr>
              <a:t> ống</a:t>
            </a:r>
            <a:r>
              <a:rPr lang="en-US" sz="2550" dirty="0" spc="-33" kern="0">
                <a:solidFill>
                  <a:srgbClr val="14161C"/>
                </a:solidFill>
                <a:latin typeface="Be Vietnam Pro SemiBold" pitchFamily="34" charset="0"/>
                <a:ea typeface="Be Vietnam Pro SemiBold" pitchFamily="34" charset="-122"/>
                <a:cs typeface="Be Vietnam Pro SemiBold" pitchFamily="34" charset="-120"/>
              </a:rPr>
              <a:t> xả</a:t>
            </a:r>
            <a:r>
              <a:rPr lang="en-US" sz="2550" dirty="0" spc="-4" kern="0">
                <a:solidFill>
                  <a:srgbClr val="14161C"/>
                </a:solidFill>
                <a:latin typeface="Be Vietnam Pro SemiBold" pitchFamily="34" charset="0"/>
                <a:ea typeface="Be Vietnam Pro SemiBold" pitchFamily="34" charset="-122"/>
                <a:cs typeface="Be Vietnam Pro SemiBold" pitchFamily="34" charset="-120"/>
              </a:rPr>
              <a:t> nóng</a:t>
            </a:r>
            <a:endParaRPr lang="en-US" sz="2550" dirty="0"/>
          </a:p>
        </p:txBody>
      </p:sp>
      <p:sp>
        <p:nvSpPr>
          <p:cNvPr id="10" name="Shape 7"/>
          <p:cNvSpPr/>
          <p:nvPr/>
        </p:nvSpPr>
        <p:spPr>
          <a:xfrm>
            <a:off x="10248900" y="3219450"/>
            <a:ext cx="7124700" cy="838200"/>
          </a:xfrm>
          <a:prstGeom prst="roundRect">
            <a:avLst>
              <a:gd name="adj" fmla="val 22727"/>
            </a:avLst>
          </a:prstGeom>
          <a:solidFill>
            <a:srgbClr val="E8E0CF"/>
          </a:solidFill>
          <a:ln/>
        </p:spPr>
      </p:sp>
      <p:sp>
        <p:nvSpPr>
          <p:cNvPr id="11" name="Shape 8"/>
          <p:cNvSpPr/>
          <p:nvPr/>
        </p:nvSpPr>
        <p:spPr>
          <a:xfrm>
            <a:off x="10248900" y="3219450"/>
            <a:ext cx="114300" cy="838200"/>
          </a:xfrm>
          <a:prstGeom prst="roundRect">
            <a:avLst>
              <a:gd name="adj" fmla="val 50000"/>
            </a:avLst>
          </a:prstGeom>
          <a:solidFill>
            <a:srgbClr val="E8472B"/>
          </a:solidFill>
          <a:ln/>
        </p:spPr>
      </p:sp>
      <p:sp>
        <p:nvSpPr>
          <p:cNvPr id="12" name="Text 9"/>
          <p:cNvSpPr/>
          <p:nvPr/>
        </p:nvSpPr>
        <p:spPr>
          <a:xfrm>
            <a:off x="10591800" y="3314700"/>
            <a:ext cx="6591300" cy="333375"/>
          </a:xfrm>
          <a:prstGeom prst="rect">
            <a:avLst/>
          </a:prstGeom>
          <a:noFill/>
          <a:ln/>
        </p:spPr>
        <p:txBody>
          <a:bodyPr wrap="square" lIns="0" tIns="0" rIns="0" bIns="0" rtlCol="0" anchor="ctr"/>
          <a:lstStyle/>
          <a:p>
            <a:pPr algn="l" indent="0" marL="0">
              <a:buNone/>
            </a:pPr>
            <a:r>
              <a:rPr lang="en-US" sz="2187" dirty="0" spc="2" kern="0">
                <a:solidFill>
                  <a:srgbClr val="E8472B"/>
                </a:solidFill>
                <a:latin typeface="Be Vietnam Pro ExtraBold" pitchFamily="34" charset="0"/>
                <a:ea typeface="Be Vietnam Pro ExtraBold" pitchFamily="34" charset="-122"/>
                <a:cs typeface="Be Vietnam Pro ExtraBold" pitchFamily="34" charset="-120"/>
              </a:rPr>
              <a:t>Mục</a:t>
            </a:r>
            <a:r>
              <a:rPr lang="en-US" sz="2187" dirty="0" spc="-1" kern="0">
                <a:solidFill>
                  <a:srgbClr val="E8472B"/>
                </a:solidFill>
                <a:latin typeface="Be Vietnam Pro ExtraBold" pitchFamily="34" charset="0"/>
                <a:ea typeface="Be Vietnam Pro ExtraBold" pitchFamily="34" charset="-122"/>
                <a:cs typeface="Be Vietnam Pro ExtraBold" pitchFamily="34" charset="-120"/>
              </a:rPr>
              <a:t> tiêu</a:t>
            </a:r>
            <a:endParaRPr lang="en-US" sz="2187" dirty="0"/>
          </a:p>
        </p:txBody>
      </p:sp>
      <p:sp>
        <p:nvSpPr>
          <p:cNvPr id="13" name="Text 10"/>
          <p:cNvSpPr/>
          <p:nvPr/>
        </p:nvSpPr>
        <p:spPr>
          <a:xfrm>
            <a:off x="10591800" y="3552825"/>
            <a:ext cx="6591300" cy="466725"/>
          </a:xfrm>
          <a:prstGeom prst="rect">
            <a:avLst/>
          </a:prstGeom>
          <a:noFill/>
          <a:ln/>
        </p:spPr>
        <p:txBody>
          <a:bodyPr wrap="square" lIns="0" tIns="14180" rIns="0" bIns="-14180" rtlCol="0" anchor="ctr"/>
          <a:lstStyle/>
          <a:p>
            <a:pPr algn="l" indent="0" marL="0">
              <a:lnSpc>
                <a:spcPts val="2933"/>
              </a:lnSpc>
              <a:buNone/>
            </a:pPr>
            <a:r>
              <a:rPr lang="en-US" sz="2550" dirty="0" spc="1" kern="0">
                <a:solidFill>
                  <a:srgbClr val="14161C"/>
                </a:solidFill>
                <a:latin typeface="Be Vietnam Pro SemiBold" pitchFamily="34" charset="0"/>
                <a:ea typeface="Be Vietnam Pro SemiBold" pitchFamily="34" charset="-122"/>
                <a:cs typeface="Be Vietnam Pro SemiBold" pitchFamily="34" charset="-120"/>
              </a:rPr>
              <a:t>sinh</a:t>
            </a:r>
            <a:r>
              <a:rPr lang="en-US" sz="2550" dirty="0" spc="15" kern="0">
                <a:solidFill>
                  <a:srgbClr val="14161C"/>
                </a:solidFill>
                <a:latin typeface="Be Vietnam Pro SemiBold" pitchFamily="34" charset="0"/>
                <a:ea typeface="Be Vietnam Pro SemiBold" pitchFamily="34" charset="-122"/>
                <a:cs typeface="Be Vietnam Pro SemiBold" pitchFamily="34" charset="-120"/>
              </a:rPr>
              <a:t> NH3</a:t>
            </a:r>
            <a:r>
              <a:rPr lang="en-US" sz="2550" dirty="0" spc="13" kern="0">
                <a:solidFill>
                  <a:srgbClr val="14161C"/>
                </a:solidFill>
                <a:latin typeface="Be Vietnam Pro SemiBold" pitchFamily="34" charset="0"/>
                <a:ea typeface="Be Vietnam Pro SemiBold" pitchFamily="34" charset="-122"/>
                <a:cs typeface="Be Vietnam Pro SemiBold" pitchFamily="34" charset="-120"/>
              </a:rPr>
              <a:t> để</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khử</a:t>
            </a:r>
            <a:r>
              <a:rPr lang="en-US" sz="2550" dirty="0" spc="-3" kern="0">
                <a:solidFill>
                  <a:srgbClr val="14161C"/>
                </a:solidFill>
                <a:latin typeface="Be Vietnam Pro SemiBold" pitchFamily="34" charset="0"/>
                <a:ea typeface="Be Vietnam Pro SemiBold" pitchFamily="34" charset="-122"/>
                <a:cs typeface="Be Vietnam Pro SemiBold" pitchFamily="34" charset="-120"/>
              </a:rPr>
              <a:t> NOx</a:t>
            </a:r>
            <a:endParaRPr lang="en-US" sz="2550" dirty="0"/>
          </a:p>
        </p:txBody>
      </p:sp>
      <p:sp>
        <p:nvSpPr>
          <p:cNvPr id="14" name="Shape 11"/>
          <p:cNvSpPr/>
          <p:nvPr/>
        </p:nvSpPr>
        <p:spPr>
          <a:xfrm>
            <a:off x="10248900" y="4191000"/>
            <a:ext cx="7124700" cy="838200"/>
          </a:xfrm>
          <a:prstGeom prst="roundRect">
            <a:avLst>
              <a:gd name="adj" fmla="val 22727"/>
            </a:avLst>
          </a:prstGeom>
          <a:solidFill>
            <a:srgbClr val="E8E0CF"/>
          </a:solidFill>
          <a:ln/>
        </p:spPr>
      </p:sp>
      <p:sp>
        <p:nvSpPr>
          <p:cNvPr id="15" name="Shape 12"/>
          <p:cNvSpPr/>
          <p:nvPr/>
        </p:nvSpPr>
        <p:spPr>
          <a:xfrm>
            <a:off x="10248900" y="4191000"/>
            <a:ext cx="114300" cy="838200"/>
          </a:xfrm>
          <a:prstGeom prst="roundRect">
            <a:avLst>
              <a:gd name="adj" fmla="val 50000"/>
            </a:avLst>
          </a:prstGeom>
          <a:solidFill>
            <a:srgbClr val="1F3FD1"/>
          </a:solidFill>
          <a:ln/>
        </p:spPr>
      </p:sp>
      <p:sp>
        <p:nvSpPr>
          <p:cNvPr id="16" name="Text 13"/>
          <p:cNvSpPr/>
          <p:nvPr/>
        </p:nvSpPr>
        <p:spPr>
          <a:xfrm>
            <a:off x="10591800" y="4286250"/>
            <a:ext cx="6591300" cy="333375"/>
          </a:xfrm>
          <a:prstGeom prst="rect">
            <a:avLst/>
          </a:prstGeom>
          <a:noFill/>
          <a:ln/>
        </p:spPr>
        <p:txBody>
          <a:bodyPr wrap="square" lIns="0" tIns="0" rIns="0" bIns="0" rtlCol="0" anchor="ctr"/>
          <a:lstStyle/>
          <a:p>
            <a:pPr algn="l" indent="0" marL="0">
              <a:buNone/>
            </a:pPr>
            <a:r>
              <a:rPr lang="en-US" sz="2187" dirty="0" spc="-45" kern="0">
                <a:solidFill>
                  <a:srgbClr val="1F3FD1"/>
                </a:solidFill>
                <a:latin typeface="Be Vietnam Pro ExtraBold" pitchFamily="34" charset="0"/>
                <a:ea typeface="Be Vietnam Pro ExtraBold" pitchFamily="34" charset="-122"/>
                <a:cs typeface="Be Vietnam Pro ExtraBold" pitchFamily="34" charset="-120"/>
              </a:rPr>
              <a:t>Rủi</a:t>
            </a:r>
            <a:r>
              <a:rPr lang="en-US" sz="2187" dirty="0" spc="-10" kern="0">
                <a:solidFill>
                  <a:srgbClr val="1F3FD1"/>
                </a:solidFill>
                <a:latin typeface="Be Vietnam Pro ExtraBold" pitchFamily="34" charset="0"/>
                <a:ea typeface="Be Vietnam Pro ExtraBold" pitchFamily="34" charset="-122"/>
                <a:cs typeface="Be Vietnam Pro ExtraBold" pitchFamily="34" charset="-120"/>
              </a:rPr>
              <a:t> ro</a:t>
            </a:r>
            <a:endParaRPr lang="en-US" sz="2187" dirty="0"/>
          </a:p>
        </p:txBody>
      </p:sp>
      <p:sp>
        <p:nvSpPr>
          <p:cNvPr id="17" name="Text 14"/>
          <p:cNvSpPr/>
          <p:nvPr/>
        </p:nvSpPr>
        <p:spPr>
          <a:xfrm>
            <a:off x="10591800" y="4524375"/>
            <a:ext cx="6591300" cy="466725"/>
          </a:xfrm>
          <a:prstGeom prst="rect">
            <a:avLst/>
          </a:prstGeom>
          <a:noFill/>
          <a:ln/>
        </p:spPr>
        <p:txBody>
          <a:bodyPr wrap="square" lIns="0" tIns="14180" rIns="0" bIns="-14180" rtlCol="0" anchor="ctr"/>
          <a:lstStyle/>
          <a:p>
            <a:pPr algn="l" indent="0" marL="0">
              <a:lnSpc>
                <a:spcPts val="2933"/>
              </a:lnSpc>
              <a:buNone/>
            </a:pPr>
            <a:r>
              <a:rPr lang="en-US" sz="2550" dirty="0" spc="-24" kern="0">
                <a:solidFill>
                  <a:srgbClr val="14161C"/>
                </a:solidFill>
                <a:latin typeface="Be Vietnam Pro SemiBold" pitchFamily="34" charset="0"/>
                <a:ea typeface="Be Vietnam Pro SemiBold" pitchFamily="34" charset="-122"/>
                <a:cs typeface="Be Vietnam Pro SemiBold" pitchFamily="34" charset="-120"/>
              </a:rPr>
              <a:t>urea</a:t>
            </a:r>
            <a:r>
              <a:rPr lang="en-US" sz="2550" dirty="0" spc="-5" kern="0">
                <a:solidFill>
                  <a:srgbClr val="14161C"/>
                </a:solidFill>
                <a:latin typeface="Be Vietnam Pro SemiBold" pitchFamily="34" charset="0"/>
                <a:ea typeface="Be Vietnam Pro SemiBold" pitchFamily="34" charset="-122"/>
                <a:cs typeface="Be Vietnam Pro SemiBold" pitchFamily="34" charset="-120"/>
              </a:rPr>
              <a:t> hóa</a:t>
            </a:r>
            <a:r>
              <a:rPr lang="en-US" sz="2550" dirty="0" spc="-9" kern="0">
                <a:solidFill>
                  <a:srgbClr val="14161C"/>
                </a:solidFill>
                <a:latin typeface="Be Vietnam Pro SemiBold" pitchFamily="34" charset="0"/>
                <a:ea typeface="Be Vietnam Pro SemiBold" pitchFamily="34" charset="-122"/>
                <a:cs typeface="Be Vietnam Pro SemiBold" pitchFamily="34" charset="-120"/>
              </a:rPr>
              <a:t> chất</a:t>
            </a:r>
            <a:r>
              <a:rPr lang="en-US" sz="2550" dirty="0" spc="-17" kern="0">
                <a:solidFill>
                  <a:srgbClr val="14161C"/>
                </a:solidFill>
                <a:latin typeface="Be Vietnam Pro SemiBold" pitchFamily="34" charset="0"/>
                <a:ea typeface="Be Vietnam Pro SemiBold" pitchFamily="34" charset="-122"/>
                <a:cs typeface="Be Vietnam Pro SemiBold" pitchFamily="34" charset="-120"/>
              </a:rPr>
              <a:t> rắn</a:t>
            </a:r>
            <a:r>
              <a:rPr lang="en-US" sz="2550" dirty="0" spc="0" kern="0">
                <a:solidFill>
                  <a:srgbClr val="14161C"/>
                </a:solidFill>
                <a:latin typeface="Be Vietnam Pro SemiBold" pitchFamily="34" charset="0"/>
                <a:ea typeface="Be Vietnam Pro SemiBold" pitchFamily="34" charset="-122"/>
                <a:cs typeface="Be Vietnam Pro SemiBold" pitchFamily="34" charset="-120"/>
              </a:rPr>
              <a:t> thành</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cặn</a:t>
            </a:r>
            <a:endParaRPr lang="en-US" sz="2550" dirty="0"/>
          </a:p>
        </p:txBody>
      </p:sp>
      <p:sp>
        <p:nvSpPr>
          <p:cNvPr id="18" name="Shape 15"/>
          <p:cNvSpPr/>
          <p:nvPr/>
        </p:nvSpPr>
        <p:spPr>
          <a:xfrm>
            <a:off x="10248900" y="5162550"/>
            <a:ext cx="7124700" cy="3181350"/>
          </a:xfrm>
          <a:prstGeom prst="roundRect">
            <a:avLst>
              <a:gd name="adj" fmla="val 5988"/>
            </a:avLst>
          </a:prstGeom>
          <a:solidFill>
            <a:srgbClr val="CFE8E2"/>
          </a:solidFill>
          <a:ln/>
        </p:spPr>
      </p:sp>
      <p:sp>
        <p:nvSpPr>
          <p:cNvPr id="19" name="Text 16"/>
          <p:cNvSpPr/>
          <p:nvPr/>
        </p:nvSpPr>
        <p:spPr>
          <a:xfrm>
            <a:off x="10553700" y="5429250"/>
            <a:ext cx="6515100" cy="2647950"/>
          </a:xfrm>
          <a:prstGeom prst="rect">
            <a:avLst/>
          </a:prstGeom>
          <a:noFill/>
          <a:ln/>
        </p:spPr>
        <p:txBody>
          <a:bodyPr wrap="square" lIns="0" tIns="10525" rIns="0" bIns="-10525" rtlCol="0" anchor="t"/>
          <a:lstStyle/>
          <a:p>
            <a:pPr algn="l" indent="0" marL="0">
              <a:lnSpc>
                <a:spcPts val="2535"/>
              </a:lnSpc>
              <a:buNone/>
            </a:pPr>
            <a:r>
              <a:rPr lang="en-US" sz="1950" b="1" dirty="0" spc="-5" kern="0">
                <a:solidFill>
                  <a:srgbClr val="0F766E"/>
                </a:solidFill>
                <a:latin typeface="Be Vietnam Pro" pitchFamily="34" charset="0"/>
                <a:ea typeface="Be Vietnam Pro" pitchFamily="34" charset="-122"/>
                <a:cs typeface="Be Vietnam Pro" pitchFamily="34" charset="-120"/>
              </a:rPr>
              <a:t>AdBlue</a:t>
            </a:r>
            <a:pPr algn="l" indent="0" marL="0">
              <a:lnSpc>
                <a:spcPts val="2535"/>
              </a:lnSpc>
              <a:buNone/>
            </a:pPr>
            <a:r>
              <a:rPr lang="en-US" sz="1950" dirty="0" spc="-2" kern="0">
                <a:solidFill>
                  <a:srgbClr val="14161C"/>
                </a:solidFill>
                <a:latin typeface="Be Vietnam Pro" pitchFamily="34" charset="0"/>
                <a:ea typeface="Be Vietnam Pro" pitchFamily="34" charset="-122"/>
                <a:cs typeface="Be Vietnam Pro" pitchFamily="34" charset="-120"/>
              </a:rPr>
              <a:t> là</a:t>
            </a:r>
            <a:r>
              <a:rPr lang="en-US" sz="1950" dirty="0" spc="1" kern="0">
                <a:solidFill>
                  <a:srgbClr val="14161C"/>
                </a:solidFill>
                <a:latin typeface="Be Vietnam Pro" pitchFamily="34" charset="0"/>
                <a:ea typeface="Be Vietnam Pro" pitchFamily="34" charset="-122"/>
                <a:cs typeface="Be Vietnam Pro" pitchFamily="34" charset="-120"/>
              </a:rPr>
              <a:t> dung</a:t>
            </a:r>
            <a:r>
              <a:rPr lang="en-US" sz="1950" dirty="0" spc="-1" kern="0">
                <a:solidFill>
                  <a:srgbClr val="14161C"/>
                </a:solidFill>
                <a:latin typeface="Be Vietnam Pro" pitchFamily="34" charset="0"/>
                <a:ea typeface="Be Vietnam Pro" pitchFamily="34" charset="-122"/>
                <a:cs typeface="Be Vietnam Pro" pitchFamily="34" charset="-120"/>
              </a:rPr>
              <a:t> dịch</a:t>
            </a:r>
            <a:r>
              <a:rPr lang="en-US" sz="1950" dirty="0" spc="-4" kern="0">
                <a:solidFill>
                  <a:srgbClr val="14161C"/>
                </a:solidFill>
                <a:latin typeface="Be Vietnam Pro" pitchFamily="34" charset="0"/>
                <a:ea typeface="Be Vietnam Pro" pitchFamily="34" charset="-122"/>
                <a:cs typeface="Be Vietnam Pro" pitchFamily="34" charset="-120"/>
              </a:rPr>
              <a:t> </a:t>
            </a:r>
            <a:pPr algn="l" indent="0" marL="0">
              <a:lnSpc>
                <a:spcPts val="2535"/>
              </a:lnSpc>
              <a:buNone/>
            </a:pPr>
            <a:r>
              <a:rPr lang="en-US" sz="1950" b="1" dirty="0" spc="-14" kern="0">
                <a:solidFill>
                  <a:srgbClr val="E91EC8"/>
                </a:solidFill>
                <a:latin typeface="Be Vietnam Pro" pitchFamily="34" charset="0"/>
                <a:ea typeface="Be Vietnam Pro" pitchFamily="34" charset="-122"/>
                <a:cs typeface="Be Vietnam Pro" pitchFamily="34" charset="-120"/>
              </a:rPr>
              <a:t>urea</a:t>
            </a:r>
            <a:pPr algn="l" indent="0" marL="0">
              <a:lnSpc>
                <a:spcPts val="2535"/>
              </a:lnSpc>
              <a:buNone/>
            </a:pPr>
            <a:r>
              <a:rPr lang="en-US" sz="1950" dirty="0" spc="0" kern="0">
                <a:solidFill>
                  <a:srgbClr val="14161C"/>
                </a:solidFill>
                <a:latin typeface="Be Vietnam Pro" pitchFamily="34" charset="0"/>
                <a:ea typeface="Be Vietnam Pro" pitchFamily="34" charset="-122"/>
                <a:cs typeface="Be Vietnam Pro" pitchFamily="34" charset="-120"/>
              </a:rPr>
              <a:t> 32,5%</a:t>
            </a:r>
            <a:r>
              <a:rPr lang="en-US" sz="1950" dirty="0" spc="-12" kern="0">
                <a:solidFill>
                  <a:srgbClr val="14161C"/>
                </a:solidFill>
                <a:latin typeface="Be Vietnam Pro" pitchFamily="34" charset="0"/>
                <a:ea typeface="Be Vietnam Pro" pitchFamily="34" charset="-122"/>
                <a:cs typeface="Be Vietnam Pro" pitchFamily="34" charset="-120"/>
              </a:rPr>
              <a:t> trong</a:t>
            </a:r>
            <a:r>
              <a:rPr lang="en-US" sz="1950" dirty="0" spc="5" kern="0">
                <a:solidFill>
                  <a:srgbClr val="14161C"/>
                </a:solidFill>
                <a:latin typeface="Be Vietnam Pro" pitchFamily="34" charset="0"/>
                <a:ea typeface="Be Vietnam Pro" pitchFamily="34" charset="-122"/>
                <a:cs typeface="Be Vietnam Pro" pitchFamily="34" charset="-120"/>
              </a:rPr>
              <a:t> nước,</a:t>
            </a:r>
            <a:r>
              <a:rPr lang="en-US" sz="1950" dirty="0" spc="0" kern="0">
                <a:solidFill>
                  <a:srgbClr val="14161C"/>
                </a:solidFill>
                <a:latin typeface="Be Vietnam Pro" pitchFamily="34" charset="0"/>
                <a:ea typeface="Be Vietnam Pro" pitchFamily="34" charset="-122"/>
                <a:cs typeface="Be Vietnam Pro" pitchFamily="34" charset="-120"/>
              </a:rPr>
              <a:t> phun</a:t>
            </a:r>
            <a:r>
              <a:rPr lang="en-US" sz="1950" dirty="0" spc="-10" kern="0">
                <a:solidFill>
                  <a:srgbClr val="14161C"/>
                </a:solidFill>
                <a:latin typeface="Be Vietnam Pro" pitchFamily="34" charset="0"/>
                <a:ea typeface="Be Vietnam Pro" pitchFamily="34" charset="-122"/>
                <a:cs typeface="Be Vietnam Pro" pitchFamily="34" charset="-120"/>
              </a:rPr>
              <a:t> vào</a:t>
            </a:r>
            <a:r>
              <a:rPr lang="en-US" sz="1950" dirty="0" spc="1" kern="0">
                <a:solidFill>
                  <a:srgbClr val="14161C"/>
                </a:solidFill>
                <a:latin typeface="Be Vietnam Pro" pitchFamily="34" charset="0"/>
                <a:ea typeface="Be Vietnam Pro" pitchFamily="34" charset="-122"/>
                <a:cs typeface="Be Vietnam Pro" pitchFamily="34" charset="-120"/>
              </a:rPr>
              <a:t> ống</a:t>
            </a:r>
            <a:r>
              <a:rPr lang="en-US" sz="1950" dirty="0" spc="-20" kern="0">
                <a:solidFill>
                  <a:srgbClr val="14161C"/>
                </a:solidFill>
                <a:latin typeface="Be Vietnam Pro" pitchFamily="34" charset="0"/>
                <a:ea typeface="Be Vietnam Pro" pitchFamily="34" charset="-122"/>
                <a:cs typeface="Be Vietnam Pro" pitchFamily="34" charset="-120"/>
              </a:rPr>
              <a:t> xả</a:t>
            </a:r>
            <a:r>
              <a:rPr lang="en-US" sz="1950" dirty="0" spc="-2" kern="0">
                <a:solidFill>
                  <a:srgbClr val="14161C"/>
                </a:solidFill>
                <a:latin typeface="Be Vietnam Pro" pitchFamily="34" charset="0"/>
                <a:ea typeface="Be Vietnam Pro" pitchFamily="34" charset="-122"/>
                <a:cs typeface="Be Vietnam Pro" pitchFamily="34" charset="-120"/>
              </a:rPr>
              <a:t> diesel</a:t>
            </a:r>
            <a:r>
              <a:rPr lang="en-US" sz="1950" dirty="0" spc="2" kern="0">
                <a:solidFill>
                  <a:srgbClr val="14161C"/>
                </a:solidFill>
                <a:latin typeface="Be Vietnam Pro" pitchFamily="34" charset="0"/>
                <a:ea typeface="Be Vietnam Pro" pitchFamily="34" charset="-122"/>
                <a:cs typeface="Be Vietnam Pro" pitchFamily="34" charset="-120"/>
              </a:rPr>
              <a:t> </a:t>
            </a:r>
            <a:pPr algn="l" indent="0" marL="0">
              <a:lnSpc>
                <a:spcPts val="2535"/>
              </a:lnSpc>
              <a:buNone/>
            </a:pPr>
            <a:r>
              <a:rPr lang="en-US" sz="1950" dirty="0" spc="-3" kern="0">
                <a:solidFill>
                  <a:srgbClr val="6B6A66"/>
                </a:solidFill>
                <a:latin typeface="Be Vietnam Pro" pitchFamily="34" charset="0"/>
                <a:ea typeface="Be Vietnam Pro" pitchFamily="34" charset="-122"/>
                <a:cs typeface="Be Vietnam Pro" pitchFamily="34" charset="-120"/>
              </a:rPr>
              <a:t>[S7]</a:t>
            </a:r>
            <a:pPr algn="l" indent="0" marL="0">
              <a:lnSpc>
                <a:spcPts val="2535"/>
              </a:lnSpc>
              <a:buNone/>
            </a:pPr>
            <a:r>
              <a:rPr lang="en-US" sz="1950" dirty="0" spc="-5" kern="0">
                <a:solidFill>
                  <a:srgbClr val="14161C"/>
                </a:solidFill>
                <a:latin typeface="Be Vietnam Pro" pitchFamily="34" charset="0"/>
                <a:ea typeface="Be Vietnam Pro" pitchFamily="34" charset="-122"/>
                <a:cs typeface="Be Vietnam Pro" pitchFamily="34" charset="-120"/>
              </a:rPr>
              <a:t>.</a:t>
            </a:r>
            <a:r>
              <a:rPr lang="en-US" sz="1950" dirty="0" spc="-16" kern="0">
                <a:solidFill>
                  <a:srgbClr val="14161C"/>
                </a:solidFill>
                <a:latin typeface="Be Vietnam Pro" pitchFamily="34" charset="0"/>
                <a:ea typeface="Be Vietnam Pro" pitchFamily="34" charset="-122"/>
                <a:cs typeface="Be Vietnam Pro" pitchFamily="34" charset="-120"/>
              </a:rPr>
              <a:t> Urea</a:t>
            </a:r>
            <a:r>
              <a:rPr lang="en-US" sz="1950" dirty="0" spc="0" kern="0">
                <a:solidFill>
                  <a:srgbClr val="14161C"/>
                </a:solidFill>
                <a:latin typeface="Be Vietnam Pro" pitchFamily="34" charset="0"/>
                <a:ea typeface="Be Vietnam Pro" pitchFamily="34" charset="-122"/>
                <a:cs typeface="Be Vietnam Pro" pitchFamily="34" charset="-120"/>
              </a:rPr>
              <a:t> không</a:t>
            </a:r>
            <a:r>
              <a:rPr lang="en-US" sz="1950" dirty="0" spc="-1" kern="0">
                <a:solidFill>
                  <a:srgbClr val="14161C"/>
                </a:solidFill>
                <a:latin typeface="Be Vietnam Pro" pitchFamily="34" charset="0"/>
                <a:ea typeface="Be Vietnam Pro" pitchFamily="34" charset="-122"/>
                <a:cs typeface="Be Vietnam Pro" pitchFamily="34" charset="-120"/>
              </a:rPr>
              <a:t> tự khử</a:t>
            </a:r>
            <a:r>
              <a:rPr lang="en-US" sz="1950" dirty="0" spc="-2" kern="0">
                <a:solidFill>
                  <a:srgbClr val="14161C"/>
                </a:solidFill>
                <a:latin typeface="Be Vietnam Pro" pitchFamily="34" charset="0"/>
                <a:ea typeface="Be Vietnam Pro" pitchFamily="34" charset="-122"/>
                <a:cs typeface="Be Vietnam Pro" pitchFamily="34" charset="-120"/>
              </a:rPr>
              <a:t> khí</a:t>
            </a:r>
            <a:r>
              <a:rPr lang="en-US" sz="1950" dirty="0" spc="4" kern="0">
                <a:solidFill>
                  <a:srgbClr val="14161C"/>
                </a:solidFill>
                <a:latin typeface="Be Vietnam Pro" pitchFamily="34" charset="0"/>
                <a:ea typeface="Be Vietnam Pro" pitchFamily="34" charset="-122"/>
                <a:cs typeface="Be Vietnam Pro" pitchFamily="34" charset="-120"/>
              </a:rPr>
              <a:t> độc:</a:t>
            </a:r>
            <a:r>
              <a:rPr lang="en-US" sz="1950" dirty="0" spc="0" kern="0">
                <a:solidFill>
                  <a:srgbClr val="14161C"/>
                </a:solidFill>
                <a:latin typeface="Be Vietnam Pro" pitchFamily="34" charset="0"/>
                <a:ea typeface="Be Vietnam Pro" pitchFamily="34" charset="-122"/>
                <a:cs typeface="Be Vietnam Pro" pitchFamily="34" charset="-120"/>
              </a:rPr>
              <a:t> nó</a:t>
            </a:r>
            <a:r>
              <a:rPr lang="en-US" sz="1950" dirty="0" spc="-2" kern="0">
                <a:solidFill>
                  <a:srgbClr val="14161C"/>
                </a:solidFill>
                <a:latin typeface="Be Vietnam Pro" pitchFamily="34" charset="0"/>
                <a:ea typeface="Be Vietnam Pro" pitchFamily="34" charset="-122"/>
                <a:cs typeface="Be Vietnam Pro" pitchFamily="34" charset="-120"/>
              </a:rPr>
              <a:t> cho</a:t>
            </a:r>
            <a:r>
              <a:rPr lang="en-US" sz="1950" dirty="0" spc="0" kern="0">
                <a:solidFill>
                  <a:srgbClr val="14161C"/>
                </a:solidFill>
                <a:latin typeface="Be Vietnam Pro" pitchFamily="34" charset="0"/>
                <a:ea typeface="Be Vietnam Pro" pitchFamily="34" charset="-122"/>
                <a:cs typeface="Be Vietnam Pro" pitchFamily="34" charset="-120"/>
              </a:rPr>
              <a:t> </a:t>
            </a:r>
            <a:pPr algn="l" indent="0" marL="0">
              <a:lnSpc>
                <a:spcPts val="2535"/>
              </a:lnSpc>
              <a:buNone/>
            </a:pPr>
            <a:r>
              <a:rPr lang="en-US" sz="1950" b="1" dirty="0" spc="11" kern="0">
                <a:solidFill>
                  <a:srgbClr val="0F766E"/>
                </a:solidFill>
                <a:latin typeface="Be Vietnam Pro" pitchFamily="34" charset="0"/>
                <a:ea typeface="Be Vietnam Pro" pitchFamily="34" charset="-122"/>
                <a:cs typeface="Be Vietnam Pro" pitchFamily="34" charset="-120"/>
              </a:rPr>
              <a:t>NH3</a:t>
            </a:r>
            <a:pPr algn="l" indent="0" marL="0">
              <a:lnSpc>
                <a:spcPts val="2535"/>
              </a:lnSpc>
              <a:buNone/>
            </a:pPr>
            <a:r>
              <a:rPr lang="en-US" sz="1950" dirty="0" spc="3" kern="0">
                <a:solidFill>
                  <a:srgbClr val="14161C"/>
                </a:solidFill>
                <a:latin typeface="Be Vietnam Pro" pitchFamily="34" charset="0"/>
                <a:ea typeface="Be Vietnam Pro" pitchFamily="34" charset="-122"/>
                <a:cs typeface="Be Vietnam Pro" pitchFamily="34" charset="-120"/>
              </a:rPr>
              <a:t>,</a:t>
            </a:r>
            <a:r>
              <a:rPr lang="en-US" sz="1950" dirty="0" spc="-15" kern="0">
                <a:solidFill>
                  <a:srgbClr val="14161C"/>
                </a:solidFill>
                <a:latin typeface="Be Vietnam Pro" pitchFamily="34" charset="0"/>
                <a:ea typeface="Be Vietnam Pro" pitchFamily="34" charset="-122"/>
                <a:cs typeface="Be Vietnam Pro" pitchFamily="34" charset="-120"/>
              </a:rPr>
              <a:t> và</a:t>
            </a:r>
            <a:r>
              <a:rPr lang="en-US" sz="1950" dirty="0" spc="-11" kern="0">
                <a:solidFill>
                  <a:srgbClr val="14161C"/>
                </a:solidFill>
                <a:latin typeface="Be Vietnam Pro" pitchFamily="34" charset="0"/>
                <a:ea typeface="Be Vietnam Pro" pitchFamily="34" charset="-122"/>
                <a:cs typeface="Be Vietnam Pro" pitchFamily="34" charset="-120"/>
              </a:rPr>
              <a:t> trong</a:t>
            </a:r>
            <a:r>
              <a:rPr lang="en-US" sz="1950" dirty="0" spc="-7" kern="0">
                <a:solidFill>
                  <a:srgbClr val="14161C"/>
                </a:solidFill>
                <a:latin typeface="Be Vietnam Pro" pitchFamily="34" charset="0"/>
                <a:ea typeface="Be Vietnam Pro" pitchFamily="34" charset="-122"/>
                <a:cs typeface="Be Vietnam Pro" pitchFamily="34" charset="-120"/>
              </a:rPr>
              <a:t> bộ</a:t>
            </a:r>
            <a:r>
              <a:rPr lang="en-US" sz="1950" dirty="0" spc="-1" kern="0">
                <a:solidFill>
                  <a:srgbClr val="14161C"/>
                </a:solidFill>
                <a:latin typeface="Be Vietnam Pro" pitchFamily="34" charset="0"/>
                <a:ea typeface="Be Vietnam Pro" pitchFamily="34" charset="-122"/>
                <a:cs typeface="Be Vietnam Pro" pitchFamily="34" charset="-120"/>
              </a:rPr>
              <a:t> </a:t>
            </a:r>
            <a:pPr algn="l" indent="0" marL="0">
              <a:lnSpc>
                <a:spcPts val="2535"/>
              </a:lnSpc>
              <a:buNone/>
            </a:pPr>
            <a:r>
              <a:rPr lang="en-US" sz="1950" b="1" dirty="0" spc="6" kern="0">
                <a:solidFill>
                  <a:srgbClr val="0F766E"/>
                </a:solidFill>
                <a:latin typeface="Be Vietnam Pro" pitchFamily="34" charset="0"/>
                <a:ea typeface="Be Vietnam Pro" pitchFamily="34" charset="-122"/>
                <a:cs typeface="Be Vietnam Pro" pitchFamily="34" charset="-120"/>
              </a:rPr>
              <a:t>SCR</a:t>
            </a:r>
            <a:pPr algn="l" indent="0" marL="0">
              <a:lnSpc>
                <a:spcPts val="2535"/>
              </a:lnSpc>
              <a:buNone/>
            </a:pPr>
            <a:r>
              <a:rPr lang="en-US" sz="1950" dirty="0" spc="18" kern="0">
                <a:solidFill>
                  <a:srgbClr val="14161C"/>
                </a:solidFill>
                <a:latin typeface="Be Vietnam Pro" pitchFamily="34" charset="0"/>
                <a:ea typeface="Be Vietnam Pro" pitchFamily="34" charset="-122"/>
                <a:cs typeface="Be Vietnam Pro" pitchFamily="34" charset="-120"/>
              </a:rPr>
              <a:t> NH3</a:t>
            </a:r>
            <a:r>
              <a:rPr lang="en-US" sz="1950" dirty="0" spc="1" kern="0">
                <a:solidFill>
                  <a:srgbClr val="14161C"/>
                </a:solidFill>
                <a:latin typeface="Be Vietnam Pro" pitchFamily="34" charset="0"/>
                <a:ea typeface="Be Vietnam Pro" pitchFamily="34" charset="-122"/>
                <a:cs typeface="Be Vietnam Pro" pitchFamily="34" charset="-120"/>
              </a:rPr>
              <a:t> biến</a:t>
            </a:r>
            <a:r>
              <a:rPr lang="en-US" sz="1950" dirty="0" spc="0" kern="0">
                <a:solidFill>
                  <a:srgbClr val="14161C"/>
                </a:solidFill>
                <a:latin typeface="Be Vietnam Pro" pitchFamily="34" charset="0"/>
                <a:ea typeface="Be Vietnam Pro" pitchFamily="34" charset="-122"/>
                <a:cs typeface="Be Vietnam Pro" pitchFamily="34" charset="-120"/>
              </a:rPr>
              <a:t> NOx thành</a:t>
            </a:r>
            <a:r>
              <a:rPr lang="en-US" sz="1950" dirty="0" spc="-7" kern="0">
                <a:solidFill>
                  <a:srgbClr val="14161C"/>
                </a:solidFill>
                <a:latin typeface="Be Vietnam Pro" pitchFamily="34" charset="0"/>
                <a:ea typeface="Be Vietnam Pro" pitchFamily="34" charset="-122"/>
                <a:cs typeface="Be Vietnam Pro" pitchFamily="34" charset="-120"/>
              </a:rPr>
              <a:t> nitơ</a:t>
            </a:r>
            <a:r>
              <a:rPr lang="en-US" sz="1950" dirty="0" spc="-15" kern="0">
                <a:solidFill>
                  <a:srgbClr val="14161C"/>
                </a:solidFill>
                <a:latin typeface="Be Vietnam Pro" pitchFamily="34" charset="0"/>
                <a:ea typeface="Be Vietnam Pro" pitchFamily="34" charset="-122"/>
                <a:cs typeface="Be Vietnam Pro" pitchFamily="34" charset="-120"/>
              </a:rPr>
              <a:t> và</a:t>
            </a:r>
            <a:r>
              <a:rPr lang="en-US" sz="1950" dirty="0" spc="0" kern="0">
                <a:solidFill>
                  <a:srgbClr val="14161C"/>
                </a:solidFill>
                <a:latin typeface="Be Vietnam Pro" pitchFamily="34" charset="0"/>
                <a:ea typeface="Be Vietnam Pro" pitchFamily="34" charset="-122"/>
                <a:cs typeface="Be Vietnam Pro" pitchFamily="34" charset="-120"/>
              </a:rPr>
              <a:t> hơi</a:t>
            </a:r>
            <a:r>
              <a:rPr lang="en-US" sz="1950" dirty="0" spc="5" kern="0">
                <a:solidFill>
                  <a:srgbClr val="14161C"/>
                </a:solidFill>
                <a:latin typeface="Be Vietnam Pro" pitchFamily="34" charset="0"/>
                <a:ea typeface="Be Vietnam Pro" pitchFamily="34" charset="-122"/>
                <a:cs typeface="Be Vietnam Pro" pitchFamily="34" charset="-120"/>
              </a:rPr>
              <a:t> nước</a:t>
            </a:r>
            <a:r>
              <a:rPr lang="en-US" sz="1950" dirty="0" spc="-3" kern="0">
                <a:solidFill>
                  <a:srgbClr val="14161C"/>
                </a:solidFill>
                <a:latin typeface="Be Vietnam Pro" pitchFamily="34" charset="0"/>
                <a:ea typeface="Be Vietnam Pro" pitchFamily="34" charset="-122"/>
                <a:cs typeface="Be Vietnam Pro" pitchFamily="34" charset="-120"/>
              </a:rPr>
              <a:t> </a:t>
            </a:r>
            <a:pPr algn="l" indent="0" marL="0">
              <a:lnSpc>
                <a:spcPts val="2535"/>
              </a:lnSpc>
              <a:buNone/>
            </a:pPr>
            <a:r>
              <a:rPr lang="en-US" sz="1950" dirty="0" spc="-3" kern="0">
                <a:solidFill>
                  <a:srgbClr val="6B6A66"/>
                </a:solidFill>
                <a:latin typeface="Be Vietnam Pro" pitchFamily="34" charset="0"/>
                <a:ea typeface="Be Vietnam Pro" pitchFamily="34" charset="-122"/>
                <a:cs typeface="Be Vietnam Pro" pitchFamily="34" charset="-120"/>
              </a:rPr>
              <a:t>[S7]</a:t>
            </a:r>
            <a:pPr algn="l" indent="0" marL="0">
              <a:lnSpc>
                <a:spcPts val="2535"/>
              </a:lnSpc>
              <a:buNone/>
            </a:pPr>
            <a:r>
              <a:rPr lang="en-US" sz="1950" dirty="0" spc="-5" kern="0">
                <a:solidFill>
                  <a:srgbClr val="14161C"/>
                </a:solidFill>
                <a:latin typeface="Be Vietnam Pro" pitchFamily="34" charset="0"/>
                <a:ea typeface="Be Vietnam Pro" pitchFamily="34" charset="-122"/>
                <a:cs typeface="Be Vietnam Pro" pitchFamily="34" charset="-120"/>
              </a:rPr>
              <a:t>.</a:t>
            </a:r>
            <a:r>
              <a:rPr lang="en-US" sz="1950" dirty="0" spc="4" kern="0">
                <a:solidFill>
                  <a:srgbClr val="14161C"/>
                </a:solidFill>
                <a:latin typeface="Be Vietnam Pro" pitchFamily="34" charset="0"/>
                <a:ea typeface="Be Vietnam Pro" pitchFamily="34" charset="-122"/>
                <a:cs typeface="Be Vietnam Pro" pitchFamily="34" charset="-120"/>
              </a:rPr>
              <a:t> Nước</a:t>
            </a:r>
            <a:r>
              <a:rPr lang="en-US" sz="1950" dirty="0" spc="-11" kern="0">
                <a:solidFill>
                  <a:srgbClr val="14161C"/>
                </a:solidFill>
                <a:latin typeface="Be Vietnam Pro" pitchFamily="34" charset="0"/>
                <a:ea typeface="Be Vietnam Pro" pitchFamily="34" charset="-122"/>
                <a:cs typeface="Be Vietnam Pro" pitchFamily="34" charset="-120"/>
              </a:rPr>
              <a:t> bay</a:t>
            </a:r>
            <a:r>
              <a:rPr lang="en-US" sz="1950" dirty="0" spc="1" kern="0">
                <a:solidFill>
                  <a:srgbClr val="14161C"/>
                </a:solidFill>
                <a:latin typeface="Be Vietnam Pro" pitchFamily="34" charset="0"/>
                <a:ea typeface="Be Vietnam Pro" pitchFamily="34" charset="-122"/>
                <a:cs typeface="Be Vietnam Pro" pitchFamily="34" charset="-120"/>
              </a:rPr>
              <a:t> hơi</a:t>
            </a:r>
            <a:r>
              <a:rPr lang="en-US" sz="1950" dirty="0" spc="3" kern="0">
                <a:solidFill>
                  <a:srgbClr val="14161C"/>
                </a:solidFill>
                <a:latin typeface="Be Vietnam Pro" pitchFamily="34" charset="0"/>
                <a:ea typeface="Be Vietnam Pro" pitchFamily="34" charset="-122"/>
                <a:cs typeface="Be Vietnam Pro" pitchFamily="34" charset="-120"/>
              </a:rPr>
              <a:t> trước,</a:t>
            </a:r>
            <a:r>
              <a:rPr lang="en-US" sz="1950" dirty="0" spc="-16" kern="0">
                <a:solidFill>
                  <a:srgbClr val="14161C"/>
                </a:solidFill>
                <a:latin typeface="Be Vietnam Pro" pitchFamily="34" charset="0"/>
                <a:ea typeface="Be Vietnam Pro" pitchFamily="34" charset="-122"/>
                <a:cs typeface="Be Vietnam Pro" pitchFamily="34" charset="-120"/>
              </a:rPr>
              <a:t> urea</a:t>
            </a:r>
            <a:r>
              <a:rPr lang="en-US" sz="1950" dirty="0" spc="2" kern="0">
                <a:solidFill>
                  <a:srgbClr val="14161C"/>
                </a:solidFill>
                <a:latin typeface="Be Vietnam Pro" pitchFamily="34" charset="0"/>
                <a:ea typeface="Be Vietnam Pro" pitchFamily="34" charset="-122"/>
                <a:cs typeface="Be Vietnam Pro" pitchFamily="34" charset="-120"/>
              </a:rPr>
              <a:t> nóng</a:t>
            </a:r>
            <a:r>
              <a:rPr lang="en-US" sz="1950" dirty="0" spc="-8" kern="0">
                <a:solidFill>
                  <a:srgbClr val="14161C"/>
                </a:solidFill>
                <a:latin typeface="Be Vietnam Pro" pitchFamily="34" charset="0"/>
                <a:ea typeface="Be Vietnam Pro" pitchFamily="34" charset="-122"/>
                <a:cs typeface="Be Vietnam Pro" pitchFamily="34" charset="-120"/>
              </a:rPr>
              <a:t> chảy</a:t>
            </a:r>
            <a:r>
              <a:rPr lang="en-US" sz="1950" dirty="0" spc="-1" kern="0">
                <a:solidFill>
                  <a:srgbClr val="14161C"/>
                </a:solidFill>
                <a:latin typeface="Be Vietnam Pro" pitchFamily="34" charset="0"/>
                <a:ea typeface="Be Vietnam Pro" pitchFamily="34" charset="-122"/>
                <a:cs typeface="Be Vietnam Pro" pitchFamily="34" charset="-120"/>
              </a:rPr>
              <a:t> ở khoảng</a:t>
            </a:r>
            <a:r>
              <a:rPr lang="en-US" sz="1950" dirty="0" spc="0" kern="0">
                <a:solidFill>
                  <a:srgbClr val="14161C"/>
                </a:solidFill>
                <a:latin typeface="Be Vietnam Pro" pitchFamily="34" charset="0"/>
                <a:ea typeface="Be Vietnam Pro" pitchFamily="34" charset="-122"/>
                <a:cs typeface="Be Vietnam Pro" pitchFamily="34" charset="-120"/>
              </a:rPr>
              <a:t> 133°C,</a:t>
            </a:r>
            <a:r>
              <a:rPr lang="en-US" sz="1950" dirty="0" spc="2" kern="0">
                <a:solidFill>
                  <a:srgbClr val="14161C"/>
                </a:solidFill>
                <a:latin typeface="Be Vietnam Pro" pitchFamily="34" charset="0"/>
                <a:ea typeface="Be Vietnam Pro" pitchFamily="34" charset="-122"/>
                <a:cs typeface="Be Vietnam Pro" pitchFamily="34" charset="-120"/>
              </a:rPr>
              <a:t> nơi</a:t>
            </a:r>
            <a:r>
              <a:rPr lang="en-US" sz="1950" dirty="0" spc="0" kern="0">
                <a:solidFill>
                  <a:srgbClr val="14161C"/>
                </a:solidFill>
                <a:latin typeface="Be Vietnam Pro" pitchFamily="34" charset="0"/>
                <a:ea typeface="Be Vietnam Pro" pitchFamily="34" charset="-122"/>
                <a:cs typeface="Be Vietnam Pro" pitchFamily="34" charset="-120"/>
              </a:rPr>
              <a:t> biểu</a:t>
            </a:r>
            <a:r>
              <a:rPr lang="en-US" sz="1950" dirty="0" spc="13" kern="0">
                <a:solidFill>
                  <a:srgbClr val="14161C"/>
                </a:solidFill>
                <a:latin typeface="Be Vietnam Pro" pitchFamily="34" charset="0"/>
                <a:ea typeface="Be Vietnam Pro" pitchFamily="34" charset="-122"/>
                <a:cs typeface="Be Vietnam Pro" pitchFamily="34" charset="-120"/>
              </a:rPr>
              <a:t> đồ</a:t>
            </a:r>
            <a:r>
              <a:rPr lang="en-US" sz="1950" dirty="0" spc="-15" kern="0">
                <a:solidFill>
                  <a:srgbClr val="14161C"/>
                </a:solidFill>
                <a:latin typeface="Be Vietnam Pro" pitchFamily="34" charset="0"/>
                <a:ea typeface="Be Vietnam Pro" pitchFamily="34" charset="-122"/>
                <a:cs typeface="Be Vietnam Pro" pitchFamily="34" charset="-120"/>
              </a:rPr>
              <a:t> bắt</a:t>
            </a:r>
            <a:r>
              <a:rPr lang="en-US" sz="1950" dirty="0" spc="11" kern="0">
                <a:solidFill>
                  <a:srgbClr val="14161C"/>
                </a:solidFill>
                <a:latin typeface="Be Vietnam Pro" pitchFamily="34" charset="0"/>
                <a:ea typeface="Be Vietnam Pro" pitchFamily="34" charset="-122"/>
                <a:cs typeface="Be Vietnam Pro" pitchFamily="34" charset="-120"/>
              </a:rPr>
              <a:t> đầu</a:t>
            </a:r>
            <a:r>
              <a:rPr lang="en-US" sz="1950" dirty="0" spc="-2" kern="0">
                <a:solidFill>
                  <a:srgbClr val="14161C"/>
                </a:solidFill>
                <a:latin typeface="Be Vietnam Pro" pitchFamily="34" charset="0"/>
                <a:ea typeface="Be Vietnam Pro" pitchFamily="34" charset="-122"/>
                <a:cs typeface="Be Vietnam Pro" pitchFamily="34" charset="-120"/>
              </a:rPr>
              <a:t> </a:t>
            </a:r>
            <a:pPr algn="l" indent="0" marL="0">
              <a:lnSpc>
                <a:spcPts val="2535"/>
              </a:lnSpc>
              <a:buNone/>
            </a:pPr>
            <a:r>
              <a:rPr lang="en-US" sz="1950" dirty="0" spc="-2" kern="0">
                <a:solidFill>
                  <a:srgbClr val="6B6A66"/>
                </a:solidFill>
                <a:latin typeface="Be Vietnam Pro" pitchFamily="34" charset="0"/>
                <a:ea typeface="Be Vietnam Pro" pitchFamily="34" charset="-122"/>
                <a:cs typeface="Be Vietnam Pro" pitchFamily="34" charset="-120"/>
              </a:rPr>
              <a:t>[S1]</a:t>
            </a:r>
            <a:pPr algn="l" indent="0" marL="0">
              <a:lnSpc>
                <a:spcPts val="2535"/>
              </a:lnSpc>
              <a:buNone/>
            </a:pPr>
            <a:r>
              <a:rPr lang="en-US" sz="1950" dirty="0" spc="-5" kern="0">
                <a:solidFill>
                  <a:srgbClr val="14161C"/>
                </a:solidFill>
                <a:latin typeface="Be Vietnam Pro" pitchFamily="34" charset="0"/>
                <a:ea typeface="Be Vietnam Pro" pitchFamily="34" charset="-122"/>
                <a:cs typeface="Be Vietnam Pro" pitchFamily="34" charset="-120"/>
              </a:rPr>
              <a:t>.</a:t>
            </a:r>
            <a:r>
              <a:rPr lang="en-US" sz="1950" dirty="0" spc="-16" kern="0">
                <a:solidFill>
                  <a:srgbClr val="14161C"/>
                </a:solidFill>
                <a:latin typeface="Be Vietnam Pro" pitchFamily="34" charset="0"/>
                <a:ea typeface="Be Vietnam Pro" pitchFamily="34" charset="-122"/>
                <a:cs typeface="Be Vietnam Pro" pitchFamily="34" charset="-120"/>
              </a:rPr>
              <a:t> Urea</a:t>
            </a:r>
            <a:r>
              <a:rPr lang="en-US" sz="1950" dirty="0" spc="-10" kern="0">
                <a:solidFill>
                  <a:srgbClr val="14161C"/>
                </a:solidFill>
                <a:latin typeface="Be Vietnam Pro" pitchFamily="34" charset="0"/>
                <a:ea typeface="Be Vietnam Pro" pitchFamily="34" charset="-122"/>
                <a:cs typeface="Be Vietnam Pro" pitchFamily="34" charset="-120"/>
              </a:rPr>
              <a:t> tách</a:t>
            </a:r>
            <a:r>
              <a:rPr lang="en-US" sz="1950" dirty="0" spc="19" kern="0">
                <a:solidFill>
                  <a:srgbClr val="14161C"/>
                </a:solidFill>
                <a:latin typeface="Be Vietnam Pro" pitchFamily="34" charset="0"/>
                <a:ea typeface="Be Vietnam Pro" pitchFamily="34" charset="-122"/>
                <a:cs typeface="Be Vietnam Pro" pitchFamily="34" charset="-120"/>
              </a:rPr>
              <a:t> NH3</a:t>
            </a:r>
            <a:r>
              <a:rPr lang="en-US" sz="1950" dirty="0" spc="-15" kern="0">
                <a:solidFill>
                  <a:srgbClr val="14161C"/>
                </a:solidFill>
                <a:latin typeface="Be Vietnam Pro" pitchFamily="34" charset="0"/>
                <a:ea typeface="Be Vietnam Pro" pitchFamily="34" charset="-122"/>
                <a:cs typeface="Be Vietnam Pro" pitchFamily="34" charset="-120"/>
              </a:rPr>
              <a:t> và</a:t>
            </a:r>
            <a:r>
              <a:rPr lang="en-US" sz="1950" dirty="0" spc="-1" kern="0">
                <a:solidFill>
                  <a:srgbClr val="14161C"/>
                </a:solidFill>
                <a:latin typeface="Be Vietnam Pro" pitchFamily="34" charset="0"/>
                <a:ea typeface="Be Vietnam Pro" pitchFamily="34" charset="-122"/>
                <a:cs typeface="Be Vietnam Pro" pitchFamily="34" charset="-120"/>
              </a:rPr>
              <a:t> HNCO</a:t>
            </a:r>
            <a:r>
              <a:rPr lang="en-US" sz="1950" dirty="0" spc="-2" kern="0">
                <a:solidFill>
                  <a:srgbClr val="14161C"/>
                </a:solidFill>
                <a:latin typeface="Be Vietnam Pro" pitchFamily="34" charset="0"/>
                <a:ea typeface="Be Vietnam Pro" pitchFamily="34" charset="-122"/>
                <a:cs typeface="Be Vietnam Pro" pitchFamily="34" charset="-120"/>
              </a:rPr>
              <a:t> theo</a:t>
            </a:r>
            <a:r>
              <a:rPr lang="en-US" sz="1950" dirty="0" spc="6" kern="0">
                <a:solidFill>
                  <a:srgbClr val="14161C"/>
                </a:solidFill>
                <a:latin typeface="Be Vietnam Pro" pitchFamily="34" charset="0"/>
                <a:ea typeface="Be Vietnam Pro" pitchFamily="34" charset="-122"/>
                <a:cs typeface="Be Vietnam Pro" pitchFamily="34" charset="-120"/>
              </a:rPr>
              <a:t> đường</a:t>
            </a:r>
            <a:r>
              <a:rPr lang="en-US" sz="1950" dirty="0" spc="-18" kern="0">
                <a:solidFill>
                  <a:srgbClr val="14161C"/>
                </a:solidFill>
                <a:latin typeface="Be Vietnam Pro" pitchFamily="34" charset="0"/>
                <a:ea typeface="Be Vietnam Pro" pitchFamily="34" charset="-122"/>
                <a:cs typeface="Be Vietnam Pro" pitchFamily="34" charset="-120"/>
              </a:rPr>
              <a:t> tốt</a:t>
            </a:r>
            <a:r>
              <a:rPr lang="en-US" sz="1950" dirty="0" spc="0" kern="0">
                <a:solidFill>
                  <a:srgbClr val="14161C"/>
                </a:solidFill>
                <a:latin typeface="Be Vietnam Pro" pitchFamily="34" charset="0"/>
                <a:ea typeface="Be Vietnam Pro" pitchFamily="34" charset="-122"/>
                <a:cs typeface="Be Vietnam Pro" pitchFamily="34" charset="-120"/>
              </a:rPr>
              <a:t> </a:t>
            </a:r>
            <a:pPr algn="l" indent="0" marL="0">
              <a:lnSpc>
                <a:spcPts val="2535"/>
              </a:lnSpc>
              <a:buNone/>
            </a:pPr>
            <a:r>
              <a:rPr lang="en-US" sz="1950" dirty="0" spc="-4" kern="0">
                <a:solidFill>
                  <a:srgbClr val="6B6A66"/>
                </a:solidFill>
                <a:latin typeface="Be Vietnam Pro" pitchFamily="34" charset="0"/>
                <a:ea typeface="Be Vietnam Pro" pitchFamily="34" charset="-122"/>
                <a:cs typeface="Be Vietnam Pro" pitchFamily="34" charset="-120"/>
              </a:rPr>
              <a:t>[S2]</a:t>
            </a:r>
            <a:pPr algn="l" indent="0" marL="0">
              <a:lnSpc>
                <a:spcPts val="2535"/>
              </a:lnSpc>
              <a:buNone/>
            </a:pPr>
            <a:r>
              <a:rPr lang="en-US" sz="1950" dirty="0" spc="3" kern="0">
                <a:solidFill>
                  <a:srgbClr val="14161C"/>
                </a:solidFill>
                <a:latin typeface="Be Vietnam Pro" pitchFamily="34" charset="0"/>
                <a:ea typeface="Be Vietnam Pro" pitchFamily="34" charset="-122"/>
                <a:cs typeface="Be Vietnam Pro" pitchFamily="34" charset="-120"/>
              </a:rPr>
              <a:t>;</a:t>
            </a:r>
            <a:r>
              <a:rPr lang="en-US" sz="1950" dirty="0" spc="2" kern="0">
                <a:solidFill>
                  <a:srgbClr val="14161C"/>
                </a:solidFill>
                <a:latin typeface="Be Vietnam Pro" pitchFamily="34" charset="0"/>
                <a:ea typeface="Be Vietnam Pro" pitchFamily="34" charset="-122"/>
                <a:cs typeface="Be Vietnam Pro" pitchFamily="34" charset="-120"/>
              </a:rPr>
              <a:t> nếu</a:t>
            </a:r>
            <a:r>
              <a:rPr lang="en-US" sz="1950" dirty="0" spc="-4" kern="0">
                <a:solidFill>
                  <a:srgbClr val="14161C"/>
                </a:solidFill>
                <a:latin typeface="Be Vietnam Pro" pitchFamily="34" charset="0"/>
                <a:ea typeface="Be Vietnam Pro" pitchFamily="34" charset="-122"/>
                <a:cs typeface="Be Vietnam Pro" pitchFamily="34" charset="-120"/>
              </a:rPr>
              <a:t> hóa</a:t>
            </a:r>
            <a:r>
              <a:rPr lang="en-US" sz="1950" dirty="0" spc="0" kern="0">
                <a:solidFill>
                  <a:srgbClr val="14161C"/>
                </a:solidFill>
                <a:latin typeface="Be Vietnam Pro" pitchFamily="34" charset="0"/>
                <a:ea typeface="Be Vietnam Pro" pitchFamily="34" charset="-122"/>
                <a:cs typeface="Be Vietnam Pro" pitchFamily="34" charset="-120"/>
              </a:rPr>
              <a:t> thành</a:t>
            </a:r>
            <a:r>
              <a:rPr lang="en-US" sz="1950" dirty="0" spc="-10" kern="0">
                <a:solidFill>
                  <a:srgbClr val="14161C"/>
                </a:solidFill>
                <a:latin typeface="Be Vietnam Pro" pitchFamily="34" charset="0"/>
                <a:ea typeface="Be Vietnam Pro" pitchFamily="34" charset="-122"/>
                <a:cs typeface="Be Vietnam Pro" pitchFamily="34" charset="-120"/>
              </a:rPr>
              <a:t> chất</a:t>
            </a:r>
            <a:r>
              <a:rPr lang="en-US" sz="1950" dirty="0" spc="-14" kern="0">
                <a:solidFill>
                  <a:srgbClr val="14161C"/>
                </a:solidFill>
                <a:latin typeface="Be Vietnam Pro" pitchFamily="34" charset="0"/>
                <a:ea typeface="Be Vietnam Pro" pitchFamily="34" charset="-122"/>
                <a:cs typeface="Be Vietnam Pro" pitchFamily="34" charset="-120"/>
              </a:rPr>
              <a:t> rắn,</a:t>
            </a:r>
            <a:r>
              <a:rPr lang="en-US" sz="1950" dirty="0" spc="12" kern="0">
                <a:solidFill>
                  <a:srgbClr val="14161C"/>
                </a:solidFill>
                <a:latin typeface="Be Vietnam Pro" pitchFamily="34" charset="0"/>
                <a:ea typeface="Be Vietnam Pro" pitchFamily="34" charset="-122"/>
                <a:cs typeface="Be Vietnam Pro" pitchFamily="34" charset="-120"/>
              </a:rPr>
              <a:t> đó</a:t>
            </a:r>
            <a:r>
              <a:rPr lang="en-US" sz="1950" dirty="0" spc="-2" kern="0">
                <a:solidFill>
                  <a:srgbClr val="14161C"/>
                </a:solidFill>
                <a:latin typeface="Be Vietnam Pro" pitchFamily="34" charset="0"/>
                <a:ea typeface="Be Vietnam Pro" pitchFamily="34" charset="-122"/>
                <a:cs typeface="Be Vietnam Pro" pitchFamily="34" charset="-120"/>
              </a:rPr>
              <a:t> là cặn.</a:t>
            </a:r>
            <a:endParaRPr lang="en-US" sz="1950" dirty="0"/>
          </a:p>
        </p:txBody>
      </p:sp>
      <p:sp>
        <p:nvSpPr>
          <p:cNvPr id="20"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1" kern="0">
                <a:solidFill>
                  <a:srgbClr val="6B6A66"/>
                </a:solidFill>
                <a:latin typeface="Be Vietnam Pro" pitchFamily="34" charset="0"/>
                <a:ea typeface="Be Vietnam Pro" pitchFamily="34" charset="-122"/>
                <a:cs typeface="Be Vietnam Pro" pitchFamily="34" charset="-120"/>
              </a:rPr>
              <a:t> [S2] [S7]</a:t>
            </a:r>
            <a:r>
              <a:rPr lang="en-US" sz="1800" dirty="0" spc="3" kern="0">
                <a:solidFill>
                  <a:srgbClr val="6B6A66"/>
                </a:solidFill>
                <a:latin typeface="Be Vietnam Pro" pitchFamily="34" charset="0"/>
                <a:ea typeface="Be Vietnam Pro" pitchFamily="34" charset="-122"/>
                <a:cs typeface="Be Vietnam Pro" pitchFamily="34" charset="-120"/>
              </a:rPr>
              <a:t> [S8]</a:t>
            </a:r>
            <a:endParaRPr lang="en-US" sz="1800" dirty="0"/>
          </a:p>
        </p:txBody>
      </p:sp>
      <p:sp>
        <p:nvSpPr>
          <p:cNvPr id="21" name="Shape 18"/>
          <p:cNvSpPr/>
          <p:nvPr/>
        </p:nvSpPr>
        <p:spPr>
          <a:xfrm>
            <a:off x="942975" y="9563100"/>
            <a:ext cx="114300" cy="114300"/>
          </a:xfrm>
          <a:prstGeom prst="ellipse">
            <a:avLst/>
          </a:prstGeom>
          <a:solidFill>
            <a:srgbClr val="14161C">
              <a:alpha val="28000"/>
            </a:srgbClr>
          </a:solidFill>
          <a:ln/>
        </p:spPr>
      </p:sp>
      <p:sp>
        <p:nvSpPr>
          <p:cNvPr id="22" name="Shape 19"/>
          <p:cNvSpPr/>
          <p:nvPr/>
        </p:nvSpPr>
        <p:spPr>
          <a:xfrm>
            <a:off x="1152525" y="9544050"/>
            <a:ext cx="152400" cy="152400"/>
          </a:xfrm>
          <a:prstGeom prst="ellipse">
            <a:avLst/>
          </a:prstGeom>
          <a:solidFill>
            <a:srgbClr val="E8472B"/>
          </a:solidFill>
          <a:ln/>
        </p:spPr>
      </p:sp>
      <p:sp>
        <p:nvSpPr>
          <p:cNvPr id="23" name="Shape 20"/>
          <p:cNvSpPr/>
          <p:nvPr/>
        </p:nvSpPr>
        <p:spPr>
          <a:xfrm>
            <a:off x="1400175" y="9563100"/>
            <a:ext cx="114300" cy="114300"/>
          </a:xfrm>
          <a:prstGeom prst="ellipse">
            <a:avLst/>
          </a:prstGeom>
          <a:solidFill>
            <a:srgbClr val="14161C">
              <a:alpha val="28000"/>
            </a:srgbClr>
          </a:solidFill>
          <a:ln/>
        </p:spPr>
      </p:sp>
      <p:sp>
        <p:nvSpPr>
          <p:cNvPr id="24" name="Shape 21"/>
          <p:cNvSpPr/>
          <p:nvPr/>
        </p:nvSpPr>
        <p:spPr>
          <a:xfrm>
            <a:off x="1628775" y="9563100"/>
            <a:ext cx="114300" cy="114300"/>
          </a:xfrm>
          <a:prstGeom prst="ellipse">
            <a:avLst/>
          </a:prstGeom>
          <a:solidFill>
            <a:srgbClr val="14161C">
              <a:alpha val="28000"/>
            </a:srgbClr>
          </a:solidFill>
          <a:ln/>
        </p:spPr>
      </p:sp>
      <p:sp>
        <p:nvSpPr>
          <p:cNvPr id="25" name="Shape 22"/>
          <p:cNvSpPr/>
          <p:nvPr/>
        </p:nvSpPr>
        <p:spPr>
          <a:xfrm>
            <a:off x="1857375" y="9563100"/>
            <a:ext cx="114300" cy="114300"/>
          </a:xfrm>
          <a:prstGeom prst="ellipse">
            <a:avLst/>
          </a:prstGeom>
          <a:solidFill>
            <a:srgbClr val="14161C">
              <a:alpha val="28000"/>
            </a:srgbClr>
          </a:solidFill>
          <a:ln/>
        </p:spPr>
      </p:sp>
      <p:sp>
        <p:nvSpPr>
          <p:cNvPr id="26" name="Shape 23"/>
          <p:cNvSpPr/>
          <p:nvPr/>
        </p:nvSpPr>
        <p:spPr>
          <a:xfrm>
            <a:off x="2085975" y="9563100"/>
            <a:ext cx="114300" cy="114300"/>
          </a:xfrm>
          <a:prstGeom prst="ellipse">
            <a:avLst/>
          </a:prstGeom>
          <a:solidFill>
            <a:srgbClr val="14161C">
              <a:alpha val="28000"/>
            </a:srgbClr>
          </a:solidFill>
          <a:ln/>
        </p:spPr>
      </p:sp>
      <p:sp>
        <p:nvSpPr>
          <p:cNvPr id="27" name="Shape 24"/>
          <p:cNvSpPr/>
          <p:nvPr/>
        </p:nvSpPr>
        <p:spPr>
          <a:xfrm>
            <a:off x="2314575" y="9563100"/>
            <a:ext cx="114300" cy="114300"/>
          </a:xfrm>
          <a:prstGeom prst="ellipse">
            <a:avLst/>
          </a:prstGeom>
          <a:solidFill>
            <a:srgbClr val="14161C">
              <a:alpha val="28000"/>
            </a:srgbClr>
          </a:solidFill>
          <a:ln/>
        </p:spPr>
      </p:sp>
      <p:sp>
        <p:nvSpPr>
          <p:cNvPr id="28" name="Shape 25"/>
          <p:cNvSpPr/>
          <p:nvPr/>
        </p:nvSpPr>
        <p:spPr>
          <a:xfrm>
            <a:off x="2543175" y="9563100"/>
            <a:ext cx="114300" cy="114300"/>
          </a:xfrm>
          <a:prstGeom prst="ellipse">
            <a:avLst/>
          </a:prstGeom>
          <a:solidFill>
            <a:srgbClr val="14161C">
              <a:alpha val="28000"/>
            </a:srgbClr>
          </a:solidFill>
          <a:ln/>
        </p:spPr>
      </p:sp>
      <p:sp>
        <p:nvSpPr>
          <p:cNvPr id="29" name="Shape 26"/>
          <p:cNvSpPr/>
          <p:nvPr/>
        </p:nvSpPr>
        <p:spPr>
          <a:xfrm>
            <a:off x="2771775" y="9563100"/>
            <a:ext cx="114300" cy="114300"/>
          </a:xfrm>
          <a:prstGeom prst="ellipse">
            <a:avLst/>
          </a:prstGeom>
          <a:solidFill>
            <a:srgbClr val="14161C">
              <a:alpha val="28000"/>
            </a:srgbClr>
          </a:solidFill>
          <a:ln/>
        </p:spPr>
      </p:sp>
      <p:sp>
        <p:nvSpPr>
          <p:cNvPr id="30" name="Shape 27"/>
          <p:cNvSpPr/>
          <p:nvPr/>
        </p:nvSpPr>
        <p:spPr>
          <a:xfrm>
            <a:off x="3000375" y="9563100"/>
            <a:ext cx="114300" cy="114300"/>
          </a:xfrm>
          <a:prstGeom prst="ellipse">
            <a:avLst/>
          </a:prstGeom>
          <a:solidFill>
            <a:srgbClr val="14161C">
              <a:alpha val="28000"/>
            </a:srgbClr>
          </a:solidFill>
          <a:ln/>
        </p:spPr>
      </p:sp>
      <p:sp>
        <p:nvSpPr>
          <p:cNvPr id="31" name="Shape 28"/>
          <p:cNvSpPr/>
          <p:nvPr/>
        </p:nvSpPr>
        <p:spPr>
          <a:xfrm>
            <a:off x="3228975" y="9563100"/>
            <a:ext cx="114300" cy="114300"/>
          </a:xfrm>
          <a:prstGeom prst="ellipse">
            <a:avLst/>
          </a:prstGeom>
          <a:solidFill>
            <a:srgbClr val="14161C">
              <a:alpha val="28000"/>
            </a:srgbClr>
          </a:solidFill>
          <a:ln/>
        </p:spPr>
      </p:sp>
      <p:sp>
        <p:nvSpPr>
          <p:cNvPr id="32" name="Shape 29"/>
          <p:cNvSpPr/>
          <p:nvPr/>
        </p:nvSpPr>
        <p:spPr>
          <a:xfrm>
            <a:off x="3457575" y="9563100"/>
            <a:ext cx="114300" cy="114300"/>
          </a:xfrm>
          <a:prstGeom prst="ellipse">
            <a:avLst/>
          </a:prstGeom>
          <a:solidFill>
            <a:srgbClr val="14161C">
              <a:alpha val="28000"/>
            </a:srgbClr>
          </a:solidFill>
          <a:ln/>
        </p:spPr>
      </p:sp>
      <p:sp>
        <p:nvSpPr>
          <p:cNvPr id="33" name="Shape 30"/>
          <p:cNvSpPr/>
          <p:nvPr/>
        </p:nvSpPr>
        <p:spPr>
          <a:xfrm>
            <a:off x="3686175" y="9563100"/>
            <a:ext cx="114300" cy="114300"/>
          </a:xfrm>
          <a:prstGeom prst="ellipse">
            <a:avLst/>
          </a:prstGeom>
          <a:solidFill>
            <a:srgbClr val="14161C">
              <a:alpha val="28000"/>
            </a:srgbClr>
          </a:solidFill>
          <a:ln/>
        </p:spPr>
      </p:sp>
      <p:sp>
        <p:nvSpPr>
          <p:cNvPr id="34" name="Shape 31"/>
          <p:cNvSpPr/>
          <p:nvPr/>
        </p:nvSpPr>
        <p:spPr>
          <a:xfrm>
            <a:off x="3914775" y="9563100"/>
            <a:ext cx="114300" cy="114300"/>
          </a:xfrm>
          <a:prstGeom prst="ellipse">
            <a:avLst/>
          </a:prstGeom>
          <a:solidFill>
            <a:srgbClr val="14161C">
              <a:alpha val="28000"/>
            </a:srgbClr>
          </a:solidFill>
          <a:ln/>
        </p:spPr>
      </p:sp>
      <p:sp>
        <p:nvSpPr>
          <p:cNvPr id="35" name="Shape 32"/>
          <p:cNvSpPr/>
          <p:nvPr/>
        </p:nvSpPr>
        <p:spPr>
          <a:xfrm>
            <a:off x="4143375" y="9563100"/>
            <a:ext cx="114300" cy="114300"/>
          </a:xfrm>
          <a:prstGeom prst="ellipse">
            <a:avLst/>
          </a:prstGeom>
          <a:solidFill>
            <a:srgbClr val="14161C">
              <a:alpha val="28000"/>
            </a:srgbClr>
          </a:solidFill>
          <a:ln/>
        </p:spPr>
      </p:sp>
      <p:sp>
        <p:nvSpPr>
          <p:cNvPr id="36" name="Shape 33"/>
          <p:cNvSpPr/>
          <p:nvPr/>
        </p:nvSpPr>
        <p:spPr>
          <a:xfrm>
            <a:off x="4371975" y="9563100"/>
            <a:ext cx="114300" cy="114300"/>
          </a:xfrm>
          <a:prstGeom prst="ellipse">
            <a:avLst/>
          </a:prstGeom>
          <a:solidFill>
            <a:srgbClr val="14161C">
              <a:alpha val="28000"/>
            </a:srgbClr>
          </a:solidFill>
          <a:ln/>
        </p:spPr>
      </p:sp>
      <p:sp>
        <p:nvSpPr>
          <p:cNvPr id="37" name="Shape 34"/>
          <p:cNvSpPr/>
          <p:nvPr/>
        </p:nvSpPr>
        <p:spPr>
          <a:xfrm>
            <a:off x="4600575" y="9563100"/>
            <a:ext cx="114300" cy="114300"/>
          </a:xfrm>
          <a:prstGeom prst="ellipse">
            <a:avLst/>
          </a:prstGeom>
          <a:solidFill>
            <a:srgbClr val="14161C">
              <a:alpha val="28000"/>
            </a:srgbClr>
          </a:solidFill>
          <a:ln/>
        </p:spPr>
      </p:sp>
      <p:sp>
        <p:nvSpPr>
          <p:cNvPr id="38" name="Text 35"/>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Multiple-report</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0" kern="0">
                <a:solidFill>
                  <a:srgbClr val="6B6A66"/>
                </a:solidFill>
                <a:latin typeface="Be Vietnam Pro" pitchFamily="34" charset="0"/>
                <a:ea typeface="Be Vietnam Pro" pitchFamily="34" charset="-122"/>
                <a:cs typeface="Be Vietnam Pro" pitchFamily="34" charset="-120"/>
              </a:rPr>
              <a:t> L17</a:t>
            </a:r>
            <a:r>
              <a:rPr lang="en-US" sz="1800" dirty="0" spc="-2" kern="0">
                <a:solidFill>
                  <a:srgbClr val="6B6A66"/>
                </a:solidFill>
                <a:latin typeface="Be Vietnam Pro" pitchFamily="34" charset="0"/>
                <a:ea typeface="Be Vietnam Pro" pitchFamily="34" charset="-122"/>
                <a:cs typeface="Be Vietnam Pro" pitchFamily="34" charset="-120"/>
              </a:rPr>
              <a:t> ·</a:t>
            </a:r>
            <a:r>
              <a:rPr lang="en-US" sz="1800" dirty="0" spc="1" kern="0">
                <a:solidFill>
                  <a:srgbClr val="6B6A66"/>
                </a:solidFill>
                <a:latin typeface="Be Vietnam Pro" pitchFamily="34" charset="0"/>
                <a:ea typeface="Be Vietnam Pro" pitchFamily="34" charset="-122"/>
                <a:cs typeface="Be Vietnam Pro" pitchFamily="34" charset="-120"/>
              </a:rPr>
              <a:t> 02/17</a:t>
            </a:r>
            <a:endParaRPr lang="en-US" sz="1800" dirty="0"/>
          </a:p>
        </p:txBody>
      </p:sp>
      <p:sp>
        <p:nvSpPr>
          <p:cNvPr id="39" name="Shape 36"/>
          <p:cNvSpPr/>
          <p:nvPr/>
        </p:nvSpPr>
        <p:spPr>
          <a:xfrm>
            <a:off x="15983712" y="9076331"/>
            <a:ext cx="1645920" cy="552301"/>
          </a:xfrm>
          <a:prstGeom prst="roundRect">
            <a:avLst>
              <a:gd name="adj" fmla="val 28000"/>
            </a:avLst>
          </a:prstGeom>
          <a:solidFill>
            <a:srgbClr val="FFFFFF">
              <a:alpha val="82000"/>
            </a:srgbClr>
          </a:solidFill>
          <a:ln/>
        </p:spPr>
      </p:sp>
      <p:pic>
        <p:nvPicPr>
          <p:cNvPr id="40" name="Moda image moda-export-watermark-5054873c-24f0-4c6c-80a9-1677b612fca3"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Bốn</a:t>
            </a:r>
            <a:r>
              <a:rPr lang="en-US" sz="5700" dirty="0" spc="6" kern="0">
                <a:solidFill>
                  <a:srgbClr val="F3EEE3"/>
                </a:solidFill>
                <a:latin typeface="Bricolage Grotesque ExtraBold" pitchFamily="34" charset="0"/>
                <a:ea typeface="Bricolage Grotesque ExtraBold" pitchFamily="34" charset="-122"/>
                <a:cs typeface="Bricolage Grotesque ExtraBold" pitchFamily="34" charset="-120"/>
              </a:rPr>
              <a:t> chất:</a:t>
            </a:r>
            <a:r>
              <a:rPr lang="en-US" sz="5700" dirty="0" spc="-5" kern="0">
                <a:solidFill>
                  <a:srgbClr val="F3EEE3"/>
                </a:solidFill>
                <a:latin typeface="Bricolage Grotesque ExtraBold" pitchFamily="34" charset="0"/>
                <a:ea typeface="Bricolage Grotesque ExtraBold" pitchFamily="34" charset="-122"/>
                <a:cs typeface="Bricolage Grotesque ExtraBold" pitchFamily="34" charset="-120"/>
              </a:rPr>
              <a:t> ai là ai</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2C3040"/>
            </a:solidFill>
            <a:prstDash val="solid"/>
          </a:ln>
        </p:spPr>
      </p:sp>
      <p:pic>
        <p:nvPicPr>
          <p:cNvPr id="4" name="Moda image rect-1793096710535-725663696" descr="">    </p:cNvPr>
          <p:cNvPicPr>
            <a:picLocks noChangeAspect="1"/>
          </p:cNvPicPr>
          <p:nvPr/>
        </p:nvPicPr>
        <p:blipFill>
          <a:blip r:embed="rId1"/>
          <a:srcRect l="0" r="0" t="0" b="0"/>
          <a:stretch/>
        </p:blipFill>
        <p:spPr>
          <a:xfrm>
            <a:off x="1104900" y="2438400"/>
            <a:ext cx="9715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14435" rIns="0" bIns="-14435" rtlCol="0" anchor="t"/>
          <a:lstStyle/>
          <a:p>
            <a:pPr algn="l" indent="0" marL="0">
              <a:lnSpc>
                <a:spcPts val="1815"/>
              </a:lnSpc>
              <a:buNone/>
            </a:pPr>
            <a:r>
              <a:rPr lang="en-US" sz="1650" dirty="0" spc="-2" kern="0">
                <a:solidFill>
                  <a:srgbClr val="9AA0B5"/>
                </a:solidFill>
                <a:latin typeface="Be Vietnam Pro" pitchFamily="34" charset="0"/>
                <a:ea typeface="Be Vietnam Pro" pitchFamily="34" charset="-122"/>
                <a:cs typeface="Be Vietnam Pro" pitchFamily="34" charset="-120"/>
              </a:rPr>
              <a:t>Hình:</a:t>
            </a:r>
            <a:r>
              <a:rPr lang="en-US" sz="1650" dirty="0" spc="-1" kern="0">
                <a:solidFill>
                  <a:srgbClr val="9AA0B5"/>
                </a:solidFill>
                <a:latin typeface="Be Vietnam Pro" pitchFamily="34" charset="0"/>
                <a:ea typeface="Be Vietnam Pro" pitchFamily="34" charset="-122"/>
                <a:cs typeface="Be Vietnam Pro" pitchFamily="34" charset="-120"/>
              </a:rPr>
              <a:t> Wikimedia Commons,</a:t>
            </a:r>
            <a:r>
              <a:rPr lang="en-US" sz="1650" dirty="0" spc="0" kern="0">
                <a:solidFill>
                  <a:srgbClr val="9AA0B5"/>
                </a:solidFill>
                <a:latin typeface="Be Vietnam Pro" pitchFamily="34" charset="0"/>
                <a:ea typeface="Be Vietnam Pro" pitchFamily="34" charset="-122"/>
                <a:cs typeface="Be Vietnam Pro" pitchFamily="34" charset="-120"/>
              </a:rPr>
              <a:t> public</a:t>
            </a:r>
            <a:r>
              <a:rPr lang="en-US" sz="1650" dirty="0" spc="-2" kern="0">
                <a:solidFill>
                  <a:srgbClr val="9AA0B5"/>
                </a:solidFill>
                <a:latin typeface="Be Vietnam Pro" pitchFamily="34" charset="0"/>
                <a:ea typeface="Be Vietnam Pro" pitchFamily="34" charset="-122"/>
                <a:cs typeface="Be Vietnam Pro" pitchFamily="34" charset="-120"/>
              </a:rPr>
              <a:t> domain:</a:t>
            </a:r>
            <a:r>
              <a:rPr lang="en-US" sz="1650" dirty="0" spc="-6" kern="0">
                <a:solidFill>
                  <a:srgbClr val="9AA0B5"/>
                </a:solidFill>
                <a:latin typeface="Be Vietnam Pro" pitchFamily="34" charset="0"/>
                <a:ea typeface="Be Vietnam Pro" pitchFamily="34" charset="-122"/>
                <a:cs typeface="Be Vietnam Pro" pitchFamily="34" charset="-120"/>
              </a:rPr>
              <a:t> Urea-2D.png;</a:t>
            </a:r>
            <a:r>
              <a:rPr lang="en-US" sz="1650" dirty="0" spc="-9" kern="0">
                <a:solidFill>
                  <a:srgbClr val="9AA0B5"/>
                </a:solidFill>
                <a:latin typeface="Be Vietnam Pro" pitchFamily="34" charset="0"/>
                <a:ea typeface="Be Vietnam Pro" pitchFamily="34" charset="-122"/>
                <a:cs typeface="Be Vietnam Pro" pitchFamily="34" charset="-120"/>
              </a:rPr>
              <a:t> Biuret_struct.svg</a:t>
            </a:r>
            <a:r>
              <a:rPr lang="en-US" sz="1650" dirty="0" spc="-6" kern="0">
                <a:solidFill>
                  <a:srgbClr val="9AA0B5"/>
                </a:solidFill>
                <a:latin typeface="Be Vietnam Pro" pitchFamily="34" charset="0"/>
                <a:ea typeface="Be Vietnam Pro" pitchFamily="34" charset="-122"/>
                <a:cs typeface="Be Vietnam Pro" pitchFamily="34" charset="-120"/>
              </a:rPr>
              <a:t> (Odysseus1479);</a:t>
            </a:r>
            <a:r>
              <a:rPr lang="en-US" sz="1650" dirty="0" spc="0" kern="0">
                <a:solidFill>
                  <a:srgbClr val="9AA0B5"/>
                </a:solidFill>
                <a:latin typeface="Be Vietnam Pro" pitchFamily="34" charset="0"/>
                <a:ea typeface="Be Vietnam Pro" pitchFamily="34" charset="-122"/>
                <a:cs typeface="Be Vietnam Pro" pitchFamily="34" charset="-120"/>
              </a:rPr>
              <a:t> Ammelide.png</a:t>
            </a:r>
            <a:r>
              <a:rPr lang="en-US" sz="1650" dirty="0" spc="-5" kern="0">
                <a:solidFill>
                  <a:srgbClr val="9AA0B5"/>
                </a:solidFill>
                <a:latin typeface="Be Vietnam Pro" pitchFamily="34" charset="0"/>
                <a:ea typeface="Be Vietnam Pro" pitchFamily="34" charset="-122"/>
                <a:cs typeface="Be Vietnam Pro" pitchFamily="34" charset="-120"/>
              </a:rPr>
              <a:t> (Tsiaojian</a:t>
            </a:r>
            <a:r>
              <a:rPr lang="en-US" sz="1650" dirty="0" spc="0" kern="0">
                <a:solidFill>
                  <a:srgbClr val="9AA0B5"/>
                </a:solidFill>
                <a:latin typeface="Be Vietnam Pro" pitchFamily="34" charset="0"/>
                <a:ea typeface="Be Vietnam Pro" pitchFamily="34" charset="-122"/>
                <a:cs typeface="Be Vietnam Pro" pitchFamily="34" charset="-120"/>
              </a:rPr>
              <a:t> lee);</a:t>
            </a:r>
            <a:r>
              <a:rPr lang="en-US" sz="1650" dirty="0" spc="-6" kern="0">
                <a:solidFill>
                  <a:srgbClr val="9AA0B5"/>
                </a:solidFill>
                <a:latin typeface="Be Vietnam Pro" pitchFamily="34" charset="0"/>
                <a:ea typeface="Be Vietnam Pro" pitchFamily="34" charset="-122"/>
                <a:cs typeface="Be Vietnam Pro" pitchFamily="34" charset="-120"/>
              </a:rPr>
              <a:t> Cyanuric_acid.svg</a:t>
            </a:r>
            <a:r>
              <a:rPr lang="en-US" sz="1650" dirty="0" spc="-26" kern="0">
                <a:solidFill>
                  <a:srgbClr val="9AA0B5"/>
                </a:solidFill>
                <a:latin typeface="Be Vietnam Pro" pitchFamily="34" charset="0"/>
                <a:ea typeface="Be Vietnam Pro" pitchFamily="34" charset="-122"/>
                <a:cs typeface="Be Vietnam Pro" pitchFamily="34" charset="-120"/>
              </a:rPr>
              <a:t> (Leyo)</a:t>
            </a:r>
            <a:r>
              <a:rPr lang="en-US" sz="1650" dirty="0" spc="-3" kern="0">
                <a:solidFill>
                  <a:srgbClr val="9AA0B5"/>
                </a:solidFill>
                <a:latin typeface="Be Vietnam Pro" pitchFamily="34" charset="0"/>
                <a:ea typeface="Be Vietnam Pro" pitchFamily="34" charset="-122"/>
                <a:cs typeface="Be Vietnam Pro" pitchFamily="34" charset="-120"/>
              </a:rPr>
              <a:t> [S8]</a:t>
            </a:r>
            <a:endParaRPr lang="en-US" sz="1650" dirty="0"/>
          </a:p>
        </p:txBody>
      </p:sp>
      <p:sp>
        <p:nvSpPr>
          <p:cNvPr id="6" name="Shape 3"/>
          <p:cNvSpPr/>
          <p:nvPr/>
        </p:nvSpPr>
        <p:spPr>
          <a:xfrm>
            <a:off x="11391900" y="2247900"/>
            <a:ext cx="5981700" cy="1352550"/>
          </a:xfrm>
          <a:prstGeom prst="roundRect">
            <a:avLst>
              <a:gd name="adj" fmla="val 14085"/>
            </a:avLst>
          </a:prstGeom>
          <a:solidFill>
            <a:srgbClr val="1E212B"/>
          </a:solidFill>
          <a:ln/>
        </p:spPr>
      </p:sp>
      <p:sp>
        <p:nvSpPr>
          <p:cNvPr id="7" name="Shape 4"/>
          <p:cNvSpPr/>
          <p:nvPr/>
        </p:nvSpPr>
        <p:spPr>
          <a:xfrm>
            <a:off x="11391900" y="2247900"/>
            <a:ext cx="114300" cy="1352550"/>
          </a:xfrm>
          <a:prstGeom prst="roundRect">
            <a:avLst>
              <a:gd name="adj" fmla="val 50000"/>
            </a:avLst>
          </a:prstGeom>
          <a:solidFill>
            <a:srgbClr val="FF4FD8"/>
          </a:solidFill>
          <a:ln/>
        </p:spPr>
      </p:sp>
      <p:sp>
        <p:nvSpPr>
          <p:cNvPr id="8" name="Text 5"/>
          <p:cNvSpPr/>
          <p:nvPr/>
        </p:nvSpPr>
        <p:spPr>
          <a:xfrm>
            <a:off x="11734800" y="2343150"/>
            <a:ext cx="5448300" cy="542925"/>
          </a:xfrm>
          <a:prstGeom prst="rect">
            <a:avLst/>
          </a:prstGeom>
          <a:noFill/>
          <a:ln/>
        </p:spPr>
        <p:txBody>
          <a:bodyPr wrap="square" lIns="0" tIns="0" rIns="0" bIns="0" rtlCol="0" anchor="ctr"/>
          <a:lstStyle/>
          <a:p>
            <a:pPr algn="l" indent="0" marL="0">
              <a:buNone/>
            </a:pPr>
            <a:r>
              <a:rPr lang="en-US" sz="2250" dirty="0" spc="-10" kern="0">
                <a:solidFill>
                  <a:srgbClr val="FF4FD8"/>
                </a:solidFill>
                <a:latin typeface="Be Vietnam Pro ExtraBold" pitchFamily="34" charset="0"/>
                <a:ea typeface="Be Vietnam Pro ExtraBold" pitchFamily="34" charset="-122"/>
                <a:cs typeface="Be Vietnam Pro ExtraBold" pitchFamily="34" charset="-120"/>
              </a:rPr>
              <a:t>Urea</a:t>
            </a:r>
            <a:endParaRPr lang="en-US" sz="2250" dirty="0"/>
          </a:p>
        </p:txBody>
      </p:sp>
      <p:sp>
        <p:nvSpPr>
          <p:cNvPr id="9" name="Text 6"/>
          <p:cNvSpPr/>
          <p:nvPr/>
        </p:nvSpPr>
        <p:spPr>
          <a:xfrm>
            <a:off x="11734800" y="2790825"/>
            <a:ext cx="5448300" cy="762000"/>
          </a:xfrm>
          <a:prstGeom prst="rect">
            <a:avLst/>
          </a:prstGeom>
          <a:noFill/>
          <a:ln/>
        </p:spPr>
        <p:txBody>
          <a:bodyPr wrap="square" lIns="0" tIns="14180" rIns="0" bIns="-14180" rtlCol="0" anchor="ctr"/>
          <a:lstStyle/>
          <a:p>
            <a:pPr algn="l" indent="0" marL="0">
              <a:lnSpc>
                <a:spcPts val="2933"/>
              </a:lnSpc>
              <a:buNone/>
            </a:pPr>
            <a:r>
              <a:rPr lang="en-US" sz="2550" dirty="0" spc="-16" kern="0">
                <a:solidFill>
                  <a:srgbClr val="F3EEE3"/>
                </a:solidFill>
                <a:latin typeface="Be Vietnam Pro SemiBold" pitchFamily="34" charset="0"/>
                <a:ea typeface="Be Vietnam Pro SemiBold" pitchFamily="34" charset="-122"/>
                <a:cs typeface="Be Vietnam Pro SemiBold" pitchFamily="34" charset="-120"/>
              </a:rPr>
              <a:t>nguyên</a:t>
            </a:r>
            <a:r>
              <a:rPr lang="en-US" sz="2550" dirty="0" spc="-1" kern="0">
                <a:solidFill>
                  <a:srgbClr val="F3EEE3"/>
                </a:solidFill>
                <a:latin typeface="Be Vietnam Pro SemiBold" pitchFamily="34" charset="0"/>
                <a:ea typeface="Be Vietnam Pro SemiBold" pitchFamily="34" charset="-122"/>
                <a:cs typeface="Be Vietnam Pro SemiBold" pitchFamily="34" charset="-120"/>
              </a:rPr>
              <a:t> liệu,</a:t>
            </a:r>
            <a:r>
              <a:rPr lang="en-US" sz="2550" dirty="0" spc="-15" kern="0">
                <a:solidFill>
                  <a:srgbClr val="F3EEE3"/>
                </a:solidFill>
                <a:latin typeface="Be Vietnam Pro SemiBold" pitchFamily="34" charset="0"/>
                <a:ea typeface="Be Vietnam Pro SemiBold" pitchFamily="34" charset="-122"/>
                <a:cs typeface="Be Vietnam Pro SemiBold" pitchFamily="34" charset="-120"/>
              </a:rPr>
              <a:t> tốt,</a:t>
            </a:r>
            <a:r>
              <a:rPr lang="en-US" sz="2550" dirty="0" spc="-1" kern="0">
                <a:solidFill>
                  <a:srgbClr val="F3EEE3"/>
                </a:solidFill>
                <a:latin typeface="Be Vietnam Pro SemiBold" pitchFamily="34" charset="0"/>
                <a:ea typeface="Be Vietnam Pro SemiBold" pitchFamily="34" charset="-122"/>
                <a:cs typeface="Be Vietnam Pro SemiBold" pitchFamily="34" charset="-120"/>
              </a:rPr>
              <a:t> cho</a:t>
            </a:r>
            <a:r>
              <a:rPr lang="en-US" sz="2550" dirty="0" spc="15" kern="0">
                <a:solidFill>
                  <a:srgbClr val="F3EEE3"/>
                </a:solidFill>
                <a:latin typeface="Be Vietnam Pro SemiBold" pitchFamily="34" charset="0"/>
                <a:ea typeface="Be Vietnam Pro SemiBold" pitchFamily="34" charset="-122"/>
                <a:cs typeface="Be Vietnam Pro SemiBold" pitchFamily="34" charset="-120"/>
              </a:rPr>
              <a:t> NH3</a:t>
            </a:r>
            <a:endParaRPr lang="en-US" sz="2550" dirty="0"/>
          </a:p>
        </p:txBody>
      </p:sp>
      <p:sp>
        <p:nvSpPr>
          <p:cNvPr id="10" name="Shape 7"/>
          <p:cNvSpPr/>
          <p:nvPr/>
        </p:nvSpPr>
        <p:spPr>
          <a:xfrm>
            <a:off x="11391900" y="3829050"/>
            <a:ext cx="5981700" cy="1352550"/>
          </a:xfrm>
          <a:prstGeom prst="roundRect">
            <a:avLst>
              <a:gd name="adj" fmla="val 14085"/>
            </a:avLst>
          </a:prstGeom>
          <a:solidFill>
            <a:srgbClr val="1E212B"/>
          </a:solidFill>
          <a:ln/>
        </p:spPr>
      </p:sp>
      <p:sp>
        <p:nvSpPr>
          <p:cNvPr id="11" name="Shape 8"/>
          <p:cNvSpPr/>
          <p:nvPr/>
        </p:nvSpPr>
        <p:spPr>
          <a:xfrm>
            <a:off x="11391900" y="3829050"/>
            <a:ext cx="114300" cy="1352550"/>
          </a:xfrm>
          <a:prstGeom prst="roundRect">
            <a:avLst>
              <a:gd name="adj" fmla="val 50000"/>
            </a:avLst>
          </a:prstGeom>
          <a:solidFill>
            <a:srgbClr val="4CD964"/>
          </a:solidFill>
          <a:ln/>
        </p:spPr>
      </p:sp>
      <p:sp>
        <p:nvSpPr>
          <p:cNvPr id="12" name="Text 9"/>
          <p:cNvSpPr/>
          <p:nvPr/>
        </p:nvSpPr>
        <p:spPr>
          <a:xfrm>
            <a:off x="11734800" y="3924300"/>
            <a:ext cx="5448300" cy="542925"/>
          </a:xfrm>
          <a:prstGeom prst="rect">
            <a:avLst/>
          </a:prstGeom>
          <a:noFill/>
          <a:ln/>
        </p:spPr>
        <p:txBody>
          <a:bodyPr wrap="square" lIns="0" tIns="0" rIns="0" bIns="0" rtlCol="0" anchor="ctr"/>
          <a:lstStyle/>
          <a:p>
            <a:pPr algn="l" indent="0" marL="0">
              <a:buNone/>
            </a:pPr>
            <a:r>
              <a:rPr lang="en-US" sz="2250" dirty="0" spc="-7" kern="0">
                <a:solidFill>
                  <a:srgbClr val="4CD964"/>
                </a:solidFill>
                <a:latin typeface="Be Vietnam Pro ExtraBold" pitchFamily="34" charset="0"/>
                <a:ea typeface="Be Vietnam Pro ExtraBold" pitchFamily="34" charset="-122"/>
                <a:cs typeface="Be Vietnam Pro ExtraBold" pitchFamily="34" charset="-120"/>
              </a:rPr>
              <a:t>Biuret</a:t>
            </a:r>
            <a:endParaRPr lang="en-US" sz="2250" dirty="0"/>
          </a:p>
        </p:txBody>
      </p:sp>
      <p:sp>
        <p:nvSpPr>
          <p:cNvPr id="13" name="Text 10"/>
          <p:cNvSpPr/>
          <p:nvPr/>
        </p:nvSpPr>
        <p:spPr>
          <a:xfrm>
            <a:off x="11734800" y="4371975"/>
            <a:ext cx="5448300" cy="762000"/>
          </a:xfrm>
          <a:prstGeom prst="rect">
            <a:avLst/>
          </a:prstGeom>
          <a:noFill/>
          <a:ln/>
        </p:spPr>
        <p:txBody>
          <a:bodyPr wrap="square" lIns="0" tIns="14180" rIns="0" bIns="-14180" rtlCol="0" anchor="ctr"/>
          <a:lstStyle/>
          <a:p>
            <a:pPr algn="l" indent="0" marL="0">
              <a:lnSpc>
                <a:spcPts val="2933"/>
              </a:lnSpc>
              <a:buNone/>
            </a:pPr>
            <a:r>
              <a:rPr lang="en-US" sz="2550" dirty="0" spc="-3" kern="0">
                <a:solidFill>
                  <a:srgbClr val="F3EEE3"/>
                </a:solidFill>
                <a:latin typeface="Be Vietnam Pro SemiBold" pitchFamily="34" charset="0"/>
                <a:ea typeface="Be Vietnam Pro SemiBold" pitchFamily="34" charset="-122"/>
                <a:cs typeface="Be Vietnam Pro SemiBold" pitchFamily="34" charset="-120"/>
              </a:rPr>
              <a:t>trung</a:t>
            </a:r>
            <a:r>
              <a:rPr lang="en-US" sz="2550" dirty="0" spc="2" kern="0">
                <a:solidFill>
                  <a:srgbClr val="F3EEE3"/>
                </a:solidFill>
                <a:latin typeface="Be Vietnam Pro SemiBold" pitchFamily="34" charset="0"/>
                <a:ea typeface="Be Vietnam Pro SemiBold" pitchFamily="34" charset="-122"/>
                <a:cs typeface="Be Vietnam Pro SemiBold" pitchFamily="34" charset="-120"/>
              </a:rPr>
              <a:t> gian,</a:t>
            </a:r>
            <a:r>
              <a:rPr lang="en-US" sz="2550" dirty="0" spc="-2" kern="0">
                <a:solidFill>
                  <a:srgbClr val="F3EEE3"/>
                </a:solidFill>
                <a:latin typeface="Be Vietnam Pro SemiBold" pitchFamily="34" charset="0"/>
                <a:ea typeface="Be Vietnam Pro SemiBold" pitchFamily="34" charset="-122"/>
                <a:cs typeface="Be Vietnam Pro SemiBold" pitchFamily="34" charset="-120"/>
              </a:rPr>
              <a:t> từ</a:t>
            </a:r>
            <a:r>
              <a:rPr lang="en-US" sz="2550" dirty="0" spc="-19" kern="0">
                <a:solidFill>
                  <a:srgbClr val="F3EEE3"/>
                </a:solidFill>
                <a:latin typeface="Be Vietnam Pro SemiBold" pitchFamily="34" charset="0"/>
                <a:ea typeface="Be Vietnam Pro SemiBold" pitchFamily="34" charset="-122"/>
                <a:cs typeface="Be Vietnam Pro SemiBold" pitchFamily="34" charset="-120"/>
              </a:rPr>
              <a:t> urea</a:t>
            </a:r>
            <a:r>
              <a:rPr lang="en-US" sz="2550" dirty="0" spc="-4" kern="0">
                <a:solidFill>
                  <a:srgbClr val="F3EEE3"/>
                </a:solidFill>
                <a:latin typeface="Be Vietnam Pro SemiBold" pitchFamily="34" charset="0"/>
                <a:ea typeface="Be Vietnam Pro SemiBold" pitchFamily="34" charset="-122"/>
                <a:cs typeface="Be Vietnam Pro SemiBold" pitchFamily="34" charset="-120"/>
              </a:rPr>
              <a:t> cộng</a:t>
            </a:r>
            <a:r>
              <a:rPr lang="en-US" sz="2550" dirty="0" spc="-3" kern="0">
                <a:solidFill>
                  <a:srgbClr val="F3EEE3"/>
                </a:solidFill>
                <a:latin typeface="Be Vietnam Pro SemiBold" pitchFamily="34" charset="0"/>
                <a:ea typeface="Be Vietnam Pro SemiBold" pitchFamily="34" charset="-122"/>
                <a:cs typeface="Be Vietnam Pro SemiBold" pitchFamily="34" charset="-120"/>
              </a:rPr>
              <a:t> HNCO</a:t>
            </a:r>
            <a:endParaRPr lang="en-US" sz="2550" dirty="0"/>
          </a:p>
        </p:txBody>
      </p:sp>
      <p:sp>
        <p:nvSpPr>
          <p:cNvPr id="14" name="Shape 11"/>
          <p:cNvSpPr/>
          <p:nvPr/>
        </p:nvSpPr>
        <p:spPr>
          <a:xfrm>
            <a:off x="11391900" y="5410200"/>
            <a:ext cx="5981700" cy="1352550"/>
          </a:xfrm>
          <a:prstGeom prst="roundRect">
            <a:avLst>
              <a:gd name="adj" fmla="val 14085"/>
            </a:avLst>
          </a:prstGeom>
          <a:solidFill>
            <a:srgbClr val="1E212B"/>
          </a:solidFill>
          <a:ln/>
        </p:spPr>
      </p:sp>
      <p:sp>
        <p:nvSpPr>
          <p:cNvPr id="15" name="Shape 12"/>
          <p:cNvSpPr/>
          <p:nvPr/>
        </p:nvSpPr>
        <p:spPr>
          <a:xfrm>
            <a:off x="11391900" y="5410200"/>
            <a:ext cx="114300" cy="1352550"/>
          </a:xfrm>
          <a:prstGeom prst="roundRect">
            <a:avLst>
              <a:gd name="adj" fmla="val 50000"/>
            </a:avLst>
          </a:prstGeom>
          <a:solidFill>
            <a:srgbClr val="FF5C5C"/>
          </a:solidFill>
          <a:ln/>
        </p:spPr>
      </p:sp>
      <p:sp>
        <p:nvSpPr>
          <p:cNvPr id="16" name="Text 13"/>
          <p:cNvSpPr/>
          <p:nvPr/>
        </p:nvSpPr>
        <p:spPr>
          <a:xfrm>
            <a:off x="11734800" y="5505450"/>
            <a:ext cx="5448300" cy="542925"/>
          </a:xfrm>
          <a:prstGeom prst="rect">
            <a:avLst/>
          </a:prstGeom>
          <a:noFill/>
          <a:ln/>
        </p:spPr>
        <p:txBody>
          <a:bodyPr wrap="square" lIns="0" tIns="0" rIns="0" bIns="0" rtlCol="0" anchor="ctr"/>
          <a:lstStyle/>
          <a:p>
            <a:pPr algn="l" indent="0" marL="0">
              <a:buNone/>
            </a:pPr>
            <a:r>
              <a:rPr lang="en-US" sz="2250" dirty="0" spc="-4" kern="0">
                <a:solidFill>
                  <a:srgbClr val="FF5C5C"/>
                </a:solidFill>
                <a:latin typeface="Be Vietnam Pro ExtraBold" pitchFamily="34" charset="0"/>
                <a:ea typeface="Be Vietnam Pro ExtraBold" pitchFamily="34" charset="-122"/>
                <a:cs typeface="Be Vietnam Pro ExtraBold" pitchFamily="34" charset="-120"/>
              </a:rPr>
              <a:t>Ammelide</a:t>
            </a:r>
            <a:endParaRPr lang="en-US" sz="2250" dirty="0"/>
          </a:p>
        </p:txBody>
      </p:sp>
      <p:sp>
        <p:nvSpPr>
          <p:cNvPr id="17" name="Text 14"/>
          <p:cNvSpPr/>
          <p:nvPr/>
        </p:nvSpPr>
        <p:spPr>
          <a:xfrm>
            <a:off x="11734800" y="5953125"/>
            <a:ext cx="5448300" cy="762000"/>
          </a:xfrm>
          <a:prstGeom prst="rect">
            <a:avLst/>
          </a:prstGeom>
          <a:noFill/>
          <a:ln/>
        </p:spPr>
        <p:txBody>
          <a:bodyPr wrap="square" lIns="0" tIns="14180" rIns="0" bIns="-14180" rtlCol="0" anchor="ctr"/>
          <a:lstStyle/>
          <a:p>
            <a:pPr algn="l" indent="0" marL="0">
              <a:lnSpc>
                <a:spcPts val="2933"/>
              </a:lnSpc>
              <a:buNone/>
            </a:pPr>
            <a:r>
              <a:rPr lang="en-US" sz="2550" dirty="0" spc="0" kern="0">
                <a:solidFill>
                  <a:srgbClr val="F3EEE3"/>
                </a:solidFill>
                <a:latin typeface="Be Vietnam Pro SemiBold" pitchFamily="34" charset="0"/>
                <a:ea typeface="Be Vietnam Pro SemiBold" pitchFamily="34" charset="-122"/>
                <a:cs typeface="Be Vietnam Pro SemiBold" pitchFamily="34" charset="-120"/>
              </a:rPr>
              <a:t>cặn</a:t>
            </a:r>
            <a:r>
              <a:rPr lang="en-US" sz="2550" dirty="0" spc="-4" kern="0">
                <a:solidFill>
                  <a:srgbClr val="F3EEE3"/>
                </a:solidFill>
                <a:latin typeface="Be Vietnam Pro SemiBold" pitchFamily="34" charset="0"/>
                <a:ea typeface="Be Vietnam Pro SemiBold" pitchFamily="34" charset="-122"/>
                <a:cs typeface="Be Vietnam Pro SemiBold" pitchFamily="34" charset="-120"/>
              </a:rPr>
              <a:t> bền,</a:t>
            </a:r>
            <a:r>
              <a:rPr lang="en-US" sz="2550" dirty="0" spc="3" kern="0">
                <a:solidFill>
                  <a:srgbClr val="F3EEE3"/>
                </a:solidFill>
                <a:latin typeface="Be Vietnam Pro SemiBold" pitchFamily="34" charset="0"/>
                <a:ea typeface="Be Vietnam Pro SemiBold" pitchFamily="34" charset="-122"/>
                <a:cs typeface="Be Vietnam Pro SemiBold" pitchFamily="34" charset="-120"/>
              </a:rPr>
              <a:t> hình</a:t>
            </a:r>
            <a:r>
              <a:rPr lang="en-US" sz="2550" dirty="0" spc="0" kern="0">
                <a:solidFill>
                  <a:srgbClr val="F3EEE3"/>
                </a:solidFill>
                <a:latin typeface="Be Vietnam Pro SemiBold" pitchFamily="34" charset="0"/>
                <a:ea typeface="Be Vietnam Pro SemiBold" pitchFamily="34" charset="-122"/>
                <a:cs typeface="Be Vietnam Pro SemiBold" pitchFamily="34" charset="-120"/>
              </a:rPr>
              <a:t> thành</a:t>
            </a:r>
            <a:r>
              <a:rPr lang="en-US" sz="2550" dirty="0" spc="-2" kern="0">
                <a:solidFill>
                  <a:srgbClr val="F3EEE3"/>
                </a:solidFill>
                <a:latin typeface="Be Vietnam Pro SemiBold" pitchFamily="34" charset="0"/>
                <a:ea typeface="Be Vietnam Pro SemiBold" pitchFamily="34" charset="-122"/>
                <a:cs typeface="Be Vietnam Pro SemiBold" pitchFamily="34" charset="-120"/>
              </a:rPr>
              <a:t> chậm</a:t>
            </a:r>
            <a:endParaRPr lang="en-US" sz="2550" dirty="0"/>
          </a:p>
        </p:txBody>
      </p:sp>
      <p:sp>
        <p:nvSpPr>
          <p:cNvPr id="18" name="Shape 15"/>
          <p:cNvSpPr/>
          <p:nvPr/>
        </p:nvSpPr>
        <p:spPr>
          <a:xfrm>
            <a:off x="11391900" y="6991350"/>
            <a:ext cx="5981700" cy="1352550"/>
          </a:xfrm>
          <a:prstGeom prst="roundRect">
            <a:avLst>
              <a:gd name="adj" fmla="val 14085"/>
            </a:avLst>
          </a:prstGeom>
          <a:solidFill>
            <a:srgbClr val="1E212B"/>
          </a:solidFill>
          <a:ln/>
        </p:spPr>
      </p:sp>
      <p:sp>
        <p:nvSpPr>
          <p:cNvPr id="19" name="Shape 16"/>
          <p:cNvSpPr/>
          <p:nvPr/>
        </p:nvSpPr>
        <p:spPr>
          <a:xfrm>
            <a:off x="11391900" y="6991350"/>
            <a:ext cx="114300" cy="1352550"/>
          </a:xfrm>
          <a:prstGeom prst="roundRect">
            <a:avLst>
              <a:gd name="adj" fmla="val 50000"/>
            </a:avLst>
          </a:prstGeom>
          <a:solidFill>
            <a:srgbClr val="C084FF"/>
          </a:solidFill>
          <a:ln/>
        </p:spPr>
      </p:sp>
      <p:sp>
        <p:nvSpPr>
          <p:cNvPr id="20" name="Text 17"/>
          <p:cNvSpPr/>
          <p:nvPr/>
        </p:nvSpPr>
        <p:spPr>
          <a:xfrm>
            <a:off x="11734800" y="7086600"/>
            <a:ext cx="5448300" cy="542925"/>
          </a:xfrm>
          <a:prstGeom prst="rect">
            <a:avLst/>
          </a:prstGeom>
          <a:noFill/>
          <a:ln/>
        </p:spPr>
        <p:txBody>
          <a:bodyPr wrap="square" lIns="0" tIns="0" rIns="0" bIns="0" rtlCol="0" anchor="ctr"/>
          <a:lstStyle/>
          <a:p>
            <a:pPr algn="l" indent="0" marL="0">
              <a:buNone/>
            </a:pPr>
            <a:r>
              <a:rPr lang="en-US" sz="2250" dirty="0" spc="-2" kern="0">
                <a:solidFill>
                  <a:srgbClr val="C084FF"/>
                </a:solidFill>
                <a:latin typeface="Be Vietnam Pro ExtraBold" pitchFamily="34" charset="0"/>
                <a:ea typeface="Be Vietnam Pro ExtraBold" pitchFamily="34" charset="-122"/>
                <a:cs typeface="Be Vietnam Pro ExtraBold" pitchFamily="34" charset="-120"/>
              </a:rPr>
              <a:t>Cyanuric</a:t>
            </a:r>
            <a:r>
              <a:rPr lang="en-US" sz="2250" dirty="0" spc="7" kern="0">
                <a:solidFill>
                  <a:srgbClr val="C084FF"/>
                </a:solidFill>
                <a:latin typeface="Be Vietnam Pro ExtraBold" pitchFamily="34" charset="0"/>
                <a:ea typeface="Be Vietnam Pro ExtraBold" pitchFamily="34" charset="-122"/>
                <a:cs typeface="Be Vietnam Pro ExtraBold" pitchFamily="34" charset="-120"/>
              </a:rPr>
              <a:t> acid</a:t>
            </a:r>
            <a:endParaRPr lang="en-US" sz="2250" dirty="0"/>
          </a:p>
        </p:txBody>
      </p:sp>
      <p:sp>
        <p:nvSpPr>
          <p:cNvPr id="21" name="Text 18"/>
          <p:cNvSpPr/>
          <p:nvPr/>
        </p:nvSpPr>
        <p:spPr>
          <a:xfrm>
            <a:off x="11734800" y="7534275"/>
            <a:ext cx="5448300" cy="762000"/>
          </a:xfrm>
          <a:prstGeom prst="rect">
            <a:avLst/>
          </a:prstGeom>
          <a:noFill/>
          <a:ln/>
        </p:spPr>
        <p:txBody>
          <a:bodyPr wrap="square" lIns="0" tIns="14180" rIns="0" bIns="-14180" rtlCol="0" anchor="ctr"/>
          <a:lstStyle/>
          <a:p>
            <a:pPr algn="l" indent="0" marL="0">
              <a:lnSpc>
                <a:spcPts val="2933"/>
              </a:lnSpc>
              <a:buNone/>
            </a:pPr>
            <a:r>
              <a:rPr lang="en-US" sz="2550" dirty="0" spc="0" kern="0">
                <a:solidFill>
                  <a:srgbClr val="F3EEE3"/>
                </a:solidFill>
                <a:latin typeface="Be Vietnam Pro SemiBold" pitchFamily="34" charset="0"/>
                <a:ea typeface="Be Vietnam Pro SemiBold" pitchFamily="34" charset="-122"/>
                <a:cs typeface="Be Vietnam Pro SemiBold" pitchFamily="34" charset="-120"/>
              </a:rPr>
              <a:t>cặn</a:t>
            </a:r>
            <a:r>
              <a:rPr lang="en-US" sz="2550" dirty="0" spc="2" kern="0">
                <a:solidFill>
                  <a:srgbClr val="F3EEE3"/>
                </a:solidFill>
                <a:latin typeface="Be Vietnam Pro SemiBold" pitchFamily="34" charset="0"/>
                <a:ea typeface="Be Vietnam Pro SemiBold" pitchFamily="34" charset="-122"/>
                <a:cs typeface="Be Vietnam Pro SemiBold" pitchFamily="34" charset="-120"/>
              </a:rPr>
              <a:t> chính,</a:t>
            </a:r>
            <a:r>
              <a:rPr lang="en-US" sz="2550" dirty="0" spc="-4" kern="0">
                <a:solidFill>
                  <a:srgbClr val="F3EEE3"/>
                </a:solidFill>
                <a:latin typeface="Be Vietnam Pro SemiBold" pitchFamily="34" charset="0"/>
                <a:ea typeface="Be Vietnam Pro SemiBold" pitchFamily="34" charset="-122"/>
                <a:cs typeface="Be Vietnam Pro SemiBold" pitchFamily="34" charset="-120"/>
              </a:rPr>
              <a:t> bền</a:t>
            </a:r>
            <a:endParaRPr lang="en-US" sz="2550" dirty="0"/>
          </a:p>
        </p:txBody>
      </p:sp>
      <p:sp>
        <p:nvSpPr>
          <p:cNvPr id="22"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[S4]</a:t>
            </a:r>
            <a:r>
              <a:rPr lang="en-US" sz="1800" dirty="0" spc="2" kern="0">
                <a:solidFill>
                  <a:srgbClr val="9AA0B5"/>
                </a:solidFill>
                <a:latin typeface="Be Vietnam Pro" pitchFamily="34" charset="0"/>
                <a:ea typeface="Be Vietnam Pro" pitchFamily="34" charset="-122"/>
                <a:cs typeface="Be Vietnam Pro" pitchFamily="34" charset="-120"/>
              </a:rPr>
              <a:t> [S5] [S8]</a:t>
            </a:r>
            <a:endParaRPr lang="en-US" sz="1800" dirty="0"/>
          </a:p>
        </p:txBody>
      </p:sp>
      <p:sp>
        <p:nvSpPr>
          <p:cNvPr id="23" name="Shape 20"/>
          <p:cNvSpPr/>
          <p:nvPr/>
        </p:nvSpPr>
        <p:spPr>
          <a:xfrm>
            <a:off x="942975" y="9563100"/>
            <a:ext cx="114300" cy="114300"/>
          </a:xfrm>
          <a:prstGeom prst="ellipse">
            <a:avLst/>
          </a:prstGeom>
          <a:solidFill>
            <a:srgbClr val="F3EEE3">
              <a:alpha val="28000"/>
            </a:srgbClr>
          </a:solidFill>
          <a:ln/>
        </p:spPr>
      </p:sp>
      <p:sp>
        <p:nvSpPr>
          <p:cNvPr id="24" name="Shape 21"/>
          <p:cNvSpPr/>
          <p:nvPr/>
        </p:nvSpPr>
        <p:spPr>
          <a:xfrm>
            <a:off x="1171575" y="9563100"/>
            <a:ext cx="114300" cy="114300"/>
          </a:xfrm>
          <a:prstGeom prst="ellipse">
            <a:avLst/>
          </a:prstGeom>
          <a:solidFill>
            <a:srgbClr val="F3EEE3">
              <a:alpha val="28000"/>
            </a:srgbClr>
          </a:solidFill>
          <a:ln/>
        </p:spPr>
      </p:sp>
      <p:sp>
        <p:nvSpPr>
          <p:cNvPr id="25" name="Shape 22"/>
          <p:cNvSpPr/>
          <p:nvPr/>
        </p:nvSpPr>
        <p:spPr>
          <a:xfrm>
            <a:off x="1381125" y="9544050"/>
            <a:ext cx="152400" cy="152400"/>
          </a:xfrm>
          <a:prstGeom prst="ellipse">
            <a:avLst/>
          </a:prstGeom>
          <a:solidFill>
            <a:srgbClr val="FF6A4D"/>
          </a:solidFill>
          <a:ln/>
        </p:spPr>
      </p:sp>
      <p:sp>
        <p:nvSpPr>
          <p:cNvPr id="26" name="Shape 23"/>
          <p:cNvSpPr/>
          <p:nvPr/>
        </p:nvSpPr>
        <p:spPr>
          <a:xfrm>
            <a:off x="1628775" y="9563100"/>
            <a:ext cx="114300" cy="114300"/>
          </a:xfrm>
          <a:prstGeom prst="ellipse">
            <a:avLst/>
          </a:prstGeom>
          <a:solidFill>
            <a:srgbClr val="F3EEE3">
              <a:alpha val="28000"/>
            </a:srgbClr>
          </a:solidFill>
          <a:ln/>
        </p:spPr>
      </p:sp>
      <p:sp>
        <p:nvSpPr>
          <p:cNvPr id="27" name="Shape 24"/>
          <p:cNvSpPr/>
          <p:nvPr/>
        </p:nvSpPr>
        <p:spPr>
          <a:xfrm>
            <a:off x="1857375" y="9563100"/>
            <a:ext cx="114300" cy="114300"/>
          </a:xfrm>
          <a:prstGeom prst="ellipse">
            <a:avLst/>
          </a:prstGeom>
          <a:solidFill>
            <a:srgbClr val="F3EEE3">
              <a:alpha val="28000"/>
            </a:srgbClr>
          </a:solidFill>
          <a:ln/>
        </p:spPr>
      </p:sp>
      <p:sp>
        <p:nvSpPr>
          <p:cNvPr id="28" name="Shape 25"/>
          <p:cNvSpPr/>
          <p:nvPr/>
        </p:nvSpPr>
        <p:spPr>
          <a:xfrm>
            <a:off x="2085975" y="9563100"/>
            <a:ext cx="114300" cy="114300"/>
          </a:xfrm>
          <a:prstGeom prst="ellipse">
            <a:avLst/>
          </a:prstGeom>
          <a:solidFill>
            <a:srgbClr val="F3EEE3">
              <a:alpha val="28000"/>
            </a:srgbClr>
          </a:solidFill>
          <a:ln/>
        </p:spPr>
      </p:sp>
      <p:sp>
        <p:nvSpPr>
          <p:cNvPr id="29" name="Shape 26"/>
          <p:cNvSpPr/>
          <p:nvPr/>
        </p:nvSpPr>
        <p:spPr>
          <a:xfrm>
            <a:off x="2314575" y="9563100"/>
            <a:ext cx="114300" cy="114300"/>
          </a:xfrm>
          <a:prstGeom prst="ellipse">
            <a:avLst/>
          </a:prstGeom>
          <a:solidFill>
            <a:srgbClr val="F3EEE3">
              <a:alpha val="28000"/>
            </a:srgbClr>
          </a:solidFill>
          <a:ln/>
        </p:spPr>
      </p:sp>
      <p:sp>
        <p:nvSpPr>
          <p:cNvPr id="30" name="Shape 27"/>
          <p:cNvSpPr/>
          <p:nvPr/>
        </p:nvSpPr>
        <p:spPr>
          <a:xfrm>
            <a:off x="2543175" y="9563100"/>
            <a:ext cx="114300" cy="114300"/>
          </a:xfrm>
          <a:prstGeom prst="ellipse">
            <a:avLst/>
          </a:prstGeom>
          <a:solidFill>
            <a:srgbClr val="F3EEE3">
              <a:alpha val="28000"/>
            </a:srgbClr>
          </a:solidFill>
          <a:ln/>
        </p:spPr>
      </p:sp>
      <p:sp>
        <p:nvSpPr>
          <p:cNvPr id="31" name="Shape 28"/>
          <p:cNvSpPr/>
          <p:nvPr/>
        </p:nvSpPr>
        <p:spPr>
          <a:xfrm>
            <a:off x="2771775" y="9563100"/>
            <a:ext cx="114300" cy="114300"/>
          </a:xfrm>
          <a:prstGeom prst="ellipse">
            <a:avLst/>
          </a:prstGeom>
          <a:solidFill>
            <a:srgbClr val="F3EEE3">
              <a:alpha val="28000"/>
            </a:srgbClr>
          </a:solidFill>
          <a:ln/>
        </p:spPr>
      </p:sp>
      <p:sp>
        <p:nvSpPr>
          <p:cNvPr id="32" name="Shape 29"/>
          <p:cNvSpPr/>
          <p:nvPr/>
        </p:nvSpPr>
        <p:spPr>
          <a:xfrm>
            <a:off x="3000375" y="9563100"/>
            <a:ext cx="114300" cy="114300"/>
          </a:xfrm>
          <a:prstGeom prst="ellipse">
            <a:avLst/>
          </a:prstGeom>
          <a:solidFill>
            <a:srgbClr val="F3EEE3">
              <a:alpha val="28000"/>
            </a:srgbClr>
          </a:solidFill>
          <a:ln/>
        </p:spPr>
      </p:sp>
      <p:sp>
        <p:nvSpPr>
          <p:cNvPr id="33" name="Shape 30"/>
          <p:cNvSpPr/>
          <p:nvPr/>
        </p:nvSpPr>
        <p:spPr>
          <a:xfrm>
            <a:off x="3228975" y="9563100"/>
            <a:ext cx="114300" cy="114300"/>
          </a:xfrm>
          <a:prstGeom prst="ellipse">
            <a:avLst/>
          </a:prstGeom>
          <a:solidFill>
            <a:srgbClr val="F3EEE3">
              <a:alpha val="28000"/>
            </a:srgbClr>
          </a:solidFill>
          <a:ln/>
        </p:spPr>
      </p:sp>
      <p:sp>
        <p:nvSpPr>
          <p:cNvPr id="34" name="Shape 31"/>
          <p:cNvSpPr/>
          <p:nvPr/>
        </p:nvSpPr>
        <p:spPr>
          <a:xfrm>
            <a:off x="3457575" y="9563100"/>
            <a:ext cx="114300" cy="114300"/>
          </a:xfrm>
          <a:prstGeom prst="ellipse">
            <a:avLst/>
          </a:prstGeom>
          <a:solidFill>
            <a:srgbClr val="F3EEE3">
              <a:alpha val="28000"/>
            </a:srgbClr>
          </a:solidFill>
          <a:ln/>
        </p:spPr>
      </p:sp>
      <p:sp>
        <p:nvSpPr>
          <p:cNvPr id="35" name="Shape 32"/>
          <p:cNvSpPr/>
          <p:nvPr/>
        </p:nvSpPr>
        <p:spPr>
          <a:xfrm>
            <a:off x="3686175" y="9563100"/>
            <a:ext cx="114300" cy="114300"/>
          </a:xfrm>
          <a:prstGeom prst="ellipse">
            <a:avLst/>
          </a:prstGeom>
          <a:solidFill>
            <a:srgbClr val="F3EEE3">
              <a:alpha val="28000"/>
            </a:srgbClr>
          </a:solidFill>
          <a:ln/>
        </p:spPr>
      </p:sp>
      <p:sp>
        <p:nvSpPr>
          <p:cNvPr id="36" name="Shape 33"/>
          <p:cNvSpPr/>
          <p:nvPr/>
        </p:nvSpPr>
        <p:spPr>
          <a:xfrm>
            <a:off x="3914775" y="9563100"/>
            <a:ext cx="114300" cy="114300"/>
          </a:xfrm>
          <a:prstGeom prst="ellipse">
            <a:avLst/>
          </a:prstGeom>
          <a:solidFill>
            <a:srgbClr val="F3EEE3">
              <a:alpha val="28000"/>
            </a:srgbClr>
          </a:solidFill>
          <a:ln/>
        </p:spPr>
      </p:sp>
      <p:sp>
        <p:nvSpPr>
          <p:cNvPr id="37" name="Shape 34"/>
          <p:cNvSpPr/>
          <p:nvPr/>
        </p:nvSpPr>
        <p:spPr>
          <a:xfrm>
            <a:off x="4143375" y="9563100"/>
            <a:ext cx="114300" cy="114300"/>
          </a:xfrm>
          <a:prstGeom prst="ellipse">
            <a:avLst/>
          </a:prstGeom>
          <a:solidFill>
            <a:srgbClr val="F3EEE3">
              <a:alpha val="28000"/>
            </a:srgbClr>
          </a:solidFill>
          <a:ln/>
        </p:spPr>
      </p:sp>
      <p:sp>
        <p:nvSpPr>
          <p:cNvPr id="38" name="Shape 35"/>
          <p:cNvSpPr/>
          <p:nvPr/>
        </p:nvSpPr>
        <p:spPr>
          <a:xfrm>
            <a:off x="4371975" y="9563100"/>
            <a:ext cx="114300" cy="114300"/>
          </a:xfrm>
          <a:prstGeom prst="ellipse">
            <a:avLst/>
          </a:prstGeom>
          <a:solidFill>
            <a:srgbClr val="F3EEE3">
              <a:alpha val="28000"/>
            </a:srgbClr>
          </a:solidFill>
          <a:ln/>
        </p:spPr>
      </p:sp>
      <p:sp>
        <p:nvSpPr>
          <p:cNvPr id="39" name="Shape 36"/>
          <p:cNvSpPr/>
          <p:nvPr/>
        </p:nvSpPr>
        <p:spPr>
          <a:xfrm>
            <a:off x="4600575" y="9563100"/>
            <a:ext cx="114300" cy="114300"/>
          </a:xfrm>
          <a:prstGeom prst="ellipse">
            <a:avLst/>
          </a:prstGeom>
          <a:solidFill>
            <a:srgbClr val="F3EEE3">
              <a:alpha val="28000"/>
            </a:srgbClr>
          </a:solidFill>
          <a:ln/>
        </p:spPr>
      </p:sp>
      <p:sp>
        <p:nvSpPr>
          <p:cNvPr id="40" name="Text 37"/>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Multiple-report</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0" kern="0">
                <a:solidFill>
                  <a:srgbClr val="9AA0B5"/>
                </a:solidFill>
                <a:latin typeface="Be Vietnam Pro" pitchFamily="34" charset="0"/>
                <a:ea typeface="Be Vietnam Pro" pitchFamily="34" charset="-122"/>
                <a:cs typeface="Be Vietnam Pro" pitchFamily="34" charset="-120"/>
              </a:rPr>
              <a:t> L17</a:t>
            </a:r>
            <a:r>
              <a:rPr lang="en-US" sz="1800" dirty="0" spc="-2" kern="0">
                <a:solidFill>
                  <a:srgbClr val="9AA0B5"/>
                </a:solidFill>
                <a:latin typeface="Be Vietnam Pro" pitchFamily="34" charset="0"/>
                <a:ea typeface="Be Vietnam Pro" pitchFamily="34" charset="-122"/>
                <a:cs typeface="Be Vietnam Pro" pitchFamily="34" charset="-120"/>
              </a:rPr>
              <a:t> ·</a:t>
            </a:r>
            <a:r>
              <a:rPr lang="en-US" sz="1800" dirty="0" spc="-1" kern="0">
                <a:solidFill>
                  <a:srgbClr val="9AA0B5"/>
                </a:solidFill>
                <a:latin typeface="Be Vietnam Pro" pitchFamily="34" charset="0"/>
                <a:ea typeface="Be Vietnam Pro" pitchFamily="34" charset="-122"/>
                <a:cs typeface="Be Vietnam Pro" pitchFamily="34" charset="-120"/>
              </a:rPr>
              <a:t> 03/17</a:t>
            </a:r>
            <a:endParaRPr lang="en-US" sz="1800" dirty="0"/>
          </a:p>
        </p:txBody>
      </p:sp>
      <p:sp>
        <p:nvSpPr>
          <p:cNvPr id="41" name="Shape 38"/>
          <p:cNvSpPr/>
          <p:nvPr/>
        </p:nvSpPr>
        <p:spPr>
          <a:xfrm>
            <a:off x="15983712" y="9076331"/>
            <a:ext cx="1645920" cy="552301"/>
          </a:xfrm>
          <a:prstGeom prst="roundRect">
            <a:avLst>
              <a:gd name="adj" fmla="val 28000"/>
            </a:avLst>
          </a:prstGeom>
          <a:solidFill>
            <a:srgbClr val="FFFFFF">
              <a:alpha val="82000"/>
            </a:srgbClr>
          </a:solidFill>
          <a:ln/>
        </p:spPr>
      </p:sp>
      <p:pic>
        <p:nvPicPr>
          <p:cNvPr id="42" name="Moda image moda-export-watermark-da5a67fc-c079-474c-99c6-6711751d4dba"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Cách</a:t>
            </a: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 đọc</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biểu</a:t>
            </a:r>
            <a:r>
              <a:rPr lang="en-US" sz="5700" dirty="0" spc="5" kern="0">
                <a:solidFill>
                  <a:srgbClr val="14161C"/>
                </a:solidFill>
                <a:latin typeface="Bricolage Grotesque ExtraBold" pitchFamily="34" charset="0"/>
                <a:ea typeface="Bricolage Grotesque ExtraBold" pitchFamily="34" charset="-122"/>
                <a:cs typeface="Bricolage Grotesque ExtraBold" pitchFamily="34" charset="-120"/>
              </a:rPr>
              <a:t> đồ:</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năm</a:t>
            </a:r>
            <a:r>
              <a:rPr lang="en-US" sz="5700" dirty="0" spc="-51" kern="0">
                <a:solidFill>
                  <a:srgbClr val="14161C"/>
                </a:solidFill>
                <a:latin typeface="Bricolage Grotesque ExtraBold" pitchFamily="34" charset="0"/>
                <a:ea typeface="Bricolage Grotesque ExtraBold" pitchFamily="34" charset="-122"/>
                <a:cs typeface="Bricolage Grotesque ExtraBold" pitchFamily="34" charset="-120"/>
              </a:rPr>
              <a:t> đường</a:t>
            </a:r>
            <a:r>
              <a:rPr lang="en-US" sz="5700" dirty="0" spc="-66" kern="0">
                <a:solidFill>
                  <a:srgbClr val="14161C"/>
                </a:solidFill>
                <a:latin typeface="Bricolage Grotesque ExtraBold" pitchFamily="34" charset="0"/>
                <a:ea typeface="Bricolage Grotesque ExtraBold" pitchFamily="34" charset="-122"/>
                <a:cs typeface="Bricolage Grotesque ExtraBold" pitchFamily="34" charset="-120"/>
              </a:rPr>
              <a:t> và</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chín</a:t>
            </a:r>
            <a:r>
              <a:rPr lang="en-US" sz="5700" dirty="0" spc="19" kern="0">
                <a:solidFill>
                  <a:srgbClr val="14161C"/>
                </a:solidFill>
                <a:latin typeface="Bricolage Grotesque ExtraBold" pitchFamily="34" charset="0"/>
                <a:ea typeface="Bricolage Grotesque ExtraBold" pitchFamily="34" charset="-122"/>
                <a:cs typeface="Bricolage Grotesque ExtraBold" pitchFamily="34" charset="-120"/>
              </a:rPr>
              <a:t> điểm</a:t>
            </a: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 đo</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DDD5C1"/>
            </a:solidFill>
            <a:prstDash val="solid"/>
          </a:ln>
        </p:spPr>
      </p:sp>
      <p:pic>
        <p:nvPicPr>
          <p:cNvPr id="4" name="Moda image rect-1793096755054-460684254" descr="">    </p:cNvPr>
          <p:cNvPicPr>
            <a:picLocks noChangeAspect="1"/>
          </p:cNvPicPr>
          <p:nvPr/>
        </p:nvPicPr>
        <p:blipFill>
          <a:blip r:embed="rId1"/>
          <a:srcRect l="0" r="0" t="0" b="0"/>
          <a:stretch/>
        </p:blipFill>
        <p:spPr>
          <a:xfrm>
            <a:off x="1104900" y="2438400"/>
            <a:ext cx="8572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14435" rIns="0" bIns="-14435" rtlCol="0" anchor="t"/>
          <a:lstStyle/>
          <a:p>
            <a:pPr algn="l" indent="0" marL="0">
              <a:lnSpc>
                <a:spcPts val="1815"/>
              </a:lnSpc>
              <a:buNone/>
            </a:pPr>
            <a:r>
              <a:rPr lang="en-US" sz="1650" dirty="0" spc="-2" kern="0">
                <a:solidFill>
                  <a:srgbClr val="6B6A66"/>
                </a:solidFill>
                <a:latin typeface="Be Vietnam Pro" pitchFamily="34" charset="0"/>
                <a:ea typeface="Be Vietnam Pro" pitchFamily="34" charset="-122"/>
                <a:cs typeface="Be Vietnam Pro" pitchFamily="34" charset="-120"/>
              </a:rPr>
              <a:t>Hình:</a:t>
            </a:r>
            <a:r>
              <a:rPr lang="en-US" sz="1650" dirty="0" spc="-54" kern="0">
                <a:solidFill>
                  <a:srgbClr val="6B6A66"/>
                </a:solidFill>
                <a:latin typeface="Be Vietnam Pro" pitchFamily="34" charset="0"/>
                <a:ea typeface="Be Vietnam Pro" pitchFamily="34" charset="-122"/>
                <a:cs typeface="Be Vietnam Pro" pitchFamily="34" charset="-120"/>
              </a:rPr>
              <a:t> Tự</a:t>
            </a:r>
            <a:r>
              <a:rPr lang="en-US" sz="1650" dirty="0" spc="-7" kern="0">
                <a:solidFill>
                  <a:srgbClr val="6B6A66"/>
                </a:solidFill>
                <a:latin typeface="Be Vietnam Pro" pitchFamily="34" charset="0"/>
                <a:ea typeface="Be Vietnam Pro" pitchFamily="34" charset="-122"/>
                <a:cs typeface="Be Vietnam Pro" pitchFamily="34" charset="-120"/>
              </a:rPr>
              <a:t> vẽ</a:t>
            </a:r>
            <a:r>
              <a:rPr lang="en-US" sz="1650" dirty="0" spc="0" kern="0">
                <a:solidFill>
                  <a:srgbClr val="6B6A66"/>
                </a:solidFill>
                <a:latin typeface="Be Vietnam Pro" pitchFamily="34" charset="0"/>
                <a:ea typeface="Be Vietnam Pro" pitchFamily="34" charset="-122"/>
                <a:cs typeface="Be Vietnam Pro" pitchFamily="34" charset="-120"/>
              </a:rPr>
              <a:t> lại</a:t>
            </a:r>
            <a:r>
              <a:rPr lang="en-US" sz="1650" dirty="0" spc="4" kern="0">
                <a:solidFill>
                  <a:srgbClr val="6B6A66"/>
                </a:solidFill>
                <a:latin typeface="Be Vietnam Pro" pitchFamily="34" charset="0"/>
                <a:ea typeface="Be Vietnam Pro" pitchFamily="34" charset="-122"/>
                <a:cs typeface="Be Vietnam Pro" pitchFamily="34" charset="-120"/>
              </a:rPr>
              <a:t> từ</a:t>
            </a:r>
            <a:r>
              <a:rPr lang="en-US" sz="1650" dirty="0" spc="-4" kern="0">
                <a:solidFill>
                  <a:srgbClr val="6B6A66"/>
                </a:solidFill>
                <a:latin typeface="Be Vietnam Pro" pitchFamily="34" charset="0"/>
                <a:ea typeface="Be Vietnam Pro" pitchFamily="34" charset="-122"/>
                <a:cs typeface="Be Vietnam Pro" pitchFamily="34" charset="-120"/>
              </a:rPr>
              <a:t> số</a:t>
            </a:r>
            <a:r>
              <a:rPr lang="en-US" sz="1650" dirty="0" spc="0" kern="0">
                <a:solidFill>
                  <a:srgbClr val="6B6A66"/>
                </a:solidFill>
                <a:latin typeface="Be Vietnam Pro" pitchFamily="34" charset="0"/>
                <a:ea typeface="Be Vietnam Pro" pitchFamily="34" charset="-122"/>
                <a:cs typeface="Be Vietnam Pro" pitchFamily="34" charset="-120"/>
              </a:rPr>
              <a:t> liệu của</a:t>
            </a:r>
            <a:r>
              <a:rPr lang="en-US" sz="1650" dirty="0" spc="1" kern="0">
                <a:solidFill>
                  <a:srgbClr val="6B6A66"/>
                </a:solidFill>
                <a:latin typeface="Be Vietnam Pro" pitchFamily="34" charset="0"/>
                <a:ea typeface="Be Vietnam Pro" pitchFamily="34" charset="-122"/>
                <a:cs typeface="Be Vietnam Pro" pitchFamily="34" charset="-120"/>
              </a:rPr>
              <a:t> biểu</a:t>
            </a:r>
            <a:r>
              <a:rPr lang="en-US" sz="1650" dirty="0" spc="14" kern="0">
                <a:solidFill>
                  <a:srgbClr val="6B6A66"/>
                </a:solidFill>
                <a:latin typeface="Be Vietnam Pro" pitchFamily="34" charset="0"/>
                <a:ea typeface="Be Vietnam Pro" pitchFamily="34" charset="-122"/>
                <a:cs typeface="Be Vietnam Pro" pitchFamily="34" charset="-120"/>
              </a:rPr>
              <a:t> đồ</a:t>
            </a:r>
            <a:r>
              <a:rPr lang="en-US" sz="1650" dirty="0" spc="0" kern="0">
                <a:solidFill>
                  <a:srgbClr val="6B6A66"/>
                </a:solidFill>
                <a:latin typeface="Be Vietnam Pro" pitchFamily="34" charset="0"/>
                <a:ea typeface="Be Vietnam Pro" pitchFamily="34" charset="-122"/>
                <a:cs typeface="Be Vietnam Pro" pitchFamily="34" charset="-120"/>
              </a:rPr>
              <a:t> S1</a:t>
            </a:r>
            <a:r>
              <a:rPr lang="en-US" sz="1650" dirty="0" spc="7" kern="0">
                <a:solidFill>
                  <a:srgbClr val="6B6A66"/>
                </a:solidFill>
                <a:latin typeface="Be Vietnam Pro" pitchFamily="34" charset="0"/>
                <a:ea typeface="Be Vietnam Pro" pitchFamily="34" charset="-122"/>
                <a:cs typeface="Be Vietnam Pro" pitchFamily="34" charset="-120"/>
              </a:rPr>
              <a:t> (đọc</a:t>
            </a:r>
            <a:r>
              <a:rPr lang="en-US" sz="1650" dirty="0" spc="-2" kern="0">
                <a:solidFill>
                  <a:srgbClr val="6B6A66"/>
                </a:solidFill>
                <a:latin typeface="Be Vietnam Pro" pitchFamily="34" charset="0"/>
                <a:ea typeface="Be Vietnam Pro" pitchFamily="34" charset="-122"/>
                <a:cs typeface="Be Vietnam Pro" pitchFamily="34" charset="-120"/>
              </a:rPr>
              <a:t> bằng</a:t>
            </a:r>
            <a:r>
              <a:rPr lang="en-US" sz="1650" dirty="0" spc="-4" kern="0">
                <a:solidFill>
                  <a:srgbClr val="6B6A66"/>
                </a:solidFill>
                <a:latin typeface="Be Vietnam Pro" pitchFamily="34" charset="0"/>
                <a:ea typeface="Be Vietnam Pro" pitchFamily="34" charset="-122"/>
                <a:cs typeface="Be Vietnam Pro" pitchFamily="34" charset="-120"/>
              </a:rPr>
              <a:t> mắt,</a:t>
            </a:r>
            <a:r>
              <a:rPr lang="en-US" sz="1650" dirty="0" spc="2" kern="0">
                <a:solidFill>
                  <a:srgbClr val="6B6A66"/>
                </a:solidFill>
                <a:latin typeface="Be Vietnam Pro" pitchFamily="34" charset="0"/>
                <a:ea typeface="Be Vietnam Pro" pitchFamily="34" charset="-122"/>
                <a:cs typeface="Be Vietnam Pro" pitchFamily="34" charset="-120"/>
              </a:rPr>
              <a:t> ±2%)</a:t>
            </a:r>
            <a:endParaRPr lang="en-US" sz="1650" dirty="0"/>
          </a:p>
        </p:txBody>
      </p:sp>
      <p:sp>
        <p:nvSpPr>
          <p:cNvPr id="6" name="Shape 3"/>
          <p:cNvSpPr/>
          <p:nvPr/>
        </p:nvSpPr>
        <p:spPr>
          <a:xfrm>
            <a:off x="10248900" y="2247900"/>
            <a:ext cx="7124700" cy="838200"/>
          </a:xfrm>
          <a:prstGeom prst="roundRect">
            <a:avLst>
              <a:gd name="adj" fmla="val 22727"/>
            </a:avLst>
          </a:prstGeom>
          <a:solidFill>
            <a:srgbClr val="E8E0CF"/>
          </a:solidFill>
          <a:ln/>
        </p:spPr>
      </p:sp>
      <p:sp>
        <p:nvSpPr>
          <p:cNvPr id="7" name="Shape 4"/>
          <p:cNvSpPr/>
          <p:nvPr/>
        </p:nvSpPr>
        <p:spPr>
          <a:xfrm>
            <a:off x="10248900" y="2247900"/>
            <a:ext cx="114300" cy="838200"/>
          </a:xfrm>
          <a:prstGeom prst="roundRect">
            <a:avLst>
              <a:gd name="adj" fmla="val 50000"/>
            </a:avLst>
          </a:prstGeom>
          <a:solidFill>
            <a:srgbClr val="E91EC8"/>
          </a:solidFill>
          <a:ln/>
        </p:spPr>
      </p:sp>
      <p:sp>
        <p:nvSpPr>
          <p:cNvPr id="8" name="Text 5"/>
          <p:cNvSpPr/>
          <p:nvPr/>
        </p:nvSpPr>
        <p:spPr>
          <a:xfrm>
            <a:off x="10591800" y="2343150"/>
            <a:ext cx="6591300" cy="333375"/>
          </a:xfrm>
          <a:prstGeom prst="rect">
            <a:avLst/>
          </a:prstGeom>
          <a:noFill/>
          <a:ln/>
        </p:spPr>
        <p:txBody>
          <a:bodyPr wrap="square" lIns="0" tIns="0" rIns="0" bIns="0" rtlCol="0" anchor="ctr"/>
          <a:lstStyle/>
          <a:p>
            <a:pPr algn="l" indent="0" marL="0">
              <a:buNone/>
            </a:pPr>
            <a:r>
              <a:rPr lang="en-US" sz="2187" dirty="0" spc="-11" kern="0">
                <a:solidFill>
                  <a:srgbClr val="E91EC8"/>
                </a:solidFill>
                <a:latin typeface="Be Vietnam Pro ExtraBold" pitchFamily="34" charset="0"/>
                <a:ea typeface="Be Vietnam Pro ExtraBold" pitchFamily="34" charset="-122"/>
                <a:cs typeface="Be Vietnam Pro ExtraBold" pitchFamily="34" charset="-120"/>
              </a:rPr>
              <a:t>Urea</a:t>
            </a:r>
            <a:r>
              <a:rPr lang="en-US" sz="2187" dirty="0" spc="-5" kern="0">
                <a:solidFill>
                  <a:srgbClr val="E91EC8"/>
                </a:solidFill>
                <a:latin typeface="Be Vietnam Pro ExtraBold" pitchFamily="34" charset="0"/>
                <a:ea typeface="Be Vietnam Pro ExtraBold" pitchFamily="34" charset="-122"/>
                <a:cs typeface="Be Vietnam Pro ExtraBold" pitchFamily="34" charset="-120"/>
              </a:rPr>
              <a:t> (hồng)</a:t>
            </a:r>
            <a:endParaRPr lang="en-US" sz="2187" dirty="0"/>
          </a:p>
        </p:txBody>
      </p:sp>
      <p:sp>
        <p:nvSpPr>
          <p:cNvPr id="9" name="Text 6"/>
          <p:cNvSpPr/>
          <p:nvPr/>
        </p:nvSpPr>
        <p:spPr>
          <a:xfrm>
            <a:off x="10591800" y="2581275"/>
            <a:ext cx="6591300" cy="466725"/>
          </a:xfrm>
          <a:prstGeom prst="rect">
            <a:avLst/>
          </a:prstGeom>
          <a:noFill/>
          <a:ln/>
        </p:spPr>
        <p:txBody>
          <a:bodyPr wrap="square" lIns="0" tIns="14180" rIns="0" bIns="-14180" rtlCol="0" anchor="ctr"/>
          <a:lstStyle/>
          <a:p>
            <a:pPr algn="l" indent="0" marL="0">
              <a:lnSpc>
                <a:spcPts val="2933"/>
              </a:lnSpc>
              <a:buNone/>
            </a:pPr>
            <a:r>
              <a:rPr lang="en-US" sz="2550" dirty="0" spc="-28" kern="0">
                <a:solidFill>
                  <a:srgbClr val="14161C"/>
                </a:solidFill>
                <a:latin typeface="Be Vietnam Pro SemiBold" pitchFamily="34" charset="0"/>
                <a:ea typeface="Be Vietnam Pro SemiBold" pitchFamily="34" charset="-122"/>
                <a:cs typeface="Be Vietnam Pro SemiBold" pitchFamily="34" charset="-120"/>
              </a:rPr>
              <a:t>về</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0</a:t>
            </a:r>
            <a:r>
              <a:rPr lang="en-US" sz="2550" dirty="0" spc="-5" kern="0">
                <a:solidFill>
                  <a:srgbClr val="14161C"/>
                </a:solidFill>
                <a:latin typeface="Be Vietnam Pro SemiBold" pitchFamily="34" charset="0"/>
                <a:ea typeface="Be Vietnam Pro SemiBold" pitchFamily="34" charset="-122"/>
                <a:cs typeface="Be Vietnam Pro SemiBold" pitchFamily="34" charset="-120"/>
              </a:rPr>
              <a:t> sau</a:t>
            </a:r>
            <a:r>
              <a:rPr lang="en-US" sz="2550" dirty="0" spc="0" kern="0">
                <a:solidFill>
                  <a:srgbClr val="14161C"/>
                </a:solidFill>
                <a:latin typeface="Be Vietnam Pro SemiBold" pitchFamily="34" charset="0"/>
                <a:ea typeface="Be Vietnam Pro SemiBold" pitchFamily="34" charset="-122"/>
                <a:cs typeface="Be Vietnam Pro SemiBold" pitchFamily="34" charset="-120"/>
              </a:rPr>
              <a:t> ~250°C</a:t>
            </a:r>
            <a:endParaRPr lang="en-US" sz="2550" dirty="0"/>
          </a:p>
        </p:txBody>
      </p:sp>
      <p:sp>
        <p:nvSpPr>
          <p:cNvPr id="10" name="Shape 7"/>
          <p:cNvSpPr/>
          <p:nvPr/>
        </p:nvSpPr>
        <p:spPr>
          <a:xfrm>
            <a:off x="10248900" y="3219450"/>
            <a:ext cx="7124700" cy="838200"/>
          </a:xfrm>
          <a:prstGeom prst="roundRect">
            <a:avLst>
              <a:gd name="adj" fmla="val 22727"/>
            </a:avLst>
          </a:prstGeom>
          <a:solidFill>
            <a:srgbClr val="E8E0CF"/>
          </a:solidFill>
          <a:ln/>
        </p:spPr>
      </p:sp>
      <p:sp>
        <p:nvSpPr>
          <p:cNvPr id="11" name="Shape 8"/>
          <p:cNvSpPr/>
          <p:nvPr/>
        </p:nvSpPr>
        <p:spPr>
          <a:xfrm>
            <a:off x="10248900" y="3219450"/>
            <a:ext cx="114300" cy="838200"/>
          </a:xfrm>
          <a:prstGeom prst="roundRect">
            <a:avLst>
              <a:gd name="adj" fmla="val 50000"/>
            </a:avLst>
          </a:prstGeom>
          <a:solidFill>
            <a:srgbClr val="1B8A1B"/>
          </a:solidFill>
          <a:ln/>
        </p:spPr>
      </p:sp>
      <p:sp>
        <p:nvSpPr>
          <p:cNvPr id="12" name="Text 9"/>
          <p:cNvSpPr/>
          <p:nvPr/>
        </p:nvSpPr>
        <p:spPr>
          <a:xfrm>
            <a:off x="10591800" y="3314700"/>
            <a:ext cx="6591300" cy="333375"/>
          </a:xfrm>
          <a:prstGeom prst="rect">
            <a:avLst/>
          </a:prstGeom>
          <a:noFill/>
          <a:ln/>
        </p:spPr>
        <p:txBody>
          <a:bodyPr wrap="square" lIns="0" tIns="0" rIns="0" bIns="0" rtlCol="0" anchor="ctr"/>
          <a:lstStyle/>
          <a:p>
            <a:pPr algn="l" indent="0" marL="0">
              <a:buNone/>
            </a:pPr>
            <a:r>
              <a:rPr lang="en-US" sz="2187" dirty="0" spc="-9" kern="0">
                <a:solidFill>
                  <a:srgbClr val="1B8A1B"/>
                </a:solidFill>
                <a:latin typeface="Be Vietnam Pro ExtraBold" pitchFamily="34" charset="0"/>
                <a:ea typeface="Be Vietnam Pro ExtraBold" pitchFamily="34" charset="-122"/>
                <a:cs typeface="Be Vietnam Pro ExtraBold" pitchFamily="34" charset="-120"/>
              </a:rPr>
              <a:t>Biuret</a:t>
            </a:r>
            <a:r>
              <a:rPr lang="en-US" sz="2187" dirty="0" spc="-10" kern="0">
                <a:solidFill>
                  <a:srgbClr val="1B8A1B"/>
                </a:solidFill>
                <a:latin typeface="Be Vietnam Pro ExtraBold" pitchFamily="34" charset="0"/>
                <a:ea typeface="Be Vietnam Pro ExtraBold" pitchFamily="34" charset="-122"/>
                <a:cs typeface="Be Vietnam Pro ExtraBold" pitchFamily="34" charset="-120"/>
              </a:rPr>
              <a:t> (xanh</a:t>
            </a:r>
            <a:r>
              <a:rPr lang="en-US" sz="2187" dirty="0" spc="-4" kern="0">
                <a:solidFill>
                  <a:srgbClr val="1B8A1B"/>
                </a:solidFill>
                <a:latin typeface="Be Vietnam Pro ExtraBold" pitchFamily="34" charset="0"/>
                <a:ea typeface="Be Vietnam Pro ExtraBold" pitchFamily="34" charset="-122"/>
                <a:cs typeface="Be Vietnam Pro ExtraBold" pitchFamily="34" charset="-120"/>
              </a:rPr>
              <a:t> lá)</a:t>
            </a:r>
            <a:endParaRPr lang="en-US" sz="2187" dirty="0"/>
          </a:p>
        </p:txBody>
      </p:sp>
      <p:sp>
        <p:nvSpPr>
          <p:cNvPr id="13" name="Text 10"/>
          <p:cNvSpPr/>
          <p:nvPr/>
        </p:nvSpPr>
        <p:spPr>
          <a:xfrm>
            <a:off x="10591800" y="3552825"/>
            <a:ext cx="6591300" cy="466725"/>
          </a:xfrm>
          <a:prstGeom prst="rect">
            <a:avLst/>
          </a:prstGeom>
          <a:noFill/>
          <a:ln/>
        </p:spPr>
        <p:txBody>
          <a:bodyPr wrap="square" lIns="0" tIns="14180" rIns="0" bIns="-14180" rtlCol="0" anchor="ctr"/>
          <a:lstStyle/>
          <a:p>
            <a:pPr algn="l" indent="0" marL="0">
              <a:lnSpc>
                <a:spcPts val="2933"/>
              </a:lnSpc>
              <a:buNone/>
            </a:pPr>
            <a:r>
              <a:rPr lang="en-US" sz="2550" dirty="0" spc="23" kern="0">
                <a:solidFill>
                  <a:srgbClr val="14161C"/>
                </a:solidFill>
                <a:latin typeface="Be Vietnam Pro SemiBold" pitchFamily="34" charset="0"/>
                <a:ea typeface="Be Vietnam Pro SemiBold" pitchFamily="34" charset="-122"/>
                <a:cs typeface="Be Vietnam Pro SemiBold" pitchFamily="34" charset="-120"/>
              </a:rPr>
              <a:t>đỉnh</a:t>
            </a:r>
            <a:r>
              <a:rPr lang="en-US" sz="2550" dirty="0" spc="-3" kern="0">
                <a:solidFill>
                  <a:srgbClr val="14161C"/>
                </a:solidFill>
                <a:latin typeface="Be Vietnam Pro SemiBold" pitchFamily="34" charset="0"/>
                <a:ea typeface="Be Vietnam Pro SemiBold" pitchFamily="34" charset="-122"/>
                <a:cs typeface="Be Vietnam Pro SemiBold" pitchFamily="34" charset="-120"/>
              </a:rPr>
              <a:t> ~28%</a:t>
            </a:r>
            <a:r>
              <a:rPr lang="en-US" sz="2550" dirty="0" spc="0" kern="0">
                <a:solidFill>
                  <a:srgbClr val="14161C"/>
                </a:solidFill>
                <a:latin typeface="Be Vietnam Pro SemiBold" pitchFamily="34" charset="0"/>
                <a:ea typeface="Be Vietnam Pro SemiBold" pitchFamily="34" charset="-122"/>
                <a:cs typeface="Be Vietnam Pro SemiBold" pitchFamily="34" charset="-120"/>
              </a:rPr>
              <a:t> ở 190°C</a:t>
            </a:r>
            <a:endParaRPr lang="en-US" sz="2550" dirty="0"/>
          </a:p>
        </p:txBody>
      </p:sp>
      <p:sp>
        <p:nvSpPr>
          <p:cNvPr id="14" name="Shape 11"/>
          <p:cNvSpPr/>
          <p:nvPr/>
        </p:nvSpPr>
        <p:spPr>
          <a:xfrm>
            <a:off x="10248900" y="4191000"/>
            <a:ext cx="7124700" cy="838200"/>
          </a:xfrm>
          <a:prstGeom prst="roundRect">
            <a:avLst>
              <a:gd name="adj" fmla="val 22727"/>
            </a:avLst>
          </a:prstGeom>
          <a:solidFill>
            <a:srgbClr val="E8E0CF"/>
          </a:solidFill>
          <a:ln/>
        </p:spPr>
      </p:sp>
      <p:sp>
        <p:nvSpPr>
          <p:cNvPr id="15" name="Shape 12"/>
          <p:cNvSpPr/>
          <p:nvPr/>
        </p:nvSpPr>
        <p:spPr>
          <a:xfrm>
            <a:off x="10248900" y="4191000"/>
            <a:ext cx="114300" cy="838200"/>
          </a:xfrm>
          <a:prstGeom prst="roundRect">
            <a:avLst>
              <a:gd name="adj" fmla="val 50000"/>
            </a:avLst>
          </a:prstGeom>
          <a:solidFill>
            <a:srgbClr val="0F766E"/>
          </a:solidFill>
          <a:ln/>
        </p:spPr>
      </p:sp>
      <p:sp>
        <p:nvSpPr>
          <p:cNvPr id="16" name="Text 13"/>
          <p:cNvSpPr/>
          <p:nvPr/>
        </p:nvSpPr>
        <p:spPr>
          <a:xfrm>
            <a:off x="10591800" y="4286250"/>
            <a:ext cx="6591300" cy="333375"/>
          </a:xfrm>
          <a:prstGeom prst="rect">
            <a:avLst/>
          </a:prstGeom>
          <a:noFill/>
          <a:ln/>
        </p:spPr>
        <p:txBody>
          <a:bodyPr wrap="square" lIns="0" tIns="0" rIns="0" bIns="0" rtlCol="0" anchor="ctr"/>
          <a:lstStyle/>
          <a:p>
            <a:pPr algn="l" indent="0" marL="0">
              <a:buNone/>
            </a:pPr>
            <a:r>
              <a:rPr lang="en-US" sz="2187" dirty="0" spc="2" kern="0">
                <a:solidFill>
                  <a:srgbClr val="0F766E"/>
                </a:solidFill>
                <a:latin typeface="Be Vietnam Pro ExtraBold" pitchFamily="34" charset="0"/>
                <a:ea typeface="Be Vietnam Pro ExtraBold" pitchFamily="34" charset="-122"/>
                <a:cs typeface="Be Vietnam Pro ExtraBold" pitchFamily="34" charset="-120"/>
              </a:rPr>
              <a:t>Tím,</a:t>
            </a:r>
            <a:r>
              <a:rPr lang="en-US" sz="2187" dirty="0" spc="6" kern="0">
                <a:solidFill>
                  <a:srgbClr val="0F766E"/>
                </a:solidFill>
                <a:latin typeface="Be Vietnam Pro ExtraBold" pitchFamily="34" charset="0"/>
                <a:ea typeface="Be Vietnam Pro ExtraBold" pitchFamily="34" charset="-122"/>
                <a:cs typeface="Be Vietnam Pro ExtraBold" pitchFamily="34" charset="-120"/>
              </a:rPr>
              <a:t> đỏ</a:t>
            </a:r>
            <a:endParaRPr lang="en-US" sz="2187" dirty="0"/>
          </a:p>
        </p:txBody>
      </p:sp>
      <p:sp>
        <p:nvSpPr>
          <p:cNvPr id="17" name="Text 14"/>
          <p:cNvSpPr/>
          <p:nvPr/>
        </p:nvSpPr>
        <p:spPr>
          <a:xfrm>
            <a:off x="10591800" y="4524375"/>
            <a:ext cx="6591300" cy="466725"/>
          </a:xfrm>
          <a:prstGeom prst="rect">
            <a:avLst/>
          </a:prstGeom>
          <a:noFill/>
          <a:ln/>
        </p:spPr>
        <p:txBody>
          <a:bodyPr wrap="square" lIns="0" tIns="14180" rIns="0" bIns="-14180" rtlCol="0" anchor="ctr"/>
          <a:lstStyle/>
          <a:p>
            <a:pPr algn="l" indent="0" marL="0">
              <a:lnSpc>
                <a:spcPts val="2933"/>
              </a:lnSpc>
              <a:buNone/>
            </a:pPr>
            <a:r>
              <a:rPr lang="en-US" sz="2550" dirty="0" spc="-13" kern="0">
                <a:solidFill>
                  <a:srgbClr val="14161C"/>
                </a:solidFill>
                <a:latin typeface="Be Vietnam Pro SemiBold" pitchFamily="34" charset="0"/>
                <a:ea typeface="Be Vietnam Pro SemiBold" pitchFamily="34" charset="-122"/>
                <a:cs typeface="Be Vietnam Pro SemiBold" pitchFamily="34" charset="-120"/>
              </a:rPr>
              <a:t>cyanuric</a:t>
            </a:r>
            <a:r>
              <a:rPr lang="en-US" sz="2550" dirty="0" spc="2" kern="0">
                <a:solidFill>
                  <a:srgbClr val="14161C"/>
                </a:solidFill>
                <a:latin typeface="Be Vietnam Pro SemiBold" pitchFamily="34" charset="0"/>
                <a:ea typeface="Be Vietnam Pro SemiBold" pitchFamily="34" charset="-122"/>
                <a:cs typeface="Be Vietnam Pro SemiBold" pitchFamily="34" charset="-120"/>
              </a:rPr>
              <a:t> acid,</a:t>
            </a:r>
            <a:r>
              <a:rPr lang="en-US" sz="2550" dirty="0" spc="-5" kern="0">
                <a:solidFill>
                  <a:srgbClr val="14161C"/>
                </a:solidFill>
                <a:latin typeface="Be Vietnam Pro SemiBold" pitchFamily="34" charset="0"/>
                <a:ea typeface="Be Vietnam Pro SemiBold" pitchFamily="34" charset="-122"/>
                <a:cs typeface="Be Vietnam Pro SemiBold" pitchFamily="34" charset="-120"/>
              </a:rPr>
              <a:t> ammelide</a:t>
            </a:r>
            <a:endParaRPr lang="en-US" sz="2550" dirty="0"/>
          </a:p>
        </p:txBody>
      </p:sp>
      <p:sp>
        <p:nvSpPr>
          <p:cNvPr id="18" name="Shape 15"/>
          <p:cNvSpPr/>
          <p:nvPr/>
        </p:nvSpPr>
        <p:spPr>
          <a:xfrm>
            <a:off x="10248900" y="5162550"/>
            <a:ext cx="7124700" cy="3181350"/>
          </a:xfrm>
          <a:prstGeom prst="roundRect">
            <a:avLst>
              <a:gd name="adj" fmla="val 5988"/>
            </a:avLst>
          </a:prstGeom>
          <a:solidFill>
            <a:srgbClr val="DDE3FA"/>
          </a:solidFill>
          <a:ln/>
        </p:spPr>
      </p:sp>
      <p:sp>
        <p:nvSpPr>
          <p:cNvPr id="19" name="Text 16"/>
          <p:cNvSpPr/>
          <p:nvPr/>
        </p:nvSpPr>
        <p:spPr>
          <a:xfrm>
            <a:off x="10553700" y="5429250"/>
            <a:ext cx="6515100" cy="2647950"/>
          </a:xfrm>
          <a:prstGeom prst="rect">
            <a:avLst/>
          </a:prstGeom>
          <a:noFill/>
          <a:ln/>
        </p:spPr>
        <p:txBody>
          <a:bodyPr wrap="square" lIns="0" tIns="12144" rIns="0" bIns="-12144" rtlCol="0" anchor="t"/>
          <a:lstStyle/>
          <a:p>
            <a:pPr algn="l" indent="0" marL="0">
              <a:lnSpc>
                <a:spcPts val="2925"/>
              </a:lnSpc>
              <a:buNone/>
            </a:pPr>
            <a:r>
              <a:rPr lang="en-US" sz="2250" dirty="0" spc="-2" kern="0">
                <a:solidFill>
                  <a:srgbClr val="14161C"/>
                </a:solidFill>
                <a:latin typeface="Be Vietnam Pro" pitchFamily="34" charset="0"/>
                <a:ea typeface="Be Vietnam Pro" pitchFamily="34" charset="-122"/>
                <a:cs typeface="Be Vietnam Pro" pitchFamily="34" charset="-120"/>
              </a:rPr>
              <a:t>Hình</a:t>
            </a:r>
            <a:r>
              <a:rPr lang="en-US" sz="2250" dirty="0" spc="5" kern="0">
                <a:solidFill>
                  <a:srgbClr val="14161C"/>
                </a:solidFill>
                <a:latin typeface="Be Vietnam Pro" pitchFamily="34" charset="0"/>
                <a:ea typeface="Be Vietnam Pro" pitchFamily="34" charset="-122"/>
                <a:cs typeface="Be Vietnam Pro" pitchFamily="34" charset="-120"/>
              </a:rPr>
              <a:t> có</a:t>
            </a:r>
            <a:r>
              <a:rPr lang="en-US" sz="2250" dirty="0" spc="4" kern="0">
                <a:solidFill>
                  <a:srgbClr val="14161C"/>
                </a:solidFill>
                <a:latin typeface="Be Vietnam Pro" pitchFamily="34" charset="0"/>
                <a:ea typeface="Be Vietnam Pro" pitchFamily="34" charset="-122"/>
                <a:cs typeface="Be Vietnam Pro" pitchFamily="34" charset="-120"/>
              </a:rPr>
              <a:t> </a:t>
            </a:r>
            <a:pPr algn="l" indent="0" marL="0">
              <a:lnSpc>
                <a:spcPts val="2925"/>
              </a:lnSpc>
              <a:buNone/>
            </a:pPr>
            <a:r>
              <a:rPr lang="en-US" sz="2250" b="1" dirty="0" spc="0" kern="0">
                <a:solidFill>
                  <a:srgbClr val="1F3FD1"/>
                </a:solidFill>
                <a:latin typeface="Be Vietnam Pro" pitchFamily="34" charset="0"/>
                <a:ea typeface="Be Vietnam Pro" pitchFamily="34" charset="-122"/>
                <a:cs typeface="Be Vietnam Pro" pitchFamily="34" charset="-120"/>
              </a:rPr>
              <a:t>9</a:t>
            </a:r>
            <a:r>
              <a:rPr lang="en-US" sz="2250" b="1" dirty="0" spc="13" kern="0">
                <a:solidFill>
                  <a:srgbClr val="1F3FD1"/>
                </a:solidFill>
                <a:latin typeface="Be Vietnam Pro" pitchFamily="34" charset="0"/>
                <a:ea typeface="Be Vietnam Pro" pitchFamily="34" charset="-122"/>
                <a:cs typeface="Be Vietnam Pro" pitchFamily="34" charset="-120"/>
              </a:rPr>
              <a:t> điểm</a:t>
            </a:r>
            <a:r>
              <a:rPr lang="en-US" sz="2250" b="1" dirty="0" spc="10" kern="0">
                <a:solidFill>
                  <a:srgbClr val="1F3FD1"/>
                </a:solidFill>
                <a:latin typeface="Be Vietnam Pro" pitchFamily="34" charset="0"/>
                <a:ea typeface="Be Vietnam Pro" pitchFamily="34" charset="-122"/>
                <a:cs typeface="Be Vietnam Pro" pitchFamily="34" charset="-120"/>
              </a:rPr>
              <a:t> đo</a:t>
            </a:r>
            <a:pPr algn="l" indent="0" marL="0">
              <a:lnSpc>
                <a:spcPts val="2925"/>
              </a:lnSpc>
              <a:buNone/>
            </a:pPr>
            <a:r>
              <a:rPr lang="en-US" sz="2250" dirty="0" spc="6" kern="0">
                <a:solidFill>
                  <a:srgbClr val="14161C"/>
                </a:solidFill>
                <a:latin typeface="Be Vietnam Pro" pitchFamily="34" charset="0"/>
                <a:ea typeface="Be Vietnam Pro" pitchFamily="34" charset="-122"/>
                <a:cs typeface="Be Vietnam Pro" pitchFamily="34" charset="-120"/>
              </a:rPr>
              <a:t>:</a:t>
            </a:r>
            <a:r>
              <a:rPr lang="en-US" sz="2250" dirty="0" spc="0" kern="0">
                <a:solidFill>
                  <a:srgbClr val="14161C"/>
                </a:solidFill>
                <a:latin typeface="Be Vietnam Pro" pitchFamily="34" charset="0"/>
                <a:ea typeface="Be Vietnam Pro" pitchFamily="34" charset="-122"/>
                <a:cs typeface="Be Vietnam Pro" pitchFamily="34" charset="-120"/>
              </a:rPr>
              <a:t> 133, 190,</a:t>
            </a:r>
            <a:r>
              <a:rPr lang="en-US" sz="2250" dirty="0" spc="1" kern="0">
                <a:solidFill>
                  <a:srgbClr val="14161C"/>
                </a:solidFill>
                <a:latin typeface="Be Vietnam Pro" pitchFamily="34" charset="0"/>
                <a:ea typeface="Be Vietnam Pro" pitchFamily="34" charset="-122"/>
                <a:cs typeface="Be Vietnam Pro" pitchFamily="34" charset="-120"/>
              </a:rPr>
              <a:t> 225,</a:t>
            </a:r>
            <a:r>
              <a:rPr lang="en-US" sz="2250" dirty="0" spc="-1" kern="0">
                <a:solidFill>
                  <a:srgbClr val="14161C"/>
                </a:solidFill>
                <a:latin typeface="Be Vietnam Pro" pitchFamily="34" charset="0"/>
                <a:ea typeface="Be Vietnam Pro" pitchFamily="34" charset="-122"/>
                <a:cs typeface="Be Vietnam Pro" pitchFamily="34" charset="-120"/>
              </a:rPr>
              <a:t> 250,</a:t>
            </a:r>
            <a:r>
              <a:rPr lang="en-US" sz="2250" dirty="0" spc="-5" kern="0">
                <a:solidFill>
                  <a:srgbClr val="14161C"/>
                </a:solidFill>
                <a:latin typeface="Be Vietnam Pro" pitchFamily="34" charset="0"/>
                <a:ea typeface="Be Vietnam Pro" pitchFamily="34" charset="-122"/>
                <a:cs typeface="Be Vietnam Pro" pitchFamily="34" charset="-120"/>
              </a:rPr>
              <a:t> 275,</a:t>
            </a:r>
            <a:r>
              <a:rPr lang="en-US" sz="2250" dirty="0" spc="-1" kern="0">
                <a:solidFill>
                  <a:srgbClr val="14161C"/>
                </a:solidFill>
                <a:latin typeface="Be Vietnam Pro" pitchFamily="34" charset="0"/>
                <a:ea typeface="Be Vietnam Pro" pitchFamily="34" charset="-122"/>
                <a:cs typeface="Be Vietnam Pro" pitchFamily="34" charset="-120"/>
              </a:rPr>
              <a:t> 325,</a:t>
            </a:r>
            <a:r>
              <a:rPr lang="en-US" sz="2250" dirty="0" spc="-2" kern="0">
                <a:solidFill>
                  <a:srgbClr val="14161C"/>
                </a:solidFill>
                <a:latin typeface="Be Vietnam Pro" pitchFamily="34" charset="0"/>
                <a:ea typeface="Be Vietnam Pro" pitchFamily="34" charset="-122"/>
                <a:cs typeface="Be Vietnam Pro" pitchFamily="34" charset="-120"/>
              </a:rPr>
              <a:t> 350,</a:t>
            </a:r>
            <a:r>
              <a:rPr lang="en-US" sz="2250" dirty="0" spc="-1" kern="0">
                <a:solidFill>
                  <a:srgbClr val="14161C"/>
                </a:solidFill>
                <a:latin typeface="Be Vietnam Pro" pitchFamily="34" charset="0"/>
                <a:ea typeface="Be Vietnam Pro" pitchFamily="34" charset="-122"/>
                <a:cs typeface="Be Vietnam Pro" pitchFamily="34" charset="-120"/>
              </a:rPr>
              <a:t> 400</a:t>
            </a:r>
            <a:r>
              <a:rPr lang="en-US" sz="2250" dirty="0" spc="-17" kern="0">
                <a:solidFill>
                  <a:srgbClr val="14161C"/>
                </a:solidFill>
                <a:latin typeface="Be Vietnam Pro" pitchFamily="34" charset="0"/>
                <a:ea typeface="Be Vietnam Pro" pitchFamily="34" charset="-122"/>
                <a:cs typeface="Be Vietnam Pro" pitchFamily="34" charset="-120"/>
              </a:rPr>
              <a:t> và</a:t>
            </a:r>
            <a:r>
              <a:rPr lang="en-US" sz="2250" dirty="0" spc="-1" kern="0">
                <a:solidFill>
                  <a:srgbClr val="14161C"/>
                </a:solidFill>
                <a:latin typeface="Be Vietnam Pro" pitchFamily="34" charset="0"/>
                <a:ea typeface="Be Vietnam Pro" pitchFamily="34" charset="-122"/>
                <a:cs typeface="Be Vietnam Pro" pitchFamily="34" charset="-120"/>
              </a:rPr>
              <a:t> 450°C.</a:t>
            </a:r>
            <a:r>
              <a:rPr lang="en-US" sz="2250" dirty="0" spc="-30" kern="0">
                <a:solidFill>
                  <a:srgbClr val="14161C"/>
                </a:solidFill>
                <a:latin typeface="Be Vietnam Pro" pitchFamily="34" charset="0"/>
                <a:ea typeface="Be Vietnam Pro" pitchFamily="34" charset="-122"/>
                <a:cs typeface="Be Vietnam Pro" pitchFamily="34" charset="-120"/>
              </a:rPr>
              <a:t> Trục</a:t>
            </a:r>
            <a:r>
              <a:rPr lang="en-US" sz="2250" dirty="0" spc="1" kern="0">
                <a:solidFill>
                  <a:srgbClr val="14161C"/>
                </a:solidFill>
                <a:latin typeface="Be Vietnam Pro" pitchFamily="34" charset="0"/>
                <a:ea typeface="Be Vietnam Pro" pitchFamily="34" charset="-122"/>
                <a:cs typeface="Be Vietnam Pro" pitchFamily="34" charset="-120"/>
              </a:rPr>
              <a:t> dọc</a:t>
            </a:r>
            <a:r>
              <a:rPr lang="en-US" sz="2250" dirty="0" spc="0" kern="0">
                <a:solidFill>
                  <a:srgbClr val="14161C"/>
                </a:solidFill>
                <a:latin typeface="Be Vietnam Pro" pitchFamily="34" charset="0"/>
                <a:ea typeface="Be Vietnam Pro" pitchFamily="34" charset="-122"/>
                <a:cs typeface="Be Vietnam Pro" pitchFamily="34" charset="-120"/>
              </a:rPr>
              <a:t> là</a:t>
            </a:r>
            <a:r>
              <a:rPr lang="en-US" sz="2250" dirty="0" spc="1" kern="0">
                <a:solidFill>
                  <a:srgbClr val="14161C"/>
                </a:solidFill>
                <a:latin typeface="Be Vietnam Pro" pitchFamily="34" charset="0"/>
                <a:ea typeface="Be Vietnam Pro" pitchFamily="34" charset="-122"/>
                <a:cs typeface="Be Vietnam Pro" pitchFamily="34" charset="-120"/>
              </a:rPr>
              <a:t> %</a:t>
            </a:r>
            <a:r>
              <a:rPr lang="en-US" sz="2250" dirty="0" spc="0" kern="0">
                <a:solidFill>
                  <a:srgbClr val="14161C"/>
                </a:solidFill>
                <a:latin typeface="Be Vietnam Pro" pitchFamily="34" charset="0"/>
                <a:ea typeface="Be Vietnam Pro" pitchFamily="34" charset="-122"/>
                <a:cs typeface="Be Vietnam Pro" pitchFamily="34" charset="-120"/>
              </a:rPr>
              <a:t> khối</a:t>
            </a:r>
            <a:r>
              <a:rPr lang="en-US" sz="2250" dirty="0" spc="5" kern="0">
                <a:solidFill>
                  <a:srgbClr val="14161C"/>
                </a:solidFill>
                <a:latin typeface="Be Vietnam Pro" pitchFamily="34" charset="0"/>
                <a:ea typeface="Be Vietnam Pro" pitchFamily="34" charset="-122"/>
                <a:cs typeface="Be Vietnam Pro" pitchFamily="34" charset="-120"/>
              </a:rPr>
              <a:t> lượng,</a:t>
            </a:r>
            <a:r>
              <a:rPr lang="en-US" sz="2250" dirty="0" spc="-23" kern="0">
                <a:solidFill>
                  <a:srgbClr val="14161C"/>
                </a:solidFill>
                <a:latin typeface="Be Vietnam Pro" pitchFamily="34" charset="0"/>
                <a:ea typeface="Be Vietnam Pro" pitchFamily="34" charset="-122"/>
                <a:cs typeface="Be Vietnam Pro" pitchFamily="34" charset="-120"/>
              </a:rPr>
              <a:t> urea</a:t>
            </a:r>
            <a:r>
              <a:rPr lang="en-US" sz="2250" dirty="0" spc="-1" kern="0">
                <a:solidFill>
                  <a:srgbClr val="14161C"/>
                </a:solidFill>
                <a:latin typeface="Be Vietnam Pro" pitchFamily="34" charset="0"/>
                <a:ea typeface="Be Vietnam Pro" pitchFamily="34" charset="-122"/>
                <a:cs typeface="Be Vietnam Pro" pitchFamily="34" charset="-120"/>
              </a:rPr>
              <a:t> ban</a:t>
            </a:r>
            <a:r>
              <a:rPr lang="en-US" sz="2250" dirty="0" spc="11" kern="0">
                <a:solidFill>
                  <a:srgbClr val="14161C"/>
                </a:solidFill>
                <a:latin typeface="Be Vietnam Pro" pitchFamily="34" charset="0"/>
                <a:ea typeface="Be Vietnam Pro" pitchFamily="34" charset="-122"/>
                <a:cs typeface="Be Vietnam Pro" pitchFamily="34" charset="-120"/>
              </a:rPr>
              <a:t> đầu</a:t>
            </a:r>
            <a:r>
              <a:rPr lang="en-US" sz="2250" dirty="0" spc="-2" kern="0">
                <a:solidFill>
                  <a:srgbClr val="14161C"/>
                </a:solidFill>
                <a:latin typeface="Be Vietnam Pro" pitchFamily="34" charset="0"/>
                <a:ea typeface="Be Vietnam Pro" pitchFamily="34" charset="-122"/>
                <a:cs typeface="Be Vietnam Pro" pitchFamily="34" charset="-120"/>
              </a:rPr>
              <a:t> bằng</a:t>
            </a:r>
            <a:r>
              <a:rPr lang="en-US" sz="2250" dirty="0" spc="1" kern="0">
                <a:solidFill>
                  <a:srgbClr val="14161C"/>
                </a:solidFill>
                <a:latin typeface="Be Vietnam Pro" pitchFamily="34" charset="0"/>
                <a:ea typeface="Be Vietnam Pro" pitchFamily="34" charset="-122"/>
                <a:cs typeface="Be Vietnam Pro" pitchFamily="34" charset="-120"/>
              </a:rPr>
              <a:t> 100%.</a:t>
            </a:r>
            <a:r>
              <a:rPr lang="en-US" sz="2250" dirty="0" spc="6" kern="0">
                <a:solidFill>
                  <a:srgbClr val="14161C"/>
                </a:solidFill>
                <a:latin typeface="Be Vietnam Pro" pitchFamily="34" charset="0"/>
                <a:ea typeface="Be Vietnam Pro" pitchFamily="34" charset="-122"/>
                <a:cs typeface="Be Vietnam Pro" pitchFamily="34" charset="-120"/>
              </a:rPr>
              <a:t> Đường</a:t>
            </a:r>
            <a:r>
              <a:rPr lang="en-US" sz="2250" dirty="0" spc="-10" kern="0">
                <a:solidFill>
                  <a:srgbClr val="14161C"/>
                </a:solidFill>
                <a:latin typeface="Be Vietnam Pro" pitchFamily="34" charset="0"/>
                <a:ea typeface="Be Vietnam Pro" pitchFamily="34" charset="-122"/>
                <a:cs typeface="Be Vietnam Pro" pitchFamily="34" charset="-120"/>
              </a:rPr>
              <a:t> navy</a:t>
            </a:r>
            <a:r>
              <a:rPr lang="en-US" sz="2250" dirty="0" spc="0" kern="0">
                <a:solidFill>
                  <a:srgbClr val="14161C"/>
                </a:solidFill>
                <a:latin typeface="Be Vietnam Pro" pitchFamily="34" charset="0"/>
                <a:ea typeface="Be Vietnam Pro" pitchFamily="34" charset="-122"/>
                <a:cs typeface="Be Vietnam Pro" pitchFamily="34" charset="-120"/>
              </a:rPr>
              <a:t> là</a:t>
            </a:r>
            <a:r>
              <a:rPr lang="en-US" sz="2250" dirty="0" spc="4" kern="0">
                <a:solidFill>
                  <a:srgbClr val="14161C"/>
                </a:solidFill>
                <a:latin typeface="Be Vietnam Pro" pitchFamily="34" charset="0"/>
                <a:ea typeface="Be Vietnam Pro" pitchFamily="34" charset="-122"/>
                <a:cs typeface="Be Vietnam Pro" pitchFamily="34" charset="-120"/>
              </a:rPr>
              <a:t> </a:t>
            </a:r>
            <a:pPr algn="l" indent="0" marL="0">
              <a:lnSpc>
                <a:spcPts val="2925"/>
              </a:lnSpc>
              <a:buNone/>
            </a:pPr>
            <a:r>
              <a:rPr lang="en-US" sz="2250" b="1" dirty="0" spc="-9" kern="0">
                <a:solidFill>
                  <a:srgbClr val="1A237E"/>
                </a:solidFill>
                <a:latin typeface="Be Vietnam Pro" pitchFamily="34" charset="0"/>
                <a:ea typeface="Be Vietnam Pro" pitchFamily="34" charset="-122"/>
                <a:cs typeface="Be Vietnam Pro" pitchFamily="34" charset="-120"/>
              </a:rPr>
              <a:t>total</a:t>
            </a:r>
            <a:r>
              <a:rPr lang="en-US" sz="2250" b="1" dirty="0" spc="-17" kern="0">
                <a:solidFill>
                  <a:srgbClr val="1A237E"/>
                </a:solidFill>
                <a:latin typeface="Be Vietnam Pro" pitchFamily="34" charset="0"/>
                <a:ea typeface="Be Vietnam Pro" pitchFamily="34" charset="-122"/>
                <a:cs typeface="Be Vietnam Pro" pitchFamily="34" charset="-120"/>
              </a:rPr>
              <a:t> recovery</a:t>
            </a:r>
            <a:pPr algn="l" indent="0" marL="0">
              <a:lnSpc>
                <a:spcPts val="2925"/>
              </a:lnSpc>
              <a:buNone/>
            </a:pPr>
            <a:r>
              <a:rPr lang="en-US" sz="2250" dirty="0" spc="-6" kern="0">
                <a:solidFill>
                  <a:srgbClr val="14161C"/>
                </a:solidFill>
                <a:latin typeface="Be Vietnam Pro" pitchFamily="34" charset="0"/>
                <a:ea typeface="Be Vietnam Pro" pitchFamily="34" charset="-122"/>
                <a:cs typeface="Be Vietnam Pro" pitchFamily="34" charset="-120"/>
              </a:rPr>
              <a:t>,</a:t>
            </a:r>
            <a:r>
              <a:rPr lang="en-US" sz="2250" dirty="0" spc="-7" kern="0">
                <a:solidFill>
                  <a:srgbClr val="14161C"/>
                </a:solidFill>
                <a:latin typeface="Be Vietnam Pro" pitchFamily="34" charset="0"/>
                <a:ea typeface="Be Vietnam Pro" pitchFamily="34" charset="-122"/>
                <a:cs typeface="Be Vietnam Pro" pitchFamily="34" charset="-120"/>
              </a:rPr>
              <a:t> tổng</a:t>
            </a:r>
            <a:r>
              <a:rPr lang="en-US" sz="2250" dirty="0" spc="1" kern="0">
                <a:solidFill>
                  <a:srgbClr val="14161C"/>
                </a:solidFill>
                <a:latin typeface="Be Vietnam Pro" pitchFamily="34" charset="0"/>
                <a:ea typeface="Be Vietnam Pro" pitchFamily="34" charset="-122"/>
                <a:cs typeface="Be Vietnam Pro" pitchFamily="34" charset="-120"/>
              </a:rPr>
              <a:t> bốn</a:t>
            </a:r>
            <a:r>
              <a:rPr lang="en-US" sz="2250" dirty="0" spc="-9" kern="0">
                <a:solidFill>
                  <a:srgbClr val="14161C"/>
                </a:solidFill>
                <a:latin typeface="Be Vietnam Pro" pitchFamily="34" charset="0"/>
                <a:ea typeface="Be Vietnam Pro" pitchFamily="34" charset="-122"/>
                <a:cs typeface="Be Vietnam Pro" pitchFamily="34" charset="-120"/>
              </a:rPr>
              <a:t> chất</a:t>
            </a:r>
            <a:r>
              <a:rPr lang="en-US" sz="2250" dirty="0" spc="-20" kern="0">
                <a:solidFill>
                  <a:srgbClr val="14161C"/>
                </a:solidFill>
                <a:latin typeface="Be Vietnam Pro" pitchFamily="34" charset="0"/>
                <a:ea typeface="Be Vietnam Pro" pitchFamily="34" charset="-122"/>
                <a:cs typeface="Be Vietnam Pro" pitchFamily="34" charset="-120"/>
              </a:rPr>
              <a:t> rắn;</a:t>
            </a:r>
            <a:r>
              <a:rPr lang="en-US" sz="2250" dirty="0" spc="1" kern="0">
                <a:solidFill>
                  <a:srgbClr val="14161C"/>
                </a:solidFill>
                <a:latin typeface="Be Vietnam Pro" pitchFamily="34" charset="0"/>
                <a:ea typeface="Be Vietnam Pro" pitchFamily="34" charset="-122"/>
                <a:cs typeface="Be Vietnam Pro" pitchFamily="34" charset="-120"/>
              </a:rPr>
              <a:t> phần</a:t>
            </a:r>
            <a:r>
              <a:rPr lang="en-US" sz="2250" dirty="0" spc="-1" kern="0">
                <a:solidFill>
                  <a:srgbClr val="14161C"/>
                </a:solidFill>
                <a:latin typeface="Be Vietnam Pro" pitchFamily="34" charset="0"/>
                <a:ea typeface="Be Vietnam Pro" pitchFamily="34" charset="-122"/>
                <a:cs typeface="Be Vietnam Pro" pitchFamily="34" charset="-120"/>
              </a:rPr>
              <a:t> thiếu là</a:t>
            </a:r>
            <a:r>
              <a:rPr lang="en-US" sz="2250" dirty="0" spc="1" kern="0">
                <a:solidFill>
                  <a:srgbClr val="14161C"/>
                </a:solidFill>
                <a:latin typeface="Be Vietnam Pro" pitchFamily="34" charset="0"/>
                <a:ea typeface="Be Vietnam Pro" pitchFamily="34" charset="-122"/>
                <a:cs typeface="Be Vietnam Pro" pitchFamily="34" charset="-120"/>
              </a:rPr>
              <a:t> khí.</a:t>
            </a:r>
            <a:r>
              <a:rPr lang="en-US" sz="2250" dirty="0" spc="-3" kern="0">
                <a:solidFill>
                  <a:srgbClr val="14161C"/>
                </a:solidFill>
                <a:latin typeface="Be Vietnam Pro" pitchFamily="34" charset="0"/>
                <a:ea typeface="Be Vietnam Pro" pitchFamily="34" charset="-122"/>
                <a:cs typeface="Be Vietnam Pro" pitchFamily="34" charset="-120"/>
              </a:rPr>
              <a:t> Đoạn</a:t>
            </a:r>
            <a:r>
              <a:rPr lang="en-US" sz="2250" dirty="0" spc="1" kern="0">
                <a:solidFill>
                  <a:srgbClr val="14161C"/>
                </a:solidFill>
                <a:latin typeface="Be Vietnam Pro" pitchFamily="34" charset="0"/>
                <a:ea typeface="Be Vietnam Pro" pitchFamily="34" charset="-122"/>
                <a:cs typeface="Be Vietnam Pro" pitchFamily="34" charset="-120"/>
              </a:rPr>
              <a:t> nối</a:t>
            </a:r>
            <a:r>
              <a:rPr lang="en-US" sz="2250" dirty="0" spc="6" kern="0">
                <a:solidFill>
                  <a:srgbClr val="14161C"/>
                </a:solidFill>
                <a:latin typeface="Be Vietnam Pro" pitchFamily="34" charset="0"/>
                <a:ea typeface="Be Vietnam Pro" pitchFamily="34" charset="-122"/>
                <a:cs typeface="Be Vietnam Pro" pitchFamily="34" charset="-120"/>
              </a:rPr>
              <a:t> giữa</a:t>
            </a:r>
            <a:r>
              <a:rPr lang="en-US" sz="2250" dirty="0" spc="-2" kern="0">
                <a:solidFill>
                  <a:srgbClr val="14161C"/>
                </a:solidFill>
                <a:latin typeface="Be Vietnam Pro" pitchFamily="34" charset="0"/>
                <a:ea typeface="Be Vietnam Pro" pitchFamily="34" charset="-122"/>
                <a:cs typeface="Be Vietnam Pro" pitchFamily="34" charset="-120"/>
              </a:rPr>
              <a:t> hai</a:t>
            </a:r>
            <a:r>
              <a:rPr lang="en-US" sz="2250" dirty="0" spc="16" kern="0">
                <a:solidFill>
                  <a:srgbClr val="14161C"/>
                </a:solidFill>
                <a:latin typeface="Be Vietnam Pro" pitchFamily="34" charset="0"/>
                <a:ea typeface="Be Vietnam Pro" pitchFamily="34" charset="-122"/>
                <a:cs typeface="Be Vietnam Pro" pitchFamily="34" charset="-120"/>
              </a:rPr>
              <a:t> điểm</a:t>
            </a:r>
            <a:r>
              <a:rPr lang="en-US" sz="2250" dirty="0" spc="2" kern="0">
                <a:solidFill>
                  <a:srgbClr val="14161C"/>
                </a:solidFill>
                <a:latin typeface="Be Vietnam Pro" pitchFamily="34" charset="0"/>
                <a:ea typeface="Be Vietnam Pro" pitchFamily="34" charset="-122"/>
                <a:cs typeface="Be Vietnam Pro" pitchFamily="34" charset="-120"/>
              </a:rPr>
              <a:t> chỉ</a:t>
            </a:r>
            <a:r>
              <a:rPr lang="en-US" sz="2250" dirty="0" spc="15" kern="0">
                <a:solidFill>
                  <a:srgbClr val="14161C"/>
                </a:solidFill>
                <a:latin typeface="Be Vietnam Pro" pitchFamily="34" charset="0"/>
                <a:ea typeface="Be Vietnam Pro" pitchFamily="34" charset="-122"/>
                <a:cs typeface="Be Vietnam Pro" pitchFamily="34" charset="-120"/>
              </a:rPr>
              <a:t> để</a:t>
            </a:r>
            <a:r>
              <a:rPr lang="en-US" sz="2250" dirty="0" spc="2" kern="0">
                <a:solidFill>
                  <a:srgbClr val="14161C"/>
                </a:solidFill>
                <a:latin typeface="Be Vietnam Pro" pitchFamily="34" charset="0"/>
                <a:ea typeface="Be Vietnam Pro" pitchFamily="34" charset="-122"/>
                <a:cs typeface="Be Vietnam Pro" pitchFamily="34" charset="-120"/>
              </a:rPr>
              <a:t> dễ</a:t>
            </a:r>
            <a:r>
              <a:rPr lang="en-US" sz="2250" dirty="0" spc="0" kern="0">
                <a:solidFill>
                  <a:srgbClr val="14161C"/>
                </a:solidFill>
                <a:latin typeface="Be Vietnam Pro" pitchFamily="34" charset="0"/>
                <a:ea typeface="Be Vietnam Pro" pitchFamily="34" charset="-122"/>
                <a:cs typeface="Be Vietnam Pro" pitchFamily="34" charset="-120"/>
              </a:rPr>
              <a:t> nhìn, nên</a:t>
            </a:r>
            <a:r>
              <a:rPr lang="en-US" sz="2250" dirty="0" spc="1" kern="0">
                <a:solidFill>
                  <a:srgbClr val="14161C"/>
                </a:solidFill>
                <a:latin typeface="Be Vietnam Pro" pitchFamily="34" charset="0"/>
                <a:ea typeface="Be Vietnam Pro" pitchFamily="34" charset="-122"/>
                <a:cs typeface="Be Vietnam Pro" pitchFamily="34" charset="-120"/>
              </a:rPr>
              <a:t> hình không</a:t>
            </a:r>
            <a:r>
              <a:rPr lang="en-US" sz="2250" dirty="0" spc="0" kern="0">
                <a:solidFill>
                  <a:srgbClr val="14161C"/>
                </a:solidFill>
                <a:latin typeface="Be Vietnam Pro" pitchFamily="34" charset="0"/>
                <a:ea typeface="Be Vietnam Pro" pitchFamily="34" charset="-122"/>
                <a:cs typeface="Be Vietnam Pro" pitchFamily="34" charset="-120"/>
              </a:rPr>
              <a:t> cho</a:t>
            </a:r>
            <a:r>
              <a:rPr lang="en-US" sz="2250" dirty="0" spc="-2" kern="0">
                <a:solidFill>
                  <a:srgbClr val="14161C"/>
                </a:solidFill>
                <a:latin typeface="Be Vietnam Pro" pitchFamily="34" charset="0"/>
                <a:ea typeface="Be Vietnam Pro" pitchFamily="34" charset="-122"/>
                <a:cs typeface="Be Vietnam Pro" pitchFamily="34" charset="-120"/>
              </a:rPr>
              <a:t> số</a:t>
            </a:r>
            <a:r>
              <a:rPr lang="en-US" sz="2250" dirty="0" spc="15" kern="0">
                <a:solidFill>
                  <a:srgbClr val="14161C"/>
                </a:solidFill>
                <a:latin typeface="Be Vietnam Pro" pitchFamily="34" charset="0"/>
                <a:ea typeface="Be Vietnam Pro" pitchFamily="34" charset="-122"/>
                <a:cs typeface="Be Vietnam Pro" pitchFamily="34" charset="-120"/>
              </a:rPr>
              <a:t> đo</a:t>
            </a:r>
            <a:r>
              <a:rPr lang="en-US" sz="2250" dirty="0" spc="5" kern="0">
                <a:solidFill>
                  <a:srgbClr val="14161C"/>
                </a:solidFill>
                <a:latin typeface="Be Vietnam Pro" pitchFamily="34" charset="0"/>
                <a:ea typeface="Be Vietnam Pro" pitchFamily="34" charset="-122"/>
                <a:cs typeface="Be Vietnam Pro" pitchFamily="34" charset="-120"/>
              </a:rPr>
              <a:t> ở</a:t>
            </a:r>
            <a:r>
              <a:rPr lang="en-US" sz="2250" dirty="0" spc="3" kern="0">
                <a:solidFill>
                  <a:srgbClr val="14161C"/>
                </a:solidFill>
                <a:latin typeface="Be Vietnam Pro" pitchFamily="34" charset="0"/>
                <a:ea typeface="Be Vietnam Pro" pitchFamily="34" charset="-122"/>
                <a:cs typeface="Be Vietnam Pro" pitchFamily="34" charset="-120"/>
              </a:rPr>
              <a:t> 160</a:t>
            </a:r>
            <a:r>
              <a:rPr lang="en-US" sz="2250" dirty="0" spc="-9" kern="0">
                <a:solidFill>
                  <a:srgbClr val="14161C"/>
                </a:solidFill>
                <a:latin typeface="Be Vietnam Pro" pitchFamily="34" charset="0"/>
                <a:ea typeface="Be Vietnam Pro" pitchFamily="34" charset="-122"/>
                <a:cs typeface="Be Vietnam Pro" pitchFamily="34" charset="-120"/>
              </a:rPr>
              <a:t> hay</a:t>
            </a:r>
            <a:r>
              <a:rPr lang="en-US" sz="2250" dirty="0" spc="-20" kern="0">
                <a:solidFill>
                  <a:srgbClr val="14161C"/>
                </a:solidFill>
                <a:latin typeface="Be Vietnam Pro" pitchFamily="34" charset="0"/>
                <a:ea typeface="Be Vietnam Pro" pitchFamily="34" charset="-122"/>
                <a:cs typeface="Be Vietnam Pro" pitchFamily="34" charset="-120"/>
              </a:rPr>
              <a:t> 170°C</a:t>
            </a:r>
            <a:r>
              <a:rPr lang="en-US" sz="2250" dirty="0" spc="2" kern="0">
                <a:solidFill>
                  <a:srgbClr val="14161C"/>
                </a:solidFill>
                <a:latin typeface="Be Vietnam Pro" pitchFamily="34" charset="0"/>
                <a:ea typeface="Be Vietnam Pro" pitchFamily="34" charset="-122"/>
                <a:cs typeface="Be Vietnam Pro" pitchFamily="34" charset="-120"/>
              </a:rPr>
              <a:t> </a:t>
            </a:r>
            <a:pPr algn="l" indent="0" marL="0">
              <a:lnSpc>
                <a:spcPts val="2925"/>
              </a:lnSpc>
              <a:buNone/>
            </a:pPr>
            <a:r>
              <a:rPr lang="en-US" sz="2250" dirty="0" spc="-1" kern="0">
                <a:solidFill>
                  <a:srgbClr val="6B6A66"/>
                </a:solidFill>
                <a:latin typeface="Be Vietnam Pro" pitchFamily="34" charset="0"/>
                <a:ea typeface="Be Vietnam Pro" pitchFamily="34" charset="-122"/>
                <a:cs typeface="Be Vietnam Pro" pitchFamily="34" charset="-120"/>
              </a:rPr>
              <a:t>[S1]</a:t>
            </a:r>
            <a:pPr algn="l" indent="0" marL="0">
              <a:lnSpc>
                <a:spcPts val="2925"/>
              </a:lnSpc>
              <a:buNone/>
            </a:pPr>
            <a:r>
              <a:rPr lang="en-US" sz="2250" dirty="0" spc="6" kern="0">
                <a:solidFill>
                  <a:srgbClr val="14161C"/>
                </a:solidFill>
                <a:latin typeface="Be Vietnam Pro" pitchFamily="34" charset="0"/>
                <a:ea typeface="Be Vietnam Pro" pitchFamily="34" charset="-122"/>
                <a:cs typeface="Be Vietnam Pro" pitchFamily="34" charset="-120"/>
              </a:rPr>
              <a:t>.</a:t>
            </a:r>
            <a:endParaRPr lang="en-US" sz="2250" dirty="0"/>
          </a:p>
        </p:txBody>
      </p:sp>
      <p:sp>
        <p:nvSpPr>
          <p:cNvPr id="20"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endParaRPr lang="en-US" sz="1800" dirty="0"/>
          </a:p>
        </p:txBody>
      </p:sp>
      <p:sp>
        <p:nvSpPr>
          <p:cNvPr id="21" name="Shape 18"/>
          <p:cNvSpPr/>
          <p:nvPr/>
        </p:nvSpPr>
        <p:spPr>
          <a:xfrm>
            <a:off x="942975" y="9563100"/>
            <a:ext cx="114300" cy="114300"/>
          </a:xfrm>
          <a:prstGeom prst="ellipse">
            <a:avLst/>
          </a:prstGeom>
          <a:solidFill>
            <a:srgbClr val="14161C">
              <a:alpha val="28000"/>
            </a:srgbClr>
          </a:solidFill>
          <a:ln/>
        </p:spPr>
      </p:sp>
      <p:sp>
        <p:nvSpPr>
          <p:cNvPr id="22" name="Shape 19"/>
          <p:cNvSpPr/>
          <p:nvPr/>
        </p:nvSpPr>
        <p:spPr>
          <a:xfrm>
            <a:off x="1171575" y="9563100"/>
            <a:ext cx="114300" cy="114300"/>
          </a:xfrm>
          <a:prstGeom prst="ellipse">
            <a:avLst/>
          </a:prstGeom>
          <a:solidFill>
            <a:srgbClr val="14161C">
              <a:alpha val="28000"/>
            </a:srgbClr>
          </a:solidFill>
          <a:ln/>
        </p:spPr>
      </p:sp>
      <p:sp>
        <p:nvSpPr>
          <p:cNvPr id="23" name="Shape 20"/>
          <p:cNvSpPr/>
          <p:nvPr/>
        </p:nvSpPr>
        <p:spPr>
          <a:xfrm>
            <a:off x="1400175" y="9563100"/>
            <a:ext cx="114300" cy="114300"/>
          </a:xfrm>
          <a:prstGeom prst="ellipse">
            <a:avLst/>
          </a:prstGeom>
          <a:solidFill>
            <a:srgbClr val="14161C">
              <a:alpha val="28000"/>
            </a:srgbClr>
          </a:solidFill>
          <a:ln/>
        </p:spPr>
      </p:sp>
      <p:sp>
        <p:nvSpPr>
          <p:cNvPr id="24" name="Shape 21"/>
          <p:cNvSpPr/>
          <p:nvPr/>
        </p:nvSpPr>
        <p:spPr>
          <a:xfrm>
            <a:off x="1609725" y="9544050"/>
            <a:ext cx="152400" cy="152400"/>
          </a:xfrm>
          <a:prstGeom prst="ellipse">
            <a:avLst/>
          </a:prstGeom>
          <a:solidFill>
            <a:srgbClr val="E8472B"/>
          </a:solidFill>
          <a:ln/>
        </p:spPr>
      </p:sp>
      <p:sp>
        <p:nvSpPr>
          <p:cNvPr id="25" name="Shape 22"/>
          <p:cNvSpPr/>
          <p:nvPr/>
        </p:nvSpPr>
        <p:spPr>
          <a:xfrm>
            <a:off x="1857375" y="9563100"/>
            <a:ext cx="114300" cy="114300"/>
          </a:xfrm>
          <a:prstGeom prst="ellipse">
            <a:avLst/>
          </a:prstGeom>
          <a:solidFill>
            <a:srgbClr val="14161C">
              <a:alpha val="28000"/>
            </a:srgbClr>
          </a:solidFill>
          <a:ln/>
        </p:spPr>
      </p:sp>
      <p:sp>
        <p:nvSpPr>
          <p:cNvPr id="26" name="Shape 23"/>
          <p:cNvSpPr/>
          <p:nvPr/>
        </p:nvSpPr>
        <p:spPr>
          <a:xfrm>
            <a:off x="2085975" y="9563100"/>
            <a:ext cx="114300" cy="114300"/>
          </a:xfrm>
          <a:prstGeom prst="ellipse">
            <a:avLst/>
          </a:prstGeom>
          <a:solidFill>
            <a:srgbClr val="14161C">
              <a:alpha val="28000"/>
            </a:srgbClr>
          </a:solidFill>
          <a:ln/>
        </p:spPr>
      </p:sp>
      <p:sp>
        <p:nvSpPr>
          <p:cNvPr id="27" name="Shape 24"/>
          <p:cNvSpPr/>
          <p:nvPr/>
        </p:nvSpPr>
        <p:spPr>
          <a:xfrm>
            <a:off x="2314575" y="9563100"/>
            <a:ext cx="114300" cy="114300"/>
          </a:xfrm>
          <a:prstGeom prst="ellipse">
            <a:avLst/>
          </a:prstGeom>
          <a:solidFill>
            <a:srgbClr val="14161C">
              <a:alpha val="28000"/>
            </a:srgbClr>
          </a:solidFill>
          <a:ln/>
        </p:spPr>
      </p:sp>
      <p:sp>
        <p:nvSpPr>
          <p:cNvPr id="28" name="Shape 25"/>
          <p:cNvSpPr/>
          <p:nvPr/>
        </p:nvSpPr>
        <p:spPr>
          <a:xfrm>
            <a:off x="2543175" y="9563100"/>
            <a:ext cx="114300" cy="114300"/>
          </a:xfrm>
          <a:prstGeom prst="ellipse">
            <a:avLst/>
          </a:prstGeom>
          <a:solidFill>
            <a:srgbClr val="14161C">
              <a:alpha val="28000"/>
            </a:srgbClr>
          </a:solidFill>
          <a:ln/>
        </p:spPr>
      </p:sp>
      <p:sp>
        <p:nvSpPr>
          <p:cNvPr id="29" name="Shape 26"/>
          <p:cNvSpPr/>
          <p:nvPr/>
        </p:nvSpPr>
        <p:spPr>
          <a:xfrm>
            <a:off x="2771775" y="9563100"/>
            <a:ext cx="114300" cy="114300"/>
          </a:xfrm>
          <a:prstGeom prst="ellipse">
            <a:avLst/>
          </a:prstGeom>
          <a:solidFill>
            <a:srgbClr val="14161C">
              <a:alpha val="28000"/>
            </a:srgbClr>
          </a:solidFill>
          <a:ln/>
        </p:spPr>
      </p:sp>
      <p:sp>
        <p:nvSpPr>
          <p:cNvPr id="30" name="Shape 27"/>
          <p:cNvSpPr/>
          <p:nvPr/>
        </p:nvSpPr>
        <p:spPr>
          <a:xfrm>
            <a:off x="3000375" y="9563100"/>
            <a:ext cx="114300" cy="114300"/>
          </a:xfrm>
          <a:prstGeom prst="ellipse">
            <a:avLst/>
          </a:prstGeom>
          <a:solidFill>
            <a:srgbClr val="14161C">
              <a:alpha val="28000"/>
            </a:srgbClr>
          </a:solidFill>
          <a:ln/>
        </p:spPr>
      </p:sp>
      <p:sp>
        <p:nvSpPr>
          <p:cNvPr id="31" name="Shape 28"/>
          <p:cNvSpPr/>
          <p:nvPr/>
        </p:nvSpPr>
        <p:spPr>
          <a:xfrm>
            <a:off x="3228975" y="9563100"/>
            <a:ext cx="114300" cy="114300"/>
          </a:xfrm>
          <a:prstGeom prst="ellipse">
            <a:avLst/>
          </a:prstGeom>
          <a:solidFill>
            <a:srgbClr val="14161C">
              <a:alpha val="28000"/>
            </a:srgbClr>
          </a:solidFill>
          <a:ln/>
        </p:spPr>
      </p:sp>
      <p:sp>
        <p:nvSpPr>
          <p:cNvPr id="32" name="Shape 29"/>
          <p:cNvSpPr/>
          <p:nvPr/>
        </p:nvSpPr>
        <p:spPr>
          <a:xfrm>
            <a:off x="3457575" y="9563100"/>
            <a:ext cx="114300" cy="114300"/>
          </a:xfrm>
          <a:prstGeom prst="ellipse">
            <a:avLst/>
          </a:prstGeom>
          <a:solidFill>
            <a:srgbClr val="14161C">
              <a:alpha val="28000"/>
            </a:srgbClr>
          </a:solidFill>
          <a:ln/>
        </p:spPr>
      </p:sp>
      <p:sp>
        <p:nvSpPr>
          <p:cNvPr id="33" name="Shape 30"/>
          <p:cNvSpPr/>
          <p:nvPr/>
        </p:nvSpPr>
        <p:spPr>
          <a:xfrm>
            <a:off x="3686175" y="9563100"/>
            <a:ext cx="114300" cy="114300"/>
          </a:xfrm>
          <a:prstGeom prst="ellipse">
            <a:avLst/>
          </a:prstGeom>
          <a:solidFill>
            <a:srgbClr val="14161C">
              <a:alpha val="28000"/>
            </a:srgbClr>
          </a:solidFill>
          <a:ln/>
        </p:spPr>
      </p:sp>
      <p:sp>
        <p:nvSpPr>
          <p:cNvPr id="34" name="Shape 31"/>
          <p:cNvSpPr/>
          <p:nvPr/>
        </p:nvSpPr>
        <p:spPr>
          <a:xfrm>
            <a:off x="3914775" y="9563100"/>
            <a:ext cx="114300" cy="114300"/>
          </a:xfrm>
          <a:prstGeom prst="ellipse">
            <a:avLst/>
          </a:prstGeom>
          <a:solidFill>
            <a:srgbClr val="14161C">
              <a:alpha val="28000"/>
            </a:srgbClr>
          </a:solidFill>
          <a:ln/>
        </p:spPr>
      </p:sp>
      <p:sp>
        <p:nvSpPr>
          <p:cNvPr id="35" name="Shape 32"/>
          <p:cNvSpPr/>
          <p:nvPr/>
        </p:nvSpPr>
        <p:spPr>
          <a:xfrm>
            <a:off x="4143375" y="9563100"/>
            <a:ext cx="114300" cy="114300"/>
          </a:xfrm>
          <a:prstGeom prst="ellipse">
            <a:avLst/>
          </a:prstGeom>
          <a:solidFill>
            <a:srgbClr val="14161C">
              <a:alpha val="28000"/>
            </a:srgbClr>
          </a:solidFill>
          <a:ln/>
        </p:spPr>
      </p:sp>
      <p:sp>
        <p:nvSpPr>
          <p:cNvPr id="36" name="Shape 33"/>
          <p:cNvSpPr/>
          <p:nvPr/>
        </p:nvSpPr>
        <p:spPr>
          <a:xfrm>
            <a:off x="4371975" y="9563100"/>
            <a:ext cx="114300" cy="114300"/>
          </a:xfrm>
          <a:prstGeom prst="ellipse">
            <a:avLst/>
          </a:prstGeom>
          <a:solidFill>
            <a:srgbClr val="14161C">
              <a:alpha val="28000"/>
            </a:srgbClr>
          </a:solidFill>
          <a:ln/>
        </p:spPr>
      </p:sp>
      <p:sp>
        <p:nvSpPr>
          <p:cNvPr id="37" name="Shape 34"/>
          <p:cNvSpPr/>
          <p:nvPr/>
        </p:nvSpPr>
        <p:spPr>
          <a:xfrm>
            <a:off x="4600575" y="9563100"/>
            <a:ext cx="114300" cy="114300"/>
          </a:xfrm>
          <a:prstGeom prst="ellipse">
            <a:avLst/>
          </a:prstGeom>
          <a:solidFill>
            <a:srgbClr val="14161C">
              <a:alpha val="28000"/>
            </a:srgbClr>
          </a:solidFill>
          <a:ln/>
        </p:spPr>
      </p:sp>
      <p:sp>
        <p:nvSpPr>
          <p:cNvPr id="38" name="Text 35"/>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Multiple-report</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0" kern="0">
                <a:solidFill>
                  <a:srgbClr val="6B6A66"/>
                </a:solidFill>
                <a:latin typeface="Be Vietnam Pro" pitchFamily="34" charset="0"/>
                <a:ea typeface="Be Vietnam Pro" pitchFamily="34" charset="-122"/>
                <a:cs typeface="Be Vietnam Pro" pitchFamily="34" charset="-120"/>
              </a:rPr>
              <a:t> L17</a:t>
            </a:r>
            <a:r>
              <a:rPr lang="en-US" sz="1800" dirty="0" spc="-2"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04/17</a:t>
            </a:r>
            <a:endParaRPr lang="en-US" sz="1800" dirty="0"/>
          </a:p>
        </p:txBody>
      </p:sp>
      <p:sp>
        <p:nvSpPr>
          <p:cNvPr id="39" name="Shape 36"/>
          <p:cNvSpPr/>
          <p:nvPr/>
        </p:nvSpPr>
        <p:spPr>
          <a:xfrm>
            <a:off x="15983712" y="9076331"/>
            <a:ext cx="1645920" cy="552301"/>
          </a:xfrm>
          <a:prstGeom prst="roundRect">
            <a:avLst>
              <a:gd name="adj" fmla="val 28000"/>
            </a:avLst>
          </a:prstGeom>
          <a:solidFill>
            <a:srgbClr val="FFFFFF">
              <a:alpha val="82000"/>
            </a:srgbClr>
          </a:solidFill>
          <a:ln/>
        </p:spPr>
      </p:sp>
      <p:pic>
        <p:nvPicPr>
          <p:cNvPr id="40" name="Moda image moda-export-watermark-bd309a2e-ccab-49d1-80f7-f232cf154d9f"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9" kern="0">
                <a:solidFill>
                  <a:srgbClr val="F3EEE3"/>
                </a:solidFill>
                <a:latin typeface="Bricolage Grotesque ExtraBold" pitchFamily="34" charset="0"/>
                <a:ea typeface="Bricolage Grotesque ExtraBold" pitchFamily="34" charset="-122"/>
                <a:cs typeface="Bricolage Grotesque ExtraBold" pitchFamily="34" charset="-120"/>
              </a:rPr>
              <a:t>133°C:</a:t>
            </a:r>
            <a:r>
              <a:rPr lang="en-US" sz="5700" dirty="0" spc="-16" kern="0">
                <a:solidFill>
                  <a:srgbClr val="F3EEE3"/>
                </a:solidFill>
                <a:latin typeface="Bricolage Grotesque ExtraBold" pitchFamily="34" charset="0"/>
                <a:ea typeface="Bricolage Grotesque ExtraBold" pitchFamily="34" charset="-122"/>
                <a:cs typeface="Bricolage Grotesque ExtraBold" pitchFamily="34" charset="-120"/>
              </a:rPr>
              <a:t> urea</a:t>
            </a:r>
            <a:r>
              <a:rPr lang="en-US" sz="5700" dirty="0" spc="-49" kern="0">
                <a:solidFill>
                  <a:srgbClr val="F3EEE3"/>
                </a:solidFill>
                <a:latin typeface="Bricolage Grotesque ExtraBold" pitchFamily="34" charset="0"/>
                <a:ea typeface="Bricolage Grotesque ExtraBold" pitchFamily="34" charset="-122"/>
                <a:cs typeface="Bricolage Grotesque ExtraBold" pitchFamily="34" charset="-120"/>
              </a:rPr>
              <a:t> vừa</a:t>
            </a:r>
            <a:r>
              <a:rPr lang="en-US" sz="5700" dirty="0" spc="0" kern="0">
                <a:solidFill>
                  <a:srgbClr val="F3EEE3"/>
                </a:solidFill>
                <a:latin typeface="Bricolage Grotesque ExtraBold" pitchFamily="34" charset="0"/>
                <a:ea typeface="Bricolage Grotesque ExtraBold" pitchFamily="34" charset="-122"/>
                <a:cs typeface="Bricolage Grotesque ExtraBold" pitchFamily="34" charset="-120"/>
              </a:rPr>
              <a:t> nóng</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chảy</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2C3040"/>
            </a:solidFill>
            <a:prstDash val="solid"/>
          </a:ln>
        </p:spPr>
      </p:sp>
      <p:pic>
        <p:nvPicPr>
          <p:cNvPr id="4" name="Moda image rect-1793096825361-41210231" descr="">    </p:cNvPr>
          <p:cNvPicPr>
            <a:picLocks noChangeAspect="1"/>
          </p:cNvPicPr>
          <p:nvPr/>
        </p:nvPicPr>
        <p:blipFill>
          <a:blip r:embed="rId1"/>
          <a:srcRect l="0" r="0" t="0" b="0"/>
          <a:stretch/>
        </p:blipFill>
        <p:spPr>
          <a:xfrm>
            <a:off x="1104900" y="2438400"/>
            <a:ext cx="9715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14435" rIns="0" bIns="-14435" rtlCol="0" anchor="t"/>
          <a:lstStyle/>
          <a:p>
            <a:pPr algn="l" indent="0" marL="0">
              <a:lnSpc>
                <a:spcPts val="1815"/>
              </a:lnSpc>
              <a:buNone/>
            </a:pPr>
            <a:r>
              <a:rPr lang="en-US" sz="1650" dirty="0" spc="-2" kern="0">
                <a:solidFill>
                  <a:srgbClr val="9AA0B5"/>
                </a:solidFill>
                <a:latin typeface="Be Vietnam Pro" pitchFamily="34" charset="0"/>
                <a:ea typeface="Be Vietnam Pro" pitchFamily="34" charset="-122"/>
                <a:cs typeface="Be Vietnam Pro" pitchFamily="34" charset="-120"/>
              </a:rPr>
              <a:t>Hình:</a:t>
            </a:r>
            <a:r>
              <a:rPr lang="en-US" sz="1650" dirty="0" spc="-54" kern="0">
                <a:solidFill>
                  <a:srgbClr val="9AA0B5"/>
                </a:solidFill>
                <a:latin typeface="Be Vietnam Pro" pitchFamily="34" charset="0"/>
                <a:ea typeface="Be Vietnam Pro" pitchFamily="34" charset="-122"/>
                <a:cs typeface="Be Vietnam Pro" pitchFamily="34" charset="-120"/>
              </a:rPr>
              <a:t> Tự</a:t>
            </a:r>
            <a:r>
              <a:rPr lang="en-US" sz="1650" dirty="0" spc="-7" kern="0">
                <a:solidFill>
                  <a:srgbClr val="9AA0B5"/>
                </a:solidFill>
                <a:latin typeface="Be Vietnam Pro" pitchFamily="34" charset="0"/>
                <a:ea typeface="Be Vietnam Pro" pitchFamily="34" charset="-122"/>
                <a:cs typeface="Be Vietnam Pro" pitchFamily="34" charset="-120"/>
              </a:rPr>
              <a:t> vẽ</a:t>
            </a:r>
            <a:r>
              <a:rPr lang="en-US" sz="1650" dirty="0" spc="0" kern="0">
                <a:solidFill>
                  <a:srgbClr val="9AA0B5"/>
                </a:solidFill>
                <a:latin typeface="Be Vietnam Pro" pitchFamily="34" charset="0"/>
                <a:ea typeface="Be Vietnam Pro" pitchFamily="34" charset="-122"/>
                <a:cs typeface="Be Vietnam Pro" pitchFamily="34" charset="-120"/>
              </a:rPr>
              <a:t> lại</a:t>
            </a:r>
            <a:r>
              <a:rPr lang="en-US" sz="1650" dirty="0" spc="4" kern="0">
                <a:solidFill>
                  <a:srgbClr val="9AA0B5"/>
                </a:solidFill>
                <a:latin typeface="Be Vietnam Pro" pitchFamily="34" charset="0"/>
                <a:ea typeface="Be Vietnam Pro" pitchFamily="34" charset="-122"/>
                <a:cs typeface="Be Vietnam Pro" pitchFamily="34" charset="-120"/>
              </a:rPr>
              <a:t> từ</a:t>
            </a:r>
            <a:r>
              <a:rPr lang="en-US" sz="1650" dirty="0" spc="-4" kern="0">
                <a:solidFill>
                  <a:srgbClr val="9AA0B5"/>
                </a:solidFill>
                <a:latin typeface="Be Vietnam Pro" pitchFamily="34" charset="0"/>
                <a:ea typeface="Be Vietnam Pro" pitchFamily="34" charset="-122"/>
                <a:cs typeface="Be Vietnam Pro" pitchFamily="34" charset="-120"/>
              </a:rPr>
              <a:t> số</a:t>
            </a:r>
            <a:r>
              <a:rPr lang="en-US" sz="1650" dirty="0" spc="0" kern="0">
                <a:solidFill>
                  <a:srgbClr val="9AA0B5"/>
                </a:solidFill>
                <a:latin typeface="Be Vietnam Pro" pitchFamily="34" charset="0"/>
                <a:ea typeface="Be Vietnam Pro" pitchFamily="34" charset="-122"/>
                <a:cs typeface="Be Vietnam Pro" pitchFamily="34" charset="-120"/>
              </a:rPr>
              <a:t> liệu của</a:t>
            </a:r>
            <a:r>
              <a:rPr lang="en-US" sz="1650" dirty="0" spc="1" kern="0">
                <a:solidFill>
                  <a:srgbClr val="9AA0B5"/>
                </a:solidFill>
                <a:latin typeface="Be Vietnam Pro" pitchFamily="34" charset="0"/>
                <a:ea typeface="Be Vietnam Pro" pitchFamily="34" charset="-122"/>
                <a:cs typeface="Be Vietnam Pro" pitchFamily="34" charset="-120"/>
              </a:rPr>
              <a:t> biểu</a:t>
            </a:r>
            <a:r>
              <a:rPr lang="en-US" sz="1650" dirty="0" spc="14" kern="0">
                <a:solidFill>
                  <a:srgbClr val="9AA0B5"/>
                </a:solidFill>
                <a:latin typeface="Be Vietnam Pro" pitchFamily="34" charset="0"/>
                <a:ea typeface="Be Vietnam Pro" pitchFamily="34" charset="-122"/>
                <a:cs typeface="Be Vietnam Pro" pitchFamily="34" charset="-120"/>
              </a:rPr>
              <a:t> đồ</a:t>
            </a:r>
            <a:r>
              <a:rPr lang="en-US" sz="1650" dirty="0" spc="0" kern="0">
                <a:solidFill>
                  <a:srgbClr val="9AA0B5"/>
                </a:solidFill>
                <a:latin typeface="Be Vietnam Pro" pitchFamily="34" charset="0"/>
                <a:ea typeface="Be Vietnam Pro" pitchFamily="34" charset="-122"/>
                <a:cs typeface="Be Vietnam Pro" pitchFamily="34" charset="-120"/>
              </a:rPr>
              <a:t> S1</a:t>
            </a:r>
            <a:r>
              <a:rPr lang="en-US" sz="1650" dirty="0" spc="7" kern="0">
                <a:solidFill>
                  <a:srgbClr val="9AA0B5"/>
                </a:solidFill>
                <a:latin typeface="Be Vietnam Pro" pitchFamily="34" charset="0"/>
                <a:ea typeface="Be Vietnam Pro" pitchFamily="34" charset="-122"/>
                <a:cs typeface="Be Vietnam Pro" pitchFamily="34" charset="-120"/>
              </a:rPr>
              <a:t> (đọc</a:t>
            </a:r>
            <a:r>
              <a:rPr lang="en-US" sz="1650" dirty="0" spc="-2" kern="0">
                <a:solidFill>
                  <a:srgbClr val="9AA0B5"/>
                </a:solidFill>
                <a:latin typeface="Be Vietnam Pro" pitchFamily="34" charset="0"/>
                <a:ea typeface="Be Vietnam Pro" pitchFamily="34" charset="-122"/>
                <a:cs typeface="Be Vietnam Pro" pitchFamily="34" charset="-120"/>
              </a:rPr>
              <a:t> bằng</a:t>
            </a:r>
            <a:r>
              <a:rPr lang="en-US" sz="1650" dirty="0" spc="-4" kern="0">
                <a:solidFill>
                  <a:srgbClr val="9AA0B5"/>
                </a:solidFill>
                <a:latin typeface="Be Vietnam Pro" pitchFamily="34" charset="0"/>
                <a:ea typeface="Be Vietnam Pro" pitchFamily="34" charset="-122"/>
                <a:cs typeface="Be Vietnam Pro" pitchFamily="34" charset="-120"/>
              </a:rPr>
              <a:t> mắt,</a:t>
            </a:r>
            <a:r>
              <a:rPr lang="en-US" sz="1650" dirty="0" spc="2" kern="0">
                <a:solidFill>
                  <a:srgbClr val="9AA0B5"/>
                </a:solidFill>
                <a:latin typeface="Be Vietnam Pro" pitchFamily="34" charset="0"/>
                <a:ea typeface="Be Vietnam Pro" pitchFamily="34" charset="-122"/>
                <a:cs typeface="Be Vietnam Pro" pitchFamily="34" charset="-120"/>
              </a:rPr>
              <a:t> ±2%)</a:t>
            </a:r>
            <a:endParaRPr lang="en-US" sz="1650" dirty="0"/>
          </a:p>
        </p:txBody>
      </p:sp>
      <p:sp>
        <p:nvSpPr>
          <p:cNvPr id="6" name="Shape 3"/>
          <p:cNvSpPr/>
          <p:nvPr/>
        </p:nvSpPr>
        <p:spPr>
          <a:xfrm>
            <a:off x="11391900" y="2247900"/>
            <a:ext cx="5981700" cy="1352550"/>
          </a:xfrm>
          <a:prstGeom prst="roundRect">
            <a:avLst>
              <a:gd name="adj" fmla="val 14085"/>
            </a:avLst>
          </a:prstGeom>
          <a:solidFill>
            <a:srgbClr val="1E212B"/>
          </a:solidFill>
          <a:ln/>
        </p:spPr>
      </p:sp>
      <p:sp>
        <p:nvSpPr>
          <p:cNvPr id="7" name="Shape 4"/>
          <p:cNvSpPr/>
          <p:nvPr/>
        </p:nvSpPr>
        <p:spPr>
          <a:xfrm>
            <a:off x="11391900" y="2247900"/>
            <a:ext cx="114300" cy="1352550"/>
          </a:xfrm>
          <a:prstGeom prst="roundRect">
            <a:avLst>
              <a:gd name="adj" fmla="val 50000"/>
            </a:avLst>
          </a:prstGeom>
          <a:solidFill>
            <a:srgbClr val="FFB454"/>
          </a:solidFill>
          <a:ln/>
        </p:spPr>
      </p:sp>
      <p:sp>
        <p:nvSpPr>
          <p:cNvPr id="8" name="Text 5"/>
          <p:cNvSpPr/>
          <p:nvPr/>
        </p:nvSpPr>
        <p:spPr>
          <a:xfrm>
            <a:off x="11734800" y="2343150"/>
            <a:ext cx="5448300" cy="542925"/>
          </a:xfrm>
          <a:prstGeom prst="rect">
            <a:avLst/>
          </a:prstGeom>
          <a:noFill/>
          <a:ln/>
        </p:spPr>
        <p:txBody>
          <a:bodyPr wrap="square" lIns="0" tIns="0" rIns="0" bIns="0" rtlCol="0" anchor="ctr"/>
          <a:lstStyle/>
          <a:p>
            <a:pPr algn="l" indent="0" marL="0">
              <a:buNone/>
            </a:pPr>
            <a:r>
              <a:rPr lang="en-US" sz="2250" dirty="0" spc="-4" kern="0">
                <a:solidFill>
                  <a:srgbClr val="FFB454"/>
                </a:solidFill>
                <a:latin typeface="Be Vietnam Pro ExtraBold" pitchFamily="34" charset="0"/>
                <a:ea typeface="Be Vietnam Pro ExtraBold" pitchFamily="34" charset="-122"/>
                <a:cs typeface="Be Vietnam Pro ExtraBold" pitchFamily="34" charset="-120"/>
              </a:rPr>
              <a:t>Chiếm</a:t>
            </a:r>
            <a:r>
              <a:rPr lang="en-US" sz="2250" dirty="0" spc="48" kern="0">
                <a:solidFill>
                  <a:srgbClr val="FFB454"/>
                </a:solidFill>
                <a:latin typeface="Be Vietnam Pro ExtraBold" pitchFamily="34" charset="0"/>
                <a:ea typeface="Be Vietnam Pro ExtraBold" pitchFamily="34" charset="-122"/>
                <a:cs typeface="Be Vietnam Pro ExtraBold" pitchFamily="34" charset="-120"/>
              </a:rPr>
              <a:t> ưu</a:t>
            </a:r>
            <a:r>
              <a:rPr lang="en-US" sz="2250" dirty="0" spc="-2" kern="0">
                <a:solidFill>
                  <a:srgbClr val="FFB454"/>
                </a:solidFill>
                <a:latin typeface="Be Vietnam Pro ExtraBold" pitchFamily="34" charset="0"/>
                <a:ea typeface="Be Vietnam Pro ExtraBold" pitchFamily="34" charset="-122"/>
                <a:cs typeface="Be Vietnam Pro ExtraBold" pitchFamily="34" charset="-120"/>
              </a:rPr>
              <a:t> thế</a:t>
            </a:r>
            <a:endParaRPr lang="en-US" sz="2250" dirty="0"/>
          </a:p>
        </p:txBody>
      </p:sp>
      <p:sp>
        <p:nvSpPr>
          <p:cNvPr id="9" name="Text 6"/>
          <p:cNvSpPr/>
          <p:nvPr/>
        </p:nvSpPr>
        <p:spPr>
          <a:xfrm>
            <a:off x="11734800" y="2790825"/>
            <a:ext cx="5448300" cy="762000"/>
          </a:xfrm>
          <a:prstGeom prst="rect">
            <a:avLst/>
          </a:prstGeom>
          <a:noFill/>
          <a:ln/>
        </p:spPr>
        <p:txBody>
          <a:bodyPr wrap="square" lIns="0" tIns="14180" rIns="0" bIns="-14180" rtlCol="0" anchor="ctr"/>
          <a:lstStyle/>
          <a:p>
            <a:pPr algn="l" indent="0" marL="0">
              <a:lnSpc>
                <a:spcPts val="2933"/>
              </a:lnSpc>
              <a:buNone/>
            </a:pPr>
            <a:r>
              <a:rPr lang="en-US" sz="2550" dirty="0" spc="-24" kern="0">
                <a:solidFill>
                  <a:srgbClr val="F3EEE3"/>
                </a:solidFill>
                <a:latin typeface="Be Vietnam Pro SemiBold" pitchFamily="34" charset="0"/>
                <a:ea typeface="Be Vietnam Pro SemiBold" pitchFamily="34" charset="-122"/>
                <a:cs typeface="Be Vietnam Pro SemiBold" pitchFamily="34" charset="-120"/>
              </a:rPr>
              <a:t>urea</a:t>
            </a:r>
            <a:r>
              <a:rPr lang="en-US" sz="2550" dirty="0" spc="-1" kern="0">
                <a:solidFill>
                  <a:srgbClr val="F3EEE3"/>
                </a:solidFill>
                <a:latin typeface="Be Vietnam Pro SemiBold" pitchFamily="34" charset="0"/>
                <a:ea typeface="Be Vietnam Pro SemiBold" pitchFamily="34" charset="-122"/>
                <a:cs typeface="Be Vietnam Pro SemiBold" pitchFamily="34" charset="-120"/>
              </a:rPr>
              <a:t> 100%,</a:t>
            </a:r>
            <a:r>
              <a:rPr lang="en-US" sz="2550" dirty="0" spc="1" kern="0">
                <a:solidFill>
                  <a:srgbClr val="F3EEE3"/>
                </a:solidFill>
                <a:latin typeface="Be Vietnam Pro SemiBold" pitchFamily="34" charset="0"/>
                <a:ea typeface="Be Vietnam Pro SemiBold" pitchFamily="34" charset="-122"/>
                <a:cs typeface="Be Vietnam Pro SemiBold" pitchFamily="34" charset="-120"/>
              </a:rPr>
              <a:t> các</a:t>
            </a:r>
            <a:r>
              <a:rPr lang="en-US" sz="2550" dirty="0" spc="-9" kern="0">
                <a:solidFill>
                  <a:srgbClr val="F3EEE3"/>
                </a:solidFill>
                <a:latin typeface="Be Vietnam Pro SemiBold" pitchFamily="34" charset="0"/>
                <a:ea typeface="Be Vietnam Pro SemiBold" pitchFamily="34" charset="-122"/>
                <a:cs typeface="Be Vietnam Pro SemiBold" pitchFamily="34" charset="-120"/>
              </a:rPr>
              <a:t> chất</a:t>
            </a:r>
            <a:r>
              <a:rPr lang="en-US" sz="2550" dirty="0" spc="1" kern="0">
                <a:solidFill>
                  <a:srgbClr val="F3EEE3"/>
                </a:solidFill>
                <a:latin typeface="Be Vietnam Pro SemiBold" pitchFamily="34" charset="0"/>
                <a:ea typeface="Be Vietnam Pro SemiBold" pitchFamily="34" charset="-122"/>
                <a:cs typeface="Be Vietnam Pro SemiBold" pitchFamily="34" charset="-120"/>
              </a:rPr>
              <a:t> khác 0%</a:t>
            </a:r>
            <a:endParaRPr lang="en-US" sz="2550" dirty="0"/>
          </a:p>
        </p:txBody>
      </p:sp>
      <p:sp>
        <p:nvSpPr>
          <p:cNvPr id="10" name="Shape 7"/>
          <p:cNvSpPr/>
          <p:nvPr/>
        </p:nvSpPr>
        <p:spPr>
          <a:xfrm>
            <a:off x="11391900" y="3829050"/>
            <a:ext cx="5981700" cy="1352550"/>
          </a:xfrm>
          <a:prstGeom prst="roundRect">
            <a:avLst>
              <a:gd name="adj" fmla="val 14085"/>
            </a:avLst>
          </a:prstGeom>
          <a:solidFill>
            <a:srgbClr val="1E212B"/>
          </a:solidFill>
          <a:ln/>
        </p:spPr>
      </p:sp>
      <p:sp>
        <p:nvSpPr>
          <p:cNvPr id="11" name="Shape 8"/>
          <p:cNvSpPr/>
          <p:nvPr/>
        </p:nvSpPr>
        <p:spPr>
          <a:xfrm>
            <a:off x="11391900" y="3829050"/>
            <a:ext cx="114300" cy="1352550"/>
          </a:xfrm>
          <a:prstGeom prst="roundRect">
            <a:avLst>
              <a:gd name="adj" fmla="val 50000"/>
            </a:avLst>
          </a:prstGeom>
          <a:solidFill>
            <a:srgbClr val="3DD6A0"/>
          </a:solidFill>
          <a:ln/>
        </p:spPr>
      </p:sp>
      <p:sp>
        <p:nvSpPr>
          <p:cNvPr id="12" name="Text 9"/>
          <p:cNvSpPr/>
          <p:nvPr/>
        </p:nvSpPr>
        <p:spPr>
          <a:xfrm>
            <a:off x="11734800" y="3924300"/>
            <a:ext cx="5448300" cy="542925"/>
          </a:xfrm>
          <a:prstGeom prst="rect">
            <a:avLst/>
          </a:prstGeom>
          <a:noFill/>
          <a:ln/>
        </p:spPr>
        <p:txBody>
          <a:bodyPr wrap="square" lIns="0" tIns="0" rIns="0" bIns="0" rtlCol="0" anchor="ctr"/>
          <a:lstStyle/>
          <a:p>
            <a:pPr algn="l" indent="0" marL="0">
              <a:buNone/>
            </a:pPr>
            <a:r>
              <a:rPr lang="en-US" sz="2250" dirty="0" spc="0" kern="0">
                <a:solidFill>
                  <a:srgbClr val="3DD6A0"/>
                </a:solidFill>
                <a:latin typeface="Be Vietnam Pro ExtraBold" pitchFamily="34" charset="0"/>
                <a:ea typeface="Be Vietnam Pro ExtraBold" pitchFamily="34" charset="-122"/>
                <a:cs typeface="Be Vietnam Pro ExtraBold" pitchFamily="34" charset="-120"/>
              </a:rPr>
              <a:t>Phản</a:t>
            </a:r>
            <a:r>
              <a:rPr lang="en-US" sz="2250" dirty="0" spc="27" kern="0">
                <a:solidFill>
                  <a:srgbClr val="3DD6A0"/>
                </a:solidFill>
                <a:latin typeface="Be Vietnam Pro ExtraBold" pitchFamily="34" charset="0"/>
                <a:ea typeface="Be Vietnam Pro ExtraBold" pitchFamily="34" charset="-122"/>
                <a:cs typeface="Be Vietnam Pro ExtraBold" pitchFamily="34" charset="-120"/>
              </a:rPr>
              <a:t> ứng</a:t>
            </a:r>
            <a:endParaRPr lang="en-US" sz="2250" dirty="0"/>
          </a:p>
        </p:txBody>
      </p:sp>
      <p:sp>
        <p:nvSpPr>
          <p:cNvPr id="13" name="Text 10"/>
          <p:cNvSpPr/>
          <p:nvPr/>
        </p:nvSpPr>
        <p:spPr>
          <a:xfrm>
            <a:off x="11734800" y="4371975"/>
            <a:ext cx="5448300" cy="762000"/>
          </a:xfrm>
          <a:prstGeom prst="rect">
            <a:avLst/>
          </a:prstGeom>
          <a:noFill/>
          <a:ln/>
        </p:spPr>
        <p:txBody>
          <a:bodyPr wrap="square" lIns="0" tIns="14180" rIns="0" bIns="-14180" rtlCol="0" anchor="ctr"/>
          <a:lstStyle/>
          <a:p>
            <a:pPr algn="l" indent="0" marL="0">
              <a:lnSpc>
                <a:spcPts val="2933"/>
              </a:lnSpc>
              <a:buNone/>
            </a:pPr>
            <a:r>
              <a:rPr lang="en-US" sz="2550" dirty="0" spc="-24" kern="0">
                <a:solidFill>
                  <a:srgbClr val="F3EEE3"/>
                </a:solidFill>
                <a:latin typeface="Be Vietnam Pro SemiBold" pitchFamily="34" charset="0"/>
                <a:ea typeface="Be Vietnam Pro SemiBold" pitchFamily="34" charset="-122"/>
                <a:cs typeface="Be Vietnam Pro SemiBold" pitchFamily="34" charset="-120"/>
              </a:rPr>
              <a:t>urea</a:t>
            </a:r>
            <a:r>
              <a:rPr lang="en-US" sz="2550" dirty="0" spc="-17" kern="0">
                <a:solidFill>
                  <a:srgbClr val="F3EEE3"/>
                </a:solidFill>
                <a:latin typeface="Be Vietnam Pro SemiBold" pitchFamily="34" charset="0"/>
                <a:ea typeface="Be Vietnam Pro SemiBold" pitchFamily="34" charset="-122"/>
                <a:cs typeface="Be Vietnam Pro SemiBold" pitchFamily="34" charset="-120"/>
              </a:rPr>
              <a:t> rắn</a:t>
            </a:r>
            <a:r>
              <a:rPr lang="en-US" sz="2550" dirty="0" spc="-1" kern="0">
                <a:solidFill>
                  <a:srgbClr val="F3EEE3"/>
                </a:solidFill>
                <a:latin typeface="Be Vietnam Pro SemiBold" pitchFamily="34" charset="0"/>
                <a:ea typeface="Be Vietnam Pro SemiBold" pitchFamily="34" charset="-122"/>
                <a:cs typeface="Be Vietnam Pro SemiBold" pitchFamily="34" charset="-120"/>
              </a:rPr>
              <a:t> thành</a:t>
            </a:r>
            <a:r>
              <a:rPr lang="en-US" sz="2550" dirty="0" spc="-19" kern="0">
                <a:solidFill>
                  <a:srgbClr val="F3EEE3"/>
                </a:solidFill>
                <a:latin typeface="Be Vietnam Pro SemiBold" pitchFamily="34" charset="0"/>
                <a:ea typeface="Be Vietnam Pro SemiBold" pitchFamily="34" charset="-122"/>
                <a:cs typeface="Be Vietnam Pro SemiBold" pitchFamily="34" charset="-120"/>
              </a:rPr>
              <a:t> urea</a:t>
            </a:r>
            <a:r>
              <a:rPr lang="en-US" sz="2550" dirty="0" spc="-5" kern="0">
                <a:solidFill>
                  <a:srgbClr val="F3EEE3"/>
                </a:solidFill>
                <a:latin typeface="Be Vietnam Pro SemiBold" pitchFamily="34" charset="0"/>
                <a:ea typeface="Be Vietnam Pro SemiBold" pitchFamily="34" charset="-122"/>
                <a:cs typeface="Be Vietnam Pro SemiBold" pitchFamily="34" charset="-120"/>
              </a:rPr>
              <a:t> lỏng,</a:t>
            </a:r>
            <a:r>
              <a:rPr lang="en-US" sz="2550" dirty="0" spc="10" kern="0">
                <a:solidFill>
                  <a:srgbClr val="F3EEE3"/>
                </a:solidFill>
                <a:latin typeface="Be Vietnam Pro SemiBold" pitchFamily="34" charset="0"/>
                <a:ea typeface="Be Vietnam Pro SemiBold" pitchFamily="34" charset="-122"/>
                <a:cs typeface="Be Vietnam Pro SemiBold" pitchFamily="34" charset="-120"/>
              </a:rPr>
              <a:t> chưa</a:t>
            </a:r>
            <a:r>
              <a:rPr lang="en-US" sz="2550" dirty="0" spc="-2" kern="0">
                <a:solidFill>
                  <a:srgbClr val="F3EEE3"/>
                </a:solidFill>
                <a:latin typeface="Be Vietnam Pro SemiBold" pitchFamily="34" charset="0"/>
                <a:ea typeface="Be Vietnam Pro SemiBold" pitchFamily="34" charset="-122"/>
                <a:cs typeface="Be Vietnam Pro SemiBold" pitchFamily="34" charset="-120"/>
              </a:rPr>
              <a:t> phân</a:t>
            </a:r>
            <a:r>
              <a:rPr lang="en-US" sz="2550" dirty="0" spc="0" kern="0">
                <a:solidFill>
                  <a:srgbClr val="F3EEE3"/>
                </a:solidFill>
                <a:latin typeface="Be Vietnam Pro SemiBold" pitchFamily="34" charset="0"/>
                <a:ea typeface="Be Vietnam Pro SemiBold" pitchFamily="34" charset="-122"/>
                <a:cs typeface="Be Vietnam Pro SemiBold" pitchFamily="34" charset="-120"/>
              </a:rPr>
              <a:t> hủy</a:t>
            </a:r>
            <a:endParaRPr lang="en-US" sz="2550" dirty="0"/>
          </a:p>
        </p:txBody>
      </p:sp>
      <p:sp>
        <p:nvSpPr>
          <p:cNvPr id="14" name="Shape 11"/>
          <p:cNvSpPr/>
          <p:nvPr/>
        </p:nvSpPr>
        <p:spPr>
          <a:xfrm>
            <a:off x="11391900" y="5410200"/>
            <a:ext cx="5981700" cy="1352550"/>
          </a:xfrm>
          <a:prstGeom prst="roundRect">
            <a:avLst>
              <a:gd name="adj" fmla="val 14085"/>
            </a:avLst>
          </a:prstGeom>
          <a:solidFill>
            <a:srgbClr val="1E212B"/>
          </a:solidFill>
          <a:ln/>
        </p:spPr>
      </p:sp>
      <p:sp>
        <p:nvSpPr>
          <p:cNvPr id="15" name="Shape 12"/>
          <p:cNvSpPr/>
          <p:nvPr/>
        </p:nvSpPr>
        <p:spPr>
          <a:xfrm>
            <a:off x="11391900" y="5410200"/>
            <a:ext cx="114300" cy="1352550"/>
          </a:xfrm>
          <a:prstGeom prst="roundRect">
            <a:avLst>
              <a:gd name="adj" fmla="val 50000"/>
            </a:avLst>
          </a:prstGeom>
          <a:solidFill>
            <a:srgbClr val="FF6A4D"/>
          </a:solidFill>
          <a:ln/>
        </p:spPr>
      </p:sp>
      <p:sp>
        <p:nvSpPr>
          <p:cNvPr id="16" name="Text 13"/>
          <p:cNvSpPr/>
          <p:nvPr/>
        </p:nvSpPr>
        <p:spPr>
          <a:xfrm>
            <a:off x="11734800" y="5505450"/>
            <a:ext cx="5448300" cy="542925"/>
          </a:xfrm>
          <a:prstGeom prst="rect">
            <a:avLst/>
          </a:prstGeom>
          <a:noFill/>
          <a:ln/>
        </p:spPr>
        <p:txBody>
          <a:bodyPr wrap="square" lIns="0" tIns="0" rIns="0" bIns="0" rtlCol="0" anchor="ctr"/>
          <a:lstStyle/>
          <a:p>
            <a:pPr algn="l" indent="0" marL="0">
              <a:buNone/>
            </a:pPr>
            <a:r>
              <a:rPr lang="en-US" sz="2250" dirty="0" spc="6" kern="0">
                <a:solidFill>
                  <a:srgbClr val="FF6A4D"/>
                </a:solidFill>
                <a:latin typeface="Be Vietnam Pro ExtraBold" pitchFamily="34" charset="0"/>
                <a:ea typeface="Be Vietnam Pro ExtraBold" pitchFamily="34" charset="-122"/>
                <a:cs typeface="Be Vietnam Pro ExtraBold" pitchFamily="34" charset="-120"/>
              </a:rPr>
              <a:t>Ý</a:t>
            </a:r>
            <a:r>
              <a:rPr lang="en-US" sz="2250" dirty="0" spc="-1" kern="0">
                <a:solidFill>
                  <a:srgbClr val="FF6A4D"/>
                </a:solidFill>
                <a:latin typeface="Be Vietnam Pro ExtraBold" pitchFamily="34" charset="0"/>
                <a:ea typeface="Be Vietnam Pro ExtraBold" pitchFamily="34" charset="-122"/>
                <a:cs typeface="Be Vietnam Pro ExtraBold" pitchFamily="34" charset="-120"/>
              </a:rPr>
              <a:t> nghĩa</a:t>
            </a:r>
            <a:endParaRPr lang="en-US" sz="2250" dirty="0"/>
          </a:p>
        </p:txBody>
      </p:sp>
      <p:sp>
        <p:nvSpPr>
          <p:cNvPr id="17" name="Text 14"/>
          <p:cNvSpPr/>
          <p:nvPr/>
        </p:nvSpPr>
        <p:spPr>
          <a:xfrm>
            <a:off x="11734800" y="5953125"/>
            <a:ext cx="5448300" cy="762000"/>
          </a:xfrm>
          <a:prstGeom prst="rect">
            <a:avLst/>
          </a:prstGeom>
          <a:noFill/>
          <a:ln/>
        </p:spPr>
        <p:txBody>
          <a:bodyPr wrap="square" lIns="0" tIns="14180" rIns="0" bIns="-14180" rtlCol="0" anchor="ctr"/>
          <a:lstStyle/>
          <a:p>
            <a:pPr algn="l" indent="0" marL="0">
              <a:lnSpc>
                <a:spcPts val="2933"/>
              </a:lnSpc>
              <a:buNone/>
            </a:pPr>
            <a:r>
              <a:rPr lang="en-US" sz="2550" dirty="0" spc="14" kern="0">
                <a:solidFill>
                  <a:srgbClr val="F3EEE3"/>
                </a:solidFill>
                <a:latin typeface="Be Vietnam Pro SemiBold" pitchFamily="34" charset="0"/>
                <a:ea typeface="Be Vietnam Pro SemiBold" pitchFamily="34" charset="-122"/>
                <a:cs typeface="Be Vietnam Pro SemiBold" pitchFamily="34" charset="-120"/>
              </a:rPr>
              <a:t>chưa</a:t>
            </a:r>
            <a:r>
              <a:rPr lang="en-US" sz="2550" dirty="0" spc="-4" kern="0">
                <a:solidFill>
                  <a:srgbClr val="F3EEE3"/>
                </a:solidFill>
                <a:latin typeface="Be Vietnam Pro SemiBold" pitchFamily="34" charset="0"/>
                <a:ea typeface="Be Vietnam Pro SemiBold" pitchFamily="34" charset="-122"/>
                <a:cs typeface="Be Vietnam Pro SemiBold" pitchFamily="34" charset="-120"/>
              </a:rPr>
              <a:t> có</a:t>
            </a:r>
            <a:r>
              <a:rPr lang="en-US" sz="2550" dirty="0" spc="-1" kern="0">
                <a:solidFill>
                  <a:srgbClr val="F3EEE3"/>
                </a:solidFill>
                <a:latin typeface="Be Vietnam Pro SemiBold" pitchFamily="34" charset="0"/>
                <a:ea typeface="Be Vietnam Pro SemiBold" pitchFamily="34" charset="-122"/>
                <a:cs typeface="Be Vietnam Pro SemiBold" pitchFamily="34" charset="-120"/>
              </a:rPr>
              <a:t> cặn</a:t>
            </a:r>
            <a:r>
              <a:rPr lang="en-US" sz="2550" dirty="0" spc="0" kern="0">
                <a:solidFill>
                  <a:srgbClr val="F3EEE3"/>
                </a:solidFill>
                <a:latin typeface="Be Vietnam Pro SemiBold" pitchFamily="34" charset="0"/>
                <a:ea typeface="Be Vietnam Pro SemiBold" pitchFamily="34" charset="-122"/>
                <a:cs typeface="Be Vietnam Pro SemiBold" pitchFamily="34" charset="-120"/>
              </a:rPr>
              <a:t> mới</a:t>
            </a:r>
            <a:endParaRPr lang="en-US" sz="2550" dirty="0"/>
          </a:p>
        </p:txBody>
      </p:sp>
      <p:sp>
        <p:nvSpPr>
          <p:cNvPr id="18" name="Shape 15"/>
          <p:cNvSpPr/>
          <p:nvPr/>
        </p:nvSpPr>
        <p:spPr>
          <a:xfrm>
            <a:off x="11391900" y="6991350"/>
            <a:ext cx="5981700" cy="1352550"/>
          </a:xfrm>
          <a:prstGeom prst="roundRect">
            <a:avLst>
              <a:gd name="adj" fmla="val 14085"/>
            </a:avLst>
          </a:prstGeom>
          <a:solidFill>
            <a:srgbClr val="1E212B"/>
          </a:solidFill>
          <a:ln/>
        </p:spPr>
      </p:sp>
      <p:sp>
        <p:nvSpPr>
          <p:cNvPr id="19" name="Shape 16"/>
          <p:cNvSpPr/>
          <p:nvPr/>
        </p:nvSpPr>
        <p:spPr>
          <a:xfrm>
            <a:off x="11391900" y="6991350"/>
            <a:ext cx="114300" cy="1352550"/>
          </a:xfrm>
          <a:prstGeom prst="roundRect">
            <a:avLst>
              <a:gd name="adj" fmla="val 50000"/>
            </a:avLst>
          </a:prstGeom>
          <a:solidFill>
            <a:srgbClr val="7C93FF"/>
          </a:solidFill>
          <a:ln/>
        </p:spPr>
      </p:sp>
      <p:sp>
        <p:nvSpPr>
          <p:cNvPr id="20" name="Text 17"/>
          <p:cNvSpPr/>
          <p:nvPr/>
        </p:nvSpPr>
        <p:spPr>
          <a:xfrm>
            <a:off x="11734800" y="7086600"/>
            <a:ext cx="5448300" cy="542925"/>
          </a:xfrm>
          <a:prstGeom prst="rect">
            <a:avLst/>
          </a:prstGeom>
          <a:noFill/>
          <a:ln/>
        </p:spPr>
        <p:txBody>
          <a:bodyPr wrap="square" lIns="0" tIns="0" rIns="0" bIns="0" rtlCol="0" anchor="ctr"/>
          <a:lstStyle/>
          <a:p>
            <a:pPr algn="l" indent="0" marL="0">
              <a:buNone/>
            </a:pPr>
            <a:r>
              <a:rPr lang="en-US" sz="2250" dirty="0" spc="11" kern="0">
                <a:solidFill>
                  <a:srgbClr val="7C93FF"/>
                </a:solidFill>
                <a:latin typeface="Be Vietnam Pro ExtraBold" pitchFamily="34" charset="0"/>
                <a:ea typeface="Be Vietnam Pro ExtraBold" pitchFamily="34" charset="-122"/>
                <a:cs typeface="Be Vietnam Pro ExtraBold" pitchFamily="34" charset="-120"/>
              </a:rPr>
              <a:t>Nước</a:t>
            </a:r>
            <a:endParaRPr lang="en-US" sz="2250" dirty="0"/>
          </a:p>
        </p:txBody>
      </p:sp>
      <p:sp>
        <p:nvSpPr>
          <p:cNvPr id="21" name="Text 18"/>
          <p:cNvSpPr/>
          <p:nvPr/>
        </p:nvSpPr>
        <p:spPr>
          <a:xfrm>
            <a:off x="11734800" y="7534275"/>
            <a:ext cx="5448300" cy="762000"/>
          </a:xfrm>
          <a:prstGeom prst="rect">
            <a:avLst/>
          </a:prstGeom>
          <a:noFill/>
          <a:ln/>
        </p:spPr>
        <p:txBody>
          <a:bodyPr wrap="square" lIns="0" tIns="14180" rIns="0" bIns="-14180" rtlCol="0" anchor="ctr"/>
          <a:lstStyle/>
          <a:p>
            <a:pPr algn="l" indent="0" marL="0">
              <a:lnSpc>
                <a:spcPts val="2933"/>
              </a:lnSpc>
              <a:buNone/>
            </a:pPr>
            <a:r>
              <a:rPr lang="en-US" sz="2550" dirty="0" spc="14" kern="0">
                <a:solidFill>
                  <a:srgbClr val="F3EEE3"/>
                </a:solidFill>
                <a:latin typeface="Be Vietnam Pro SemiBold" pitchFamily="34" charset="0"/>
                <a:ea typeface="Be Vietnam Pro SemiBold" pitchFamily="34" charset="-122"/>
                <a:cs typeface="Be Vietnam Pro SemiBold" pitchFamily="34" charset="-120"/>
              </a:rPr>
              <a:t>đã</a:t>
            </a:r>
            <a:r>
              <a:rPr lang="en-US" sz="2550" dirty="0" spc="-12" kern="0">
                <a:solidFill>
                  <a:srgbClr val="F3EEE3"/>
                </a:solidFill>
                <a:latin typeface="Be Vietnam Pro SemiBold" pitchFamily="34" charset="0"/>
                <a:ea typeface="Be Vietnam Pro SemiBold" pitchFamily="34" charset="-122"/>
                <a:cs typeface="Be Vietnam Pro SemiBold" pitchFamily="34" charset="-120"/>
              </a:rPr>
              <a:t> bay</a:t>
            </a:r>
            <a:r>
              <a:rPr lang="en-US" sz="2550" dirty="0" spc="1" kern="0">
                <a:solidFill>
                  <a:srgbClr val="F3EEE3"/>
                </a:solidFill>
                <a:latin typeface="Be Vietnam Pro SemiBold" pitchFamily="34" charset="0"/>
                <a:ea typeface="Be Vietnam Pro SemiBold" pitchFamily="34" charset="-122"/>
                <a:cs typeface="Be Vietnam Pro SemiBold" pitchFamily="34" charset="-120"/>
              </a:rPr>
              <a:t> hơi</a:t>
            </a:r>
            <a:r>
              <a:rPr lang="en-US" sz="2550" dirty="0" spc="5" kern="0">
                <a:solidFill>
                  <a:srgbClr val="F3EEE3"/>
                </a:solidFill>
                <a:latin typeface="Be Vietnam Pro SemiBold" pitchFamily="34" charset="0"/>
                <a:ea typeface="Be Vietnam Pro SemiBold" pitchFamily="34" charset="-122"/>
                <a:cs typeface="Be Vietnam Pro SemiBold" pitchFamily="34" charset="-120"/>
              </a:rPr>
              <a:t> trước,</a:t>
            </a:r>
            <a:r>
              <a:rPr lang="en-US" sz="2550" dirty="0" spc="3" kern="0">
                <a:solidFill>
                  <a:srgbClr val="F3EEE3"/>
                </a:solidFill>
                <a:latin typeface="Be Vietnam Pro SemiBold" pitchFamily="34" charset="0"/>
                <a:ea typeface="Be Vietnam Pro SemiBold" pitchFamily="34" charset="-122"/>
                <a:cs typeface="Be Vietnam Pro SemiBold" pitchFamily="34" charset="-120"/>
              </a:rPr>
              <a:t> hình</a:t>
            </a:r>
            <a:r>
              <a:rPr lang="en-US" sz="2550" dirty="0" spc="-3" kern="0">
                <a:solidFill>
                  <a:srgbClr val="F3EEE3"/>
                </a:solidFill>
                <a:latin typeface="Be Vietnam Pro SemiBold" pitchFamily="34" charset="0"/>
                <a:ea typeface="Be Vietnam Pro SemiBold" pitchFamily="34" charset="-122"/>
                <a:cs typeface="Be Vietnam Pro SemiBold" pitchFamily="34" charset="-120"/>
              </a:rPr>
              <a:t> không</a:t>
            </a:r>
            <a:r>
              <a:rPr lang="en-US" sz="2550" dirty="0" spc="-19" kern="0">
                <a:solidFill>
                  <a:srgbClr val="F3EEE3"/>
                </a:solidFill>
                <a:latin typeface="Be Vietnam Pro SemiBold" pitchFamily="34" charset="0"/>
                <a:ea typeface="Be Vietnam Pro SemiBold" pitchFamily="34" charset="-122"/>
                <a:cs typeface="Be Vietnam Pro SemiBold" pitchFamily="34" charset="-120"/>
              </a:rPr>
              <a:t> vẽ</a:t>
            </a:r>
            <a:endParaRPr lang="en-US" sz="2550" dirty="0"/>
          </a:p>
        </p:txBody>
      </p:sp>
      <p:sp>
        <p:nvSpPr>
          <p:cNvPr id="22"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a:t>
            </a:r>
            <a:endParaRPr lang="en-US" sz="1800" dirty="0"/>
          </a:p>
        </p:txBody>
      </p:sp>
      <p:sp>
        <p:nvSpPr>
          <p:cNvPr id="23" name="Shape 20"/>
          <p:cNvSpPr/>
          <p:nvPr/>
        </p:nvSpPr>
        <p:spPr>
          <a:xfrm>
            <a:off x="942975" y="9563100"/>
            <a:ext cx="114300" cy="114300"/>
          </a:xfrm>
          <a:prstGeom prst="ellipse">
            <a:avLst/>
          </a:prstGeom>
          <a:solidFill>
            <a:srgbClr val="F3EEE3">
              <a:alpha val="28000"/>
            </a:srgbClr>
          </a:solidFill>
          <a:ln/>
        </p:spPr>
      </p:sp>
      <p:sp>
        <p:nvSpPr>
          <p:cNvPr id="24" name="Shape 21"/>
          <p:cNvSpPr/>
          <p:nvPr/>
        </p:nvSpPr>
        <p:spPr>
          <a:xfrm>
            <a:off x="1171575" y="9563100"/>
            <a:ext cx="114300" cy="114300"/>
          </a:xfrm>
          <a:prstGeom prst="ellipse">
            <a:avLst/>
          </a:prstGeom>
          <a:solidFill>
            <a:srgbClr val="F3EEE3">
              <a:alpha val="28000"/>
            </a:srgbClr>
          </a:solidFill>
          <a:ln/>
        </p:spPr>
      </p:sp>
      <p:sp>
        <p:nvSpPr>
          <p:cNvPr id="25" name="Shape 22"/>
          <p:cNvSpPr/>
          <p:nvPr/>
        </p:nvSpPr>
        <p:spPr>
          <a:xfrm>
            <a:off x="1400175" y="9563100"/>
            <a:ext cx="114300" cy="114300"/>
          </a:xfrm>
          <a:prstGeom prst="ellipse">
            <a:avLst/>
          </a:prstGeom>
          <a:solidFill>
            <a:srgbClr val="F3EEE3">
              <a:alpha val="28000"/>
            </a:srgbClr>
          </a:solidFill>
          <a:ln/>
        </p:spPr>
      </p:sp>
      <p:sp>
        <p:nvSpPr>
          <p:cNvPr id="26" name="Shape 23"/>
          <p:cNvSpPr/>
          <p:nvPr/>
        </p:nvSpPr>
        <p:spPr>
          <a:xfrm>
            <a:off x="1628775" y="9563100"/>
            <a:ext cx="114300" cy="114300"/>
          </a:xfrm>
          <a:prstGeom prst="ellipse">
            <a:avLst/>
          </a:prstGeom>
          <a:solidFill>
            <a:srgbClr val="F3EEE3">
              <a:alpha val="28000"/>
            </a:srgbClr>
          </a:solidFill>
          <a:ln/>
        </p:spPr>
      </p:sp>
      <p:sp>
        <p:nvSpPr>
          <p:cNvPr id="27" name="Shape 24"/>
          <p:cNvSpPr/>
          <p:nvPr/>
        </p:nvSpPr>
        <p:spPr>
          <a:xfrm>
            <a:off x="1838325" y="9544050"/>
            <a:ext cx="152400" cy="152400"/>
          </a:xfrm>
          <a:prstGeom prst="ellipse">
            <a:avLst/>
          </a:prstGeom>
          <a:solidFill>
            <a:srgbClr val="FF6A4D"/>
          </a:solidFill>
          <a:ln/>
        </p:spPr>
      </p:sp>
      <p:sp>
        <p:nvSpPr>
          <p:cNvPr id="28" name="Shape 25"/>
          <p:cNvSpPr/>
          <p:nvPr/>
        </p:nvSpPr>
        <p:spPr>
          <a:xfrm>
            <a:off x="2085975" y="9563100"/>
            <a:ext cx="114300" cy="114300"/>
          </a:xfrm>
          <a:prstGeom prst="ellipse">
            <a:avLst/>
          </a:prstGeom>
          <a:solidFill>
            <a:srgbClr val="F3EEE3">
              <a:alpha val="28000"/>
            </a:srgbClr>
          </a:solidFill>
          <a:ln/>
        </p:spPr>
      </p:sp>
      <p:sp>
        <p:nvSpPr>
          <p:cNvPr id="29" name="Shape 26"/>
          <p:cNvSpPr/>
          <p:nvPr/>
        </p:nvSpPr>
        <p:spPr>
          <a:xfrm>
            <a:off x="2314575" y="9563100"/>
            <a:ext cx="114300" cy="114300"/>
          </a:xfrm>
          <a:prstGeom prst="ellipse">
            <a:avLst/>
          </a:prstGeom>
          <a:solidFill>
            <a:srgbClr val="F3EEE3">
              <a:alpha val="28000"/>
            </a:srgbClr>
          </a:solidFill>
          <a:ln/>
        </p:spPr>
      </p:sp>
      <p:sp>
        <p:nvSpPr>
          <p:cNvPr id="30" name="Shape 27"/>
          <p:cNvSpPr/>
          <p:nvPr/>
        </p:nvSpPr>
        <p:spPr>
          <a:xfrm>
            <a:off x="2543175" y="9563100"/>
            <a:ext cx="114300" cy="114300"/>
          </a:xfrm>
          <a:prstGeom prst="ellipse">
            <a:avLst/>
          </a:prstGeom>
          <a:solidFill>
            <a:srgbClr val="F3EEE3">
              <a:alpha val="28000"/>
            </a:srgbClr>
          </a:solidFill>
          <a:ln/>
        </p:spPr>
      </p:sp>
      <p:sp>
        <p:nvSpPr>
          <p:cNvPr id="31" name="Shape 28"/>
          <p:cNvSpPr/>
          <p:nvPr/>
        </p:nvSpPr>
        <p:spPr>
          <a:xfrm>
            <a:off x="2771775" y="9563100"/>
            <a:ext cx="114300" cy="114300"/>
          </a:xfrm>
          <a:prstGeom prst="ellipse">
            <a:avLst/>
          </a:prstGeom>
          <a:solidFill>
            <a:srgbClr val="F3EEE3">
              <a:alpha val="28000"/>
            </a:srgbClr>
          </a:solidFill>
          <a:ln/>
        </p:spPr>
      </p:sp>
      <p:sp>
        <p:nvSpPr>
          <p:cNvPr id="32" name="Shape 29"/>
          <p:cNvSpPr/>
          <p:nvPr/>
        </p:nvSpPr>
        <p:spPr>
          <a:xfrm>
            <a:off x="3000375" y="9563100"/>
            <a:ext cx="114300" cy="114300"/>
          </a:xfrm>
          <a:prstGeom prst="ellipse">
            <a:avLst/>
          </a:prstGeom>
          <a:solidFill>
            <a:srgbClr val="F3EEE3">
              <a:alpha val="28000"/>
            </a:srgbClr>
          </a:solidFill>
          <a:ln/>
        </p:spPr>
      </p:sp>
      <p:sp>
        <p:nvSpPr>
          <p:cNvPr id="33" name="Shape 30"/>
          <p:cNvSpPr/>
          <p:nvPr/>
        </p:nvSpPr>
        <p:spPr>
          <a:xfrm>
            <a:off x="3228975" y="9563100"/>
            <a:ext cx="114300" cy="114300"/>
          </a:xfrm>
          <a:prstGeom prst="ellipse">
            <a:avLst/>
          </a:prstGeom>
          <a:solidFill>
            <a:srgbClr val="F3EEE3">
              <a:alpha val="28000"/>
            </a:srgbClr>
          </a:solidFill>
          <a:ln/>
        </p:spPr>
      </p:sp>
      <p:sp>
        <p:nvSpPr>
          <p:cNvPr id="34" name="Shape 31"/>
          <p:cNvSpPr/>
          <p:nvPr/>
        </p:nvSpPr>
        <p:spPr>
          <a:xfrm>
            <a:off x="3457575" y="9563100"/>
            <a:ext cx="114300" cy="114300"/>
          </a:xfrm>
          <a:prstGeom prst="ellipse">
            <a:avLst/>
          </a:prstGeom>
          <a:solidFill>
            <a:srgbClr val="F3EEE3">
              <a:alpha val="28000"/>
            </a:srgbClr>
          </a:solidFill>
          <a:ln/>
        </p:spPr>
      </p:sp>
      <p:sp>
        <p:nvSpPr>
          <p:cNvPr id="35" name="Shape 32"/>
          <p:cNvSpPr/>
          <p:nvPr/>
        </p:nvSpPr>
        <p:spPr>
          <a:xfrm>
            <a:off x="3686175" y="9563100"/>
            <a:ext cx="114300" cy="114300"/>
          </a:xfrm>
          <a:prstGeom prst="ellipse">
            <a:avLst/>
          </a:prstGeom>
          <a:solidFill>
            <a:srgbClr val="F3EEE3">
              <a:alpha val="28000"/>
            </a:srgbClr>
          </a:solidFill>
          <a:ln/>
        </p:spPr>
      </p:sp>
      <p:sp>
        <p:nvSpPr>
          <p:cNvPr id="36" name="Shape 33"/>
          <p:cNvSpPr/>
          <p:nvPr/>
        </p:nvSpPr>
        <p:spPr>
          <a:xfrm>
            <a:off x="3914775" y="9563100"/>
            <a:ext cx="114300" cy="114300"/>
          </a:xfrm>
          <a:prstGeom prst="ellipse">
            <a:avLst/>
          </a:prstGeom>
          <a:solidFill>
            <a:srgbClr val="F3EEE3">
              <a:alpha val="28000"/>
            </a:srgbClr>
          </a:solidFill>
          <a:ln/>
        </p:spPr>
      </p:sp>
      <p:sp>
        <p:nvSpPr>
          <p:cNvPr id="37" name="Shape 34"/>
          <p:cNvSpPr/>
          <p:nvPr/>
        </p:nvSpPr>
        <p:spPr>
          <a:xfrm>
            <a:off x="4143375" y="9563100"/>
            <a:ext cx="114300" cy="114300"/>
          </a:xfrm>
          <a:prstGeom prst="ellipse">
            <a:avLst/>
          </a:prstGeom>
          <a:solidFill>
            <a:srgbClr val="F3EEE3">
              <a:alpha val="28000"/>
            </a:srgbClr>
          </a:solidFill>
          <a:ln/>
        </p:spPr>
      </p:sp>
      <p:sp>
        <p:nvSpPr>
          <p:cNvPr id="38" name="Shape 35"/>
          <p:cNvSpPr/>
          <p:nvPr/>
        </p:nvSpPr>
        <p:spPr>
          <a:xfrm>
            <a:off x="4371975" y="9563100"/>
            <a:ext cx="114300" cy="114300"/>
          </a:xfrm>
          <a:prstGeom prst="ellipse">
            <a:avLst/>
          </a:prstGeom>
          <a:solidFill>
            <a:srgbClr val="F3EEE3">
              <a:alpha val="28000"/>
            </a:srgbClr>
          </a:solidFill>
          <a:ln/>
        </p:spPr>
      </p:sp>
      <p:sp>
        <p:nvSpPr>
          <p:cNvPr id="39" name="Shape 36"/>
          <p:cNvSpPr/>
          <p:nvPr/>
        </p:nvSpPr>
        <p:spPr>
          <a:xfrm>
            <a:off x="4600575" y="9563100"/>
            <a:ext cx="114300" cy="114300"/>
          </a:xfrm>
          <a:prstGeom prst="ellipse">
            <a:avLst/>
          </a:prstGeom>
          <a:solidFill>
            <a:srgbClr val="F3EEE3">
              <a:alpha val="28000"/>
            </a:srgbClr>
          </a:solidFill>
          <a:ln/>
        </p:spPr>
      </p:sp>
      <p:sp>
        <p:nvSpPr>
          <p:cNvPr id="40" name="Text 37"/>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Multiple-report</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0" kern="0">
                <a:solidFill>
                  <a:srgbClr val="9AA0B5"/>
                </a:solidFill>
                <a:latin typeface="Be Vietnam Pro" pitchFamily="34" charset="0"/>
                <a:ea typeface="Be Vietnam Pro" pitchFamily="34" charset="-122"/>
                <a:cs typeface="Be Vietnam Pro" pitchFamily="34" charset="-120"/>
              </a:rPr>
              <a:t> L17</a:t>
            </a:r>
            <a:r>
              <a:rPr lang="en-US" sz="1800" dirty="0" spc="-2"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05/17</a:t>
            </a:r>
            <a:endParaRPr lang="en-US" sz="1800" dirty="0"/>
          </a:p>
        </p:txBody>
      </p:sp>
      <p:sp>
        <p:nvSpPr>
          <p:cNvPr id="41" name="Shape 38"/>
          <p:cNvSpPr/>
          <p:nvPr/>
        </p:nvSpPr>
        <p:spPr>
          <a:xfrm>
            <a:off x="15983712" y="9076331"/>
            <a:ext cx="1645920" cy="552301"/>
          </a:xfrm>
          <a:prstGeom prst="roundRect">
            <a:avLst>
              <a:gd name="adj" fmla="val 28000"/>
            </a:avLst>
          </a:prstGeom>
          <a:solidFill>
            <a:srgbClr val="FFFFFF">
              <a:alpha val="82000"/>
            </a:srgbClr>
          </a:solidFill>
          <a:ln/>
        </p:spPr>
      </p:sp>
      <p:pic>
        <p:nvPicPr>
          <p:cNvPr id="42" name="Moda image moda-export-watermark-fcc33c70-c8ab-41b1-bbd0-e5c642145e7f"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43" kern="0">
                <a:solidFill>
                  <a:srgbClr val="14161C"/>
                </a:solidFill>
                <a:latin typeface="Bricolage Grotesque ExtraBold" pitchFamily="34" charset="0"/>
                <a:ea typeface="Bricolage Grotesque ExtraBold" pitchFamily="34" charset="-122"/>
                <a:cs typeface="Bricolage Grotesque ExtraBold" pitchFamily="34" charset="-120"/>
              </a:rPr>
              <a:t>160–170°C:</a:t>
            </a:r>
            <a:r>
              <a:rPr lang="en-US" sz="5700" dirty="0" spc="-5" kern="0">
                <a:solidFill>
                  <a:srgbClr val="14161C"/>
                </a:solidFill>
                <a:latin typeface="Bricolage Grotesque ExtraBold" pitchFamily="34" charset="0"/>
                <a:ea typeface="Bricolage Grotesque ExtraBold" pitchFamily="34" charset="-122"/>
                <a:cs typeface="Bricolage Grotesque ExtraBold" pitchFamily="34" charset="-120"/>
              </a:rPr>
              <a:t> khoảng</a:t>
            </a:r>
            <a:r>
              <a:rPr lang="en-US" sz="5700" dirty="0" spc="-12" kern="0">
                <a:solidFill>
                  <a:srgbClr val="14161C"/>
                </a:solidFill>
                <a:latin typeface="Bricolage Grotesque ExtraBold" pitchFamily="34" charset="0"/>
                <a:ea typeface="Bricolage Grotesque ExtraBold" pitchFamily="34" charset="-122"/>
                <a:cs typeface="Bricolage Grotesque ExtraBold" pitchFamily="34" charset="-120"/>
              </a:rPr>
              <a:t> trống</a:t>
            </a:r>
            <a:r>
              <a:rPr lang="en-US" sz="5700" dirty="0" spc="-39" kern="0">
                <a:solidFill>
                  <a:srgbClr val="14161C"/>
                </a:solidFill>
                <a:latin typeface="Bricolage Grotesque ExtraBold" pitchFamily="34" charset="0"/>
                <a:ea typeface="Bricolage Grotesque ExtraBold" pitchFamily="34" charset="-122"/>
                <a:cs typeface="Bricolage Grotesque ExtraBold" pitchFamily="34" charset="-120"/>
              </a:rPr>
              <a:t> giữa</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hai</a:t>
            </a:r>
            <a:r>
              <a:rPr lang="en-US" sz="5700" dirty="0" spc="19" kern="0">
                <a:solidFill>
                  <a:srgbClr val="14161C"/>
                </a:solidFill>
                <a:latin typeface="Bricolage Grotesque ExtraBold" pitchFamily="34" charset="0"/>
                <a:ea typeface="Bricolage Grotesque ExtraBold" pitchFamily="34" charset="-122"/>
                <a:cs typeface="Bricolage Grotesque ExtraBold" pitchFamily="34" charset="-120"/>
              </a:rPr>
              <a:t> điểm</a:t>
            </a: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 đo</a:t>
            </a:r>
            <a:endParaRPr lang="en-US" sz="5700" dirty="0"/>
          </a:p>
        </p:txBody>
      </p:sp>
      <p:sp>
        <p:nvSpPr>
          <p:cNvPr id="3" name="Shape 1"/>
          <p:cNvSpPr/>
          <p:nvPr/>
        </p:nvSpPr>
        <p:spPr>
          <a:xfrm>
            <a:off x="914400" y="2762250"/>
            <a:ext cx="16459200" cy="1085850"/>
          </a:xfrm>
          <a:prstGeom prst="roundRect">
            <a:avLst>
              <a:gd name="adj" fmla="val 17544"/>
            </a:avLst>
          </a:prstGeom>
          <a:solidFill>
            <a:srgbClr val="E8E0CF"/>
          </a:solidFill>
          <a:ln w="19050">
            <a:solidFill>
              <a:srgbClr val="DDD5C1"/>
            </a:solidFill>
            <a:prstDash val="solid"/>
          </a:ln>
        </p:spPr>
      </p:sp>
      <p:sp>
        <p:nvSpPr>
          <p:cNvPr id="4" name="Shape 2"/>
          <p:cNvSpPr/>
          <p:nvPr/>
        </p:nvSpPr>
        <p:spPr>
          <a:xfrm>
            <a:off x="914400" y="2762250"/>
            <a:ext cx="133350" cy="1085850"/>
          </a:xfrm>
          <a:prstGeom prst="roundRect">
            <a:avLst>
              <a:gd name="adj" fmla="val 50000"/>
            </a:avLst>
          </a:prstGeom>
          <a:solidFill>
            <a:srgbClr val="B45309"/>
          </a:solidFill>
          <a:ln/>
        </p:spPr>
      </p:sp>
      <p:sp>
        <p:nvSpPr>
          <p:cNvPr id="5" name="Text 3"/>
          <p:cNvSpPr/>
          <p:nvPr/>
        </p:nvSpPr>
        <p:spPr>
          <a:xfrm>
            <a:off x="1295400" y="2762250"/>
            <a:ext cx="5905500" cy="1085850"/>
          </a:xfrm>
          <a:prstGeom prst="rect">
            <a:avLst/>
          </a:prstGeom>
          <a:noFill/>
          <a:ln/>
        </p:spPr>
        <p:txBody>
          <a:bodyPr wrap="square" lIns="0" tIns="16720" rIns="0" bIns="-16720" rtlCol="0" anchor="ctr"/>
          <a:lstStyle/>
          <a:p>
            <a:pPr algn="l" indent="0" marL="0">
              <a:lnSpc>
                <a:spcPts val="3450"/>
              </a:lnSpc>
              <a:buNone/>
            </a:pPr>
            <a:r>
              <a:rPr lang="en-US" sz="3000" dirty="0" spc="-1" kern="0">
                <a:solidFill>
                  <a:srgbClr val="B45309"/>
                </a:solidFill>
                <a:latin typeface="Be Vietnam Pro ExtraBold" pitchFamily="34" charset="0"/>
                <a:ea typeface="Be Vietnam Pro ExtraBold" pitchFamily="34" charset="-122"/>
                <a:cs typeface="Be Vietnam Pro ExtraBold" pitchFamily="34" charset="-120"/>
              </a:rPr>
              <a:t>133°C</a:t>
            </a:r>
            <a:r>
              <a:rPr lang="en-US" sz="3000" dirty="0" spc="1" kern="0">
                <a:solidFill>
                  <a:srgbClr val="B45309"/>
                </a:solidFill>
                <a:latin typeface="Be Vietnam Pro ExtraBold" pitchFamily="34" charset="0"/>
                <a:ea typeface="Be Vietnam Pro ExtraBold" pitchFamily="34" charset="-122"/>
                <a:cs typeface="Be Vietnam Pro ExtraBold" pitchFamily="34" charset="-120"/>
              </a:rPr>
              <a:t> (số</a:t>
            </a:r>
            <a:r>
              <a:rPr lang="en-US" sz="3000" dirty="0" spc="4" kern="0">
                <a:solidFill>
                  <a:srgbClr val="B45309"/>
                </a:solidFill>
                <a:latin typeface="Be Vietnam Pro ExtraBold" pitchFamily="34" charset="0"/>
                <a:ea typeface="Be Vietnam Pro ExtraBold" pitchFamily="34" charset="-122"/>
                <a:cs typeface="Be Vietnam Pro ExtraBold" pitchFamily="34" charset="-120"/>
              </a:rPr>
              <a:t> đo)</a:t>
            </a:r>
            <a:endParaRPr lang="en-US" sz="3000" dirty="0"/>
          </a:p>
        </p:txBody>
      </p:sp>
      <p:sp>
        <p:nvSpPr>
          <p:cNvPr id="6" name="Text 4"/>
          <p:cNvSpPr/>
          <p:nvPr/>
        </p:nvSpPr>
        <p:spPr>
          <a:xfrm>
            <a:off x="7581900" y="2762250"/>
            <a:ext cx="9525000" cy="1085850"/>
          </a:xfrm>
          <a:prstGeom prst="rect">
            <a:avLst/>
          </a:prstGeom>
          <a:noFill/>
          <a:ln/>
        </p:spPr>
        <p:txBody>
          <a:bodyPr wrap="square" lIns="0" tIns="0" rIns="0" bIns="0" rtlCol="0" anchor="ctr"/>
          <a:lstStyle/>
          <a:p>
            <a:pPr algn="l" indent="0" marL="0">
              <a:buNone/>
            </a:pPr>
            <a:r>
              <a:rPr lang="en-US" sz="2700" dirty="0" spc="-32" kern="0">
                <a:solidFill>
                  <a:srgbClr val="14161C"/>
                </a:solidFill>
                <a:latin typeface="Be Vietnam Pro" pitchFamily="34" charset="0"/>
                <a:ea typeface="Be Vietnam Pro" pitchFamily="34" charset="-122"/>
                <a:cs typeface="Be Vietnam Pro" pitchFamily="34" charset="-120"/>
              </a:rPr>
              <a:t>Urea</a:t>
            </a:r>
            <a:r>
              <a:rPr lang="en-US" sz="2700" dirty="0" spc="0" kern="0">
                <a:solidFill>
                  <a:srgbClr val="14161C"/>
                </a:solidFill>
                <a:latin typeface="Be Vietnam Pro" pitchFamily="34" charset="0"/>
                <a:ea typeface="Be Vietnam Pro" pitchFamily="34" charset="-122"/>
                <a:cs typeface="Be Vietnam Pro" pitchFamily="34" charset="-120"/>
              </a:rPr>
              <a:t> 100%</a:t>
            </a:r>
            <a:r>
              <a:rPr lang="en-US" sz="2700" dirty="0" spc="-1" kern="0">
                <a:solidFill>
                  <a:srgbClr val="14161C"/>
                </a:solidFill>
                <a:latin typeface="Be Vietnam Pro" pitchFamily="34" charset="0"/>
                <a:ea typeface="Be Vietnam Pro" pitchFamily="34" charset="-122"/>
                <a:cs typeface="Be Vietnam Pro" pitchFamily="34" charset="-120"/>
              </a:rPr>
              <a:t> ·</a:t>
            </a:r>
            <a:r>
              <a:rPr lang="en-US" sz="2700" dirty="0" spc="-19" kern="0">
                <a:solidFill>
                  <a:srgbClr val="14161C"/>
                </a:solidFill>
                <a:latin typeface="Be Vietnam Pro" pitchFamily="34" charset="0"/>
                <a:ea typeface="Be Vietnam Pro" pitchFamily="34" charset="-122"/>
                <a:cs typeface="Be Vietnam Pro" pitchFamily="34" charset="-120"/>
              </a:rPr>
              <a:t> biuret</a:t>
            </a:r>
            <a:r>
              <a:rPr lang="en-US" sz="2700" dirty="0" spc="1" kern="0">
                <a:solidFill>
                  <a:srgbClr val="14161C"/>
                </a:solidFill>
                <a:latin typeface="Be Vietnam Pro" pitchFamily="34" charset="0"/>
                <a:ea typeface="Be Vietnam Pro" pitchFamily="34" charset="-122"/>
                <a:cs typeface="Be Vietnam Pro" pitchFamily="34" charset="-120"/>
              </a:rPr>
              <a:t> 0%</a:t>
            </a:r>
            <a:r>
              <a:rPr lang="en-US" sz="2700" dirty="0" spc="-2" kern="0">
                <a:solidFill>
                  <a:srgbClr val="14161C"/>
                </a:solidFill>
                <a:latin typeface="Be Vietnam Pro" pitchFamily="34" charset="0"/>
                <a:ea typeface="Be Vietnam Pro" pitchFamily="34" charset="-122"/>
                <a:cs typeface="Be Vietnam Pro" pitchFamily="34" charset="-120"/>
              </a:rPr>
              <a:t> ·</a:t>
            </a:r>
            <a:r>
              <a:rPr lang="en-US" sz="2700" dirty="0" spc="-12" kern="0">
                <a:solidFill>
                  <a:srgbClr val="14161C"/>
                </a:solidFill>
                <a:latin typeface="Be Vietnam Pro" pitchFamily="34" charset="0"/>
                <a:ea typeface="Be Vietnam Pro" pitchFamily="34" charset="-122"/>
                <a:cs typeface="Be Vietnam Pro" pitchFamily="34" charset="-120"/>
              </a:rPr>
              <a:t> tổng</a:t>
            </a:r>
            <a:r>
              <a:rPr lang="en-US" sz="2700" dirty="0" spc="1" kern="0">
                <a:solidFill>
                  <a:srgbClr val="14161C"/>
                </a:solidFill>
                <a:latin typeface="Be Vietnam Pro" pitchFamily="34" charset="0"/>
                <a:ea typeface="Be Vietnam Pro" pitchFamily="34" charset="-122"/>
                <a:cs typeface="Be Vietnam Pro" pitchFamily="34" charset="-120"/>
              </a:rPr>
              <a:t> 100%</a:t>
            </a:r>
            <a:endParaRPr lang="en-US" sz="2700" dirty="0"/>
          </a:p>
        </p:txBody>
      </p:sp>
      <p:sp>
        <p:nvSpPr>
          <p:cNvPr id="7" name="Shape 5"/>
          <p:cNvSpPr/>
          <p:nvPr/>
        </p:nvSpPr>
        <p:spPr>
          <a:xfrm>
            <a:off x="914400" y="3981450"/>
            <a:ext cx="16459200" cy="1085850"/>
          </a:xfrm>
          <a:prstGeom prst="roundRect">
            <a:avLst>
              <a:gd name="adj" fmla="val 17544"/>
            </a:avLst>
          </a:prstGeom>
          <a:solidFill>
            <a:srgbClr val="FBF8F2"/>
          </a:solidFill>
          <a:ln w="19050">
            <a:solidFill>
              <a:srgbClr val="DDD5C1"/>
            </a:solidFill>
            <a:prstDash val="solid"/>
          </a:ln>
        </p:spPr>
      </p:sp>
      <p:sp>
        <p:nvSpPr>
          <p:cNvPr id="8" name="Shape 6"/>
          <p:cNvSpPr/>
          <p:nvPr/>
        </p:nvSpPr>
        <p:spPr>
          <a:xfrm>
            <a:off x="914400" y="3981450"/>
            <a:ext cx="133350" cy="1085850"/>
          </a:xfrm>
          <a:prstGeom prst="roundRect">
            <a:avLst>
              <a:gd name="adj" fmla="val 50000"/>
            </a:avLst>
          </a:prstGeom>
          <a:solidFill>
            <a:srgbClr val="0F766E"/>
          </a:solidFill>
          <a:ln/>
        </p:spPr>
      </p:sp>
      <p:sp>
        <p:nvSpPr>
          <p:cNvPr id="9" name="Text 7"/>
          <p:cNvSpPr/>
          <p:nvPr/>
        </p:nvSpPr>
        <p:spPr>
          <a:xfrm>
            <a:off x="1295400" y="3981450"/>
            <a:ext cx="5905500" cy="1085850"/>
          </a:xfrm>
          <a:prstGeom prst="rect">
            <a:avLst/>
          </a:prstGeom>
          <a:noFill/>
          <a:ln/>
        </p:spPr>
        <p:txBody>
          <a:bodyPr wrap="square" lIns="0" tIns="16720" rIns="0" bIns="-16720" rtlCol="0" anchor="ctr"/>
          <a:lstStyle/>
          <a:p>
            <a:pPr algn="l" indent="0" marL="0">
              <a:lnSpc>
                <a:spcPts val="3450"/>
              </a:lnSpc>
              <a:buNone/>
            </a:pPr>
            <a:r>
              <a:rPr lang="en-US" sz="3000" dirty="0" spc="1" kern="0">
                <a:solidFill>
                  <a:srgbClr val="0F766E"/>
                </a:solidFill>
                <a:latin typeface="Be Vietnam Pro ExtraBold" pitchFamily="34" charset="0"/>
                <a:ea typeface="Be Vietnam Pro ExtraBold" pitchFamily="34" charset="-122"/>
                <a:cs typeface="Be Vietnam Pro ExtraBold" pitchFamily="34" charset="-120"/>
              </a:rPr>
              <a:t>160°C</a:t>
            </a:r>
            <a:r>
              <a:rPr lang="en-US" sz="3000" dirty="0" spc="15" kern="0">
                <a:solidFill>
                  <a:srgbClr val="0F766E"/>
                </a:solidFill>
                <a:latin typeface="Be Vietnam Pro ExtraBold" pitchFamily="34" charset="0"/>
                <a:ea typeface="Be Vietnam Pro ExtraBold" pitchFamily="34" charset="-122"/>
                <a:cs typeface="Be Vietnam Pro ExtraBold" pitchFamily="34" charset="-120"/>
              </a:rPr>
              <a:t> (ước</a:t>
            </a:r>
            <a:r>
              <a:rPr lang="en-US" sz="3000" dirty="0" spc="-1" kern="0">
                <a:solidFill>
                  <a:srgbClr val="0F766E"/>
                </a:solidFill>
                <a:latin typeface="Be Vietnam Pro ExtraBold" pitchFamily="34" charset="0"/>
                <a:ea typeface="Be Vietnam Pro ExtraBold" pitchFamily="34" charset="-122"/>
                <a:cs typeface="Be Vietnam Pro ExtraBold" pitchFamily="34" charset="-120"/>
              </a:rPr>
              <a:t> tính)</a:t>
            </a:r>
            <a:endParaRPr lang="en-US" sz="3000" dirty="0"/>
          </a:p>
        </p:txBody>
      </p:sp>
      <p:sp>
        <p:nvSpPr>
          <p:cNvPr id="10" name="Text 8"/>
          <p:cNvSpPr/>
          <p:nvPr/>
        </p:nvSpPr>
        <p:spPr>
          <a:xfrm>
            <a:off x="7581900" y="3981450"/>
            <a:ext cx="9525000" cy="1085850"/>
          </a:xfrm>
          <a:prstGeom prst="rect">
            <a:avLst/>
          </a:prstGeom>
          <a:noFill/>
          <a:ln/>
        </p:spPr>
        <p:txBody>
          <a:bodyPr wrap="square" lIns="0" tIns="0" rIns="0" bIns="0" rtlCol="0" anchor="ctr"/>
          <a:lstStyle/>
          <a:p>
            <a:pPr algn="l" indent="0" marL="0">
              <a:buNone/>
            </a:pPr>
            <a:r>
              <a:rPr lang="en-US" sz="2700" dirty="0" spc="-32" kern="0">
                <a:solidFill>
                  <a:srgbClr val="14161C"/>
                </a:solidFill>
                <a:latin typeface="Be Vietnam Pro" pitchFamily="34" charset="0"/>
                <a:ea typeface="Be Vietnam Pro" pitchFamily="34" charset="-122"/>
                <a:cs typeface="Be Vietnam Pro" pitchFamily="34" charset="-120"/>
              </a:rPr>
              <a:t>Urea</a:t>
            </a:r>
            <a:r>
              <a:rPr lang="en-US" sz="2700" dirty="0" spc="-42" kern="0">
                <a:solidFill>
                  <a:srgbClr val="14161C"/>
                </a:solidFill>
                <a:latin typeface="Be Vietnam Pro" pitchFamily="34" charset="0"/>
                <a:ea typeface="Be Vietnam Pro" pitchFamily="34" charset="-122"/>
                <a:cs typeface="Be Vietnam Pro" pitchFamily="34" charset="-120"/>
              </a:rPr>
              <a:t> ~74%</a:t>
            </a:r>
            <a:r>
              <a:rPr lang="en-US" sz="2700" dirty="0" spc="0" kern="0">
                <a:solidFill>
                  <a:srgbClr val="14161C"/>
                </a:solidFill>
                <a:latin typeface="Be Vietnam Pro" pitchFamily="34" charset="0"/>
                <a:ea typeface="Be Vietnam Pro" pitchFamily="34" charset="-122"/>
                <a:cs typeface="Be Vietnam Pro" pitchFamily="34" charset="-120"/>
              </a:rPr>
              <a:t> ·</a:t>
            </a:r>
            <a:r>
              <a:rPr lang="en-US" sz="2700" dirty="0" spc="-19" kern="0">
                <a:solidFill>
                  <a:srgbClr val="14161C"/>
                </a:solidFill>
                <a:latin typeface="Be Vietnam Pro" pitchFamily="34" charset="0"/>
                <a:ea typeface="Be Vietnam Pro" pitchFamily="34" charset="-122"/>
                <a:cs typeface="Be Vietnam Pro" pitchFamily="34" charset="-120"/>
              </a:rPr>
              <a:t> biuret</a:t>
            </a:r>
            <a:r>
              <a:rPr lang="en-US" sz="2700" dirty="0" spc="-6" kern="0">
                <a:solidFill>
                  <a:srgbClr val="14161C"/>
                </a:solidFill>
                <a:latin typeface="Be Vietnam Pro" pitchFamily="34" charset="0"/>
                <a:ea typeface="Be Vietnam Pro" pitchFamily="34" charset="-122"/>
                <a:cs typeface="Be Vietnam Pro" pitchFamily="34" charset="-120"/>
              </a:rPr>
              <a:t> ~13%</a:t>
            </a:r>
            <a:r>
              <a:rPr lang="en-US" sz="2700" dirty="0" spc="0" kern="0">
                <a:solidFill>
                  <a:srgbClr val="14161C"/>
                </a:solidFill>
                <a:latin typeface="Be Vietnam Pro" pitchFamily="34" charset="0"/>
                <a:ea typeface="Be Vietnam Pro" pitchFamily="34" charset="-122"/>
                <a:cs typeface="Be Vietnam Pro" pitchFamily="34" charset="-120"/>
              </a:rPr>
              <a:t> ·</a:t>
            </a:r>
            <a:r>
              <a:rPr lang="en-US" sz="2700" dirty="0" spc="-12" kern="0">
                <a:solidFill>
                  <a:srgbClr val="14161C"/>
                </a:solidFill>
                <a:latin typeface="Be Vietnam Pro" pitchFamily="34" charset="0"/>
                <a:ea typeface="Be Vietnam Pro" pitchFamily="34" charset="-122"/>
                <a:cs typeface="Be Vietnam Pro" pitchFamily="34" charset="-120"/>
              </a:rPr>
              <a:t> tổng</a:t>
            </a:r>
            <a:r>
              <a:rPr lang="en-US" sz="2700" dirty="0" spc="0" kern="0">
                <a:solidFill>
                  <a:srgbClr val="14161C"/>
                </a:solidFill>
                <a:latin typeface="Be Vietnam Pro" pitchFamily="34" charset="0"/>
                <a:ea typeface="Be Vietnam Pro" pitchFamily="34" charset="-122"/>
                <a:cs typeface="Be Vietnam Pro" pitchFamily="34" charset="-120"/>
              </a:rPr>
              <a:t> ~89%</a:t>
            </a:r>
            <a:endParaRPr lang="en-US" sz="2700" dirty="0"/>
          </a:p>
        </p:txBody>
      </p:sp>
      <p:sp>
        <p:nvSpPr>
          <p:cNvPr id="11" name="Shape 9"/>
          <p:cNvSpPr/>
          <p:nvPr/>
        </p:nvSpPr>
        <p:spPr>
          <a:xfrm>
            <a:off x="914400" y="5200650"/>
            <a:ext cx="16459200" cy="1085850"/>
          </a:xfrm>
          <a:prstGeom prst="roundRect">
            <a:avLst>
              <a:gd name="adj" fmla="val 17544"/>
            </a:avLst>
          </a:prstGeom>
          <a:solidFill>
            <a:srgbClr val="E8E0CF"/>
          </a:solidFill>
          <a:ln w="19050">
            <a:solidFill>
              <a:srgbClr val="DDD5C1"/>
            </a:solidFill>
            <a:prstDash val="solid"/>
          </a:ln>
        </p:spPr>
      </p:sp>
      <p:sp>
        <p:nvSpPr>
          <p:cNvPr id="12" name="Shape 10"/>
          <p:cNvSpPr/>
          <p:nvPr/>
        </p:nvSpPr>
        <p:spPr>
          <a:xfrm>
            <a:off x="914400" y="5200650"/>
            <a:ext cx="133350" cy="1085850"/>
          </a:xfrm>
          <a:prstGeom prst="roundRect">
            <a:avLst>
              <a:gd name="adj" fmla="val 50000"/>
            </a:avLst>
          </a:prstGeom>
          <a:solidFill>
            <a:srgbClr val="E8472B"/>
          </a:solidFill>
          <a:ln/>
        </p:spPr>
      </p:sp>
      <p:sp>
        <p:nvSpPr>
          <p:cNvPr id="13" name="Text 11"/>
          <p:cNvSpPr/>
          <p:nvPr/>
        </p:nvSpPr>
        <p:spPr>
          <a:xfrm>
            <a:off x="1295400" y="5200650"/>
            <a:ext cx="5905500" cy="1085850"/>
          </a:xfrm>
          <a:prstGeom prst="rect">
            <a:avLst/>
          </a:prstGeom>
          <a:noFill/>
          <a:ln/>
        </p:spPr>
        <p:txBody>
          <a:bodyPr wrap="square" lIns="0" tIns="16720" rIns="0" bIns="-16720" rtlCol="0" anchor="ctr"/>
          <a:lstStyle/>
          <a:p>
            <a:pPr algn="l" indent="0" marL="0">
              <a:lnSpc>
                <a:spcPts val="3450"/>
              </a:lnSpc>
              <a:buNone/>
            </a:pPr>
            <a:r>
              <a:rPr lang="en-US" sz="3000" dirty="0" spc="-7" kern="0">
                <a:solidFill>
                  <a:srgbClr val="E8472B"/>
                </a:solidFill>
                <a:latin typeface="Be Vietnam Pro ExtraBold" pitchFamily="34" charset="0"/>
                <a:ea typeface="Be Vietnam Pro ExtraBold" pitchFamily="34" charset="-122"/>
                <a:cs typeface="Be Vietnam Pro ExtraBold" pitchFamily="34" charset="-120"/>
              </a:rPr>
              <a:t>170°C</a:t>
            </a:r>
            <a:r>
              <a:rPr lang="en-US" sz="3000" dirty="0" spc="15" kern="0">
                <a:solidFill>
                  <a:srgbClr val="E8472B"/>
                </a:solidFill>
                <a:latin typeface="Be Vietnam Pro ExtraBold" pitchFamily="34" charset="0"/>
                <a:ea typeface="Be Vietnam Pro ExtraBold" pitchFamily="34" charset="-122"/>
                <a:cs typeface="Be Vietnam Pro ExtraBold" pitchFamily="34" charset="-120"/>
              </a:rPr>
              <a:t> (ước</a:t>
            </a:r>
            <a:r>
              <a:rPr lang="en-US" sz="3000" dirty="0" spc="-1" kern="0">
                <a:solidFill>
                  <a:srgbClr val="E8472B"/>
                </a:solidFill>
                <a:latin typeface="Be Vietnam Pro ExtraBold" pitchFamily="34" charset="0"/>
                <a:ea typeface="Be Vietnam Pro ExtraBold" pitchFamily="34" charset="-122"/>
                <a:cs typeface="Be Vietnam Pro ExtraBold" pitchFamily="34" charset="-120"/>
              </a:rPr>
              <a:t> tính)</a:t>
            </a:r>
            <a:endParaRPr lang="en-US" sz="3000" dirty="0"/>
          </a:p>
        </p:txBody>
      </p:sp>
      <p:sp>
        <p:nvSpPr>
          <p:cNvPr id="14" name="Text 12"/>
          <p:cNvSpPr/>
          <p:nvPr/>
        </p:nvSpPr>
        <p:spPr>
          <a:xfrm>
            <a:off x="7581900" y="5200650"/>
            <a:ext cx="9525000" cy="1085850"/>
          </a:xfrm>
          <a:prstGeom prst="rect">
            <a:avLst/>
          </a:prstGeom>
          <a:noFill/>
          <a:ln/>
        </p:spPr>
        <p:txBody>
          <a:bodyPr wrap="square" lIns="0" tIns="0" rIns="0" bIns="0" rtlCol="0" anchor="ctr"/>
          <a:lstStyle/>
          <a:p>
            <a:pPr algn="l" indent="0" marL="0">
              <a:buNone/>
            </a:pPr>
            <a:r>
              <a:rPr lang="en-US" sz="2700" dirty="0" spc="-32" kern="0">
                <a:solidFill>
                  <a:srgbClr val="14161C"/>
                </a:solidFill>
                <a:latin typeface="Be Vietnam Pro" pitchFamily="34" charset="0"/>
                <a:ea typeface="Be Vietnam Pro" pitchFamily="34" charset="-122"/>
                <a:cs typeface="Be Vietnam Pro" pitchFamily="34" charset="-120"/>
              </a:rPr>
              <a:t>Urea</a:t>
            </a:r>
            <a:r>
              <a:rPr lang="en-US" sz="2700" dirty="0" spc="-1" kern="0">
                <a:solidFill>
                  <a:srgbClr val="14161C"/>
                </a:solidFill>
                <a:latin typeface="Be Vietnam Pro" pitchFamily="34" charset="0"/>
                <a:ea typeface="Be Vietnam Pro" pitchFamily="34" charset="-122"/>
                <a:cs typeface="Be Vietnam Pro" pitchFamily="34" charset="-120"/>
              </a:rPr>
              <a:t> ~65%</a:t>
            </a:r>
            <a:r>
              <a:rPr lang="en-US" sz="2700" dirty="0" spc="-2" kern="0">
                <a:solidFill>
                  <a:srgbClr val="14161C"/>
                </a:solidFill>
                <a:latin typeface="Be Vietnam Pro" pitchFamily="34" charset="0"/>
                <a:ea typeface="Be Vietnam Pro" pitchFamily="34" charset="-122"/>
                <a:cs typeface="Be Vietnam Pro" pitchFamily="34" charset="-120"/>
              </a:rPr>
              <a:t> ·</a:t>
            </a:r>
            <a:r>
              <a:rPr lang="en-US" sz="2700" dirty="0" spc="-19" kern="0">
                <a:solidFill>
                  <a:srgbClr val="14161C"/>
                </a:solidFill>
                <a:latin typeface="Be Vietnam Pro" pitchFamily="34" charset="0"/>
                <a:ea typeface="Be Vietnam Pro" pitchFamily="34" charset="-122"/>
                <a:cs typeface="Be Vietnam Pro" pitchFamily="34" charset="-120"/>
              </a:rPr>
              <a:t> biuret</a:t>
            </a:r>
            <a:r>
              <a:rPr lang="en-US" sz="2700" dirty="0" spc="1" kern="0">
                <a:solidFill>
                  <a:srgbClr val="14161C"/>
                </a:solidFill>
                <a:latin typeface="Be Vietnam Pro" pitchFamily="34" charset="0"/>
                <a:ea typeface="Be Vietnam Pro" pitchFamily="34" charset="-122"/>
                <a:cs typeface="Be Vietnam Pro" pitchFamily="34" charset="-120"/>
              </a:rPr>
              <a:t> ~18%</a:t>
            </a:r>
            <a:r>
              <a:rPr lang="en-US" sz="2700" dirty="0" spc="-2" kern="0">
                <a:solidFill>
                  <a:srgbClr val="14161C"/>
                </a:solidFill>
                <a:latin typeface="Be Vietnam Pro" pitchFamily="34" charset="0"/>
                <a:ea typeface="Be Vietnam Pro" pitchFamily="34" charset="-122"/>
                <a:cs typeface="Be Vietnam Pro" pitchFamily="34" charset="-120"/>
              </a:rPr>
              <a:t> ·</a:t>
            </a:r>
            <a:r>
              <a:rPr lang="en-US" sz="2700" dirty="0" spc="-12" kern="0">
                <a:solidFill>
                  <a:srgbClr val="14161C"/>
                </a:solidFill>
                <a:latin typeface="Be Vietnam Pro" pitchFamily="34" charset="0"/>
                <a:ea typeface="Be Vietnam Pro" pitchFamily="34" charset="-122"/>
                <a:cs typeface="Be Vietnam Pro" pitchFamily="34" charset="-120"/>
              </a:rPr>
              <a:t> tổng</a:t>
            </a:r>
            <a:r>
              <a:rPr lang="en-US" sz="2700" dirty="0" spc="-1" kern="0">
                <a:solidFill>
                  <a:srgbClr val="14161C"/>
                </a:solidFill>
                <a:latin typeface="Be Vietnam Pro" pitchFamily="34" charset="0"/>
                <a:ea typeface="Be Vietnam Pro" pitchFamily="34" charset="-122"/>
                <a:cs typeface="Be Vietnam Pro" pitchFamily="34" charset="-120"/>
              </a:rPr>
              <a:t> ~85%</a:t>
            </a:r>
            <a:endParaRPr lang="en-US" sz="2700" dirty="0"/>
          </a:p>
        </p:txBody>
      </p:sp>
      <p:sp>
        <p:nvSpPr>
          <p:cNvPr id="15" name="Shape 13"/>
          <p:cNvSpPr/>
          <p:nvPr/>
        </p:nvSpPr>
        <p:spPr>
          <a:xfrm>
            <a:off x="914400" y="6419850"/>
            <a:ext cx="16459200" cy="1085850"/>
          </a:xfrm>
          <a:prstGeom prst="roundRect">
            <a:avLst>
              <a:gd name="adj" fmla="val 17544"/>
            </a:avLst>
          </a:prstGeom>
          <a:solidFill>
            <a:srgbClr val="FBF8F2"/>
          </a:solidFill>
          <a:ln w="19050">
            <a:solidFill>
              <a:srgbClr val="DDD5C1"/>
            </a:solidFill>
            <a:prstDash val="solid"/>
          </a:ln>
        </p:spPr>
      </p:sp>
      <p:sp>
        <p:nvSpPr>
          <p:cNvPr id="16" name="Shape 14"/>
          <p:cNvSpPr/>
          <p:nvPr/>
        </p:nvSpPr>
        <p:spPr>
          <a:xfrm>
            <a:off x="914400" y="6419850"/>
            <a:ext cx="133350" cy="1085850"/>
          </a:xfrm>
          <a:prstGeom prst="roundRect">
            <a:avLst>
              <a:gd name="adj" fmla="val 50000"/>
            </a:avLst>
          </a:prstGeom>
          <a:solidFill>
            <a:srgbClr val="1F3FD1"/>
          </a:solidFill>
          <a:ln/>
        </p:spPr>
      </p:sp>
      <p:sp>
        <p:nvSpPr>
          <p:cNvPr id="17" name="Text 15"/>
          <p:cNvSpPr/>
          <p:nvPr/>
        </p:nvSpPr>
        <p:spPr>
          <a:xfrm>
            <a:off x="1295400" y="6419850"/>
            <a:ext cx="5905500" cy="1085850"/>
          </a:xfrm>
          <a:prstGeom prst="rect">
            <a:avLst/>
          </a:prstGeom>
          <a:noFill/>
          <a:ln/>
        </p:spPr>
        <p:txBody>
          <a:bodyPr wrap="square" lIns="0" tIns="16720" rIns="0" bIns="-16720" rtlCol="0" anchor="ctr"/>
          <a:lstStyle/>
          <a:p>
            <a:pPr algn="l" indent="0" marL="0">
              <a:lnSpc>
                <a:spcPts val="3450"/>
              </a:lnSpc>
              <a:buNone/>
            </a:pPr>
            <a:r>
              <a:rPr lang="en-US" sz="3000" dirty="0" spc="1" kern="0">
                <a:solidFill>
                  <a:srgbClr val="1F3FD1"/>
                </a:solidFill>
                <a:latin typeface="Be Vietnam Pro ExtraBold" pitchFamily="34" charset="0"/>
                <a:ea typeface="Be Vietnam Pro ExtraBold" pitchFamily="34" charset="-122"/>
                <a:cs typeface="Be Vietnam Pro ExtraBold" pitchFamily="34" charset="-120"/>
              </a:rPr>
              <a:t>190°C</a:t>
            </a:r>
            <a:r>
              <a:rPr lang="en-US" sz="3000" dirty="0" spc="0" kern="0">
                <a:solidFill>
                  <a:srgbClr val="1F3FD1"/>
                </a:solidFill>
                <a:latin typeface="Be Vietnam Pro ExtraBold" pitchFamily="34" charset="0"/>
                <a:ea typeface="Be Vietnam Pro ExtraBold" pitchFamily="34" charset="-122"/>
                <a:cs typeface="Be Vietnam Pro ExtraBold" pitchFamily="34" charset="-120"/>
              </a:rPr>
              <a:t> (số</a:t>
            </a:r>
            <a:r>
              <a:rPr lang="en-US" sz="3000" dirty="0" spc="4" kern="0">
                <a:solidFill>
                  <a:srgbClr val="1F3FD1"/>
                </a:solidFill>
                <a:latin typeface="Be Vietnam Pro ExtraBold" pitchFamily="34" charset="0"/>
                <a:ea typeface="Be Vietnam Pro ExtraBold" pitchFamily="34" charset="-122"/>
                <a:cs typeface="Be Vietnam Pro ExtraBold" pitchFamily="34" charset="-120"/>
              </a:rPr>
              <a:t> đo)</a:t>
            </a:r>
            <a:endParaRPr lang="en-US" sz="3000" dirty="0"/>
          </a:p>
        </p:txBody>
      </p:sp>
      <p:sp>
        <p:nvSpPr>
          <p:cNvPr id="18" name="Text 16"/>
          <p:cNvSpPr/>
          <p:nvPr/>
        </p:nvSpPr>
        <p:spPr>
          <a:xfrm>
            <a:off x="7581900" y="6419850"/>
            <a:ext cx="9525000" cy="1085850"/>
          </a:xfrm>
          <a:prstGeom prst="rect">
            <a:avLst/>
          </a:prstGeom>
          <a:noFill/>
          <a:ln/>
        </p:spPr>
        <p:txBody>
          <a:bodyPr wrap="square" lIns="0" tIns="0" rIns="0" bIns="0" rtlCol="0" anchor="ctr"/>
          <a:lstStyle/>
          <a:p>
            <a:pPr algn="l" indent="0" marL="0">
              <a:buNone/>
            </a:pPr>
            <a:r>
              <a:rPr lang="en-US" sz="2700" dirty="0" spc="-32" kern="0">
                <a:solidFill>
                  <a:srgbClr val="14161C"/>
                </a:solidFill>
                <a:latin typeface="Be Vietnam Pro" pitchFamily="34" charset="0"/>
                <a:ea typeface="Be Vietnam Pro" pitchFamily="34" charset="-122"/>
                <a:cs typeface="Be Vietnam Pro" pitchFamily="34" charset="-120"/>
              </a:rPr>
              <a:t>Urea</a:t>
            </a:r>
            <a:r>
              <a:rPr lang="en-US" sz="2700" dirty="0" spc="1" kern="0">
                <a:solidFill>
                  <a:srgbClr val="14161C"/>
                </a:solidFill>
                <a:latin typeface="Be Vietnam Pro" pitchFamily="34" charset="0"/>
                <a:ea typeface="Be Vietnam Pro" pitchFamily="34" charset="-122"/>
                <a:cs typeface="Be Vietnam Pro" pitchFamily="34" charset="-120"/>
              </a:rPr>
              <a:t> ~46%</a:t>
            </a:r>
            <a:r>
              <a:rPr lang="en-US" sz="2700" dirty="0" spc="-2" kern="0">
                <a:solidFill>
                  <a:srgbClr val="14161C"/>
                </a:solidFill>
                <a:latin typeface="Be Vietnam Pro" pitchFamily="34" charset="0"/>
                <a:ea typeface="Be Vietnam Pro" pitchFamily="34" charset="-122"/>
                <a:cs typeface="Be Vietnam Pro" pitchFamily="34" charset="-120"/>
              </a:rPr>
              <a:t> ·</a:t>
            </a:r>
            <a:r>
              <a:rPr lang="en-US" sz="2700" dirty="0" spc="-19" kern="0">
                <a:solidFill>
                  <a:srgbClr val="14161C"/>
                </a:solidFill>
                <a:latin typeface="Be Vietnam Pro" pitchFamily="34" charset="0"/>
                <a:ea typeface="Be Vietnam Pro" pitchFamily="34" charset="-122"/>
                <a:cs typeface="Be Vietnam Pro" pitchFamily="34" charset="-120"/>
              </a:rPr>
              <a:t> biuret</a:t>
            </a:r>
            <a:r>
              <a:rPr lang="en-US" sz="2700" dirty="0" spc="-1" kern="0">
                <a:solidFill>
                  <a:srgbClr val="14161C"/>
                </a:solidFill>
                <a:latin typeface="Be Vietnam Pro" pitchFamily="34" charset="0"/>
                <a:ea typeface="Be Vietnam Pro" pitchFamily="34" charset="-122"/>
                <a:cs typeface="Be Vietnam Pro" pitchFamily="34" charset="-120"/>
              </a:rPr>
              <a:t> ~28%</a:t>
            </a:r>
            <a:r>
              <a:rPr lang="en-US" sz="2700" dirty="0" spc="0" kern="0">
                <a:solidFill>
                  <a:srgbClr val="14161C"/>
                </a:solidFill>
                <a:latin typeface="Be Vietnam Pro" pitchFamily="34" charset="0"/>
                <a:ea typeface="Be Vietnam Pro" pitchFamily="34" charset="-122"/>
                <a:cs typeface="Be Vietnam Pro" pitchFamily="34" charset="-120"/>
              </a:rPr>
              <a:t> ·</a:t>
            </a:r>
            <a:r>
              <a:rPr lang="en-US" sz="2700" dirty="0" spc="-12" kern="0">
                <a:solidFill>
                  <a:srgbClr val="14161C"/>
                </a:solidFill>
                <a:latin typeface="Be Vietnam Pro" pitchFamily="34" charset="0"/>
                <a:ea typeface="Be Vietnam Pro" pitchFamily="34" charset="-122"/>
                <a:cs typeface="Be Vietnam Pro" pitchFamily="34" charset="-120"/>
              </a:rPr>
              <a:t> tổng</a:t>
            </a:r>
            <a:r>
              <a:rPr lang="en-US" sz="2700" dirty="0" spc="-20" kern="0">
                <a:solidFill>
                  <a:srgbClr val="14161C"/>
                </a:solidFill>
                <a:latin typeface="Be Vietnam Pro" pitchFamily="34" charset="0"/>
                <a:ea typeface="Be Vietnam Pro" pitchFamily="34" charset="-122"/>
                <a:cs typeface="Be Vietnam Pro" pitchFamily="34" charset="-120"/>
              </a:rPr>
              <a:t> ~77%</a:t>
            </a:r>
            <a:endParaRPr lang="en-US" sz="2700" dirty="0"/>
          </a:p>
        </p:txBody>
      </p:sp>
      <p:sp>
        <p:nvSpPr>
          <p:cNvPr id="19" name="Shape 17"/>
          <p:cNvSpPr/>
          <p:nvPr/>
        </p:nvSpPr>
        <p:spPr>
          <a:xfrm>
            <a:off x="914400" y="7639050"/>
            <a:ext cx="16459200" cy="1085850"/>
          </a:xfrm>
          <a:prstGeom prst="roundRect">
            <a:avLst>
              <a:gd name="adj" fmla="val 17544"/>
            </a:avLst>
          </a:prstGeom>
          <a:solidFill>
            <a:srgbClr val="E8E0CF"/>
          </a:solidFill>
          <a:ln w="19050">
            <a:solidFill>
              <a:srgbClr val="DDD5C1"/>
            </a:solidFill>
            <a:prstDash val="solid"/>
          </a:ln>
        </p:spPr>
      </p:sp>
      <p:sp>
        <p:nvSpPr>
          <p:cNvPr id="20" name="Shape 18"/>
          <p:cNvSpPr/>
          <p:nvPr/>
        </p:nvSpPr>
        <p:spPr>
          <a:xfrm>
            <a:off x="914400" y="7639050"/>
            <a:ext cx="133350" cy="1085850"/>
          </a:xfrm>
          <a:prstGeom prst="roundRect">
            <a:avLst>
              <a:gd name="adj" fmla="val 50000"/>
            </a:avLst>
          </a:prstGeom>
          <a:solidFill>
            <a:srgbClr val="B45309"/>
          </a:solidFill>
          <a:ln/>
        </p:spPr>
      </p:sp>
      <p:sp>
        <p:nvSpPr>
          <p:cNvPr id="21" name="Text 19"/>
          <p:cNvSpPr/>
          <p:nvPr/>
        </p:nvSpPr>
        <p:spPr>
          <a:xfrm>
            <a:off x="1295400" y="7639050"/>
            <a:ext cx="5905500" cy="1085850"/>
          </a:xfrm>
          <a:prstGeom prst="rect">
            <a:avLst/>
          </a:prstGeom>
          <a:noFill/>
          <a:ln/>
        </p:spPr>
        <p:txBody>
          <a:bodyPr wrap="square" lIns="0" tIns="16720" rIns="0" bIns="-16720" rtlCol="0" anchor="ctr"/>
          <a:lstStyle/>
          <a:p>
            <a:pPr algn="l" indent="0" marL="0">
              <a:lnSpc>
                <a:spcPts val="3450"/>
              </a:lnSpc>
              <a:buNone/>
            </a:pPr>
            <a:r>
              <a:rPr lang="en-US" sz="3000" dirty="0" spc="5" kern="0">
                <a:solidFill>
                  <a:srgbClr val="B45309"/>
                </a:solidFill>
                <a:latin typeface="Be Vietnam Pro ExtraBold" pitchFamily="34" charset="0"/>
                <a:ea typeface="Be Vietnam Pro ExtraBold" pitchFamily="34" charset="-122"/>
                <a:cs typeface="Be Vietnam Pro ExtraBold" pitchFamily="34" charset="-120"/>
              </a:rPr>
              <a:t>Cẩn</a:t>
            </a:r>
            <a:r>
              <a:rPr lang="en-US" sz="3000" dirty="0" spc="-3" kern="0">
                <a:solidFill>
                  <a:srgbClr val="B45309"/>
                </a:solidFill>
                <a:latin typeface="Be Vietnam Pro ExtraBold" pitchFamily="34" charset="0"/>
                <a:ea typeface="Be Vietnam Pro ExtraBold" pitchFamily="34" charset="-122"/>
                <a:cs typeface="Be Vietnam Pro ExtraBold" pitchFamily="34" charset="-120"/>
              </a:rPr>
              <a:t> thận</a:t>
            </a:r>
            <a:endParaRPr lang="en-US" sz="3000" dirty="0"/>
          </a:p>
        </p:txBody>
      </p:sp>
      <p:sp>
        <p:nvSpPr>
          <p:cNvPr id="22" name="Text 20"/>
          <p:cNvSpPr/>
          <p:nvPr/>
        </p:nvSpPr>
        <p:spPr>
          <a:xfrm>
            <a:off x="7581900" y="7639050"/>
            <a:ext cx="9525000" cy="1085850"/>
          </a:xfrm>
          <a:prstGeom prst="rect">
            <a:avLst/>
          </a:prstGeom>
          <a:noFill/>
          <a:ln/>
        </p:spPr>
        <p:txBody>
          <a:bodyPr wrap="square" lIns="0" tIns="0" rIns="0" bIns="0" rtlCol="0" anchor="ctr"/>
          <a:lstStyle/>
          <a:p>
            <a:pPr algn="l" indent="0" marL="0">
              <a:buNone/>
            </a:pPr>
            <a:r>
              <a:rPr lang="en-US" sz="2700" dirty="0" spc="-2" kern="0">
                <a:solidFill>
                  <a:srgbClr val="14161C"/>
                </a:solidFill>
                <a:latin typeface="Be Vietnam Pro" pitchFamily="34" charset="0"/>
                <a:ea typeface="Be Vietnam Pro" pitchFamily="34" charset="-122"/>
                <a:cs typeface="Be Vietnam Pro" pitchFamily="34" charset="-120"/>
              </a:rPr>
              <a:t>nối</a:t>
            </a:r>
            <a:r>
              <a:rPr lang="en-US" sz="2700" dirty="0" spc="0" kern="0">
                <a:solidFill>
                  <a:srgbClr val="14161C"/>
                </a:solidFill>
                <a:latin typeface="Be Vietnam Pro" pitchFamily="34" charset="0"/>
                <a:ea typeface="Be Vietnam Pro" pitchFamily="34" charset="-122"/>
                <a:cs typeface="Be Vietnam Pro" pitchFamily="34" charset="-120"/>
              </a:rPr>
              <a:t> thẳng</a:t>
            </a:r>
            <a:r>
              <a:rPr lang="en-US" sz="2700" dirty="0" spc="-3" kern="0">
                <a:solidFill>
                  <a:srgbClr val="14161C"/>
                </a:solidFill>
                <a:latin typeface="Be Vietnam Pro" pitchFamily="34" charset="0"/>
                <a:ea typeface="Be Vietnam Pro" pitchFamily="34" charset="-122"/>
                <a:cs typeface="Be Vietnam Pro" pitchFamily="34" charset="-120"/>
              </a:rPr>
              <a:t> hai</a:t>
            </a:r>
            <a:r>
              <a:rPr lang="en-US" sz="2700" dirty="0" spc="17" kern="0">
                <a:solidFill>
                  <a:srgbClr val="14161C"/>
                </a:solidFill>
                <a:latin typeface="Be Vietnam Pro" pitchFamily="34" charset="0"/>
                <a:ea typeface="Be Vietnam Pro" pitchFamily="34" charset="-122"/>
                <a:cs typeface="Be Vietnam Pro" pitchFamily="34" charset="-120"/>
              </a:rPr>
              <a:t> điểm;</a:t>
            </a:r>
            <a:r>
              <a:rPr lang="en-US" sz="2700" dirty="0" spc="6" kern="0">
                <a:solidFill>
                  <a:srgbClr val="14161C"/>
                </a:solidFill>
                <a:latin typeface="Be Vietnam Pro" pitchFamily="34" charset="0"/>
                <a:ea typeface="Be Vietnam Pro" pitchFamily="34" charset="-122"/>
                <a:cs typeface="Be Vietnam Pro" pitchFamily="34" charset="-120"/>
              </a:rPr>
              <a:t> đường</a:t>
            </a:r>
            <a:r>
              <a:rPr lang="en-US" sz="2700" dirty="0" spc="-9" kern="0">
                <a:solidFill>
                  <a:srgbClr val="14161C"/>
                </a:solidFill>
                <a:latin typeface="Be Vietnam Pro" pitchFamily="34" charset="0"/>
                <a:ea typeface="Be Vietnam Pro" pitchFamily="34" charset="-122"/>
                <a:cs typeface="Be Vietnam Pro" pitchFamily="34" charset="-120"/>
              </a:rPr>
              <a:t> thật</a:t>
            </a:r>
            <a:r>
              <a:rPr lang="en-US" sz="2700" dirty="0" spc="-1" kern="0">
                <a:solidFill>
                  <a:srgbClr val="14161C"/>
                </a:solidFill>
                <a:latin typeface="Be Vietnam Pro" pitchFamily="34" charset="0"/>
                <a:ea typeface="Be Vietnam Pro" pitchFamily="34" charset="-122"/>
                <a:cs typeface="Be Vietnam Pro" pitchFamily="34" charset="-120"/>
              </a:rPr>
              <a:t> có thể cong</a:t>
            </a:r>
            <a:endParaRPr lang="en-US" sz="270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 [S4]</a:t>
            </a:r>
            <a:endParaRPr lang="en-US" sz="1800" dirty="0"/>
          </a:p>
        </p:txBody>
      </p:sp>
      <p:sp>
        <p:nvSpPr>
          <p:cNvPr id="24" name="Shape 22"/>
          <p:cNvSpPr/>
          <p:nvPr/>
        </p:nvSpPr>
        <p:spPr>
          <a:xfrm>
            <a:off x="942975" y="9563100"/>
            <a:ext cx="114300" cy="114300"/>
          </a:xfrm>
          <a:prstGeom prst="ellipse">
            <a:avLst/>
          </a:prstGeom>
          <a:solidFill>
            <a:srgbClr val="14161C">
              <a:alpha val="28000"/>
            </a:srgbClr>
          </a:solidFill>
          <a:ln/>
        </p:spPr>
      </p:sp>
      <p:sp>
        <p:nvSpPr>
          <p:cNvPr id="25" name="Shape 23"/>
          <p:cNvSpPr/>
          <p:nvPr/>
        </p:nvSpPr>
        <p:spPr>
          <a:xfrm>
            <a:off x="1171575" y="9563100"/>
            <a:ext cx="114300" cy="114300"/>
          </a:xfrm>
          <a:prstGeom prst="ellipse">
            <a:avLst/>
          </a:prstGeom>
          <a:solidFill>
            <a:srgbClr val="14161C">
              <a:alpha val="28000"/>
            </a:srgbClr>
          </a:solidFill>
          <a:ln/>
        </p:spPr>
      </p:sp>
      <p:sp>
        <p:nvSpPr>
          <p:cNvPr id="26" name="Shape 24"/>
          <p:cNvSpPr/>
          <p:nvPr/>
        </p:nvSpPr>
        <p:spPr>
          <a:xfrm>
            <a:off x="1400175" y="9563100"/>
            <a:ext cx="114300" cy="114300"/>
          </a:xfrm>
          <a:prstGeom prst="ellipse">
            <a:avLst/>
          </a:prstGeom>
          <a:solidFill>
            <a:srgbClr val="14161C">
              <a:alpha val="28000"/>
            </a:srgbClr>
          </a:solidFill>
          <a:ln/>
        </p:spPr>
      </p:sp>
      <p:sp>
        <p:nvSpPr>
          <p:cNvPr id="27" name="Shape 25"/>
          <p:cNvSpPr/>
          <p:nvPr/>
        </p:nvSpPr>
        <p:spPr>
          <a:xfrm>
            <a:off x="1628775" y="9563100"/>
            <a:ext cx="114300" cy="114300"/>
          </a:xfrm>
          <a:prstGeom prst="ellipse">
            <a:avLst/>
          </a:prstGeom>
          <a:solidFill>
            <a:srgbClr val="14161C">
              <a:alpha val="28000"/>
            </a:srgbClr>
          </a:solidFill>
          <a:ln/>
        </p:spPr>
      </p:sp>
      <p:sp>
        <p:nvSpPr>
          <p:cNvPr id="28" name="Shape 26"/>
          <p:cNvSpPr/>
          <p:nvPr/>
        </p:nvSpPr>
        <p:spPr>
          <a:xfrm>
            <a:off x="1857375" y="9563100"/>
            <a:ext cx="114300" cy="114300"/>
          </a:xfrm>
          <a:prstGeom prst="ellipse">
            <a:avLst/>
          </a:prstGeom>
          <a:solidFill>
            <a:srgbClr val="14161C">
              <a:alpha val="28000"/>
            </a:srgbClr>
          </a:solidFill>
          <a:ln/>
        </p:spPr>
      </p:sp>
      <p:sp>
        <p:nvSpPr>
          <p:cNvPr id="29" name="Shape 27"/>
          <p:cNvSpPr/>
          <p:nvPr/>
        </p:nvSpPr>
        <p:spPr>
          <a:xfrm>
            <a:off x="2066925" y="9544050"/>
            <a:ext cx="152400" cy="152400"/>
          </a:xfrm>
          <a:prstGeom prst="ellipse">
            <a:avLst/>
          </a:prstGeom>
          <a:solidFill>
            <a:srgbClr val="E8472B"/>
          </a:solidFill>
          <a:ln/>
        </p:spPr>
      </p:sp>
      <p:sp>
        <p:nvSpPr>
          <p:cNvPr id="30" name="Shape 28"/>
          <p:cNvSpPr/>
          <p:nvPr/>
        </p:nvSpPr>
        <p:spPr>
          <a:xfrm>
            <a:off x="2314575" y="9563100"/>
            <a:ext cx="114300" cy="114300"/>
          </a:xfrm>
          <a:prstGeom prst="ellipse">
            <a:avLst/>
          </a:prstGeom>
          <a:solidFill>
            <a:srgbClr val="14161C">
              <a:alpha val="28000"/>
            </a:srgbClr>
          </a:solidFill>
          <a:ln/>
        </p:spPr>
      </p:sp>
      <p:sp>
        <p:nvSpPr>
          <p:cNvPr id="31" name="Shape 29"/>
          <p:cNvSpPr/>
          <p:nvPr/>
        </p:nvSpPr>
        <p:spPr>
          <a:xfrm>
            <a:off x="2543175" y="9563100"/>
            <a:ext cx="114300" cy="114300"/>
          </a:xfrm>
          <a:prstGeom prst="ellipse">
            <a:avLst/>
          </a:prstGeom>
          <a:solidFill>
            <a:srgbClr val="14161C">
              <a:alpha val="28000"/>
            </a:srgbClr>
          </a:solidFill>
          <a:ln/>
        </p:spPr>
      </p:sp>
      <p:sp>
        <p:nvSpPr>
          <p:cNvPr id="32" name="Shape 30"/>
          <p:cNvSpPr/>
          <p:nvPr/>
        </p:nvSpPr>
        <p:spPr>
          <a:xfrm>
            <a:off x="2771775" y="9563100"/>
            <a:ext cx="114300" cy="114300"/>
          </a:xfrm>
          <a:prstGeom prst="ellipse">
            <a:avLst/>
          </a:prstGeom>
          <a:solidFill>
            <a:srgbClr val="14161C">
              <a:alpha val="28000"/>
            </a:srgbClr>
          </a:solidFill>
          <a:ln/>
        </p:spPr>
      </p:sp>
      <p:sp>
        <p:nvSpPr>
          <p:cNvPr id="33" name="Shape 31"/>
          <p:cNvSpPr/>
          <p:nvPr/>
        </p:nvSpPr>
        <p:spPr>
          <a:xfrm>
            <a:off x="3000375" y="9563100"/>
            <a:ext cx="114300" cy="114300"/>
          </a:xfrm>
          <a:prstGeom prst="ellipse">
            <a:avLst/>
          </a:prstGeom>
          <a:solidFill>
            <a:srgbClr val="14161C">
              <a:alpha val="28000"/>
            </a:srgbClr>
          </a:solidFill>
          <a:ln/>
        </p:spPr>
      </p:sp>
      <p:sp>
        <p:nvSpPr>
          <p:cNvPr id="34" name="Shape 32"/>
          <p:cNvSpPr/>
          <p:nvPr/>
        </p:nvSpPr>
        <p:spPr>
          <a:xfrm>
            <a:off x="3228975" y="9563100"/>
            <a:ext cx="114300" cy="114300"/>
          </a:xfrm>
          <a:prstGeom prst="ellipse">
            <a:avLst/>
          </a:prstGeom>
          <a:solidFill>
            <a:srgbClr val="14161C">
              <a:alpha val="28000"/>
            </a:srgbClr>
          </a:solidFill>
          <a:ln/>
        </p:spPr>
      </p:sp>
      <p:sp>
        <p:nvSpPr>
          <p:cNvPr id="35" name="Shape 33"/>
          <p:cNvSpPr/>
          <p:nvPr/>
        </p:nvSpPr>
        <p:spPr>
          <a:xfrm>
            <a:off x="3457575" y="9563100"/>
            <a:ext cx="114300" cy="114300"/>
          </a:xfrm>
          <a:prstGeom prst="ellipse">
            <a:avLst/>
          </a:prstGeom>
          <a:solidFill>
            <a:srgbClr val="14161C">
              <a:alpha val="28000"/>
            </a:srgbClr>
          </a:solidFill>
          <a:ln/>
        </p:spPr>
      </p:sp>
      <p:sp>
        <p:nvSpPr>
          <p:cNvPr id="36" name="Shape 34"/>
          <p:cNvSpPr/>
          <p:nvPr/>
        </p:nvSpPr>
        <p:spPr>
          <a:xfrm>
            <a:off x="3686175" y="9563100"/>
            <a:ext cx="114300" cy="114300"/>
          </a:xfrm>
          <a:prstGeom prst="ellipse">
            <a:avLst/>
          </a:prstGeom>
          <a:solidFill>
            <a:srgbClr val="14161C">
              <a:alpha val="28000"/>
            </a:srgbClr>
          </a:solidFill>
          <a:ln/>
        </p:spPr>
      </p:sp>
      <p:sp>
        <p:nvSpPr>
          <p:cNvPr id="37" name="Shape 35"/>
          <p:cNvSpPr/>
          <p:nvPr/>
        </p:nvSpPr>
        <p:spPr>
          <a:xfrm>
            <a:off x="3914775" y="9563100"/>
            <a:ext cx="114300" cy="114300"/>
          </a:xfrm>
          <a:prstGeom prst="ellipse">
            <a:avLst/>
          </a:prstGeom>
          <a:solidFill>
            <a:srgbClr val="14161C">
              <a:alpha val="28000"/>
            </a:srgbClr>
          </a:solidFill>
          <a:ln/>
        </p:spPr>
      </p:sp>
      <p:sp>
        <p:nvSpPr>
          <p:cNvPr id="38" name="Shape 36"/>
          <p:cNvSpPr/>
          <p:nvPr/>
        </p:nvSpPr>
        <p:spPr>
          <a:xfrm>
            <a:off x="4143375" y="9563100"/>
            <a:ext cx="114300" cy="114300"/>
          </a:xfrm>
          <a:prstGeom prst="ellipse">
            <a:avLst/>
          </a:prstGeom>
          <a:solidFill>
            <a:srgbClr val="14161C">
              <a:alpha val="28000"/>
            </a:srgbClr>
          </a:solidFill>
          <a:ln/>
        </p:spPr>
      </p:sp>
      <p:sp>
        <p:nvSpPr>
          <p:cNvPr id="39" name="Shape 37"/>
          <p:cNvSpPr/>
          <p:nvPr/>
        </p:nvSpPr>
        <p:spPr>
          <a:xfrm>
            <a:off x="4371975" y="9563100"/>
            <a:ext cx="114300" cy="114300"/>
          </a:xfrm>
          <a:prstGeom prst="ellipse">
            <a:avLst/>
          </a:prstGeom>
          <a:solidFill>
            <a:srgbClr val="14161C">
              <a:alpha val="28000"/>
            </a:srgbClr>
          </a:solidFill>
          <a:ln/>
        </p:spPr>
      </p:sp>
      <p:sp>
        <p:nvSpPr>
          <p:cNvPr id="40" name="Shape 38"/>
          <p:cNvSpPr/>
          <p:nvPr/>
        </p:nvSpPr>
        <p:spPr>
          <a:xfrm>
            <a:off x="4600575" y="9563100"/>
            <a:ext cx="114300" cy="114300"/>
          </a:xfrm>
          <a:prstGeom prst="ellipse">
            <a:avLst/>
          </a:prstGeom>
          <a:solidFill>
            <a:srgbClr val="14161C">
              <a:alpha val="28000"/>
            </a:srgbClr>
          </a:solidFill>
          <a:ln/>
        </p:spPr>
      </p:sp>
      <p:sp>
        <p:nvSpPr>
          <p:cNvPr id="41" name="Text 39"/>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Multiple-report</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0" kern="0">
                <a:solidFill>
                  <a:srgbClr val="6B6A66"/>
                </a:solidFill>
                <a:latin typeface="Be Vietnam Pro" pitchFamily="34" charset="0"/>
                <a:ea typeface="Be Vietnam Pro" pitchFamily="34" charset="-122"/>
                <a:cs typeface="Be Vietnam Pro" pitchFamily="34" charset="-120"/>
              </a:rPr>
              <a:t> L17</a:t>
            </a:r>
            <a:r>
              <a:rPr lang="en-US" sz="1800" dirty="0" spc="-2"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06/17</a:t>
            </a:r>
            <a:endParaRPr lang="en-US" sz="1800" dirty="0"/>
          </a:p>
        </p:txBody>
      </p:sp>
      <p:sp>
        <p:nvSpPr>
          <p:cNvPr id="42" name="Shape 40"/>
          <p:cNvSpPr/>
          <p:nvPr/>
        </p:nvSpPr>
        <p:spPr>
          <a:xfrm>
            <a:off x="15983712" y="9076331"/>
            <a:ext cx="1645920" cy="552301"/>
          </a:xfrm>
          <a:prstGeom prst="roundRect">
            <a:avLst>
              <a:gd name="adj" fmla="val 28000"/>
            </a:avLst>
          </a:prstGeom>
          <a:solidFill>
            <a:srgbClr val="FFFFFF">
              <a:alpha val="82000"/>
            </a:srgbClr>
          </a:solidFill>
          <a:ln/>
        </p:spPr>
      </p:sp>
      <p:pic>
        <p:nvPicPr>
          <p:cNvPr id="43" name="Moda image moda-export-watermark-c2a1ccc8-6d28-4d7c-af42-9bfcafabe19f"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190°C:</a:t>
            </a:r>
            <a:r>
              <a:rPr lang="en-US" sz="5700" dirty="0" spc="-12" kern="0">
                <a:solidFill>
                  <a:srgbClr val="F3EEE3"/>
                </a:solidFill>
                <a:latin typeface="Bricolage Grotesque ExtraBold" pitchFamily="34" charset="0"/>
                <a:ea typeface="Bricolage Grotesque ExtraBold" pitchFamily="34" charset="-122"/>
                <a:cs typeface="Bricolage Grotesque ExtraBold" pitchFamily="34" charset="-120"/>
              </a:rPr>
              <a:t> biuret</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lên</a:t>
            </a:r>
            <a:r>
              <a:rPr lang="en-US" sz="5700" dirty="0" spc="9" kern="0">
                <a:solidFill>
                  <a:srgbClr val="F3EEE3"/>
                </a:solidFill>
                <a:latin typeface="Bricolage Grotesque ExtraBold" pitchFamily="34" charset="0"/>
                <a:ea typeface="Bricolage Grotesque ExtraBold" pitchFamily="34" charset="-122"/>
                <a:cs typeface="Bricolage Grotesque ExtraBold" pitchFamily="34" charset="-120"/>
              </a:rPr>
              <a:t> đỉnh</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2C3040"/>
            </a:solidFill>
            <a:prstDash val="solid"/>
          </a:ln>
        </p:spPr>
      </p:sp>
      <p:pic>
        <p:nvPicPr>
          <p:cNvPr id="4" name="Moda image rect-1793096854253-708672082" descr="">    </p:cNvPr>
          <p:cNvPicPr>
            <a:picLocks noChangeAspect="1"/>
          </p:cNvPicPr>
          <p:nvPr/>
        </p:nvPicPr>
        <p:blipFill>
          <a:blip r:embed="rId1"/>
          <a:srcRect l="0" r="0" t="0" b="0"/>
          <a:stretch/>
        </p:blipFill>
        <p:spPr>
          <a:xfrm>
            <a:off x="1104900" y="2438400"/>
            <a:ext cx="8572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14435" rIns="0" bIns="-14435" rtlCol="0" anchor="t"/>
          <a:lstStyle/>
          <a:p>
            <a:pPr algn="l" indent="0" marL="0">
              <a:lnSpc>
                <a:spcPts val="1815"/>
              </a:lnSpc>
              <a:buNone/>
            </a:pPr>
            <a:r>
              <a:rPr lang="en-US" sz="1650" dirty="0" spc="-2" kern="0">
                <a:solidFill>
                  <a:srgbClr val="9AA0B5"/>
                </a:solidFill>
                <a:latin typeface="Be Vietnam Pro" pitchFamily="34" charset="0"/>
                <a:ea typeface="Be Vietnam Pro" pitchFamily="34" charset="-122"/>
                <a:cs typeface="Be Vietnam Pro" pitchFamily="34" charset="-120"/>
              </a:rPr>
              <a:t>Hình:</a:t>
            </a:r>
            <a:r>
              <a:rPr lang="en-US" sz="1650" dirty="0" spc="-54" kern="0">
                <a:solidFill>
                  <a:srgbClr val="9AA0B5"/>
                </a:solidFill>
                <a:latin typeface="Be Vietnam Pro" pitchFamily="34" charset="0"/>
                <a:ea typeface="Be Vietnam Pro" pitchFamily="34" charset="-122"/>
                <a:cs typeface="Be Vietnam Pro" pitchFamily="34" charset="-120"/>
              </a:rPr>
              <a:t> Tự</a:t>
            </a:r>
            <a:r>
              <a:rPr lang="en-US" sz="1650" dirty="0" spc="-7" kern="0">
                <a:solidFill>
                  <a:srgbClr val="9AA0B5"/>
                </a:solidFill>
                <a:latin typeface="Be Vietnam Pro" pitchFamily="34" charset="0"/>
                <a:ea typeface="Be Vietnam Pro" pitchFamily="34" charset="-122"/>
                <a:cs typeface="Be Vietnam Pro" pitchFamily="34" charset="-120"/>
              </a:rPr>
              <a:t> vẽ</a:t>
            </a:r>
            <a:r>
              <a:rPr lang="en-US" sz="1650" dirty="0" spc="0" kern="0">
                <a:solidFill>
                  <a:srgbClr val="9AA0B5"/>
                </a:solidFill>
                <a:latin typeface="Be Vietnam Pro" pitchFamily="34" charset="0"/>
                <a:ea typeface="Be Vietnam Pro" pitchFamily="34" charset="-122"/>
                <a:cs typeface="Be Vietnam Pro" pitchFamily="34" charset="-120"/>
              </a:rPr>
              <a:t> lại</a:t>
            </a:r>
            <a:r>
              <a:rPr lang="en-US" sz="1650" dirty="0" spc="4" kern="0">
                <a:solidFill>
                  <a:srgbClr val="9AA0B5"/>
                </a:solidFill>
                <a:latin typeface="Be Vietnam Pro" pitchFamily="34" charset="0"/>
                <a:ea typeface="Be Vietnam Pro" pitchFamily="34" charset="-122"/>
                <a:cs typeface="Be Vietnam Pro" pitchFamily="34" charset="-120"/>
              </a:rPr>
              <a:t> từ</a:t>
            </a:r>
            <a:r>
              <a:rPr lang="en-US" sz="1650" dirty="0" spc="-4" kern="0">
                <a:solidFill>
                  <a:srgbClr val="9AA0B5"/>
                </a:solidFill>
                <a:latin typeface="Be Vietnam Pro" pitchFamily="34" charset="0"/>
                <a:ea typeface="Be Vietnam Pro" pitchFamily="34" charset="-122"/>
                <a:cs typeface="Be Vietnam Pro" pitchFamily="34" charset="-120"/>
              </a:rPr>
              <a:t> số</a:t>
            </a:r>
            <a:r>
              <a:rPr lang="en-US" sz="1650" dirty="0" spc="0" kern="0">
                <a:solidFill>
                  <a:srgbClr val="9AA0B5"/>
                </a:solidFill>
                <a:latin typeface="Be Vietnam Pro" pitchFamily="34" charset="0"/>
                <a:ea typeface="Be Vietnam Pro" pitchFamily="34" charset="-122"/>
                <a:cs typeface="Be Vietnam Pro" pitchFamily="34" charset="-120"/>
              </a:rPr>
              <a:t> liệu của</a:t>
            </a:r>
            <a:r>
              <a:rPr lang="en-US" sz="1650" dirty="0" spc="1" kern="0">
                <a:solidFill>
                  <a:srgbClr val="9AA0B5"/>
                </a:solidFill>
                <a:latin typeface="Be Vietnam Pro" pitchFamily="34" charset="0"/>
                <a:ea typeface="Be Vietnam Pro" pitchFamily="34" charset="-122"/>
                <a:cs typeface="Be Vietnam Pro" pitchFamily="34" charset="-120"/>
              </a:rPr>
              <a:t> biểu</a:t>
            </a:r>
            <a:r>
              <a:rPr lang="en-US" sz="1650" dirty="0" spc="14" kern="0">
                <a:solidFill>
                  <a:srgbClr val="9AA0B5"/>
                </a:solidFill>
                <a:latin typeface="Be Vietnam Pro" pitchFamily="34" charset="0"/>
                <a:ea typeface="Be Vietnam Pro" pitchFamily="34" charset="-122"/>
                <a:cs typeface="Be Vietnam Pro" pitchFamily="34" charset="-120"/>
              </a:rPr>
              <a:t> đồ</a:t>
            </a:r>
            <a:r>
              <a:rPr lang="en-US" sz="1650" dirty="0" spc="0" kern="0">
                <a:solidFill>
                  <a:srgbClr val="9AA0B5"/>
                </a:solidFill>
                <a:latin typeface="Be Vietnam Pro" pitchFamily="34" charset="0"/>
                <a:ea typeface="Be Vietnam Pro" pitchFamily="34" charset="-122"/>
                <a:cs typeface="Be Vietnam Pro" pitchFamily="34" charset="-120"/>
              </a:rPr>
              <a:t> S1</a:t>
            </a:r>
            <a:r>
              <a:rPr lang="en-US" sz="1650" dirty="0" spc="7" kern="0">
                <a:solidFill>
                  <a:srgbClr val="9AA0B5"/>
                </a:solidFill>
                <a:latin typeface="Be Vietnam Pro" pitchFamily="34" charset="0"/>
                <a:ea typeface="Be Vietnam Pro" pitchFamily="34" charset="-122"/>
                <a:cs typeface="Be Vietnam Pro" pitchFamily="34" charset="-120"/>
              </a:rPr>
              <a:t> (đọc</a:t>
            </a:r>
            <a:r>
              <a:rPr lang="en-US" sz="1650" dirty="0" spc="-2" kern="0">
                <a:solidFill>
                  <a:srgbClr val="9AA0B5"/>
                </a:solidFill>
                <a:latin typeface="Be Vietnam Pro" pitchFamily="34" charset="0"/>
                <a:ea typeface="Be Vietnam Pro" pitchFamily="34" charset="-122"/>
                <a:cs typeface="Be Vietnam Pro" pitchFamily="34" charset="-120"/>
              </a:rPr>
              <a:t> bằng</a:t>
            </a:r>
            <a:r>
              <a:rPr lang="en-US" sz="1650" dirty="0" spc="-4" kern="0">
                <a:solidFill>
                  <a:srgbClr val="9AA0B5"/>
                </a:solidFill>
                <a:latin typeface="Be Vietnam Pro" pitchFamily="34" charset="0"/>
                <a:ea typeface="Be Vietnam Pro" pitchFamily="34" charset="-122"/>
                <a:cs typeface="Be Vietnam Pro" pitchFamily="34" charset="-120"/>
              </a:rPr>
              <a:t> mắt,</a:t>
            </a:r>
            <a:r>
              <a:rPr lang="en-US" sz="1650" dirty="0" spc="2" kern="0">
                <a:solidFill>
                  <a:srgbClr val="9AA0B5"/>
                </a:solidFill>
                <a:latin typeface="Be Vietnam Pro" pitchFamily="34" charset="0"/>
                <a:ea typeface="Be Vietnam Pro" pitchFamily="34" charset="-122"/>
                <a:cs typeface="Be Vietnam Pro" pitchFamily="34" charset="-120"/>
              </a:rPr>
              <a:t> ±2%)</a:t>
            </a:r>
            <a:endParaRPr lang="en-US" sz="1650" dirty="0"/>
          </a:p>
        </p:txBody>
      </p:sp>
      <p:sp>
        <p:nvSpPr>
          <p:cNvPr id="6" name="Shape 3"/>
          <p:cNvSpPr/>
          <p:nvPr/>
        </p:nvSpPr>
        <p:spPr>
          <a:xfrm>
            <a:off x="10248900" y="2247900"/>
            <a:ext cx="7124700" cy="838200"/>
          </a:xfrm>
          <a:prstGeom prst="roundRect">
            <a:avLst>
              <a:gd name="adj" fmla="val 22727"/>
            </a:avLst>
          </a:prstGeom>
          <a:solidFill>
            <a:srgbClr val="1E212B"/>
          </a:solidFill>
          <a:ln/>
        </p:spPr>
      </p:sp>
      <p:sp>
        <p:nvSpPr>
          <p:cNvPr id="7" name="Shape 4"/>
          <p:cNvSpPr/>
          <p:nvPr/>
        </p:nvSpPr>
        <p:spPr>
          <a:xfrm>
            <a:off x="10248900" y="2247900"/>
            <a:ext cx="114300" cy="838200"/>
          </a:xfrm>
          <a:prstGeom prst="roundRect">
            <a:avLst>
              <a:gd name="adj" fmla="val 50000"/>
            </a:avLst>
          </a:prstGeom>
          <a:solidFill>
            <a:srgbClr val="FF6A4D"/>
          </a:solidFill>
          <a:ln/>
        </p:spPr>
      </p:sp>
      <p:sp>
        <p:nvSpPr>
          <p:cNvPr id="8" name="Text 5"/>
          <p:cNvSpPr/>
          <p:nvPr/>
        </p:nvSpPr>
        <p:spPr>
          <a:xfrm>
            <a:off x="10591800" y="2343150"/>
            <a:ext cx="6591300" cy="333375"/>
          </a:xfrm>
          <a:prstGeom prst="rect">
            <a:avLst/>
          </a:prstGeom>
          <a:noFill/>
          <a:ln/>
        </p:spPr>
        <p:txBody>
          <a:bodyPr wrap="square" lIns="0" tIns="0" rIns="0" bIns="0" rtlCol="0" anchor="ctr"/>
          <a:lstStyle/>
          <a:p>
            <a:pPr algn="l" indent="0" marL="0">
              <a:buNone/>
            </a:pPr>
            <a:r>
              <a:rPr lang="en-US" sz="2187" dirty="0" spc="-1" kern="0">
                <a:solidFill>
                  <a:srgbClr val="FF6A4D"/>
                </a:solidFill>
                <a:latin typeface="Be Vietnam Pro ExtraBold" pitchFamily="34" charset="0"/>
                <a:ea typeface="Be Vietnam Pro ExtraBold" pitchFamily="34" charset="-122"/>
                <a:cs typeface="Be Vietnam Pro ExtraBold" pitchFamily="34" charset="-120"/>
              </a:rPr>
              <a:t>Giảm</a:t>
            </a:r>
            <a:endParaRPr lang="en-US" sz="2187" dirty="0"/>
          </a:p>
        </p:txBody>
      </p:sp>
      <p:sp>
        <p:nvSpPr>
          <p:cNvPr id="9" name="Text 6"/>
          <p:cNvSpPr/>
          <p:nvPr/>
        </p:nvSpPr>
        <p:spPr>
          <a:xfrm>
            <a:off x="10591800" y="2581275"/>
            <a:ext cx="6591300" cy="466725"/>
          </a:xfrm>
          <a:prstGeom prst="rect">
            <a:avLst/>
          </a:prstGeom>
          <a:noFill/>
          <a:ln/>
        </p:spPr>
        <p:txBody>
          <a:bodyPr wrap="square" lIns="0" tIns="14180" rIns="0" bIns="-14180" rtlCol="0" anchor="ctr"/>
          <a:lstStyle/>
          <a:p>
            <a:pPr algn="l" indent="0" marL="0">
              <a:lnSpc>
                <a:spcPts val="2933"/>
              </a:lnSpc>
              <a:buNone/>
            </a:pPr>
            <a:r>
              <a:rPr lang="en-US" sz="2550" dirty="0" spc="-24" kern="0">
                <a:solidFill>
                  <a:srgbClr val="F3EEE3"/>
                </a:solidFill>
                <a:latin typeface="Be Vietnam Pro SemiBold" pitchFamily="34" charset="0"/>
                <a:ea typeface="Be Vietnam Pro SemiBold" pitchFamily="34" charset="-122"/>
                <a:cs typeface="Be Vietnam Pro SemiBold" pitchFamily="34" charset="-120"/>
              </a:rPr>
              <a:t>urea</a:t>
            </a:r>
            <a:r>
              <a:rPr lang="en-US" sz="2550" dirty="0" spc="-1" kern="0">
                <a:solidFill>
                  <a:srgbClr val="F3EEE3"/>
                </a:solidFill>
                <a:latin typeface="Be Vietnam Pro SemiBold" pitchFamily="34" charset="0"/>
                <a:ea typeface="Be Vietnam Pro SemiBold" pitchFamily="34" charset="-122"/>
                <a:cs typeface="Be Vietnam Pro SemiBold" pitchFamily="34" charset="-120"/>
              </a:rPr>
              <a:t> ~46%,</a:t>
            </a:r>
            <a:r>
              <a:rPr lang="en-US" sz="2550" dirty="0" spc="-10" kern="0">
                <a:solidFill>
                  <a:srgbClr val="F3EEE3"/>
                </a:solidFill>
                <a:latin typeface="Be Vietnam Pro SemiBold" pitchFamily="34" charset="0"/>
                <a:ea typeface="Be Vietnam Pro SemiBold" pitchFamily="34" charset="-122"/>
                <a:cs typeface="Be Vietnam Pro SemiBold" pitchFamily="34" charset="-120"/>
              </a:rPr>
              <a:t> tổng</a:t>
            </a:r>
            <a:r>
              <a:rPr lang="en-US" sz="2550" dirty="0" spc="-7" kern="0">
                <a:solidFill>
                  <a:srgbClr val="F3EEE3"/>
                </a:solidFill>
                <a:latin typeface="Be Vietnam Pro SemiBold" pitchFamily="34" charset="0"/>
                <a:ea typeface="Be Vietnam Pro SemiBold" pitchFamily="34" charset="-122"/>
                <a:cs typeface="Be Vietnam Pro SemiBold" pitchFamily="34" charset="-120"/>
              </a:rPr>
              <a:t> ~77%</a:t>
            </a:r>
            <a:endParaRPr lang="en-US" sz="2550" dirty="0"/>
          </a:p>
        </p:txBody>
      </p:sp>
      <p:sp>
        <p:nvSpPr>
          <p:cNvPr id="10" name="Shape 7"/>
          <p:cNvSpPr/>
          <p:nvPr/>
        </p:nvSpPr>
        <p:spPr>
          <a:xfrm>
            <a:off x="10248900" y="3219450"/>
            <a:ext cx="7124700" cy="838200"/>
          </a:xfrm>
          <a:prstGeom prst="roundRect">
            <a:avLst>
              <a:gd name="adj" fmla="val 22727"/>
            </a:avLst>
          </a:prstGeom>
          <a:solidFill>
            <a:srgbClr val="1E212B"/>
          </a:solidFill>
          <a:ln/>
        </p:spPr>
      </p:sp>
      <p:sp>
        <p:nvSpPr>
          <p:cNvPr id="11" name="Shape 8"/>
          <p:cNvSpPr/>
          <p:nvPr/>
        </p:nvSpPr>
        <p:spPr>
          <a:xfrm>
            <a:off x="10248900" y="3219450"/>
            <a:ext cx="114300" cy="838200"/>
          </a:xfrm>
          <a:prstGeom prst="roundRect">
            <a:avLst>
              <a:gd name="adj" fmla="val 50000"/>
            </a:avLst>
          </a:prstGeom>
          <a:solidFill>
            <a:srgbClr val="7C93FF"/>
          </a:solidFill>
          <a:ln/>
        </p:spPr>
      </p:sp>
      <p:sp>
        <p:nvSpPr>
          <p:cNvPr id="12" name="Text 9"/>
          <p:cNvSpPr/>
          <p:nvPr/>
        </p:nvSpPr>
        <p:spPr>
          <a:xfrm>
            <a:off x="10591800" y="3314700"/>
            <a:ext cx="6591300" cy="333375"/>
          </a:xfrm>
          <a:prstGeom prst="rect">
            <a:avLst/>
          </a:prstGeom>
          <a:noFill/>
          <a:ln/>
        </p:spPr>
        <p:txBody>
          <a:bodyPr wrap="square" lIns="0" tIns="0" rIns="0" bIns="0" rtlCol="0" anchor="ctr"/>
          <a:lstStyle/>
          <a:p>
            <a:pPr algn="l" indent="0" marL="0">
              <a:buNone/>
            </a:pPr>
            <a:r>
              <a:rPr lang="en-US" sz="2187" dirty="0" spc="-59" kern="0">
                <a:solidFill>
                  <a:srgbClr val="7C93FF"/>
                </a:solidFill>
                <a:latin typeface="Be Vietnam Pro ExtraBold" pitchFamily="34" charset="0"/>
                <a:ea typeface="Be Vietnam Pro ExtraBold" pitchFamily="34" charset="-122"/>
                <a:cs typeface="Be Vietnam Pro ExtraBold" pitchFamily="34" charset="-120"/>
              </a:rPr>
              <a:t>Tăng</a:t>
            </a:r>
            <a:endParaRPr lang="en-US" sz="2187" dirty="0"/>
          </a:p>
        </p:txBody>
      </p:sp>
      <p:sp>
        <p:nvSpPr>
          <p:cNvPr id="13" name="Text 10"/>
          <p:cNvSpPr/>
          <p:nvPr/>
        </p:nvSpPr>
        <p:spPr>
          <a:xfrm>
            <a:off x="10591800" y="3552825"/>
            <a:ext cx="6591300" cy="466725"/>
          </a:xfrm>
          <a:prstGeom prst="rect">
            <a:avLst/>
          </a:prstGeom>
          <a:noFill/>
          <a:ln/>
        </p:spPr>
        <p:txBody>
          <a:bodyPr wrap="square" lIns="0" tIns="14180" rIns="0" bIns="-14180" rtlCol="0" anchor="ctr"/>
          <a:lstStyle/>
          <a:p>
            <a:pPr algn="l" indent="0" marL="0">
              <a:lnSpc>
                <a:spcPts val="2933"/>
              </a:lnSpc>
              <a:buNone/>
            </a:pPr>
            <a:r>
              <a:rPr lang="en-US" sz="2550" dirty="0" spc="-19" kern="0">
                <a:solidFill>
                  <a:srgbClr val="F3EEE3"/>
                </a:solidFill>
                <a:latin typeface="Be Vietnam Pro SemiBold" pitchFamily="34" charset="0"/>
                <a:ea typeface="Be Vietnam Pro SemiBold" pitchFamily="34" charset="-122"/>
                <a:cs typeface="Be Vietnam Pro SemiBold" pitchFamily="34" charset="-120"/>
              </a:rPr>
              <a:t>biuret</a:t>
            </a:r>
            <a:r>
              <a:rPr lang="en-US" sz="2550" dirty="0" spc="-2" kern="0">
                <a:solidFill>
                  <a:srgbClr val="F3EEE3"/>
                </a:solidFill>
                <a:latin typeface="Be Vietnam Pro SemiBold" pitchFamily="34" charset="0"/>
                <a:ea typeface="Be Vietnam Pro SemiBold" pitchFamily="34" charset="-122"/>
                <a:cs typeface="Be Vietnam Pro SemiBold" pitchFamily="34" charset="-120"/>
              </a:rPr>
              <a:t> ~28%</a:t>
            </a:r>
            <a:r>
              <a:rPr lang="en-US" sz="2550" dirty="0" spc="11" kern="0">
                <a:solidFill>
                  <a:srgbClr val="F3EEE3"/>
                </a:solidFill>
                <a:latin typeface="Be Vietnam Pro SemiBold" pitchFamily="34" charset="0"/>
                <a:ea typeface="Be Vietnam Pro SemiBold" pitchFamily="34" charset="-122"/>
                <a:cs typeface="Be Vietnam Pro SemiBold" pitchFamily="34" charset="-120"/>
              </a:rPr>
              <a:t> (đỉnh)</a:t>
            </a:r>
            <a:endParaRPr lang="en-US" sz="2550" dirty="0"/>
          </a:p>
        </p:txBody>
      </p:sp>
      <p:sp>
        <p:nvSpPr>
          <p:cNvPr id="14" name="Shape 11"/>
          <p:cNvSpPr/>
          <p:nvPr/>
        </p:nvSpPr>
        <p:spPr>
          <a:xfrm>
            <a:off x="10248900" y="4191000"/>
            <a:ext cx="7124700" cy="838200"/>
          </a:xfrm>
          <a:prstGeom prst="roundRect">
            <a:avLst>
              <a:gd name="adj" fmla="val 22727"/>
            </a:avLst>
          </a:prstGeom>
          <a:solidFill>
            <a:srgbClr val="1E212B"/>
          </a:solidFill>
          <a:ln/>
        </p:spPr>
      </p:sp>
      <p:sp>
        <p:nvSpPr>
          <p:cNvPr id="15" name="Shape 12"/>
          <p:cNvSpPr/>
          <p:nvPr/>
        </p:nvSpPr>
        <p:spPr>
          <a:xfrm>
            <a:off x="10248900" y="4191000"/>
            <a:ext cx="114300" cy="838200"/>
          </a:xfrm>
          <a:prstGeom prst="roundRect">
            <a:avLst>
              <a:gd name="adj" fmla="val 50000"/>
            </a:avLst>
          </a:prstGeom>
          <a:solidFill>
            <a:srgbClr val="FFB454"/>
          </a:solidFill>
          <a:ln/>
        </p:spPr>
      </p:sp>
      <p:sp>
        <p:nvSpPr>
          <p:cNvPr id="16" name="Text 13"/>
          <p:cNvSpPr/>
          <p:nvPr/>
        </p:nvSpPr>
        <p:spPr>
          <a:xfrm>
            <a:off x="10591800" y="4286250"/>
            <a:ext cx="6591300" cy="333375"/>
          </a:xfrm>
          <a:prstGeom prst="rect">
            <a:avLst/>
          </a:prstGeom>
          <a:noFill/>
          <a:ln/>
        </p:spPr>
        <p:txBody>
          <a:bodyPr wrap="square" lIns="0" tIns="0" rIns="0" bIns="0" rtlCol="0" anchor="ctr"/>
          <a:lstStyle/>
          <a:p>
            <a:pPr algn="l" indent="0" marL="0">
              <a:buNone/>
            </a:pPr>
            <a:r>
              <a:rPr lang="en-US" sz="2187" dirty="0" spc="-4" kern="0">
                <a:solidFill>
                  <a:srgbClr val="FFB454"/>
                </a:solidFill>
                <a:latin typeface="Be Vietnam Pro ExtraBold" pitchFamily="34" charset="0"/>
                <a:ea typeface="Be Vietnam Pro ExtraBold" pitchFamily="34" charset="-122"/>
                <a:cs typeface="Be Vietnam Pro ExtraBold" pitchFamily="34" charset="-120"/>
              </a:rPr>
              <a:t>Phản</a:t>
            </a:r>
            <a:r>
              <a:rPr lang="en-US" sz="2187" dirty="0" spc="29" kern="0">
                <a:solidFill>
                  <a:srgbClr val="FFB454"/>
                </a:solidFill>
                <a:latin typeface="Be Vietnam Pro ExtraBold" pitchFamily="34" charset="0"/>
                <a:ea typeface="Be Vietnam Pro ExtraBold" pitchFamily="34" charset="-122"/>
                <a:cs typeface="Be Vietnam Pro ExtraBold" pitchFamily="34" charset="-120"/>
              </a:rPr>
              <a:t> ứng</a:t>
            </a:r>
            <a:endParaRPr lang="en-US" sz="2187" dirty="0"/>
          </a:p>
        </p:txBody>
      </p:sp>
      <p:sp>
        <p:nvSpPr>
          <p:cNvPr id="17" name="Text 14"/>
          <p:cNvSpPr/>
          <p:nvPr/>
        </p:nvSpPr>
        <p:spPr>
          <a:xfrm>
            <a:off x="10591800" y="4524375"/>
            <a:ext cx="6591300" cy="466725"/>
          </a:xfrm>
          <a:prstGeom prst="rect">
            <a:avLst/>
          </a:prstGeom>
          <a:noFill/>
          <a:ln/>
        </p:spPr>
        <p:txBody>
          <a:bodyPr wrap="square" lIns="0" tIns="14180" rIns="0" bIns="-14180" rtlCol="0" anchor="ctr"/>
          <a:lstStyle/>
          <a:p>
            <a:pPr algn="l" indent="0" marL="0">
              <a:lnSpc>
                <a:spcPts val="2933"/>
              </a:lnSpc>
              <a:buNone/>
            </a:pPr>
            <a:r>
              <a:rPr lang="en-US" sz="2550" dirty="0" spc="-24" kern="0">
                <a:solidFill>
                  <a:srgbClr val="F3EEE3"/>
                </a:solidFill>
                <a:latin typeface="Be Vietnam Pro SemiBold" pitchFamily="34" charset="0"/>
                <a:ea typeface="Be Vietnam Pro SemiBold" pitchFamily="34" charset="-122"/>
                <a:cs typeface="Be Vietnam Pro SemiBold" pitchFamily="34" charset="-120"/>
              </a:rPr>
              <a:t>urea</a:t>
            </a:r>
            <a:r>
              <a:rPr lang="en-US" sz="2550" dirty="0" spc="-4" kern="0">
                <a:solidFill>
                  <a:srgbClr val="F3EEE3"/>
                </a:solidFill>
                <a:latin typeface="Be Vietnam Pro SemiBold" pitchFamily="34" charset="0"/>
                <a:ea typeface="Be Vietnam Pro SemiBold" pitchFamily="34" charset="-122"/>
                <a:cs typeface="Be Vietnam Pro SemiBold" pitchFamily="34" charset="-120"/>
              </a:rPr>
              <a:t> cộng</a:t>
            </a:r>
            <a:r>
              <a:rPr lang="en-US" sz="2550" dirty="0" spc="-3" kern="0">
                <a:solidFill>
                  <a:srgbClr val="F3EEE3"/>
                </a:solidFill>
                <a:latin typeface="Be Vietnam Pro SemiBold" pitchFamily="34" charset="0"/>
                <a:ea typeface="Be Vietnam Pro SemiBold" pitchFamily="34" charset="-122"/>
                <a:cs typeface="Be Vietnam Pro SemiBold" pitchFamily="34" charset="-120"/>
              </a:rPr>
              <a:t> HNCO</a:t>
            </a:r>
            <a:r>
              <a:rPr lang="en-US" sz="2550" dirty="0" spc="0" kern="0">
                <a:solidFill>
                  <a:srgbClr val="F3EEE3"/>
                </a:solidFill>
                <a:latin typeface="Be Vietnam Pro SemiBold" pitchFamily="34" charset="0"/>
                <a:ea typeface="Be Vietnam Pro SemiBold" pitchFamily="34" charset="-122"/>
                <a:cs typeface="Be Vietnam Pro SemiBold" pitchFamily="34" charset="-120"/>
              </a:rPr>
              <a:t> thành</a:t>
            </a:r>
            <a:r>
              <a:rPr lang="en-US" sz="2550" dirty="0" spc="-16" kern="0">
                <a:solidFill>
                  <a:srgbClr val="F3EEE3"/>
                </a:solidFill>
                <a:latin typeface="Be Vietnam Pro SemiBold" pitchFamily="34" charset="0"/>
                <a:ea typeface="Be Vietnam Pro SemiBold" pitchFamily="34" charset="-122"/>
                <a:cs typeface="Be Vietnam Pro SemiBold" pitchFamily="34" charset="-120"/>
              </a:rPr>
              <a:t> biuret</a:t>
            </a:r>
            <a:endParaRPr lang="en-US" sz="2550" dirty="0"/>
          </a:p>
        </p:txBody>
      </p:sp>
      <p:sp>
        <p:nvSpPr>
          <p:cNvPr id="18" name="Shape 15"/>
          <p:cNvSpPr/>
          <p:nvPr/>
        </p:nvSpPr>
        <p:spPr>
          <a:xfrm>
            <a:off x="10248900" y="5162550"/>
            <a:ext cx="7124700" cy="3181350"/>
          </a:xfrm>
          <a:prstGeom prst="roundRect">
            <a:avLst>
              <a:gd name="adj" fmla="val 5988"/>
            </a:avLst>
          </a:prstGeom>
          <a:solidFill>
            <a:srgbClr val="4A2A24"/>
          </a:solidFill>
          <a:ln/>
        </p:spPr>
      </p:sp>
      <p:sp>
        <p:nvSpPr>
          <p:cNvPr id="19" name="Text 16"/>
          <p:cNvSpPr/>
          <p:nvPr/>
        </p:nvSpPr>
        <p:spPr>
          <a:xfrm>
            <a:off x="10553700" y="5429250"/>
            <a:ext cx="6515100" cy="2647950"/>
          </a:xfrm>
          <a:prstGeom prst="rect">
            <a:avLst/>
          </a:prstGeom>
          <a:noFill/>
          <a:ln/>
        </p:spPr>
        <p:txBody>
          <a:bodyPr wrap="square" lIns="0" tIns="12144" rIns="0" bIns="-12144" rtlCol="0" anchor="t"/>
          <a:lstStyle/>
          <a:p>
            <a:pPr algn="l" indent="0" marL="0">
              <a:lnSpc>
                <a:spcPts val="2925"/>
              </a:lnSpc>
              <a:buNone/>
            </a:pPr>
            <a:r>
              <a:rPr lang="en-US" sz="2250" dirty="0" spc="-4" kern="0">
                <a:solidFill>
                  <a:srgbClr val="F3EEE3"/>
                </a:solidFill>
                <a:latin typeface="Be Vietnam Pro" pitchFamily="34" charset="0"/>
                <a:ea typeface="Be Vietnam Pro" pitchFamily="34" charset="-122"/>
                <a:cs typeface="Be Vietnam Pro" pitchFamily="34" charset="-120"/>
              </a:rPr>
              <a:t>Ở</a:t>
            </a:r>
            <a:r>
              <a:rPr lang="en-US" sz="2250" dirty="0" spc="5" kern="0">
                <a:solidFill>
                  <a:srgbClr val="F3EEE3"/>
                </a:solidFill>
                <a:latin typeface="Be Vietnam Pro" pitchFamily="34" charset="0"/>
                <a:ea typeface="Be Vietnam Pro" pitchFamily="34" charset="-122"/>
                <a:cs typeface="Be Vietnam Pro" pitchFamily="34" charset="-120"/>
              </a:rPr>
              <a:t> </a:t>
            </a:r>
            <a:pPr algn="l" indent="0" marL="0">
              <a:lnSpc>
                <a:spcPts val="2925"/>
              </a:lnSpc>
              <a:buNone/>
            </a:pPr>
            <a:r>
              <a:rPr lang="en-US" sz="2250" b="1" dirty="0" spc="-1" kern="0">
                <a:solidFill>
                  <a:srgbClr val="FF6A4D"/>
                </a:solidFill>
                <a:latin typeface="Be Vietnam Pro" pitchFamily="34" charset="0"/>
                <a:ea typeface="Be Vietnam Pro" pitchFamily="34" charset="-122"/>
                <a:cs typeface="Be Vietnam Pro" pitchFamily="34" charset="-120"/>
              </a:rPr>
              <a:t>190°C</a:t>
            </a:r>
            <a:pPr algn="l" indent="0" marL="0">
              <a:lnSpc>
                <a:spcPts val="2925"/>
              </a:lnSpc>
              <a:buNone/>
            </a:pPr>
            <a:r>
              <a:rPr lang="en-US" sz="2250" dirty="0" spc="-22" kern="0">
                <a:solidFill>
                  <a:srgbClr val="F3EEE3"/>
                </a:solidFill>
                <a:latin typeface="Be Vietnam Pro" pitchFamily="34" charset="0"/>
                <a:ea typeface="Be Vietnam Pro" pitchFamily="34" charset="-122"/>
                <a:cs typeface="Be Vietnam Pro" pitchFamily="34" charset="-120"/>
              </a:rPr>
              <a:t> urea</a:t>
            </a:r>
            <a:r>
              <a:rPr lang="en-US" sz="2250" dirty="0" spc="4" kern="0">
                <a:solidFill>
                  <a:srgbClr val="F3EEE3"/>
                </a:solidFill>
                <a:latin typeface="Be Vietnam Pro" pitchFamily="34" charset="0"/>
                <a:ea typeface="Be Vietnam Pro" pitchFamily="34" charset="-122"/>
                <a:cs typeface="Be Vietnam Pro" pitchFamily="34" charset="-120"/>
              </a:rPr>
              <a:t> còn</a:t>
            </a:r>
            <a:r>
              <a:rPr lang="en-US" sz="2250" dirty="0" spc="2" kern="0">
                <a:solidFill>
                  <a:srgbClr val="F3EEE3"/>
                </a:solidFill>
                <a:latin typeface="Be Vietnam Pro" pitchFamily="34" charset="0"/>
                <a:ea typeface="Be Vietnam Pro" pitchFamily="34" charset="-122"/>
                <a:cs typeface="Be Vietnam Pro" pitchFamily="34" charset="-120"/>
              </a:rPr>
              <a:t> ~46%:</a:t>
            </a:r>
            <a:r>
              <a:rPr lang="en-US" sz="2250" dirty="0" spc="16" kern="0">
                <a:solidFill>
                  <a:srgbClr val="F3EEE3"/>
                </a:solidFill>
                <a:latin typeface="Be Vietnam Pro" pitchFamily="34" charset="0"/>
                <a:ea typeface="Be Vietnam Pro" pitchFamily="34" charset="-122"/>
                <a:cs typeface="Be Vietnam Pro" pitchFamily="34" charset="-120"/>
              </a:rPr>
              <a:t> đã</a:t>
            </a:r>
            <a:r>
              <a:rPr lang="en-US" sz="2250" dirty="0" spc="-12" kern="0">
                <a:solidFill>
                  <a:srgbClr val="F3EEE3"/>
                </a:solidFill>
                <a:latin typeface="Be Vietnam Pro" pitchFamily="34" charset="0"/>
                <a:ea typeface="Be Vietnam Pro" pitchFamily="34" charset="-122"/>
                <a:cs typeface="Be Vietnam Pro" pitchFamily="34" charset="-120"/>
              </a:rPr>
              <a:t> mất</a:t>
            </a:r>
            <a:r>
              <a:rPr lang="en-US" sz="2250" dirty="0" spc="-4" kern="0">
                <a:solidFill>
                  <a:srgbClr val="F3EEE3"/>
                </a:solidFill>
                <a:latin typeface="Be Vietnam Pro" pitchFamily="34" charset="0"/>
                <a:ea typeface="Be Vietnam Pro" pitchFamily="34" charset="-122"/>
                <a:cs typeface="Be Vietnam Pro" pitchFamily="34" charset="-120"/>
              </a:rPr>
              <a:t> một</a:t>
            </a:r>
            <a:r>
              <a:rPr lang="en-US" sz="2250" dirty="0" spc="9" kern="0">
                <a:solidFill>
                  <a:srgbClr val="F3EEE3"/>
                </a:solidFill>
                <a:latin typeface="Be Vietnam Pro" pitchFamily="34" charset="0"/>
                <a:ea typeface="Be Vietnam Pro" pitchFamily="34" charset="-122"/>
                <a:cs typeface="Be Vietnam Pro" pitchFamily="34" charset="-120"/>
              </a:rPr>
              <a:t> nửa.</a:t>
            </a:r>
            <a:r>
              <a:rPr lang="en-US" sz="2250" dirty="0" spc="4" kern="0">
                <a:solidFill>
                  <a:srgbClr val="F3EEE3"/>
                </a:solidFill>
                <a:latin typeface="Be Vietnam Pro" pitchFamily="34" charset="0"/>
                <a:ea typeface="Be Vietnam Pro" pitchFamily="34" charset="-122"/>
                <a:cs typeface="Be Vietnam Pro" pitchFamily="34" charset="-120"/>
              </a:rPr>
              <a:t> </a:t>
            </a:r>
            <a:pPr algn="l" indent="0" marL="0">
              <a:lnSpc>
                <a:spcPts val="2925"/>
              </a:lnSpc>
              <a:buNone/>
            </a:pPr>
            <a:r>
              <a:rPr lang="en-US" sz="2250" b="1" dirty="0" spc="-12" kern="0">
                <a:solidFill>
                  <a:srgbClr val="4CD964"/>
                </a:solidFill>
                <a:latin typeface="Be Vietnam Pro" pitchFamily="34" charset="0"/>
                <a:ea typeface="Be Vietnam Pro" pitchFamily="34" charset="-122"/>
                <a:cs typeface="Be Vietnam Pro" pitchFamily="34" charset="-120"/>
              </a:rPr>
              <a:t>Biuret</a:t>
            </a:r>
            <a:pPr algn="l" indent="0" marL="0">
              <a:lnSpc>
                <a:spcPts val="2925"/>
              </a:lnSpc>
              <a:buNone/>
            </a:pPr>
            <a:r>
              <a:rPr lang="en-US" sz="2250" dirty="0" spc="0" kern="0">
                <a:solidFill>
                  <a:srgbClr val="F3EEE3"/>
                </a:solidFill>
                <a:latin typeface="Be Vietnam Pro" pitchFamily="34" charset="0"/>
                <a:ea typeface="Be Vietnam Pro" pitchFamily="34" charset="-122"/>
                <a:cs typeface="Be Vietnam Pro" pitchFamily="34" charset="-120"/>
              </a:rPr>
              <a:t> lên</a:t>
            </a:r>
            <a:r>
              <a:rPr lang="en-US" sz="2250" dirty="0" spc="19" kern="0">
                <a:solidFill>
                  <a:srgbClr val="F3EEE3"/>
                </a:solidFill>
                <a:latin typeface="Be Vietnam Pro" pitchFamily="34" charset="0"/>
                <a:ea typeface="Be Vietnam Pro" pitchFamily="34" charset="-122"/>
                <a:cs typeface="Be Vietnam Pro" pitchFamily="34" charset="-120"/>
              </a:rPr>
              <a:t> đỉnh</a:t>
            </a:r>
            <a:r>
              <a:rPr lang="en-US" sz="2250" dirty="0" spc="1" kern="0">
                <a:solidFill>
                  <a:srgbClr val="F3EEE3"/>
                </a:solidFill>
                <a:latin typeface="Be Vietnam Pro" pitchFamily="34" charset="0"/>
                <a:ea typeface="Be Vietnam Pro" pitchFamily="34" charset="-122"/>
                <a:cs typeface="Be Vietnam Pro" pitchFamily="34" charset="-120"/>
              </a:rPr>
              <a:t> ~28%,</a:t>
            </a:r>
            <a:r>
              <a:rPr lang="en-US" sz="2250" dirty="0" spc="3" kern="0">
                <a:solidFill>
                  <a:srgbClr val="F3EEE3"/>
                </a:solidFill>
                <a:latin typeface="Be Vietnam Pro" pitchFamily="34" charset="0"/>
                <a:ea typeface="Be Vietnam Pro" pitchFamily="34" charset="-122"/>
                <a:cs typeface="Be Vietnam Pro" pitchFamily="34" charset="-120"/>
              </a:rPr>
              <a:t> còn</a:t>
            </a:r>
            <a:r>
              <a:rPr lang="en-US" sz="2250" dirty="0" spc="6" kern="0">
                <a:solidFill>
                  <a:srgbClr val="F3EEE3"/>
                </a:solidFill>
                <a:latin typeface="Be Vietnam Pro" pitchFamily="34" charset="0"/>
                <a:ea typeface="Be Vietnam Pro" pitchFamily="34" charset="-122"/>
                <a:cs typeface="Be Vietnam Pro" pitchFamily="34" charset="-120"/>
              </a:rPr>
              <a:t> </a:t>
            </a:r>
            <a:pPr algn="l" indent="0" marL="0">
              <a:lnSpc>
                <a:spcPts val="2925"/>
              </a:lnSpc>
              <a:buNone/>
            </a:pPr>
            <a:r>
              <a:rPr lang="en-US" sz="2250" b="1" dirty="0" spc="-9" kern="0">
                <a:solidFill>
                  <a:srgbClr val="C084FF"/>
                </a:solidFill>
                <a:latin typeface="Be Vietnam Pro" pitchFamily="34" charset="0"/>
                <a:ea typeface="Be Vietnam Pro" pitchFamily="34" charset="-122"/>
                <a:cs typeface="Be Vietnam Pro" pitchFamily="34" charset="-120"/>
              </a:rPr>
              <a:t>cyanuric</a:t>
            </a:r>
            <a:r>
              <a:rPr lang="en-US" sz="2250" b="1" dirty="0" spc="7" kern="0">
                <a:solidFill>
                  <a:srgbClr val="C084FF"/>
                </a:solidFill>
                <a:latin typeface="Be Vietnam Pro" pitchFamily="34" charset="0"/>
                <a:ea typeface="Be Vietnam Pro" pitchFamily="34" charset="-122"/>
                <a:cs typeface="Be Vietnam Pro" pitchFamily="34" charset="-120"/>
              </a:rPr>
              <a:t> acid</a:t>
            </a:r>
            <a:pPr algn="l" indent="0" marL="0">
              <a:lnSpc>
                <a:spcPts val="2925"/>
              </a:lnSpc>
              <a:buNone/>
            </a:pPr>
            <a:r>
              <a:rPr lang="en-US" sz="2250" dirty="0" spc="0" kern="0">
                <a:solidFill>
                  <a:srgbClr val="F3EEE3"/>
                </a:solidFill>
                <a:latin typeface="Be Vietnam Pro" pitchFamily="34" charset="0"/>
                <a:ea typeface="Be Vietnam Pro" pitchFamily="34" charset="-122"/>
                <a:cs typeface="Be Vietnam Pro" pitchFamily="34" charset="-120"/>
              </a:rPr>
              <a:t> (~2,5%)</a:t>
            </a:r>
            <a:r>
              <a:rPr lang="en-US" sz="2250" dirty="0" spc="-16" kern="0">
                <a:solidFill>
                  <a:srgbClr val="F3EEE3"/>
                </a:solidFill>
                <a:latin typeface="Be Vietnam Pro" pitchFamily="34" charset="0"/>
                <a:ea typeface="Be Vietnam Pro" pitchFamily="34" charset="-122"/>
                <a:cs typeface="Be Vietnam Pro" pitchFamily="34" charset="-120"/>
              </a:rPr>
              <a:t> và</a:t>
            </a:r>
            <a:r>
              <a:rPr lang="en-US" sz="2250" dirty="0" spc="4" kern="0">
                <a:solidFill>
                  <a:srgbClr val="F3EEE3"/>
                </a:solidFill>
                <a:latin typeface="Be Vietnam Pro" pitchFamily="34" charset="0"/>
                <a:ea typeface="Be Vietnam Pro" pitchFamily="34" charset="-122"/>
                <a:cs typeface="Be Vietnam Pro" pitchFamily="34" charset="-120"/>
              </a:rPr>
              <a:t> </a:t>
            </a:r>
            <a:pPr algn="l" indent="0" marL="0">
              <a:lnSpc>
                <a:spcPts val="2925"/>
              </a:lnSpc>
              <a:buNone/>
            </a:pPr>
            <a:r>
              <a:rPr lang="en-US" sz="2250" b="1" dirty="0" spc="-1" kern="0">
                <a:solidFill>
                  <a:srgbClr val="FF5C5C"/>
                </a:solidFill>
                <a:latin typeface="Be Vietnam Pro" pitchFamily="34" charset="0"/>
                <a:ea typeface="Be Vietnam Pro" pitchFamily="34" charset="-122"/>
                <a:cs typeface="Be Vietnam Pro" pitchFamily="34" charset="-120"/>
              </a:rPr>
              <a:t>ammelide</a:t>
            </a:r>
            <a:pPr algn="l" indent="0" marL="0">
              <a:lnSpc>
                <a:spcPts val="2925"/>
              </a:lnSpc>
              <a:buNone/>
            </a:pPr>
            <a:r>
              <a:rPr lang="en-US" sz="2250" dirty="0" spc="-1" kern="0">
                <a:solidFill>
                  <a:srgbClr val="F3EEE3"/>
                </a:solidFill>
                <a:latin typeface="Be Vietnam Pro" pitchFamily="34" charset="0"/>
                <a:ea typeface="Be Vietnam Pro" pitchFamily="34" charset="-122"/>
                <a:cs typeface="Be Vietnam Pro" pitchFamily="34" charset="-120"/>
              </a:rPr>
              <a:t> (~0,5%)</a:t>
            </a:r>
            <a:r>
              <a:rPr lang="en-US" sz="2250" dirty="0" spc="1" kern="0">
                <a:solidFill>
                  <a:srgbClr val="F3EEE3"/>
                </a:solidFill>
                <a:latin typeface="Be Vietnam Pro" pitchFamily="34" charset="0"/>
                <a:ea typeface="Be Vietnam Pro" pitchFamily="34" charset="-122"/>
                <a:cs typeface="Be Vietnam Pro" pitchFamily="34" charset="-120"/>
              </a:rPr>
              <a:t> mới</a:t>
            </a:r>
            <a:r>
              <a:rPr lang="en-US" sz="2250" dirty="0" spc="-11" kern="0">
                <a:solidFill>
                  <a:srgbClr val="F3EEE3"/>
                </a:solidFill>
                <a:latin typeface="Be Vietnam Pro" pitchFamily="34" charset="0"/>
                <a:ea typeface="Be Vietnam Pro" pitchFamily="34" charset="-122"/>
                <a:cs typeface="Be Vietnam Pro" pitchFamily="34" charset="-120"/>
              </a:rPr>
              <a:t> xuất</a:t>
            </a:r>
            <a:r>
              <a:rPr lang="en-US" sz="2250" dirty="0" spc="-1" kern="0">
                <a:solidFill>
                  <a:srgbClr val="F3EEE3"/>
                </a:solidFill>
                <a:latin typeface="Be Vietnam Pro" pitchFamily="34" charset="0"/>
                <a:ea typeface="Be Vietnam Pro" pitchFamily="34" charset="-122"/>
                <a:cs typeface="Be Vietnam Pro" pitchFamily="34" charset="-120"/>
              </a:rPr>
              <a:t> hiện</a:t>
            </a:r>
            <a:r>
              <a:rPr lang="en-US" sz="2250" dirty="0" spc="7" kern="0">
                <a:solidFill>
                  <a:srgbClr val="F3EEE3"/>
                </a:solidFill>
                <a:latin typeface="Be Vietnam Pro" pitchFamily="34" charset="0"/>
                <a:ea typeface="Be Vietnam Pro" pitchFamily="34" charset="-122"/>
                <a:cs typeface="Be Vietnam Pro" pitchFamily="34" charset="-120"/>
              </a:rPr>
              <a:t> </a:t>
            </a:r>
            <a:pPr algn="l" indent="0" marL="0">
              <a:lnSpc>
                <a:spcPts val="2925"/>
              </a:lnSpc>
              <a:buNone/>
            </a:pPr>
            <a:r>
              <a:rPr lang="en-US" sz="2250" dirty="0" spc="-1" kern="0">
                <a:solidFill>
                  <a:srgbClr val="9AA0B5"/>
                </a:solidFill>
                <a:latin typeface="Be Vietnam Pro" pitchFamily="34" charset="0"/>
                <a:ea typeface="Be Vietnam Pro" pitchFamily="34" charset="-122"/>
                <a:cs typeface="Be Vietnam Pro" pitchFamily="34" charset="-120"/>
              </a:rPr>
              <a:t>[S1]</a:t>
            </a:r>
            <a:pPr algn="l" indent="0" marL="0">
              <a:lnSpc>
                <a:spcPts val="2925"/>
              </a:lnSpc>
              <a:buNone/>
            </a:pPr>
            <a:r>
              <a:rPr lang="en-US" sz="2250" dirty="0" spc="6" kern="0">
                <a:solidFill>
                  <a:srgbClr val="F3EEE3"/>
                </a:solidFill>
                <a:latin typeface="Be Vietnam Pro" pitchFamily="34" charset="0"/>
                <a:ea typeface="Be Vietnam Pro" pitchFamily="34" charset="-122"/>
                <a:cs typeface="Be Vietnam Pro" pitchFamily="34" charset="-120"/>
              </a:rPr>
              <a:t>.</a:t>
            </a:r>
            <a:r>
              <a:rPr lang="en-US" sz="2250" dirty="0" spc="-23" kern="0">
                <a:solidFill>
                  <a:srgbClr val="F3EEE3"/>
                </a:solidFill>
                <a:latin typeface="Be Vietnam Pro" pitchFamily="34" charset="0"/>
                <a:ea typeface="Be Vietnam Pro" pitchFamily="34" charset="-122"/>
                <a:cs typeface="Be Vietnam Pro" pitchFamily="34" charset="-120"/>
              </a:rPr>
              <a:t> Urea</a:t>
            </a:r>
            <a:r>
              <a:rPr lang="en-US" sz="2250" dirty="0" spc="-8" kern="0">
                <a:solidFill>
                  <a:srgbClr val="F3EEE3"/>
                </a:solidFill>
                <a:latin typeface="Be Vietnam Pro" pitchFamily="34" charset="0"/>
                <a:ea typeface="Be Vietnam Pro" pitchFamily="34" charset="-122"/>
                <a:cs typeface="Be Vietnam Pro" pitchFamily="34" charset="-120"/>
              </a:rPr>
              <a:t> tách</a:t>
            </a:r>
            <a:r>
              <a:rPr lang="en-US" sz="2250" dirty="0" spc="21" kern="0">
                <a:solidFill>
                  <a:srgbClr val="F3EEE3"/>
                </a:solidFill>
                <a:latin typeface="Be Vietnam Pro" pitchFamily="34" charset="0"/>
                <a:ea typeface="Be Vietnam Pro" pitchFamily="34" charset="-122"/>
                <a:cs typeface="Be Vietnam Pro" pitchFamily="34" charset="-120"/>
              </a:rPr>
              <a:t> NH3</a:t>
            </a:r>
            <a:r>
              <a:rPr lang="en-US" sz="2250" dirty="0" spc="-17" kern="0">
                <a:solidFill>
                  <a:srgbClr val="F3EEE3"/>
                </a:solidFill>
                <a:latin typeface="Be Vietnam Pro" pitchFamily="34" charset="0"/>
                <a:ea typeface="Be Vietnam Pro" pitchFamily="34" charset="-122"/>
                <a:cs typeface="Be Vietnam Pro" pitchFamily="34" charset="-120"/>
              </a:rPr>
              <a:t> và</a:t>
            </a:r>
            <a:r>
              <a:rPr lang="en-US" sz="2250" dirty="0" spc="-3" kern="0">
                <a:solidFill>
                  <a:srgbClr val="F3EEE3"/>
                </a:solidFill>
                <a:latin typeface="Be Vietnam Pro" pitchFamily="34" charset="0"/>
                <a:ea typeface="Be Vietnam Pro" pitchFamily="34" charset="-122"/>
                <a:cs typeface="Be Vietnam Pro" pitchFamily="34" charset="-120"/>
              </a:rPr>
              <a:t> HNCO,</a:t>
            </a:r>
            <a:r>
              <a:rPr lang="en-US" sz="2250" dirty="0" spc="-23" kern="0">
                <a:solidFill>
                  <a:srgbClr val="F3EEE3"/>
                </a:solidFill>
                <a:latin typeface="Be Vietnam Pro" pitchFamily="34" charset="0"/>
                <a:ea typeface="Be Vietnam Pro" pitchFamily="34" charset="-122"/>
                <a:cs typeface="Be Vietnam Pro" pitchFamily="34" charset="-120"/>
              </a:rPr>
              <a:t> rồi</a:t>
            </a:r>
            <a:r>
              <a:rPr lang="en-US" sz="2250" dirty="0" spc="-22" kern="0">
                <a:solidFill>
                  <a:srgbClr val="F3EEE3"/>
                </a:solidFill>
                <a:latin typeface="Be Vietnam Pro" pitchFamily="34" charset="0"/>
                <a:ea typeface="Be Vietnam Pro" pitchFamily="34" charset="-122"/>
                <a:cs typeface="Be Vietnam Pro" pitchFamily="34" charset="-120"/>
              </a:rPr>
              <a:t> urea</a:t>
            </a:r>
            <a:r>
              <a:rPr lang="en-US" sz="2250" dirty="0" spc="-12" kern="0">
                <a:solidFill>
                  <a:srgbClr val="F3EEE3"/>
                </a:solidFill>
                <a:latin typeface="Be Vietnam Pro" pitchFamily="34" charset="0"/>
                <a:ea typeface="Be Vietnam Pro" pitchFamily="34" charset="-122"/>
                <a:cs typeface="Be Vietnam Pro" pitchFamily="34" charset="-120"/>
              </a:rPr>
              <a:t> gặp</a:t>
            </a:r>
            <a:r>
              <a:rPr lang="en-US" sz="2250" dirty="0" spc="-2" kern="0">
                <a:solidFill>
                  <a:srgbClr val="F3EEE3"/>
                </a:solidFill>
                <a:latin typeface="Be Vietnam Pro" pitchFamily="34" charset="0"/>
                <a:ea typeface="Be Vietnam Pro" pitchFamily="34" charset="-122"/>
                <a:cs typeface="Be Vietnam Pro" pitchFamily="34" charset="-120"/>
              </a:rPr>
              <a:t> HNCO</a:t>
            </a:r>
            <a:r>
              <a:rPr lang="en-US" sz="2250" dirty="0" spc="-13" kern="0">
                <a:solidFill>
                  <a:srgbClr val="F3EEE3"/>
                </a:solidFill>
                <a:latin typeface="Be Vietnam Pro" pitchFamily="34" charset="0"/>
                <a:ea typeface="Be Vietnam Pro" pitchFamily="34" charset="-122"/>
                <a:cs typeface="Be Vietnam Pro" pitchFamily="34" charset="-120"/>
              </a:rPr>
              <a:t> tạo</a:t>
            </a:r>
            <a:r>
              <a:rPr lang="en-US" sz="2250" dirty="0" spc="-17" kern="0">
                <a:solidFill>
                  <a:srgbClr val="F3EEE3"/>
                </a:solidFill>
                <a:latin typeface="Be Vietnam Pro" pitchFamily="34" charset="0"/>
                <a:ea typeface="Be Vietnam Pro" pitchFamily="34" charset="-122"/>
                <a:cs typeface="Be Vietnam Pro" pitchFamily="34" charset="-120"/>
              </a:rPr>
              <a:t> biuret</a:t>
            </a:r>
            <a:r>
              <a:rPr lang="en-US" sz="2250" dirty="0" spc="6" kern="0">
                <a:solidFill>
                  <a:srgbClr val="F3EEE3"/>
                </a:solidFill>
                <a:latin typeface="Be Vietnam Pro" pitchFamily="34" charset="0"/>
                <a:ea typeface="Be Vietnam Pro" pitchFamily="34" charset="-122"/>
                <a:cs typeface="Be Vietnam Pro" pitchFamily="34" charset="-120"/>
              </a:rPr>
              <a:t> </a:t>
            </a:r>
            <a:pPr algn="l" indent="0" marL="0">
              <a:lnSpc>
                <a:spcPts val="2925"/>
              </a:lnSpc>
              <a:buNone/>
            </a:pPr>
            <a:r>
              <a:rPr lang="en-US" sz="2250" dirty="0" spc="-1" kern="0">
                <a:solidFill>
                  <a:srgbClr val="9AA0B5"/>
                </a:solidFill>
                <a:latin typeface="Be Vietnam Pro" pitchFamily="34" charset="0"/>
                <a:ea typeface="Be Vietnam Pro" pitchFamily="34" charset="-122"/>
                <a:cs typeface="Be Vietnam Pro" pitchFamily="34" charset="-120"/>
              </a:rPr>
              <a:t>[S2]</a:t>
            </a:r>
            <a:pPr algn="l" indent="0" marL="0">
              <a:lnSpc>
                <a:spcPts val="2925"/>
              </a:lnSpc>
              <a:buNone/>
            </a:pPr>
            <a:r>
              <a:rPr lang="en-US" sz="2250" dirty="0" spc="6" kern="0">
                <a:solidFill>
                  <a:srgbClr val="F3EEE3"/>
                </a:solidFill>
                <a:latin typeface="Be Vietnam Pro" pitchFamily="34" charset="0"/>
                <a:ea typeface="Be Vietnam Pro" pitchFamily="34" charset="-122"/>
                <a:cs typeface="Be Vietnam Pro" pitchFamily="34" charset="-120"/>
              </a:rPr>
              <a:t>.</a:t>
            </a:r>
            <a:r>
              <a:rPr lang="en-US" sz="2250" dirty="0" spc="-39" kern="0">
                <a:solidFill>
                  <a:srgbClr val="F3EEE3"/>
                </a:solidFill>
                <a:latin typeface="Be Vietnam Pro" pitchFamily="34" charset="0"/>
                <a:ea typeface="Be Vietnam Pro" pitchFamily="34" charset="-122"/>
                <a:cs typeface="Be Vietnam Pro" pitchFamily="34" charset="-120"/>
              </a:rPr>
              <a:t> Tổng</a:t>
            </a:r>
            <a:r>
              <a:rPr lang="en-US" sz="2250" dirty="0" spc="-8" kern="0">
                <a:solidFill>
                  <a:srgbClr val="F3EEE3"/>
                </a:solidFill>
                <a:latin typeface="Be Vietnam Pro" pitchFamily="34" charset="0"/>
                <a:ea typeface="Be Vietnam Pro" pitchFamily="34" charset="-122"/>
                <a:cs typeface="Be Vietnam Pro" pitchFamily="34" charset="-120"/>
              </a:rPr>
              <a:t> chất</a:t>
            </a:r>
            <a:r>
              <a:rPr lang="en-US" sz="2250" dirty="0" spc="-24" kern="0">
                <a:solidFill>
                  <a:srgbClr val="F3EEE3"/>
                </a:solidFill>
                <a:latin typeface="Be Vietnam Pro" pitchFamily="34" charset="0"/>
                <a:ea typeface="Be Vietnam Pro" pitchFamily="34" charset="-122"/>
                <a:cs typeface="Be Vietnam Pro" pitchFamily="34" charset="-120"/>
              </a:rPr>
              <a:t> rắn</a:t>
            </a:r>
            <a:r>
              <a:rPr lang="en-US" sz="2250" dirty="0" spc="-13" kern="0">
                <a:solidFill>
                  <a:srgbClr val="F3EEE3"/>
                </a:solidFill>
                <a:latin typeface="Be Vietnam Pro" pitchFamily="34" charset="0"/>
                <a:ea typeface="Be Vietnam Pro" pitchFamily="34" charset="-122"/>
                <a:cs typeface="Be Vietnam Pro" pitchFamily="34" charset="-120"/>
              </a:rPr>
              <a:t> ~77%:</a:t>
            </a:r>
            <a:r>
              <a:rPr lang="en-US" sz="2250" dirty="0" spc="-3" kern="0">
                <a:solidFill>
                  <a:srgbClr val="F3EEE3"/>
                </a:solidFill>
                <a:latin typeface="Be Vietnam Pro" pitchFamily="34" charset="0"/>
                <a:ea typeface="Be Vietnam Pro" pitchFamily="34" charset="-122"/>
                <a:cs typeface="Be Vietnam Pro" pitchFamily="34" charset="-120"/>
              </a:rPr>
              <a:t> khoảng</a:t>
            </a:r>
            <a:r>
              <a:rPr lang="en-US" sz="2250" dirty="0" spc="-6" kern="0">
                <a:solidFill>
                  <a:srgbClr val="F3EEE3"/>
                </a:solidFill>
                <a:latin typeface="Be Vietnam Pro" pitchFamily="34" charset="0"/>
                <a:ea typeface="Be Vietnam Pro" pitchFamily="34" charset="-122"/>
                <a:cs typeface="Be Vietnam Pro" pitchFamily="34" charset="-120"/>
              </a:rPr>
              <a:t> 23%</a:t>
            </a:r>
            <a:r>
              <a:rPr lang="en-US" sz="2250" dirty="0" spc="1" kern="0">
                <a:solidFill>
                  <a:srgbClr val="F3EEE3"/>
                </a:solidFill>
                <a:latin typeface="Be Vietnam Pro" pitchFamily="34" charset="0"/>
                <a:ea typeface="Be Vietnam Pro" pitchFamily="34" charset="-122"/>
                <a:cs typeface="Be Vietnam Pro" pitchFamily="34" charset="-120"/>
              </a:rPr>
              <a:t> khối</a:t>
            </a:r>
            <a:r>
              <a:rPr lang="en-US" sz="2250" dirty="0" spc="6" kern="0">
                <a:solidFill>
                  <a:srgbClr val="F3EEE3"/>
                </a:solidFill>
                <a:latin typeface="Be Vietnam Pro" pitchFamily="34" charset="0"/>
                <a:ea typeface="Be Vietnam Pro" pitchFamily="34" charset="-122"/>
                <a:cs typeface="Be Vietnam Pro" pitchFamily="34" charset="-120"/>
              </a:rPr>
              <a:t> lượng</a:t>
            </a:r>
            <a:r>
              <a:rPr lang="en-US" sz="2250" dirty="0" spc="15" kern="0">
                <a:solidFill>
                  <a:srgbClr val="F3EEE3"/>
                </a:solidFill>
                <a:latin typeface="Be Vietnam Pro" pitchFamily="34" charset="0"/>
                <a:ea typeface="Be Vietnam Pro" pitchFamily="34" charset="-122"/>
                <a:cs typeface="Be Vietnam Pro" pitchFamily="34" charset="-120"/>
              </a:rPr>
              <a:t> đã</a:t>
            </a:r>
            <a:r>
              <a:rPr lang="en-US" sz="2250" dirty="0" spc="0" kern="0">
                <a:solidFill>
                  <a:srgbClr val="F3EEE3"/>
                </a:solidFill>
                <a:latin typeface="Be Vietnam Pro" pitchFamily="34" charset="0"/>
                <a:ea typeface="Be Vietnam Pro" pitchFamily="34" charset="-122"/>
                <a:cs typeface="Be Vietnam Pro" pitchFamily="34" charset="-120"/>
              </a:rPr>
              <a:t> thành</a:t>
            </a:r>
            <a:r>
              <a:rPr lang="en-US" sz="2250" dirty="0" spc="1" kern="0">
                <a:solidFill>
                  <a:srgbClr val="F3EEE3"/>
                </a:solidFill>
                <a:latin typeface="Be Vietnam Pro" pitchFamily="34" charset="0"/>
                <a:ea typeface="Be Vietnam Pro" pitchFamily="34" charset="-122"/>
                <a:cs typeface="Be Vietnam Pro" pitchFamily="34" charset="-120"/>
              </a:rPr>
              <a:t> khí.</a:t>
            </a:r>
            <a:r>
              <a:rPr lang="en-US" sz="2250" dirty="0" spc="-72" kern="0">
                <a:solidFill>
                  <a:srgbClr val="F3EEE3"/>
                </a:solidFill>
                <a:latin typeface="Be Vietnam Pro" pitchFamily="34" charset="0"/>
                <a:ea typeface="Be Vietnam Pro" pitchFamily="34" charset="-122"/>
                <a:cs typeface="Be Vietnam Pro" pitchFamily="34" charset="-120"/>
              </a:rPr>
              <a:t> Từ</a:t>
            </a:r>
            <a:r>
              <a:rPr lang="en-US" sz="2250" dirty="0" spc="1" kern="0">
                <a:solidFill>
                  <a:srgbClr val="F3EEE3"/>
                </a:solidFill>
                <a:latin typeface="Be Vietnam Pro" pitchFamily="34" charset="0"/>
                <a:ea typeface="Be Vietnam Pro" pitchFamily="34" charset="-122"/>
                <a:cs typeface="Be Vietnam Pro" pitchFamily="34" charset="-120"/>
              </a:rPr>
              <a:t> vùng</a:t>
            </a:r>
            <a:r>
              <a:rPr lang="en-US" sz="2250" dirty="0" spc="-8" kern="0">
                <a:solidFill>
                  <a:srgbClr val="F3EEE3"/>
                </a:solidFill>
                <a:latin typeface="Be Vietnam Pro" pitchFamily="34" charset="0"/>
                <a:ea typeface="Be Vietnam Pro" pitchFamily="34" charset="-122"/>
                <a:cs typeface="Be Vietnam Pro" pitchFamily="34" charset="-120"/>
              </a:rPr>
              <a:t> này</a:t>
            </a:r>
            <a:r>
              <a:rPr lang="en-US" sz="2250" dirty="0" spc="-17" kern="0">
                <a:solidFill>
                  <a:srgbClr val="F3EEE3"/>
                </a:solidFill>
                <a:latin typeface="Be Vietnam Pro" pitchFamily="34" charset="0"/>
                <a:ea typeface="Be Vietnam Pro" pitchFamily="34" charset="-122"/>
                <a:cs typeface="Be Vietnam Pro" pitchFamily="34" charset="-120"/>
              </a:rPr>
              <a:t> biuret</a:t>
            </a:r>
            <a:r>
              <a:rPr lang="en-US" sz="2250" dirty="0" spc="-13" kern="0">
                <a:solidFill>
                  <a:srgbClr val="F3EEE3"/>
                </a:solidFill>
                <a:latin typeface="Be Vietnam Pro" pitchFamily="34" charset="0"/>
                <a:ea typeface="Be Vietnam Pro" pitchFamily="34" charset="-122"/>
                <a:cs typeface="Be Vietnam Pro" pitchFamily="34" charset="-120"/>
              </a:rPr>
              <a:t> bắt</a:t>
            </a:r>
            <a:r>
              <a:rPr lang="en-US" sz="2250" dirty="0" spc="11" kern="0">
                <a:solidFill>
                  <a:srgbClr val="F3EEE3"/>
                </a:solidFill>
                <a:latin typeface="Be Vietnam Pro" pitchFamily="34" charset="0"/>
                <a:ea typeface="Be Vietnam Pro" pitchFamily="34" charset="-122"/>
                <a:cs typeface="Be Vietnam Pro" pitchFamily="34" charset="-120"/>
              </a:rPr>
              <a:t> đầu</a:t>
            </a:r>
            <a:r>
              <a:rPr lang="en-US" sz="2250" dirty="0" spc="1" kern="0">
                <a:solidFill>
                  <a:srgbClr val="F3EEE3"/>
                </a:solidFill>
                <a:latin typeface="Be Vietnam Pro" pitchFamily="34" charset="0"/>
                <a:ea typeface="Be Vietnam Pro" pitchFamily="34" charset="-122"/>
                <a:cs typeface="Be Vietnam Pro" pitchFamily="34" charset="-120"/>
              </a:rPr>
              <a:t> phân</a:t>
            </a:r>
            <a:r>
              <a:rPr lang="en-US" sz="2250" dirty="0" spc="2" kern="0">
                <a:solidFill>
                  <a:srgbClr val="F3EEE3"/>
                </a:solidFill>
                <a:latin typeface="Be Vietnam Pro" pitchFamily="34" charset="0"/>
                <a:ea typeface="Be Vietnam Pro" pitchFamily="34" charset="-122"/>
                <a:cs typeface="Be Vietnam Pro" pitchFamily="34" charset="-120"/>
              </a:rPr>
              <a:t> hủy</a:t>
            </a:r>
            <a:r>
              <a:rPr lang="en-US" sz="2250" dirty="0" spc="6" kern="0">
                <a:solidFill>
                  <a:srgbClr val="F3EEE3"/>
                </a:solidFill>
                <a:latin typeface="Be Vietnam Pro" pitchFamily="34" charset="0"/>
                <a:ea typeface="Be Vietnam Pro" pitchFamily="34" charset="-122"/>
                <a:cs typeface="Be Vietnam Pro" pitchFamily="34" charset="-120"/>
              </a:rPr>
              <a:t> </a:t>
            </a:r>
            <a:pPr algn="l" indent="0" marL="0">
              <a:lnSpc>
                <a:spcPts val="2925"/>
              </a:lnSpc>
              <a:buNone/>
            </a:pPr>
            <a:r>
              <a:rPr lang="en-US" sz="2250" dirty="0" spc="-2" kern="0">
                <a:solidFill>
                  <a:srgbClr val="9AA0B5"/>
                </a:solidFill>
                <a:latin typeface="Be Vietnam Pro" pitchFamily="34" charset="0"/>
                <a:ea typeface="Be Vietnam Pro" pitchFamily="34" charset="-122"/>
                <a:cs typeface="Be Vietnam Pro" pitchFamily="34" charset="-120"/>
              </a:rPr>
              <a:t>[S4]</a:t>
            </a:r>
            <a:pPr algn="l" indent="0" marL="0">
              <a:lnSpc>
                <a:spcPts val="2925"/>
              </a:lnSpc>
              <a:buNone/>
            </a:pPr>
            <a:r>
              <a:rPr lang="en-US" sz="2250" dirty="0" spc="6" kern="0">
                <a:solidFill>
                  <a:srgbClr val="F3EEE3"/>
                </a:solidFill>
                <a:latin typeface="Be Vietnam Pro" pitchFamily="34" charset="0"/>
                <a:ea typeface="Be Vietnam Pro" pitchFamily="34" charset="-122"/>
                <a:cs typeface="Be Vietnam Pro" pitchFamily="34" charset="-120"/>
              </a:rPr>
              <a:t>.</a:t>
            </a:r>
            <a:endParaRPr lang="en-US" sz="2250" dirty="0"/>
          </a:p>
        </p:txBody>
      </p:sp>
      <p:sp>
        <p:nvSpPr>
          <p:cNvPr id="20"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a:t>
            </a:r>
            <a:r>
              <a:rPr lang="en-US" sz="1800" dirty="0" spc="1" kern="0">
                <a:solidFill>
                  <a:srgbClr val="9AA0B5"/>
                </a:solidFill>
                <a:latin typeface="Be Vietnam Pro" pitchFamily="34" charset="0"/>
                <a:ea typeface="Be Vietnam Pro" pitchFamily="34" charset="-122"/>
                <a:cs typeface="Be Vietnam Pro" pitchFamily="34" charset="-120"/>
              </a:rPr>
              <a:t> [S2]</a:t>
            </a:r>
            <a:r>
              <a:rPr lang="en-US" sz="1800" dirty="0" spc="3" kern="0">
                <a:solidFill>
                  <a:srgbClr val="9AA0B5"/>
                </a:solidFill>
                <a:latin typeface="Be Vietnam Pro" pitchFamily="34" charset="0"/>
                <a:ea typeface="Be Vietnam Pro" pitchFamily="34" charset="-122"/>
                <a:cs typeface="Be Vietnam Pro" pitchFamily="34" charset="-120"/>
              </a:rPr>
              <a:t> [S4]</a:t>
            </a:r>
            <a:endParaRPr lang="en-US" sz="1800" dirty="0"/>
          </a:p>
        </p:txBody>
      </p:sp>
      <p:sp>
        <p:nvSpPr>
          <p:cNvPr id="21" name="Shape 18"/>
          <p:cNvSpPr/>
          <p:nvPr/>
        </p:nvSpPr>
        <p:spPr>
          <a:xfrm>
            <a:off x="942975" y="9563100"/>
            <a:ext cx="114300" cy="114300"/>
          </a:xfrm>
          <a:prstGeom prst="ellipse">
            <a:avLst/>
          </a:prstGeom>
          <a:solidFill>
            <a:srgbClr val="F3EEE3">
              <a:alpha val="28000"/>
            </a:srgbClr>
          </a:solidFill>
          <a:ln/>
        </p:spPr>
      </p:sp>
      <p:sp>
        <p:nvSpPr>
          <p:cNvPr id="22" name="Shape 19"/>
          <p:cNvSpPr/>
          <p:nvPr/>
        </p:nvSpPr>
        <p:spPr>
          <a:xfrm>
            <a:off x="1171575" y="9563100"/>
            <a:ext cx="114300" cy="114300"/>
          </a:xfrm>
          <a:prstGeom prst="ellipse">
            <a:avLst/>
          </a:prstGeom>
          <a:solidFill>
            <a:srgbClr val="F3EEE3">
              <a:alpha val="28000"/>
            </a:srgbClr>
          </a:solidFill>
          <a:ln/>
        </p:spPr>
      </p:sp>
      <p:sp>
        <p:nvSpPr>
          <p:cNvPr id="23" name="Shape 20"/>
          <p:cNvSpPr/>
          <p:nvPr/>
        </p:nvSpPr>
        <p:spPr>
          <a:xfrm>
            <a:off x="1400175" y="9563100"/>
            <a:ext cx="114300" cy="114300"/>
          </a:xfrm>
          <a:prstGeom prst="ellipse">
            <a:avLst/>
          </a:prstGeom>
          <a:solidFill>
            <a:srgbClr val="F3EEE3">
              <a:alpha val="28000"/>
            </a:srgbClr>
          </a:solidFill>
          <a:ln/>
        </p:spPr>
      </p:sp>
      <p:sp>
        <p:nvSpPr>
          <p:cNvPr id="24" name="Shape 21"/>
          <p:cNvSpPr/>
          <p:nvPr/>
        </p:nvSpPr>
        <p:spPr>
          <a:xfrm>
            <a:off x="1628775" y="9563100"/>
            <a:ext cx="114300" cy="114300"/>
          </a:xfrm>
          <a:prstGeom prst="ellipse">
            <a:avLst/>
          </a:prstGeom>
          <a:solidFill>
            <a:srgbClr val="F3EEE3">
              <a:alpha val="28000"/>
            </a:srgbClr>
          </a:solidFill>
          <a:ln/>
        </p:spPr>
      </p:sp>
      <p:sp>
        <p:nvSpPr>
          <p:cNvPr id="25" name="Shape 22"/>
          <p:cNvSpPr/>
          <p:nvPr/>
        </p:nvSpPr>
        <p:spPr>
          <a:xfrm>
            <a:off x="1857375" y="9563100"/>
            <a:ext cx="114300" cy="114300"/>
          </a:xfrm>
          <a:prstGeom prst="ellipse">
            <a:avLst/>
          </a:prstGeom>
          <a:solidFill>
            <a:srgbClr val="F3EEE3">
              <a:alpha val="28000"/>
            </a:srgbClr>
          </a:solidFill>
          <a:ln/>
        </p:spPr>
      </p:sp>
      <p:sp>
        <p:nvSpPr>
          <p:cNvPr id="26" name="Shape 23"/>
          <p:cNvSpPr/>
          <p:nvPr/>
        </p:nvSpPr>
        <p:spPr>
          <a:xfrm>
            <a:off x="2085975" y="9563100"/>
            <a:ext cx="114300" cy="114300"/>
          </a:xfrm>
          <a:prstGeom prst="ellipse">
            <a:avLst/>
          </a:prstGeom>
          <a:solidFill>
            <a:srgbClr val="F3EEE3">
              <a:alpha val="28000"/>
            </a:srgbClr>
          </a:solidFill>
          <a:ln/>
        </p:spPr>
      </p:sp>
      <p:sp>
        <p:nvSpPr>
          <p:cNvPr id="27" name="Shape 24"/>
          <p:cNvSpPr/>
          <p:nvPr/>
        </p:nvSpPr>
        <p:spPr>
          <a:xfrm>
            <a:off x="2295525" y="9544050"/>
            <a:ext cx="152400" cy="152400"/>
          </a:xfrm>
          <a:prstGeom prst="ellipse">
            <a:avLst/>
          </a:prstGeom>
          <a:solidFill>
            <a:srgbClr val="FF6A4D"/>
          </a:solidFill>
          <a:ln/>
        </p:spPr>
      </p:sp>
      <p:sp>
        <p:nvSpPr>
          <p:cNvPr id="28" name="Shape 25"/>
          <p:cNvSpPr/>
          <p:nvPr/>
        </p:nvSpPr>
        <p:spPr>
          <a:xfrm>
            <a:off x="2543175" y="9563100"/>
            <a:ext cx="114300" cy="114300"/>
          </a:xfrm>
          <a:prstGeom prst="ellipse">
            <a:avLst/>
          </a:prstGeom>
          <a:solidFill>
            <a:srgbClr val="F3EEE3">
              <a:alpha val="28000"/>
            </a:srgbClr>
          </a:solidFill>
          <a:ln/>
        </p:spPr>
      </p:sp>
      <p:sp>
        <p:nvSpPr>
          <p:cNvPr id="29" name="Shape 26"/>
          <p:cNvSpPr/>
          <p:nvPr/>
        </p:nvSpPr>
        <p:spPr>
          <a:xfrm>
            <a:off x="2771775" y="9563100"/>
            <a:ext cx="114300" cy="114300"/>
          </a:xfrm>
          <a:prstGeom prst="ellipse">
            <a:avLst/>
          </a:prstGeom>
          <a:solidFill>
            <a:srgbClr val="F3EEE3">
              <a:alpha val="28000"/>
            </a:srgbClr>
          </a:solidFill>
          <a:ln/>
        </p:spPr>
      </p:sp>
      <p:sp>
        <p:nvSpPr>
          <p:cNvPr id="30" name="Shape 27"/>
          <p:cNvSpPr/>
          <p:nvPr/>
        </p:nvSpPr>
        <p:spPr>
          <a:xfrm>
            <a:off x="3000375" y="9563100"/>
            <a:ext cx="114300" cy="114300"/>
          </a:xfrm>
          <a:prstGeom prst="ellipse">
            <a:avLst/>
          </a:prstGeom>
          <a:solidFill>
            <a:srgbClr val="F3EEE3">
              <a:alpha val="28000"/>
            </a:srgbClr>
          </a:solidFill>
          <a:ln/>
        </p:spPr>
      </p:sp>
      <p:sp>
        <p:nvSpPr>
          <p:cNvPr id="31" name="Shape 28"/>
          <p:cNvSpPr/>
          <p:nvPr/>
        </p:nvSpPr>
        <p:spPr>
          <a:xfrm>
            <a:off x="3228975" y="9563100"/>
            <a:ext cx="114300" cy="114300"/>
          </a:xfrm>
          <a:prstGeom prst="ellipse">
            <a:avLst/>
          </a:prstGeom>
          <a:solidFill>
            <a:srgbClr val="F3EEE3">
              <a:alpha val="28000"/>
            </a:srgbClr>
          </a:solidFill>
          <a:ln/>
        </p:spPr>
      </p:sp>
      <p:sp>
        <p:nvSpPr>
          <p:cNvPr id="32" name="Shape 29"/>
          <p:cNvSpPr/>
          <p:nvPr/>
        </p:nvSpPr>
        <p:spPr>
          <a:xfrm>
            <a:off x="3457575" y="9563100"/>
            <a:ext cx="114300" cy="114300"/>
          </a:xfrm>
          <a:prstGeom prst="ellipse">
            <a:avLst/>
          </a:prstGeom>
          <a:solidFill>
            <a:srgbClr val="F3EEE3">
              <a:alpha val="28000"/>
            </a:srgbClr>
          </a:solidFill>
          <a:ln/>
        </p:spPr>
      </p:sp>
      <p:sp>
        <p:nvSpPr>
          <p:cNvPr id="33" name="Shape 30"/>
          <p:cNvSpPr/>
          <p:nvPr/>
        </p:nvSpPr>
        <p:spPr>
          <a:xfrm>
            <a:off x="3686175" y="9563100"/>
            <a:ext cx="114300" cy="114300"/>
          </a:xfrm>
          <a:prstGeom prst="ellipse">
            <a:avLst/>
          </a:prstGeom>
          <a:solidFill>
            <a:srgbClr val="F3EEE3">
              <a:alpha val="28000"/>
            </a:srgbClr>
          </a:solidFill>
          <a:ln/>
        </p:spPr>
      </p:sp>
      <p:sp>
        <p:nvSpPr>
          <p:cNvPr id="34" name="Shape 31"/>
          <p:cNvSpPr/>
          <p:nvPr/>
        </p:nvSpPr>
        <p:spPr>
          <a:xfrm>
            <a:off x="3914775" y="9563100"/>
            <a:ext cx="114300" cy="114300"/>
          </a:xfrm>
          <a:prstGeom prst="ellipse">
            <a:avLst/>
          </a:prstGeom>
          <a:solidFill>
            <a:srgbClr val="F3EEE3">
              <a:alpha val="28000"/>
            </a:srgbClr>
          </a:solidFill>
          <a:ln/>
        </p:spPr>
      </p:sp>
      <p:sp>
        <p:nvSpPr>
          <p:cNvPr id="35" name="Shape 32"/>
          <p:cNvSpPr/>
          <p:nvPr/>
        </p:nvSpPr>
        <p:spPr>
          <a:xfrm>
            <a:off x="4143375" y="9563100"/>
            <a:ext cx="114300" cy="114300"/>
          </a:xfrm>
          <a:prstGeom prst="ellipse">
            <a:avLst/>
          </a:prstGeom>
          <a:solidFill>
            <a:srgbClr val="F3EEE3">
              <a:alpha val="28000"/>
            </a:srgbClr>
          </a:solidFill>
          <a:ln/>
        </p:spPr>
      </p:sp>
      <p:sp>
        <p:nvSpPr>
          <p:cNvPr id="36" name="Shape 33"/>
          <p:cNvSpPr/>
          <p:nvPr/>
        </p:nvSpPr>
        <p:spPr>
          <a:xfrm>
            <a:off x="4371975" y="9563100"/>
            <a:ext cx="114300" cy="114300"/>
          </a:xfrm>
          <a:prstGeom prst="ellipse">
            <a:avLst/>
          </a:prstGeom>
          <a:solidFill>
            <a:srgbClr val="F3EEE3">
              <a:alpha val="28000"/>
            </a:srgbClr>
          </a:solidFill>
          <a:ln/>
        </p:spPr>
      </p:sp>
      <p:sp>
        <p:nvSpPr>
          <p:cNvPr id="37" name="Shape 34"/>
          <p:cNvSpPr/>
          <p:nvPr/>
        </p:nvSpPr>
        <p:spPr>
          <a:xfrm>
            <a:off x="4600575" y="9563100"/>
            <a:ext cx="114300" cy="114300"/>
          </a:xfrm>
          <a:prstGeom prst="ellipse">
            <a:avLst/>
          </a:prstGeom>
          <a:solidFill>
            <a:srgbClr val="F3EEE3">
              <a:alpha val="28000"/>
            </a:srgbClr>
          </a:solidFill>
          <a:ln/>
        </p:spPr>
      </p:sp>
      <p:sp>
        <p:nvSpPr>
          <p:cNvPr id="38" name="Text 35"/>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Multiple-report</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0" kern="0">
                <a:solidFill>
                  <a:srgbClr val="9AA0B5"/>
                </a:solidFill>
                <a:latin typeface="Be Vietnam Pro" pitchFamily="34" charset="0"/>
                <a:ea typeface="Be Vietnam Pro" pitchFamily="34" charset="-122"/>
                <a:cs typeface="Be Vietnam Pro" pitchFamily="34" charset="-120"/>
              </a:rPr>
              <a:t> L17</a:t>
            </a:r>
            <a:r>
              <a:rPr lang="en-US" sz="1800" dirty="0" spc="-2" kern="0">
                <a:solidFill>
                  <a:srgbClr val="9AA0B5"/>
                </a:solidFill>
                <a:latin typeface="Be Vietnam Pro" pitchFamily="34" charset="0"/>
                <a:ea typeface="Be Vietnam Pro" pitchFamily="34" charset="-122"/>
                <a:cs typeface="Be Vietnam Pro" pitchFamily="34" charset="-120"/>
              </a:rPr>
              <a:t> ·</a:t>
            </a:r>
            <a:r>
              <a:rPr lang="en-US" sz="1800" dirty="0" spc="-14" kern="0">
                <a:solidFill>
                  <a:srgbClr val="9AA0B5"/>
                </a:solidFill>
                <a:latin typeface="Be Vietnam Pro" pitchFamily="34" charset="0"/>
                <a:ea typeface="Be Vietnam Pro" pitchFamily="34" charset="-122"/>
                <a:cs typeface="Be Vietnam Pro" pitchFamily="34" charset="-120"/>
              </a:rPr>
              <a:t> 07/17</a:t>
            </a:r>
            <a:endParaRPr lang="en-US" sz="1800" dirty="0"/>
          </a:p>
        </p:txBody>
      </p:sp>
      <p:sp>
        <p:nvSpPr>
          <p:cNvPr id="39" name="Shape 36"/>
          <p:cNvSpPr/>
          <p:nvPr/>
        </p:nvSpPr>
        <p:spPr>
          <a:xfrm>
            <a:off x="15983712" y="9076331"/>
            <a:ext cx="1645920" cy="552301"/>
          </a:xfrm>
          <a:prstGeom prst="roundRect">
            <a:avLst>
              <a:gd name="adj" fmla="val 28000"/>
            </a:avLst>
          </a:prstGeom>
          <a:solidFill>
            <a:srgbClr val="FFFFFF">
              <a:alpha val="82000"/>
            </a:srgbClr>
          </a:solidFill>
          <a:ln/>
        </p:spPr>
      </p:sp>
      <p:pic>
        <p:nvPicPr>
          <p:cNvPr id="40" name="Moda image moda-export-watermark-9c0e425a-ad5b-43ca-9e4b-0f5d69dc258f"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6" kern="0">
                <a:solidFill>
                  <a:srgbClr val="14161C"/>
                </a:solidFill>
                <a:latin typeface="Bricolage Grotesque ExtraBold" pitchFamily="34" charset="0"/>
                <a:ea typeface="Bricolage Grotesque ExtraBold" pitchFamily="34" charset="-122"/>
                <a:cs typeface="Bricolage Grotesque ExtraBold" pitchFamily="34" charset="-120"/>
              </a:rPr>
              <a:t>225–250°C:</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cyanuric</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acid</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lên</a:t>
            </a:r>
            <a:r>
              <a:rPr lang="en-US" sz="5700" dirty="0" spc="-29" kern="0">
                <a:solidFill>
                  <a:srgbClr val="14161C"/>
                </a:solidFill>
                <a:latin typeface="Bricolage Grotesque ExtraBold" pitchFamily="34" charset="0"/>
                <a:ea typeface="Bricolage Grotesque ExtraBold" pitchFamily="34" charset="-122"/>
                <a:cs typeface="Bricolage Grotesque ExtraBold" pitchFamily="34" charset="-120"/>
              </a:rPr>
              <a:t> ngôi</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DDD5C1"/>
            </a:solidFill>
            <a:prstDash val="solid"/>
          </a:ln>
        </p:spPr>
      </p:sp>
      <p:pic>
        <p:nvPicPr>
          <p:cNvPr id="4" name="Moda image rect-1793097143319-852892673" descr="">    </p:cNvPr>
          <p:cNvPicPr>
            <a:picLocks noChangeAspect="1"/>
          </p:cNvPicPr>
          <p:nvPr/>
        </p:nvPicPr>
        <p:blipFill>
          <a:blip r:embed="rId1"/>
          <a:srcRect l="0" r="0" t="0" b="0"/>
          <a:stretch/>
        </p:blipFill>
        <p:spPr>
          <a:xfrm>
            <a:off x="1104900" y="2438400"/>
            <a:ext cx="9715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14435" rIns="0" bIns="-14435" rtlCol="0" anchor="t"/>
          <a:lstStyle/>
          <a:p>
            <a:pPr algn="l" indent="0" marL="0">
              <a:lnSpc>
                <a:spcPts val="1815"/>
              </a:lnSpc>
              <a:buNone/>
            </a:pPr>
            <a:r>
              <a:rPr lang="en-US" sz="1650" dirty="0" spc="-2" kern="0">
                <a:solidFill>
                  <a:srgbClr val="6B6A66"/>
                </a:solidFill>
                <a:latin typeface="Be Vietnam Pro" pitchFamily="34" charset="0"/>
                <a:ea typeface="Be Vietnam Pro" pitchFamily="34" charset="-122"/>
                <a:cs typeface="Be Vietnam Pro" pitchFamily="34" charset="-120"/>
              </a:rPr>
              <a:t>Hình:</a:t>
            </a:r>
            <a:r>
              <a:rPr lang="en-US" sz="1650" dirty="0" spc="-54" kern="0">
                <a:solidFill>
                  <a:srgbClr val="6B6A66"/>
                </a:solidFill>
                <a:latin typeface="Be Vietnam Pro" pitchFamily="34" charset="0"/>
                <a:ea typeface="Be Vietnam Pro" pitchFamily="34" charset="-122"/>
                <a:cs typeface="Be Vietnam Pro" pitchFamily="34" charset="-120"/>
              </a:rPr>
              <a:t> Tự</a:t>
            </a:r>
            <a:r>
              <a:rPr lang="en-US" sz="1650" dirty="0" spc="-7" kern="0">
                <a:solidFill>
                  <a:srgbClr val="6B6A66"/>
                </a:solidFill>
                <a:latin typeface="Be Vietnam Pro" pitchFamily="34" charset="0"/>
                <a:ea typeface="Be Vietnam Pro" pitchFamily="34" charset="-122"/>
                <a:cs typeface="Be Vietnam Pro" pitchFamily="34" charset="-120"/>
              </a:rPr>
              <a:t> vẽ</a:t>
            </a:r>
            <a:r>
              <a:rPr lang="en-US" sz="1650" dirty="0" spc="0" kern="0">
                <a:solidFill>
                  <a:srgbClr val="6B6A66"/>
                </a:solidFill>
                <a:latin typeface="Be Vietnam Pro" pitchFamily="34" charset="0"/>
                <a:ea typeface="Be Vietnam Pro" pitchFamily="34" charset="-122"/>
                <a:cs typeface="Be Vietnam Pro" pitchFamily="34" charset="-120"/>
              </a:rPr>
              <a:t> lại</a:t>
            </a:r>
            <a:r>
              <a:rPr lang="en-US" sz="1650" dirty="0" spc="4" kern="0">
                <a:solidFill>
                  <a:srgbClr val="6B6A66"/>
                </a:solidFill>
                <a:latin typeface="Be Vietnam Pro" pitchFamily="34" charset="0"/>
                <a:ea typeface="Be Vietnam Pro" pitchFamily="34" charset="-122"/>
                <a:cs typeface="Be Vietnam Pro" pitchFamily="34" charset="-120"/>
              </a:rPr>
              <a:t> từ</a:t>
            </a:r>
            <a:r>
              <a:rPr lang="en-US" sz="1650" dirty="0" spc="-4" kern="0">
                <a:solidFill>
                  <a:srgbClr val="6B6A66"/>
                </a:solidFill>
                <a:latin typeface="Be Vietnam Pro" pitchFamily="34" charset="0"/>
                <a:ea typeface="Be Vietnam Pro" pitchFamily="34" charset="-122"/>
                <a:cs typeface="Be Vietnam Pro" pitchFamily="34" charset="-120"/>
              </a:rPr>
              <a:t> số</a:t>
            </a:r>
            <a:r>
              <a:rPr lang="en-US" sz="1650" dirty="0" spc="0" kern="0">
                <a:solidFill>
                  <a:srgbClr val="6B6A66"/>
                </a:solidFill>
                <a:latin typeface="Be Vietnam Pro" pitchFamily="34" charset="0"/>
                <a:ea typeface="Be Vietnam Pro" pitchFamily="34" charset="-122"/>
                <a:cs typeface="Be Vietnam Pro" pitchFamily="34" charset="-120"/>
              </a:rPr>
              <a:t> liệu của</a:t>
            </a:r>
            <a:r>
              <a:rPr lang="en-US" sz="1650" dirty="0" spc="1" kern="0">
                <a:solidFill>
                  <a:srgbClr val="6B6A66"/>
                </a:solidFill>
                <a:latin typeface="Be Vietnam Pro" pitchFamily="34" charset="0"/>
                <a:ea typeface="Be Vietnam Pro" pitchFamily="34" charset="-122"/>
                <a:cs typeface="Be Vietnam Pro" pitchFamily="34" charset="-120"/>
              </a:rPr>
              <a:t> biểu</a:t>
            </a:r>
            <a:r>
              <a:rPr lang="en-US" sz="1650" dirty="0" spc="14" kern="0">
                <a:solidFill>
                  <a:srgbClr val="6B6A66"/>
                </a:solidFill>
                <a:latin typeface="Be Vietnam Pro" pitchFamily="34" charset="0"/>
                <a:ea typeface="Be Vietnam Pro" pitchFamily="34" charset="-122"/>
                <a:cs typeface="Be Vietnam Pro" pitchFamily="34" charset="-120"/>
              </a:rPr>
              <a:t> đồ</a:t>
            </a:r>
            <a:r>
              <a:rPr lang="en-US" sz="1650" dirty="0" spc="0" kern="0">
                <a:solidFill>
                  <a:srgbClr val="6B6A66"/>
                </a:solidFill>
                <a:latin typeface="Be Vietnam Pro" pitchFamily="34" charset="0"/>
                <a:ea typeface="Be Vietnam Pro" pitchFamily="34" charset="-122"/>
                <a:cs typeface="Be Vietnam Pro" pitchFamily="34" charset="-120"/>
              </a:rPr>
              <a:t> S1</a:t>
            </a:r>
            <a:r>
              <a:rPr lang="en-US" sz="1650" dirty="0" spc="7" kern="0">
                <a:solidFill>
                  <a:srgbClr val="6B6A66"/>
                </a:solidFill>
                <a:latin typeface="Be Vietnam Pro" pitchFamily="34" charset="0"/>
                <a:ea typeface="Be Vietnam Pro" pitchFamily="34" charset="-122"/>
                <a:cs typeface="Be Vietnam Pro" pitchFamily="34" charset="-120"/>
              </a:rPr>
              <a:t> (đọc</a:t>
            </a:r>
            <a:r>
              <a:rPr lang="en-US" sz="1650" dirty="0" spc="-2" kern="0">
                <a:solidFill>
                  <a:srgbClr val="6B6A66"/>
                </a:solidFill>
                <a:latin typeface="Be Vietnam Pro" pitchFamily="34" charset="0"/>
                <a:ea typeface="Be Vietnam Pro" pitchFamily="34" charset="-122"/>
                <a:cs typeface="Be Vietnam Pro" pitchFamily="34" charset="-120"/>
              </a:rPr>
              <a:t> bằng</a:t>
            </a:r>
            <a:r>
              <a:rPr lang="en-US" sz="1650" dirty="0" spc="-4" kern="0">
                <a:solidFill>
                  <a:srgbClr val="6B6A66"/>
                </a:solidFill>
                <a:latin typeface="Be Vietnam Pro" pitchFamily="34" charset="0"/>
                <a:ea typeface="Be Vietnam Pro" pitchFamily="34" charset="-122"/>
                <a:cs typeface="Be Vietnam Pro" pitchFamily="34" charset="-120"/>
              </a:rPr>
              <a:t> mắt,</a:t>
            </a:r>
            <a:r>
              <a:rPr lang="en-US" sz="1650" dirty="0" spc="2" kern="0">
                <a:solidFill>
                  <a:srgbClr val="6B6A66"/>
                </a:solidFill>
                <a:latin typeface="Be Vietnam Pro" pitchFamily="34" charset="0"/>
                <a:ea typeface="Be Vietnam Pro" pitchFamily="34" charset="-122"/>
                <a:cs typeface="Be Vietnam Pro" pitchFamily="34" charset="-120"/>
              </a:rPr>
              <a:t> ±2%)</a:t>
            </a:r>
            <a:endParaRPr lang="en-US" sz="1650" dirty="0"/>
          </a:p>
        </p:txBody>
      </p:sp>
      <p:sp>
        <p:nvSpPr>
          <p:cNvPr id="6" name="Shape 3"/>
          <p:cNvSpPr/>
          <p:nvPr/>
        </p:nvSpPr>
        <p:spPr>
          <a:xfrm>
            <a:off x="11391900" y="2247900"/>
            <a:ext cx="5981700" cy="1352550"/>
          </a:xfrm>
          <a:prstGeom prst="roundRect">
            <a:avLst>
              <a:gd name="adj" fmla="val 14085"/>
            </a:avLst>
          </a:prstGeom>
          <a:solidFill>
            <a:srgbClr val="E8E0CF"/>
          </a:solidFill>
          <a:ln/>
        </p:spPr>
      </p:sp>
      <p:sp>
        <p:nvSpPr>
          <p:cNvPr id="7" name="Shape 4"/>
          <p:cNvSpPr/>
          <p:nvPr/>
        </p:nvSpPr>
        <p:spPr>
          <a:xfrm>
            <a:off x="11391900" y="2247900"/>
            <a:ext cx="114300" cy="1352550"/>
          </a:xfrm>
          <a:prstGeom prst="roundRect">
            <a:avLst>
              <a:gd name="adj" fmla="val 50000"/>
            </a:avLst>
          </a:prstGeom>
          <a:solidFill>
            <a:srgbClr val="1F3FD1"/>
          </a:solidFill>
          <a:ln/>
        </p:spPr>
      </p:sp>
      <p:sp>
        <p:nvSpPr>
          <p:cNvPr id="8" name="Text 5"/>
          <p:cNvSpPr/>
          <p:nvPr/>
        </p:nvSpPr>
        <p:spPr>
          <a:xfrm>
            <a:off x="11734800" y="2343150"/>
            <a:ext cx="5448300" cy="542925"/>
          </a:xfrm>
          <a:prstGeom prst="rect">
            <a:avLst/>
          </a:prstGeom>
          <a:noFill/>
          <a:ln/>
        </p:spPr>
        <p:txBody>
          <a:bodyPr wrap="square" lIns="0" tIns="0" rIns="0" bIns="0" rtlCol="0" anchor="ctr"/>
          <a:lstStyle/>
          <a:p>
            <a:pPr algn="l" indent="0" marL="0">
              <a:buNone/>
            </a:pPr>
            <a:r>
              <a:rPr lang="en-US" sz="2250" dirty="0" spc="-4" kern="0">
                <a:solidFill>
                  <a:srgbClr val="1F3FD1"/>
                </a:solidFill>
                <a:latin typeface="Be Vietnam Pro ExtraBold" pitchFamily="34" charset="0"/>
                <a:ea typeface="Be Vietnam Pro ExtraBold" pitchFamily="34" charset="-122"/>
                <a:cs typeface="Be Vietnam Pro ExtraBold" pitchFamily="34" charset="-120"/>
              </a:rPr>
              <a:t>Chiếm</a:t>
            </a:r>
            <a:r>
              <a:rPr lang="en-US" sz="2250" dirty="0" spc="48" kern="0">
                <a:solidFill>
                  <a:srgbClr val="1F3FD1"/>
                </a:solidFill>
                <a:latin typeface="Be Vietnam Pro ExtraBold" pitchFamily="34" charset="0"/>
                <a:ea typeface="Be Vietnam Pro ExtraBold" pitchFamily="34" charset="-122"/>
                <a:cs typeface="Be Vietnam Pro ExtraBold" pitchFamily="34" charset="-120"/>
              </a:rPr>
              <a:t> ưu</a:t>
            </a:r>
            <a:r>
              <a:rPr lang="en-US" sz="2250" dirty="0" spc="-2" kern="0">
                <a:solidFill>
                  <a:srgbClr val="1F3FD1"/>
                </a:solidFill>
                <a:latin typeface="Be Vietnam Pro ExtraBold" pitchFamily="34" charset="0"/>
                <a:ea typeface="Be Vietnam Pro ExtraBold" pitchFamily="34" charset="-122"/>
                <a:cs typeface="Be Vietnam Pro ExtraBold" pitchFamily="34" charset="-120"/>
              </a:rPr>
              <a:t> thế</a:t>
            </a:r>
            <a:endParaRPr lang="en-US" sz="2250" dirty="0"/>
          </a:p>
        </p:txBody>
      </p:sp>
      <p:sp>
        <p:nvSpPr>
          <p:cNvPr id="9" name="Text 6"/>
          <p:cNvSpPr/>
          <p:nvPr/>
        </p:nvSpPr>
        <p:spPr>
          <a:xfrm>
            <a:off x="11734800" y="2790825"/>
            <a:ext cx="5448300" cy="762000"/>
          </a:xfrm>
          <a:prstGeom prst="rect">
            <a:avLst/>
          </a:prstGeom>
          <a:noFill/>
          <a:ln/>
        </p:spPr>
        <p:txBody>
          <a:bodyPr wrap="square" lIns="0" tIns="14180" rIns="0" bIns="-14180" rtlCol="0" anchor="ctr"/>
          <a:lstStyle/>
          <a:p>
            <a:pPr algn="l" indent="0" marL="0">
              <a:lnSpc>
                <a:spcPts val="2933"/>
              </a:lnSpc>
              <a:buNone/>
            </a:pPr>
            <a:r>
              <a:rPr lang="en-US" sz="2550" dirty="0" spc="-13" kern="0">
                <a:solidFill>
                  <a:srgbClr val="14161C"/>
                </a:solidFill>
                <a:latin typeface="Be Vietnam Pro SemiBold" pitchFamily="34" charset="0"/>
                <a:ea typeface="Be Vietnam Pro SemiBold" pitchFamily="34" charset="-122"/>
                <a:cs typeface="Be Vietnam Pro SemiBold" pitchFamily="34" charset="-120"/>
              </a:rPr>
              <a:t>cyanuric</a:t>
            </a:r>
            <a:r>
              <a:rPr lang="en-US" sz="2550" dirty="0" spc="4" kern="0">
                <a:solidFill>
                  <a:srgbClr val="14161C"/>
                </a:solidFill>
                <a:latin typeface="Be Vietnam Pro SemiBold" pitchFamily="34" charset="0"/>
                <a:ea typeface="Be Vietnam Pro SemiBold" pitchFamily="34" charset="-122"/>
                <a:cs typeface="Be Vietnam Pro SemiBold" pitchFamily="34" charset="-120"/>
              </a:rPr>
              <a:t> acid</a:t>
            </a:r>
            <a:r>
              <a:rPr lang="en-US" sz="2550" dirty="0" spc="-3" kern="0">
                <a:solidFill>
                  <a:srgbClr val="14161C"/>
                </a:solidFill>
                <a:latin typeface="Be Vietnam Pro SemiBold" pitchFamily="34" charset="0"/>
                <a:ea typeface="Be Vietnam Pro SemiBold" pitchFamily="34" charset="-122"/>
                <a:cs typeface="Be Vietnam Pro SemiBold" pitchFamily="34" charset="-120"/>
              </a:rPr>
              <a:t> ~22%</a:t>
            </a:r>
            <a:r>
              <a:rPr lang="en-US" sz="2550" dirty="0" spc="-19" kern="0">
                <a:solidFill>
                  <a:srgbClr val="14161C"/>
                </a:solidFill>
                <a:latin typeface="Be Vietnam Pro SemiBold" pitchFamily="34" charset="0"/>
                <a:ea typeface="Be Vietnam Pro SemiBold" pitchFamily="34" charset="-122"/>
                <a:cs typeface="Be Vietnam Pro SemiBold" pitchFamily="34" charset="-120"/>
              </a:rPr>
              <a:t> rồi</a:t>
            </a:r>
            <a:r>
              <a:rPr lang="en-US" sz="2550" dirty="0" spc="0" kern="0">
                <a:solidFill>
                  <a:srgbClr val="14161C"/>
                </a:solidFill>
                <a:latin typeface="Be Vietnam Pro SemiBold" pitchFamily="34" charset="0"/>
                <a:ea typeface="Be Vietnam Pro SemiBold" pitchFamily="34" charset="-122"/>
                <a:cs typeface="Be Vietnam Pro SemiBold" pitchFamily="34" charset="-120"/>
              </a:rPr>
              <a:t> ~23,5%</a:t>
            </a:r>
            <a:endParaRPr lang="en-US" sz="2550" dirty="0"/>
          </a:p>
        </p:txBody>
      </p:sp>
      <p:sp>
        <p:nvSpPr>
          <p:cNvPr id="10" name="Shape 7"/>
          <p:cNvSpPr/>
          <p:nvPr/>
        </p:nvSpPr>
        <p:spPr>
          <a:xfrm>
            <a:off x="11391900" y="3829050"/>
            <a:ext cx="5981700" cy="1352550"/>
          </a:xfrm>
          <a:prstGeom prst="roundRect">
            <a:avLst>
              <a:gd name="adj" fmla="val 14085"/>
            </a:avLst>
          </a:prstGeom>
          <a:solidFill>
            <a:srgbClr val="E8E0CF"/>
          </a:solidFill>
          <a:ln/>
        </p:spPr>
      </p:sp>
      <p:sp>
        <p:nvSpPr>
          <p:cNvPr id="11" name="Shape 8"/>
          <p:cNvSpPr/>
          <p:nvPr/>
        </p:nvSpPr>
        <p:spPr>
          <a:xfrm>
            <a:off x="11391900" y="3829050"/>
            <a:ext cx="114300" cy="1352550"/>
          </a:xfrm>
          <a:prstGeom prst="roundRect">
            <a:avLst>
              <a:gd name="adj" fmla="val 50000"/>
            </a:avLst>
          </a:prstGeom>
          <a:solidFill>
            <a:srgbClr val="B45309"/>
          </a:solidFill>
          <a:ln/>
        </p:spPr>
      </p:sp>
      <p:sp>
        <p:nvSpPr>
          <p:cNvPr id="12" name="Text 9"/>
          <p:cNvSpPr/>
          <p:nvPr/>
        </p:nvSpPr>
        <p:spPr>
          <a:xfrm>
            <a:off x="11734800" y="3924300"/>
            <a:ext cx="5448300" cy="542925"/>
          </a:xfrm>
          <a:prstGeom prst="rect">
            <a:avLst/>
          </a:prstGeom>
          <a:noFill/>
          <a:ln/>
        </p:spPr>
        <p:txBody>
          <a:bodyPr wrap="square" lIns="0" tIns="0" rIns="0" bIns="0" rtlCol="0" anchor="ctr"/>
          <a:lstStyle/>
          <a:p>
            <a:pPr algn="l" indent="0" marL="0">
              <a:buNone/>
            </a:pPr>
            <a:r>
              <a:rPr lang="en-US" sz="2250" dirty="0" spc="3" kern="0">
                <a:solidFill>
                  <a:srgbClr val="B45309"/>
                </a:solidFill>
                <a:latin typeface="Be Vietnam Pro ExtraBold" pitchFamily="34" charset="0"/>
                <a:ea typeface="Be Vietnam Pro ExtraBold" pitchFamily="34" charset="-122"/>
                <a:cs typeface="Be Vietnam Pro ExtraBold" pitchFamily="34" charset="-120"/>
              </a:rPr>
              <a:t>Giảm</a:t>
            </a:r>
            <a:endParaRPr lang="en-US" sz="2250" dirty="0"/>
          </a:p>
        </p:txBody>
      </p:sp>
      <p:sp>
        <p:nvSpPr>
          <p:cNvPr id="13" name="Text 10"/>
          <p:cNvSpPr/>
          <p:nvPr/>
        </p:nvSpPr>
        <p:spPr>
          <a:xfrm>
            <a:off x="11734800" y="4371975"/>
            <a:ext cx="5448300" cy="762000"/>
          </a:xfrm>
          <a:prstGeom prst="rect">
            <a:avLst/>
          </a:prstGeom>
          <a:noFill/>
          <a:ln/>
        </p:spPr>
        <p:txBody>
          <a:bodyPr wrap="square" lIns="0" tIns="14180" rIns="0" bIns="-14180" rtlCol="0" anchor="ctr"/>
          <a:lstStyle/>
          <a:p>
            <a:pPr algn="l" indent="0" marL="0">
              <a:lnSpc>
                <a:spcPts val="2933"/>
              </a:lnSpc>
              <a:buNone/>
            </a:pPr>
            <a:r>
              <a:rPr lang="en-US" sz="2550" dirty="0" spc="-19" kern="0">
                <a:solidFill>
                  <a:srgbClr val="14161C"/>
                </a:solidFill>
                <a:latin typeface="Be Vietnam Pro SemiBold" pitchFamily="34" charset="0"/>
                <a:ea typeface="Be Vietnam Pro SemiBold" pitchFamily="34" charset="-122"/>
                <a:cs typeface="Be Vietnam Pro SemiBold" pitchFamily="34" charset="-120"/>
              </a:rPr>
              <a:t>biuret</a:t>
            </a:r>
            <a:r>
              <a:rPr lang="en-US" sz="2550" dirty="0" spc="-2" kern="0">
                <a:solidFill>
                  <a:srgbClr val="14161C"/>
                </a:solidFill>
                <a:latin typeface="Be Vietnam Pro SemiBold" pitchFamily="34" charset="0"/>
                <a:ea typeface="Be Vietnam Pro SemiBold" pitchFamily="34" charset="-122"/>
                <a:cs typeface="Be Vietnam Pro SemiBold" pitchFamily="34" charset="-120"/>
              </a:rPr>
              <a:t> ~14%</a:t>
            </a:r>
            <a:r>
              <a:rPr lang="en-US" sz="2550" dirty="0" spc="-18" kern="0">
                <a:solidFill>
                  <a:srgbClr val="14161C"/>
                </a:solidFill>
                <a:latin typeface="Be Vietnam Pro SemiBold" pitchFamily="34" charset="0"/>
                <a:ea typeface="Be Vietnam Pro SemiBold" pitchFamily="34" charset="-122"/>
                <a:cs typeface="Be Vietnam Pro SemiBold" pitchFamily="34" charset="-120"/>
              </a:rPr>
              <a:t> rồi</a:t>
            </a:r>
            <a:r>
              <a:rPr lang="en-US" sz="2550" dirty="0" spc="-3" kern="0">
                <a:solidFill>
                  <a:srgbClr val="14161C"/>
                </a:solidFill>
                <a:latin typeface="Be Vietnam Pro SemiBold" pitchFamily="34" charset="0"/>
                <a:ea typeface="Be Vietnam Pro SemiBold" pitchFamily="34" charset="-122"/>
                <a:cs typeface="Be Vietnam Pro SemiBold" pitchFamily="34" charset="-120"/>
              </a:rPr>
              <a:t> ~1%;</a:t>
            </a:r>
            <a:r>
              <a:rPr lang="en-US" sz="2550" dirty="0" spc="-19" kern="0">
                <a:solidFill>
                  <a:srgbClr val="14161C"/>
                </a:solidFill>
                <a:latin typeface="Be Vietnam Pro SemiBold" pitchFamily="34" charset="0"/>
                <a:ea typeface="Be Vietnam Pro SemiBold" pitchFamily="34" charset="-122"/>
                <a:cs typeface="Be Vietnam Pro SemiBold" pitchFamily="34" charset="-120"/>
              </a:rPr>
              <a:t> urea</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~4,5%</a:t>
            </a:r>
            <a:r>
              <a:rPr lang="en-US" sz="2550" dirty="0" spc="-18" kern="0">
                <a:solidFill>
                  <a:srgbClr val="14161C"/>
                </a:solidFill>
                <a:latin typeface="Be Vietnam Pro SemiBold" pitchFamily="34" charset="0"/>
                <a:ea typeface="Be Vietnam Pro SemiBold" pitchFamily="34" charset="-122"/>
                <a:cs typeface="Be Vietnam Pro SemiBold" pitchFamily="34" charset="-120"/>
              </a:rPr>
              <a:t> rồi</a:t>
            </a:r>
            <a:r>
              <a:rPr lang="en-US" sz="2550" dirty="0" spc="0" kern="0">
                <a:solidFill>
                  <a:srgbClr val="14161C"/>
                </a:solidFill>
                <a:latin typeface="Be Vietnam Pro SemiBold" pitchFamily="34" charset="0"/>
                <a:ea typeface="Be Vietnam Pro SemiBold" pitchFamily="34" charset="-122"/>
                <a:cs typeface="Be Vietnam Pro SemiBold" pitchFamily="34" charset="-120"/>
              </a:rPr>
              <a:t> ~0,5%</a:t>
            </a:r>
            <a:endParaRPr lang="en-US" sz="2550" dirty="0"/>
          </a:p>
        </p:txBody>
      </p:sp>
      <p:sp>
        <p:nvSpPr>
          <p:cNvPr id="14" name="Shape 11"/>
          <p:cNvSpPr/>
          <p:nvPr/>
        </p:nvSpPr>
        <p:spPr>
          <a:xfrm>
            <a:off x="11391900" y="5410200"/>
            <a:ext cx="5981700" cy="1352550"/>
          </a:xfrm>
          <a:prstGeom prst="roundRect">
            <a:avLst>
              <a:gd name="adj" fmla="val 14085"/>
            </a:avLst>
          </a:prstGeom>
          <a:solidFill>
            <a:srgbClr val="E8E0CF"/>
          </a:solidFill>
          <a:ln/>
        </p:spPr>
      </p:sp>
      <p:sp>
        <p:nvSpPr>
          <p:cNvPr id="15" name="Shape 12"/>
          <p:cNvSpPr/>
          <p:nvPr/>
        </p:nvSpPr>
        <p:spPr>
          <a:xfrm>
            <a:off x="11391900" y="5410200"/>
            <a:ext cx="114300" cy="1352550"/>
          </a:xfrm>
          <a:prstGeom prst="roundRect">
            <a:avLst>
              <a:gd name="adj" fmla="val 50000"/>
            </a:avLst>
          </a:prstGeom>
          <a:solidFill>
            <a:srgbClr val="0F766E"/>
          </a:solidFill>
          <a:ln/>
        </p:spPr>
      </p:sp>
      <p:sp>
        <p:nvSpPr>
          <p:cNvPr id="16" name="Text 13"/>
          <p:cNvSpPr/>
          <p:nvPr/>
        </p:nvSpPr>
        <p:spPr>
          <a:xfrm>
            <a:off x="11734800" y="5505450"/>
            <a:ext cx="5448300" cy="542925"/>
          </a:xfrm>
          <a:prstGeom prst="rect">
            <a:avLst/>
          </a:prstGeom>
          <a:noFill/>
          <a:ln/>
        </p:spPr>
        <p:txBody>
          <a:bodyPr wrap="square" lIns="0" tIns="0" rIns="0" bIns="0" rtlCol="0" anchor="ctr"/>
          <a:lstStyle/>
          <a:p>
            <a:pPr algn="l" indent="0" marL="0">
              <a:buNone/>
            </a:pPr>
            <a:r>
              <a:rPr lang="en-US" sz="2250" dirty="0" spc="0" kern="0">
                <a:solidFill>
                  <a:srgbClr val="0F766E"/>
                </a:solidFill>
                <a:latin typeface="Be Vietnam Pro ExtraBold" pitchFamily="34" charset="0"/>
                <a:ea typeface="Be Vietnam Pro ExtraBold" pitchFamily="34" charset="-122"/>
                <a:cs typeface="Be Vietnam Pro ExtraBold" pitchFamily="34" charset="-120"/>
              </a:rPr>
              <a:t>Phản</a:t>
            </a:r>
            <a:r>
              <a:rPr lang="en-US" sz="2250" dirty="0" spc="27" kern="0">
                <a:solidFill>
                  <a:srgbClr val="0F766E"/>
                </a:solidFill>
                <a:latin typeface="Be Vietnam Pro ExtraBold" pitchFamily="34" charset="0"/>
                <a:ea typeface="Be Vietnam Pro ExtraBold" pitchFamily="34" charset="-122"/>
                <a:cs typeface="Be Vietnam Pro ExtraBold" pitchFamily="34" charset="-120"/>
              </a:rPr>
              <a:t> ứng</a:t>
            </a:r>
            <a:endParaRPr lang="en-US" sz="2250" dirty="0"/>
          </a:p>
        </p:txBody>
      </p:sp>
      <p:sp>
        <p:nvSpPr>
          <p:cNvPr id="17" name="Text 14"/>
          <p:cNvSpPr/>
          <p:nvPr/>
        </p:nvSpPr>
        <p:spPr>
          <a:xfrm>
            <a:off x="11734800" y="5953125"/>
            <a:ext cx="5448300" cy="762000"/>
          </a:xfrm>
          <a:prstGeom prst="rect">
            <a:avLst/>
          </a:prstGeom>
          <a:noFill/>
          <a:ln/>
        </p:spPr>
        <p:txBody>
          <a:bodyPr wrap="square" lIns="0" tIns="10899" rIns="0" bIns="-10899" rtlCol="0" anchor="ctr"/>
          <a:lstStyle/>
          <a:p>
            <a:pPr algn="l" indent="0" marL="0">
              <a:lnSpc>
                <a:spcPts val="2242"/>
              </a:lnSpc>
              <a:buNone/>
            </a:pPr>
            <a:r>
              <a:rPr lang="en-US" sz="1950" dirty="0" spc="-12" kern="0">
                <a:solidFill>
                  <a:srgbClr val="14161C"/>
                </a:solidFill>
                <a:latin typeface="Be Vietnam Pro SemiBold" pitchFamily="34" charset="0"/>
                <a:ea typeface="Be Vietnam Pro SemiBold" pitchFamily="34" charset="-122"/>
                <a:cs typeface="Be Vietnam Pro SemiBold" pitchFamily="34" charset="-120"/>
              </a:rPr>
              <a:t>biuret</a:t>
            </a:r>
            <a:r>
              <a:rPr lang="en-US" sz="1950" dirty="0" spc="-3" kern="0">
                <a:solidFill>
                  <a:srgbClr val="14161C"/>
                </a:solidFill>
                <a:latin typeface="Be Vietnam Pro SemiBold" pitchFamily="34" charset="0"/>
                <a:ea typeface="Be Vietnam Pro SemiBold" pitchFamily="34" charset="-122"/>
                <a:cs typeface="Be Vietnam Pro SemiBold" pitchFamily="34" charset="-120"/>
              </a:rPr>
              <a:t> thành</a:t>
            </a:r>
            <a:r>
              <a:rPr lang="en-US" sz="1950" dirty="0" spc="-8" kern="0">
                <a:solidFill>
                  <a:srgbClr val="14161C"/>
                </a:solidFill>
                <a:latin typeface="Be Vietnam Pro SemiBold" pitchFamily="34" charset="0"/>
                <a:ea typeface="Be Vietnam Pro SemiBold" pitchFamily="34" charset="-122"/>
                <a:cs typeface="Be Vietnam Pro SemiBold" pitchFamily="34" charset="-120"/>
              </a:rPr>
              <a:t> cyanuric</a:t>
            </a:r>
            <a:r>
              <a:rPr lang="en-US" sz="1950" dirty="0" spc="3" kern="0">
                <a:solidFill>
                  <a:srgbClr val="14161C"/>
                </a:solidFill>
                <a:latin typeface="Be Vietnam Pro SemiBold" pitchFamily="34" charset="0"/>
                <a:ea typeface="Be Vietnam Pro SemiBold" pitchFamily="34" charset="-122"/>
                <a:cs typeface="Be Vietnam Pro SemiBold" pitchFamily="34" charset="-120"/>
              </a:rPr>
              <a:t> acid</a:t>
            </a:r>
            <a:r>
              <a:rPr lang="en-US" sz="1950" dirty="0" spc="-17" kern="0">
                <a:solidFill>
                  <a:srgbClr val="14161C"/>
                </a:solidFill>
                <a:latin typeface="Be Vietnam Pro SemiBold" pitchFamily="34" charset="0"/>
                <a:ea typeface="Be Vietnam Pro SemiBold" pitchFamily="34" charset="-122"/>
                <a:cs typeface="Be Vietnam Pro SemiBold" pitchFamily="34" charset="-120"/>
              </a:rPr>
              <a:t> và</a:t>
            </a:r>
            <a:r>
              <a:rPr lang="en-US" sz="1950" dirty="0" spc="-2" kern="0">
                <a:solidFill>
                  <a:srgbClr val="14161C"/>
                </a:solidFill>
                <a:latin typeface="Be Vietnam Pro SemiBold" pitchFamily="34" charset="0"/>
                <a:ea typeface="Be Vietnam Pro SemiBold" pitchFamily="34" charset="-122"/>
                <a:cs typeface="Be Vietnam Pro SemiBold" pitchFamily="34" charset="-120"/>
              </a:rPr>
              <a:t> ammelide;</a:t>
            </a:r>
            <a:r>
              <a:rPr lang="en-US" sz="1950" dirty="0" spc="2" kern="0">
                <a:solidFill>
                  <a:srgbClr val="14161C"/>
                </a:solidFill>
                <a:latin typeface="Be Vietnam Pro SemiBold" pitchFamily="34" charset="0"/>
                <a:ea typeface="Be Vietnam Pro SemiBold" pitchFamily="34" charset="-122"/>
                <a:cs typeface="Be Vietnam Pro SemiBold" pitchFamily="34" charset="-120"/>
              </a:rPr>
              <a:t> 3</a:t>
            </a:r>
            <a:r>
              <a:rPr lang="en-US" sz="1950" dirty="0" spc="1" kern="0">
                <a:solidFill>
                  <a:srgbClr val="14161C"/>
                </a:solidFill>
                <a:latin typeface="Be Vietnam Pro SemiBold" pitchFamily="34" charset="0"/>
                <a:ea typeface="Be Vietnam Pro SemiBold" pitchFamily="34" charset="-122"/>
                <a:cs typeface="Be Vietnam Pro SemiBold" pitchFamily="34" charset="-120"/>
              </a:rPr>
              <a:t> HNCO</a:t>
            </a:r>
            <a:r>
              <a:rPr lang="en-US" sz="1950" dirty="0" spc="-3" kern="0">
                <a:solidFill>
                  <a:srgbClr val="14161C"/>
                </a:solidFill>
                <a:latin typeface="Be Vietnam Pro SemiBold" pitchFamily="34" charset="0"/>
                <a:ea typeface="Be Vietnam Pro SemiBold" pitchFamily="34" charset="-122"/>
                <a:cs typeface="Be Vietnam Pro SemiBold" pitchFamily="34" charset="-120"/>
              </a:rPr>
              <a:t> thành</a:t>
            </a:r>
            <a:r>
              <a:rPr lang="en-US" sz="1950" dirty="0" spc="-8" kern="0">
                <a:solidFill>
                  <a:srgbClr val="14161C"/>
                </a:solidFill>
                <a:latin typeface="Be Vietnam Pro SemiBold" pitchFamily="34" charset="0"/>
                <a:ea typeface="Be Vietnam Pro SemiBold" pitchFamily="34" charset="-122"/>
                <a:cs typeface="Be Vietnam Pro SemiBold" pitchFamily="34" charset="-120"/>
              </a:rPr>
              <a:t> cyanuric</a:t>
            </a:r>
            <a:r>
              <a:rPr lang="en-US" sz="1950" dirty="0" spc="3" kern="0">
                <a:solidFill>
                  <a:srgbClr val="14161C"/>
                </a:solidFill>
                <a:latin typeface="Be Vietnam Pro SemiBold" pitchFamily="34" charset="0"/>
                <a:ea typeface="Be Vietnam Pro SemiBold" pitchFamily="34" charset="-122"/>
                <a:cs typeface="Be Vietnam Pro SemiBold" pitchFamily="34" charset="-120"/>
              </a:rPr>
              <a:t> acid</a:t>
            </a:r>
            <a:endParaRPr lang="en-US" sz="1950" dirty="0"/>
          </a:p>
        </p:txBody>
      </p:sp>
      <p:sp>
        <p:nvSpPr>
          <p:cNvPr id="18" name="Shape 15"/>
          <p:cNvSpPr/>
          <p:nvPr/>
        </p:nvSpPr>
        <p:spPr>
          <a:xfrm>
            <a:off x="11391900" y="6991350"/>
            <a:ext cx="5981700" cy="1352550"/>
          </a:xfrm>
          <a:prstGeom prst="roundRect">
            <a:avLst>
              <a:gd name="adj" fmla="val 14085"/>
            </a:avLst>
          </a:prstGeom>
          <a:solidFill>
            <a:srgbClr val="E8E0CF"/>
          </a:solidFill>
          <a:ln/>
        </p:spPr>
      </p:sp>
      <p:sp>
        <p:nvSpPr>
          <p:cNvPr id="19" name="Shape 16"/>
          <p:cNvSpPr/>
          <p:nvPr/>
        </p:nvSpPr>
        <p:spPr>
          <a:xfrm>
            <a:off x="11391900" y="6991350"/>
            <a:ext cx="114300" cy="1352550"/>
          </a:xfrm>
          <a:prstGeom prst="roundRect">
            <a:avLst>
              <a:gd name="adj" fmla="val 50000"/>
            </a:avLst>
          </a:prstGeom>
          <a:solidFill>
            <a:srgbClr val="E8472B"/>
          </a:solidFill>
          <a:ln/>
        </p:spPr>
      </p:sp>
      <p:sp>
        <p:nvSpPr>
          <p:cNvPr id="20" name="Text 17"/>
          <p:cNvSpPr/>
          <p:nvPr/>
        </p:nvSpPr>
        <p:spPr>
          <a:xfrm>
            <a:off x="11734800" y="7086600"/>
            <a:ext cx="5448300" cy="542925"/>
          </a:xfrm>
          <a:prstGeom prst="rect">
            <a:avLst/>
          </a:prstGeom>
          <a:noFill/>
          <a:ln/>
        </p:spPr>
        <p:txBody>
          <a:bodyPr wrap="square" lIns="0" tIns="0" rIns="0" bIns="0" rtlCol="0" anchor="ctr"/>
          <a:lstStyle/>
          <a:p>
            <a:pPr algn="l" indent="0" marL="0">
              <a:buNone/>
            </a:pPr>
            <a:r>
              <a:rPr lang="en-US" sz="2250" dirty="0" spc="6" kern="0">
                <a:solidFill>
                  <a:srgbClr val="E8472B"/>
                </a:solidFill>
                <a:latin typeface="Be Vietnam Pro ExtraBold" pitchFamily="34" charset="0"/>
                <a:ea typeface="Be Vietnam Pro ExtraBold" pitchFamily="34" charset="-122"/>
                <a:cs typeface="Be Vietnam Pro ExtraBold" pitchFamily="34" charset="-120"/>
              </a:rPr>
              <a:t>Ý</a:t>
            </a:r>
            <a:r>
              <a:rPr lang="en-US" sz="2250" dirty="0" spc="-1" kern="0">
                <a:solidFill>
                  <a:srgbClr val="E8472B"/>
                </a:solidFill>
                <a:latin typeface="Be Vietnam Pro ExtraBold" pitchFamily="34" charset="0"/>
                <a:ea typeface="Be Vietnam Pro ExtraBold" pitchFamily="34" charset="-122"/>
                <a:cs typeface="Be Vietnam Pro ExtraBold" pitchFamily="34" charset="-120"/>
              </a:rPr>
              <a:t> nghĩa</a:t>
            </a:r>
            <a:endParaRPr lang="en-US" sz="2250" dirty="0"/>
          </a:p>
        </p:txBody>
      </p:sp>
      <p:sp>
        <p:nvSpPr>
          <p:cNvPr id="21" name="Text 18"/>
          <p:cNvSpPr/>
          <p:nvPr/>
        </p:nvSpPr>
        <p:spPr>
          <a:xfrm>
            <a:off x="11734800" y="7534275"/>
            <a:ext cx="5448300" cy="762000"/>
          </a:xfrm>
          <a:prstGeom prst="rect">
            <a:avLst/>
          </a:prstGeom>
          <a:noFill/>
          <a:ln/>
        </p:spPr>
        <p:txBody>
          <a:bodyPr wrap="square" lIns="0" tIns="14180" rIns="0" bIns="-14180" rtlCol="0" anchor="ctr"/>
          <a:lstStyle/>
          <a:p>
            <a:pPr algn="l" indent="0" marL="0">
              <a:lnSpc>
                <a:spcPts val="2933"/>
              </a:lnSpc>
              <a:buNone/>
            </a:pPr>
            <a:r>
              <a:rPr lang="en-US" sz="2550" dirty="0" spc="0" kern="0">
                <a:solidFill>
                  <a:srgbClr val="14161C"/>
                </a:solidFill>
                <a:latin typeface="Be Vietnam Pro SemiBold" pitchFamily="34" charset="0"/>
                <a:ea typeface="Be Vietnam Pro SemiBold" pitchFamily="34" charset="-122"/>
                <a:cs typeface="Be Vietnam Pro SemiBold" pitchFamily="34" charset="-120"/>
              </a:rPr>
              <a:t>cặn</a:t>
            </a:r>
            <a:r>
              <a:rPr lang="en-US" sz="2550" dirty="0" spc="-18" kern="0">
                <a:solidFill>
                  <a:srgbClr val="14161C"/>
                </a:solidFill>
                <a:latin typeface="Be Vietnam Pro SemiBold" pitchFamily="34" charset="0"/>
                <a:ea typeface="Be Vietnam Pro SemiBold" pitchFamily="34" charset="-122"/>
                <a:cs typeface="Be Vietnam Pro SemiBold" pitchFamily="34" charset="-120"/>
              </a:rPr>
              <a:t> rắn</a:t>
            </a:r>
            <a:r>
              <a:rPr lang="en-US" sz="2550" dirty="0" spc="-3" kern="0">
                <a:solidFill>
                  <a:srgbClr val="14161C"/>
                </a:solidFill>
                <a:latin typeface="Be Vietnam Pro SemiBold" pitchFamily="34" charset="0"/>
                <a:ea typeface="Be Vietnam Pro SemiBold" pitchFamily="34" charset="-122"/>
                <a:cs typeface="Be Vietnam Pro SemiBold" pitchFamily="34" charset="-120"/>
              </a:rPr>
              <a:t> bền</a:t>
            </a:r>
            <a:r>
              <a:rPr lang="en-US" sz="2550" dirty="0" spc="-13" kern="0">
                <a:solidFill>
                  <a:srgbClr val="14161C"/>
                </a:solidFill>
                <a:latin typeface="Be Vietnam Pro SemiBold" pitchFamily="34" charset="0"/>
                <a:ea typeface="Be Vietnam Pro SemiBold" pitchFamily="34" charset="-122"/>
                <a:cs typeface="Be Vietnam Pro SemiBold" pitchFamily="34" charset="-120"/>
              </a:rPr>
              <a:t> bắt</a:t>
            </a:r>
            <a:r>
              <a:rPr lang="en-US" sz="2550" dirty="0" spc="5" kern="0">
                <a:solidFill>
                  <a:srgbClr val="14161C"/>
                </a:solidFill>
                <a:latin typeface="Be Vietnam Pro SemiBold" pitchFamily="34" charset="0"/>
                <a:ea typeface="Be Vietnam Pro SemiBold" pitchFamily="34" charset="-122"/>
                <a:cs typeface="Be Vietnam Pro SemiBold" pitchFamily="34" charset="-120"/>
              </a:rPr>
              <a:t> đầu;</a:t>
            </a:r>
            <a:r>
              <a:rPr lang="en-US" sz="2550" dirty="0" spc="-10" kern="0">
                <a:solidFill>
                  <a:srgbClr val="14161C"/>
                </a:solidFill>
                <a:latin typeface="Be Vietnam Pro SemiBold" pitchFamily="34" charset="0"/>
                <a:ea typeface="Be Vietnam Pro SemiBold" pitchFamily="34" charset="-122"/>
                <a:cs typeface="Be Vietnam Pro SemiBold" pitchFamily="34" charset="-120"/>
              </a:rPr>
              <a:t> tổng</a:t>
            </a:r>
            <a:r>
              <a:rPr lang="en-US" sz="2550" dirty="0" spc="-6" kern="0">
                <a:solidFill>
                  <a:srgbClr val="14161C"/>
                </a:solidFill>
                <a:latin typeface="Be Vietnam Pro SemiBold" pitchFamily="34" charset="0"/>
                <a:ea typeface="Be Vietnam Pro SemiBold" pitchFamily="34" charset="-122"/>
                <a:cs typeface="Be Vietnam Pro SemiBold" pitchFamily="34" charset="-120"/>
              </a:rPr>
              <a:t> ~43%</a:t>
            </a:r>
            <a:r>
              <a:rPr lang="en-US" sz="2550" dirty="0" spc="-18" kern="0">
                <a:solidFill>
                  <a:srgbClr val="14161C"/>
                </a:solidFill>
                <a:latin typeface="Be Vietnam Pro SemiBold" pitchFamily="34" charset="0"/>
                <a:ea typeface="Be Vietnam Pro SemiBold" pitchFamily="34" charset="-122"/>
                <a:cs typeface="Be Vietnam Pro SemiBold" pitchFamily="34" charset="-120"/>
              </a:rPr>
              <a:t> rồi</a:t>
            </a:r>
            <a:r>
              <a:rPr lang="en-US" sz="2550" dirty="0" spc="-6" kern="0">
                <a:solidFill>
                  <a:srgbClr val="14161C"/>
                </a:solidFill>
                <a:latin typeface="Be Vietnam Pro SemiBold" pitchFamily="34" charset="0"/>
                <a:ea typeface="Be Vietnam Pro SemiBold" pitchFamily="34" charset="-122"/>
                <a:cs typeface="Be Vietnam Pro SemiBold" pitchFamily="34" charset="-120"/>
              </a:rPr>
              <a:t> ~30%</a:t>
            </a:r>
            <a:endParaRPr lang="en-US" sz="2550" dirty="0"/>
          </a:p>
        </p:txBody>
      </p:sp>
      <p:sp>
        <p:nvSpPr>
          <p:cNvPr id="22"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 [S4]</a:t>
            </a:r>
            <a:endParaRPr lang="en-US" sz="1800" dirty="0"/>
          </a:p>
        </p:txBody>
      </p:sp>
      <p:sp>
        <p:nvSpPr>
          <p:cNvPr id="23" name="Shape 20"/>
          <p:cNvSpPr/>
          <p:nvPr/>
        </p:nvSpPr>
        <p:spPr>
          <a:xfrm>
            <a:off x="942975" y="9563100"/>
            <a:ext cx="114300" cy="114300"/>
          </a:xfrm>
          <a:prstGeom prst="ellipse">
            <a:avLst/>
          </a:prstGeom>
          <a:solidFill>
            <a:srgbClr val="14161C">
              <a:alpha val="28000"/>
            </a:srgbClr>
          </a:solidFill>
          <a:ln/>
        </p:spPr>
      </p:sp>
      <p:sp>
        <p:nvSpPr>
          <p:cNvPr id="24" name="Shape 21"/>
          <p:cNvSpPr/>
          <p:nvPr/>
        </p:nvSpPr>
        <p:spPr>
          <a:xfrm>
            <a:off x="1171575" y="9563100"/>
            <a:ext cx="114300" cy="114300"/>
          </a:xfrm>
          <a:prstGeom prst="ellipse">
            <a:avLst/>
          </a:prstGeom>
          <a:solidFill>
            <a:srgbClr val="14161C">
              <a:alpha val="28000"/>
            </a:srgbClr>
          </a:solidFill>
          <a:ln/>
        </p:spPr>
      </p:sp>
      <p:sp>
        <p:nvSpPr>
          <p:cNvPr id="25" name="Shape 22"/>
          <p:cNvSpPr/>
          <p:nvPr/>
        </p:nvSpPr>
        <p:spPr>
          <a:xfrm>
            <a:off x="1400175" y="9563100"/>
            <a:ext cx="114300" cy="114300"/>
          </a:xfrm>
          <a:prstGeom prst="ellipse">
            <a:avLst/>
          </a:prstGeom>
          <a:solidFill>
            <a:srgbClr val="14161C">
              <a:alpha val="28000"/>
            </a:srgbClr>
          </a:solidFill>
          <a:ln/>
        </p:spPr>
      </p:sp>
      <p:sp>
        <p:nvSpPr>
          <p:cNvPr id="26" name="Shape 23"/>
          <p:cNvSpPr/>
          <p:nvPr/>
        </p:nvSpPr>
        <p:spPr>
          <a:xfrm>
            <a:off x="1628775" y="9563100"/>
            <a:ext cx="114300" cy="114300"/>
          </a:xfrm>
          <a:prstGeom prst="ellipse">
            <a:avLst/>
          </a:prstGeom>
          <a:solidFill>
            <a:srgbClr val="14161C">
              <a:alpha val="28000"/>
            </a:srgbClr>
          </a:solidFill>
          <a:ln/>
        </p:spPr>
      </p:sp>
      <p:sp>
        <p:nvSpPr>
          <p:cNvPr id="27" name="Shape 24"/>
          <p:cNvSpPr/>
          <p:nvPr/>
        </p:nvSpPr>
        <p:spPr>
          <a:xfrm>
            <a:off x="1857375" y="9563100"/>
            <a:ext cx="114300" cy="114300"/>
          </a:xfrm>
          <a:prstGeom prst="ellipse">
            <a:avLst/>
          </a:prstGeom>
          <a:solidFill>
            <a:srgbClr val="14161C">
              <a:alpha val="28000"/>
            </a:srgbClr>
          </a:solidFill>
          <a:ln/>
        </p:spPr>
      </p:sp>
      <p:sp>
        <p:nvSpPr>
          <p:cNvPr id="28" name="Shape 25"/>
          <p:cNvSpPr/>
          <p:nvPr/>
        </p:nvSpPr>
        <p:spPr>
          <a:xfrm>
            <a:off x="2085975" y="9563100"/>
            <a:ext cx="114300" cy="114300"/>
          </a:xfrm>
          <a:prstGeom prst="ellipse">
            <a:avLst/>
          </a:prstGeom>
          <a:solidFill>
            <a:srgbClr val="14161C">
              <a:alpha val="28000"/>
            </a:srgbClr>
          </a:solidFill>
          <a:ln/>
        </p:spPr>
      </p:sp>
      <p:sp>
        <p:nvSpPr>
          <p:cNvPr id="29" name="Shape 26"/>
          <p:cNvSpPr/>
          <p:nvPr/>
        </p:nvSpPr>
        <p:spPr>
          <a:xfrm>
            <a:off x="2314575" y="9563100"/>
            <a:ext cx="114300" cy="114300"/>
          </a:xfrm>
          <a:prstGeom prst="ellipse">
            <a:avLst/>
          </a:prstGeom>
          <a:solidFill>
            <a:srgbClr val="14161C">
              <a:alpha val="28000"/>
            </a:srgbClr>
          </a:solidFill>
          <a:ln/>
        </p:spPr>
      </p:sp>
      <p:sp>
        <p:nvSpPr>
          <p:cNvPr id="30" name="Shape 27"/>
          <p:cNvSpPr/>
          <p:nvPr/>
        </p:nvSpPr>
        <p:spPr>
          <a:xfrm>
            <a:off x="2524125" y="9544050"/>
            <a:ext cx="152400" cy="152400"/>
          </a:xfrm>
          <a:prstGeom prst="ellipse">
            <a:avLst/>
          </a:prstGeom>
          <a:solidFill>
            <a:srgbClr val="E8472B"/>
          </a:solidFill>
          <a:ln/>
        </p:spPr>
      </p:sp>
      <p:sp>
        <p:nvSpPr>
          <p:cNvPr id="31" name="Shape 28"/>
          <p:cNvSpPr/>
          <p:nvPr/>
        </p:nvSpPr>
        <p:spPr>
          <a:xfrm>
            <a:off x="2771775" y="9563100"/>
            <a:ext cx="114300" cy="114300"/>
          </a:xfrm>
          <a:prstGeom prst="ellipse">
            <a:avLst/>
          </a:prstGeom>
          <a:solidFill>
            <a:srgbClr val="14161C">
              <a:alpha val="28000"/>
            </a:srgbClr>
          </a:solidFill>
          <a:ln/>
        </p:spPr>
      </p:sp>
      <p:sp>
        <p:nvSpPr>
          <p:cNvPr id="32" name="Shape 29"/>
          <p:cNvSpPr/>
          <p:nvPr/>
        </p:nvSpPr>
        <p:spPr>
          <a:xfrm>
            <a:off x="3000375" y="9563100"/>
            <a:ext cx="114300" cy="114300"/>
          </a:xfrm>
          <a:prstGeom prst="ellipse">
            <a:avLst/>
          </a:prstGeom>
          <a:solidFill>
            <a:srgbClr val="14161C">
              <a:alpha val="28000"/>
            </a:srgbClr>
          </a:solidFill>
          <a:ln/>
        </p:spPr>
      </p:sp>
      <p:sp>
        <p:nvSpPr>
          <p:cNvPr id="33" name="Shape 30"/>
          <p:cNvSpPr/>
          <p:nvPr/>
        </p:nvSpPr>
        <p:spPr>
          <a:xfrm>
            <a:off x="3228975" y="9563100"/>
            <a:ext cx="114300" cy="114300"/>
          </a:xfrm>
          <a:prstGeom prst="ellipse">
            <a:avLst/>
          </a:prstGeom>
          <a:solidFill>
            <a:srgbClr val="14161C">
              <a:alpha val="28000"/>
            </a:srgbClr>
          </a:solidFill>
          <a:ln/>
        </p:spPr>
      </p:sp>
      <p:sp>
        <p:nvSpPr>
          <p:cNvPr id="34" name="Shape 31"/>
          <p:cNvSpPr/>
          <p:nvPr/>
        </p:nvSpPr>
        <p:spPr>
          <a:xfrm>
            <a:off x="3457575" y="9563100"/>
            <a:ext cx="114300" cy="114300"/>
          </a:xfrm>
          <a:prstGeom prst="ellipse">
            <a:avLst/>
          </a:prstGeom>
          <a:solidFill>
            <a:srgbClr val="14161C">
              <a:alpha val="28000"/>
            </a:srgbClr>
          </a:solidFill>
          <a:ln/>
        </p:spPr>
      </p:sp>
      <p:sp>
        <p:nvSpPr>
          <p:cNvPr id="35" name="Shape 32"/>
          <p:cNvSpPr/>
          <p:nvPr/>
        </p:nvSpPr>
        <p:spPr>
          <a:xfrm>
            <a:off x="3686175" y="9563100"/>
            <a:ext cx="114300" cy="114300"/>
          </a:xfrm>
          <a:prstGeom prst="ellipse">
            <a:avLst/>
          </a:prstGeom>
          <a:solidFill>
            <a:srgbClr val="14161C">
              <a:alpha val="28000"/>
            </a:srgbClr>
          </a:solidFill>
          <a:ln/>
        </p:spPr>
      </p:sp>
      <p:sp>
        <p:nvSpPr>
          <p:cNvPr id="36" name="Shape 33"/>
          <p:cNvSpPr/>
          <p:nvPr/>
        </p:nvSpPr>
        <p:spPr>
          <a:xfrm>
            <a:off x="3914775" y="9563100"/>
            <a:ext cx="114300" cy="114300"/>
          </a:xfrm>
          <a:prstGeom prst="ellipse">
            <a:avLst/>
          </a:prstGeom>
          <a:solidFill>
            <a:srgbClr val="14161C">
              <a:alpha val="28000"/>
            </a:srgbClr>
          </a:solidFill>
          <a:ln/>
        </p:spPr>
      </p:sp>
      <p:sp>
        <p:nvSpPr>
          <p:cNvPr id="37" name="Shape 34"/>
          <p:cNvSpPr/>
          <p:nvPr/>
        </p:nvSpPr>
        <p:spPr>
          <a:xfrm>
            <a:off x="4143375" y="9563100"/>
            <a:ext cx="114300" cy="114300"/>
          </a:xfrm>
          <a:prstGeom prst="ellipse">
            <a:avLst/>
          </a:prstGeom>
          <a:solidFill>
            <a:srgbClr val="14161C">
              <a:alpha val="28000"/>
            </a:srgbClr>
          </a:solidFill>
          <a:ln/>
        </p:spPr>
      </p:sp>
      <p:sp>
        <p:nvSpPr>
          <p:cNvPr id="38" name="Shape 35"/>
          <p:cNvSpPr/>
          <p:nvPr/>
        </p:nvSpPr>
        <p:spPr>
          <a:xfrm>
            <a:off x="4371975" y="9563100"/>
            <a:ext cx="114300" cy="114300"/>
          </a:xfrm>
          <a:prstGeom prst="ellipse">
            <a:avLst/>
          </a:prstGeom>
          <a:solidFill>
            <a:srgbClr val="14161C">
              <a:alpha val="28000"/>
            </a:srgbClr>
          </a:solidFill>
          <a:ln/>
        </p:spPr>
      </p:sp>
      <p:sp>
        <p:nvSpPr>
          <p:cNvPr id="39" name="Shape 36"/>
          <p:cNvSpPr/>
          <p:nvPr/>
        </p:nvSpPr>
        <p:spPr>
          <a:xfrm>
            <a:off x="4600575" y="9563100"/>
            <a:ext cx="114300" cy="114300"/>
          </a:xfrm>
          <a:prstGeom prst="ellipse">
            <a:avLst/>
          </a:prstGeom>
          <a:solidFill>
            <a:srgbClr val="14161C">
              <a:alpha val="28000"/>
            </a:srgbClr>
          </a:solidFill>
          <a:ln/>
        </p:spPr>
      </p:sp>
      <p:sp>
        <p:nvSpPr>
          <p:cNvPr id="40" name="Text 37"/>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Multiple-report</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0" kern="0">
                <a:solidFill>
                  <a:srgbClr val="6B6A66"/>
                </a:solidFill>
                <a:latin typeface="Be Vietnam Pro" pitchFamily="34" charset="0"/>
                <a:ea typeface="Be Vietnam Pro" pitchFamily="34" charset="-122"/>
                <a:cs typeface="Be Vietnam Pro" pitchFamily="34" charset="-120"/>
              </a:rPr>
              <a:t> L17</a:t>
            </a:r>
            <a:r>
              <a:rPr lang="en-US" sz="1800" dirty="0" spc="-2" kern="0">
                <a:solidFill>
                  <a:srgbClr val="6B6A66"/>
                </a:solidFill>
                <a:latin typeface="Be Vietnam Pro" pitchFamily="34" charset="0"/>
                <a:ea typeface="Be Vietnam Pro" pitchFamily="34" charset="-122"/>
                <a:cs typeface="Be Vietnam Pro" pitchFamily="34" charset="-120"/>
              </a:rPr>
              <a:t> ·</a:t>
            </a:r>
            <a:r>
              <a:rPr lang="en-US" sz="1800" dirty="0" spc="3" kern="0">
                <a:solidFill>
                  <a:srgbClr val="6B6A66"/>
                </a:solidFill>
                <a:latin typeface="Be Vietnam Pro" pitchFamily="34" charset="0"/>
                <a:ea typeface="Be Vietnam Pro" pitchFamily="34" charset="-122"/>
                <a:cs typeface="Be Vietnam Pro" pitchFamily="34" charset="-120"/>
              </a:rPr>
              <a:t> 08/17</a:t>
            </a:r>
            <a:endParaRPr lang="en-US" sz="1800" dirty="0"/>
          </a:p>
        </p:txBody>
      </p:sp>
      <p:sp>
        <p:nvSpPr>
          <p:cNvPr id="41" name="Shape 38"/>
          <p:cNvSpPr/>
          <p:nvPr/>
        </p:nvSpPr>
        <p:spPr>
          <a:xfrm>
            <a:off x="15983712" y="9076331"/>
            <a:ext cx="1645920" cy="552301"/>
          </a:xfrm>
          <a:prstGeom prst="roundRect">
            <a:avLst>
              <a:gd name="adj" fmla="val 28000"/>
            </a:avLst>
          </a:prstGeom>
          <a:solidFill>
            <a:srgbClr val="FFFFFF">
              <a:alpha val="82000"/>
            </a:srgbClr>
          </a:solidFill>
          <a:ln/>
        </p:spPr>
      </p:sp>
      <p:pic>
        <p:nvPicPr>
          <p:cNvPr id="42" name="Moda image moda-export-watermark-d62aabf7-d33b-4306-9ebf-28b28e04b07e"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6" kern="0">
                <a:solidFill>
                  <a:srgbClr val="F3EEE3"/>
                </a:solidFill>
                <a:latin typeface="Bricolage Grotesque ExtraBold" pitchFamily="34" charset="0"/>
                <a:ea typeface="Bricolage Grotesque ExtraBold" pitchFamily="34" charset="-122"/>
                <a:cs typeface="Bricolage Grotesque ExtraBold" pitchFamily="34" charset="-120"/>
              </a:rPr>
              <a:t>275–325°C:</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cyanuric</a:t>
            </a:r>
            <a:r>
              <a:rPr lang="en-US" sz="5700" dirty="0" spc="-4" kern="0">
                <a:solidFill>
                  <a:srgbClr val="F3EEE3"/>
                </a:solidFill>
                <a:latin typeface="Bricolage Grotesque ExtraBold" pitchFamily="34" charset="0"/>
                <a:ea typeface="Bricolage Grotesque ExtraBold" pitchFamily="34" charset="-122"/>
                <a:cs typeface="Bricolage Grotesque ExtraBold" pitchFamily="34" charset="-120"/>
              </a:rPr>
              <a:t> acid</a:t>
            </a:r>
            <a:r>
              <a:rPr lang="en-US" sz="5700" dirty="0" spc="8" kern="0">
                <a:solidFill>
                  <a:srgbClr val="F3EEE3"/>
                </a:solidFill>
                <a:latin typeface="Bricolage Grotesque ExtraBold" pitchFamily="34" charset="0"/>
                <a:ea typeface="Bricolage Grotesque ExtraBold" pitchFamily="34" charset="-122"/>
                <a:cs typeface="Bricolage Grotesque ExtraBold" pitchFamily="34" charset="-120"/>
              </a:rPr>
              <a:t> đỉnh</a:t>
            </a:r>
            <a:r>
              <a:rPr lang="en-US" sz="5700" dirty="0" spc="-19" kern="0">
                <a:solidFill>
                  <a:srgbClr val="F3EEE3"/>
                </a:solidFill>
                <a:latin typeface="Bricolage Grotesque ExtraBold" pitchFamily="34" charset="0"/>
                <a:ea typeface="Bricolage Grotesque ExtraBold" pitchFamily="34" charset="-122"/>
                <a:cs typeface="Bricolage Grotesque ExtraBold" pitchFamily="34" charset="-120"/>
              </a:rPr>
              <a:t> rồi</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giảm</a:t>
            </a:r>
            <a:endParaRPr lang="en-US" sz="5700" dirty="0"/>
          </a:p>
        </p:txBody>
      </p:sp>
      <p:sp>
        <p:nvSpPr>
          <p:cNvPr id="3" name="Shape 1"/>
          <p:cNvSpPr/>
          <p:nvPr/>
        </p:nvSpPr>
        <p:spPr>
          <a:xfrm>
            <a:off x="914400" y="2247900"/>
            <a:ext cx="8953500" cy="6096000"/>
          </a:xfrm>
          <a:prstGeom prst="roundRect">
            <a:avLst>
              <a:gd name="adj" fmla="val 4375"/>
            </a:avLst>
          </a:prstGeom>
          <a:solidFill>
            <a:srgbClr val="FFFFFF"/>
          </a:solidFill>
          <a:ln w="28575">
            <a:solidFill>
              <a:srgbClr val="2C3040"/>
            </a:solidFill>
            <a:prstDash val="solid"/>
          </a:ln>
        </p:spPr>
      </p:sp>
      <p:pic>
        <p:nvPicPr>
          <p:cNvPr id="4" name="Moda image rect-1793097602339-44692470" descr="">    </p:cNvPr>
          <p:cNvPicPr>
            <a:picLocks noChangeAspect="1"/>
          </p:cNvPicPr>
          <p:nvPr/>
        </p:nvPicPr>
        <p:blipFill>
          <a:blip r:embed="rId1"/>
          <a:srcRect l="0" r="0" t="0" b="0"/>
          <a:stretch/>
        </p:blipFill>
        <p:spPr>
          <a:xfrm>
            <a:off x="1104900" y="2438400"/>
            <a:ext cx="8572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14435" rIns="0" bIns="-14435" rtlCol="0" anchor="t"/>
          <a:lstStyle/>
          <a:p>
            <a:pPr algn="l" indent="0" marL="0">
              <a:lnSpc>
                <a:spcPts val="1815"/>
              </a:lnSpc>
              <a:buNone/>
            </a:pPr>
            <a:r>
              <a:rPr lang="en-US" sz="1650" dirty="0" spc="-2" kern="0">
                <a:solidFill>
                  <a:srgbClr val="9AA0B5"/>
                </a:solidFill>
                <a:latin typeface="Be Vietnam Pro" pitchFamily="34" charset="0"/>
                <a:ea typeface="Be Vietnam Pro" pitchFamily="34" charset="-122"/>
                <a:cs typeface="Be Vietnam Pro" pitchFamily="34" charset="-120"/>
              </a:rPr>
              <a:t>Hình:</a:t>
            </a:r>
            <a:r>
              <a:rPr lang="en-US" sz="1650" dirty="0" spc="-54" kern="0">
                <a:solidFill>
                  <a:srgbClr val="9AA0B5"/>
                </a:solidFill>
                <a:latin typeface="Be Vietnam Pro" pitchFamily="34" charset="0"/>
                <a:ea typeface="Be Vietnam Pro" pitchFamily="34" charset="-122"/>
                <a:cs typeface="Be Vietnam Pro" pitchFamily="34" charset="-120"/>
              </a:rPr>
              <a:t> Tự</a:t>
            </a:r>
            <a:r>
              <a:rPr lang="en-US" sz="1650" dirty="0" spc="-7" kern="0">
                <a:solidFill>
                  <a:srgbClr val="9AA0B5"/>
                </a:solidFill>
                <a:latin typeface="Be Vietnam Pro" pitchFamily="34" charset="0"/>
                <a:ea typeface="Be Vietnam Pro" pitchFamily="34" charset="-122"/>
                <a:cs typeface="Be Vietnam Pro" pitchFamily="34" charset="-120"/>
              </a:rPr>
              <a:t> vẽ</a:t>
            </a:r>
            <a:r>
              <a:rPr lang="en-US" sz="1650" dirty="0" spc="0" kern="0">
                <a:solidFill>
                  <a:srgbClr val="9AA0B5"/>
                </a:solidFill>
                <a:latin typeface="Be Vietnam Pro" pitchFamily="34" charset="0"/>
                <a:ea typeface="Be Vietnam Pro" pitchFamily="34" charset="-122"/>
                <a:cs typeface="Be Vietnam Pro" pitchFamily="34" charset="-120"/>
              </a:rPr>
              <a:t> lại</a:t>
            </a:r>
            <a:r>
              <a:rPr lang="en-US" sz="1650" dirty="0" spc="4" kern="0">
                <a:solidFill>
                  <a:srgbClr val="9AA0B5"/>
                </a:solidFill>
                <a:latin typeface="Be Vietnam Pro" pitchFamily="34" charset="0"/>
                <a:ea typeface="Be Vietnam Pro" pitchFamily="34" charset="-122"/>
                <a:cs typeface="Be Vietnam Pro" pitchFamily="34" charset="-120"/>
              </a:rPr>
              <a:t> từ</a:t>
            </a:r>
            <a:r>
              <a:rPr lang="en-US" sz="1650" dirty="0" spc="-4" kern="0">
                <a:solidFill>
                  <a:srgbClr val="9AA0B5"/>
                </a:solidFill>
                <a:latin typeface="Be Vietnam Pro" pitchFamily="34" charset="0"/>
                <a:ea typeface="Be Vietnam Pro" pitchFamily="34" charset="-122"/>
                <a:cs typeface="Be Vietnam Pro" pitchFamily="34" charset="-120"/>
              </a:rPr>
              <a:t> số</a:t>
            </a:r>
            <a:r>
              <a:rPr lang="en-US" sz="1650" dirty="0" spc="0" kern="0">
                <a:solidFill>
                  <a:srgbClr val="9AA0B5"/>
                </a:solidFill>
                <a:latin typeface="Be Vietnam Pro" pitchFamily="34" charset="0"/>
                <a:ea typeface="Be Vietnam Pro" pitchFamily="34" charset="-122"/>
                <a:cs typeface="Be Vietnam Pro" pitchFamily="34" charset="-120"/>
              </a:rPr>
              <a:t> liệu của</a:t>
            </a:r>
            <a:r>
              <a:rPr lang="en-US" sz="1650" dirty="0" spc="1" kern="0">
                <a:solidFill>
                  <a:srgbClr val="9AA0B5"/>
                </a:solidFill>
                <a:latin typeface="Be Vietnam Pro" pitchFamily="34" charset="0"/>
                <a:ea typeface="Be Vietnam Pro" pitchFamily="34" charset="-122"/>
                <a:cs typeface="Be Vietnam Pro" pitchFamily="34" charset="-120"/>
              </a:rPr>
              <a:t> biểu</a:t>
            </a:r>
            <a:r>
              <a:rPr lang="en-US" sz="1650" dirty="0" spc="14" kern="0">
                <a:solidFill>
                  <a:srgbClr val="9AA0B5"/>
                </a:solidFill>
                <a:latin typeface="Be Vietnam Pro" pitchFamily="34" charset="0"/>
                <a:ea typeface="Be Vietnam Pro" pitchFamily="34" charset="-122"/>
                <a:cs typeface="Be Vietnam Pro" pitchFamily="34" charset="-120"/>
              </a:rPr>
              <a:t> đồ</a:t>
            </a:r>
            <a:r>
              <a:rPr lang="en-US" sz="1650" dirty="0" spc="0" kern="0">
                <a:solidFill>
                  <a:srgbClr val="9AA0B5"/>
                </a:solidFill>
                <a:latin typeface="Be Vietnam Pro" pitchFamily="34" charset="0"/>
                <a:ea typeface="Be Vietnam Pro" pitchFamily="34" charset="-122"/>
                <a:cs typeface="Be Vietnam Pro" pitchFamily="34" charset="-120"/>
              </a:rPr>
              <a:t> S1</a:t>
            </a:r>
            <a:r>
              <a:rPr lang="en-US" sz="1650" dirty="0" spc="7" kern="0">
                <a:solidFill>
                  <a:srgbClr val="9AA0B5"/>
                </a:solidFill>
                <a:latin typeface="Be Vietnam Pro" pitchFamily="34" charset="0"/>
                <a:ea typeface="Be Vietnam Pro" pitchFamily="34" charset="-122"/>
                <a:cs typeface="Be Vietnam Pro" pitchFamily="34" charset="-120"/>
              </a:rPr>
              <a:t> (đọc</a:t>
            </a:r>
            <a:r>
              <a:rPr lang="en-US" sz="1650" dirty="0" spc="-2" kern="0">
                <a:solidFill>
                  <a:srgbClr val="9AA0B5"/>
                </a:solidFill>
                <a:latin typeface="Be Vietnam Pro" pitchFamily="34" charset="0"/>
                <a:ea typeface="Be Vietnam Pro" pitchFamily="34" charset="-122"/>
                <a:cs typeface="Be Vietnam Pro" pitchFamily="34" charset="-120"/>
              </a:rPr>
              <a:t> bằng</a:t>
            </a:r>
            <a:r>
              <a:rPr lang="en-US" sz="1650" dirty="0" spc="-4" kern="0">
                <a:solidFill>
                  <a:srgbClr val="9AA0B5"/>
                </a:solidFill>
                <a:latin typeface="Be Vietnam Pro" pitchFamily="34" charset="0"/>
                <a:ea typeface="Be Vietnam Pro" pitchFamily="34" charset="-122"/>
                <a:cs typeface="Be Vietnam Pro" pitchFamily="34" charset="-120"/>
              </a:rPr>
              <a:t> mắt,</a:t>
            </a:r>
            <a:r>
              <a:rPr lang="en-US" sz="1650" dirty="0" spc="2" kern="0">
                <a:solidFill>
                  <a:srgbClr val="9AA0B5"/>
                </a:solidFill>
                <a:latin typeface="Be Vietnam Pro" pitchFamily="34" charset="0"/>
                <a:ea typeface="Be Vietnam Pro" pitchFamily="34" charset="-122"/>
                <a:cs typeface="Be Vietnam Pro" pitchFamily="34" charset="-120"/>
              </a:rPr>
              <a:t> ±2%)</a:t>
            </a:r>
            <a:endParaRPr lang="en-US" sz="1650" dirty="0"/>
          </a:p>
        </p:txBody>
      </p:sp>
      <p:sp>
        <p:nvSpPr>
          <p:cNvPr id="6" name="Shape 3"/>
          <p:cNvSpPr/>
          <p:nvPr/>
        </p:nvSpPr>
        <p:spPr>
          <a:xfrm>
            <a:off x="10248900" y="2247900"/>
            <a:ext cx="7124700" cy="838200"/>
          </a:xfrm>
          <a:prstGeom prst="roundRect">
            <a:avLst>
              <a:gd name="adj" fmla="val 22727"/>
            </a:avLst>
          </a:prstGeom>
          <a:solidFill>
            <a:srgbClr val="1E212B"/>
          </a:solidFill>
          <a:ln/>
        </p:spPr>
      </p:sp>
      <p:sp>
        <p:nvSpPr>
          <p:cNvPr id="7" name="Shape 4"/>
          <p:cNvSpPr/>
          <p:nvPr/>
        </p:nvSpPr>
        <p:spPr>
          <a:xfrm>
            <a:off x="10248900" y="2247900"/>
            <a:ext cx="114300" cy="838200"/>
          </a:xfrm>
          <a:prstGeom prst="roundRect">
            <a:avLst>
              <a:gd name="adj" fmla="val 50000"/>
            </a:avLst>
          </a:prstGeom>
          <a:solidFill>
            <a:srgbClr val="FFB454"/>
          </a:solidFill>
          <a:ln/>
        </p:spPr>
      </p:sp>
      <p:sp>
        <p:nvSpPr>
          <p:cNvPr id="8" name="Text 5"/>
          <p:cNvSpPr/>
          <p:nvPr/>
        </p:nvSpPr>
        <p:spPr>
          <a:xfrm>
            <a:off x="10591800" y="2343150"/>
            <a:ext cx="6591300" cy="333375"/>
          </a:xfrm>
          <a:prstGeom prst="rect">
            <a:avLst/>
          </a:prstGeom>
          <a:noFill/>
          <a:ln/>
        </p:spPr>
        <p:txBody>
          <a:bodyPr wrap="square" lIns="0" tIns="0" rIns="0" bIns="0" rtlCol="0" anchor="ctr"/>
          <a:lstStyle/>
          <a:p>
            <a:pPr algn="l" indent="0" marL="0">
              <a:buNone/>
            </a:pPr>
            <a:r>
              <a:rPr lang="en-US" sz="2187" dirty="0" spc="-7" kern="0">
                <a:solidFill>
                  <a:srgbClr val="FFB454"/>
                </a:solidFill>
                <a:latin typeface="Be Vietnam Pro ExtraBold" pitchFamily="34" charset="0"/>
                <a:ea typeface="Be Vietnam Pro ExtraBold" pitchFamily="34" charset="-122"/>
                <a:cs typeface="Be Vietnam Pro ExtraBold" pitchFamily="34" charset="-120"/>
              </a:rPr>
              <a:t>Chiếm</a:t>
            </a:r>
            <a:r>
              <a:rPr lang="en-US" sz="2187" dirty="0" spc="46" kern="0">
                <a:solidFill>
                  <a:srgbClr val="FFB454"/>
                </a:solidFill>
                <a:latin typeface="Be Vietnam Pro ExtraBold" pitchFamily="34" charset="0"/>
                <a:ea typeface="Be Vietnam Pro ExtraBold" pitchFamily="34" charset="-122"/>
                <a:cs typeface="Be Vietnam Pro ExtraBold" pitchFamily="34" charset="-120"/>
              </a:rPr>
              <a:t> ưu</a:t>
            </a:r>
            <a:r>
              <a:rPr lang="en-US" sz="2187" dirty="0" spc="-4" kern="0">
                <a:solidFill>
                  <a:srgbClr val="FFB454"/>
                </a:solidFill>
                <a:latin typeface="Be Vietnam Pro ExtraBold" pitchFamily="34" charset="0"/>
                <a:ea typeface="Be Vietnam Pro ExtraBold" pitchFamily="34" charset="-122"/>
                <a:cs typeface="Be Vietnam Pro ExtraBold" pitchFamily="34" charset="-120"/>
              </a:rPr>
              <a:t> thế</a:t>
            </a:r>
            <a:endParaRPr lang="en-US" sz="2187" dirty="0"/>
          </a:p>
        </p:txBody>
      </p:sp>
      <p:sp>
        <p:nvSpPr>
          <p:cNvPr id="9" name="Text 6"/>
          <p:cNvSpPr/>
          <p:nvPr/>
        </p:nvSpPr>
        <p:spPr>
          <a:xfrm>
            <a:off x="10591800" y="2581275"/>
            <a:ext cx="6591300" cy="466725"/>
          </a:xfrm>
          <a:prstGeom prst="rect">
            <a:avLst/>
          </a:prstGeom>
          <a:noFill/>
          <a:ln/>
        </p:spPr>
        <p:txBody>
          <a:bodyPr wrap="square" lIns="0" tIns="14180" rIns="0" bIns="-14180" rtlCol="0" anchor="ctr"/>
          <a:lstStyle/>
          <a:p>
            <a:pPr algn="l" indent="0" marL="0">
              <a:lnSpc>
                <a:spcPts val="2933"/>
              </a:lnSpc>
              <a:buNone/>
            </a:pPr>
            <a:r>
              <a:rPr lang="en-US" sz="2550" dirty="0" spc="-13" kern="0">
                <a:solidFill>
                  <a:srgbClr val="F3EEE3"/>
                </a:solidFill>
                <a:latin typeface="Be Vietnam Pro SemiBold" pitchFamily="34" charset="0"/>
                <a:ea typeface="Be Vietnam Pro SemiBold" pitchFamily="34" charset="-122"/>
                <a:cs typeface="Be Vietnam Pro SemiBold" pitchFamily="34" charset="-120"/>
              </a:rPr>
              <a:t>cyanuric</a:t>
            </a:r>
            <a:r>
              <a:rPr lang="en-US" sz="2550" dirty="0" spc="4" kern="0">
                <a:solidFill>
                  <a:srgbClr val="F3EEE3"/>
                </a:solidFill>
                <a:latin typeface="Be Vietnam Pro SemiBold" pitchFamily="34" charset="0"/>
                <a:ea typeface="Be Vietnam Pro SemiBold" pitchFamily="34" charset="-122"/>
                <a:cs typeface="Be Vietnam Pro SemiBold" pitchFamily="34" charset="-120"/>
              </a:rPr>
              <a:t> acid</a:t>
            </a:r>
            <a:r>
              <a:rPr lang="en-US" sz="2550" dirty="0" spc="-12" kern="0">
                <a:solidFill>
                  <a:srgbClr val="F3EEE3"/>
                </a:solidFill>
                <a:latin typeface="Be Vietnam Pro SemiBold" pitchFamily="34" charset="0"/>
                <a:ea typeface="Be Vietnam Pro SemiBold" pitchFamily="34" charset="-122"/>
                <a:cs typeface="Be Vietnam Pro SemiBold" pitchFamily="34" charset="-120"/>
              </a:rPr>
              <a:t> ~24%</a:t>
            </a:r>
            <a:r>
              <a:rPr lang="en-US" sz="2550" dirty="0" spc="-18" kern="0">
                <a:solidFill>
                  <a:srgbClr val="F3EEE3"/>
                </a:solidFill>
                <a:latin typeface="Be Vietnam Pro SemiBold" pitchFamily="34" charset="0"/>
                <a:ea typeface="Be Vietnam Pro SemiBold" pitchFamily="34" charset="-122"/>
                <a:cs typeface="Be Vietnam Pro SemiBold" pitchFamily="34" charset="-120"/>
              </a:rPr>
              <a:t> rồi</a:t>
            </a:r>
            <a:r>
              <a:rPr lang="en-US" sz="2550" dirty="0" spc="-1" kern="0">
                <a:solidFill>
                  <a:srgbClr val="F3EEE3"/>
                </a:solidFill>
                <a:latin typeface="Be Vietnam Pro SemiBold" pitchFamily="34" charset="0"/>
                <a:ea typeface="Be Vietnam Pro SemiBold" pitchFamily="34" charset="-122"/>
                <a:cs typeface="Be Vietnam Pro SemiBold" pitchFamily="34" charset="-120"/>
              </a:rPr>
              <a:t> ~15%</a:t>
            </a:r>
            <a:endParaRPr lang="en-US" sz="2550" dirty="0"/>
          </a:p>
        </p:txBody>
      </p:sp>
      <p:sp>
        <p:nvSpPr>
          <p:cNvPr id="10" name="Shape 7"/>
          <p:cNvSpPr/>
          <p:nvPr/>
        </p:nvSpPr>
        <p:spPr>
          <a:xfrm>
            <a:off x="10248900" y="3219450"/>
            <a:ext cx="7124700" cy="838200"/>
          </a:xfrm>
          <a:prstGeom prst="roundRect">
            <a:avLst>
              <a:gd name="adj" fmla="val 22727"/>
            </a:avLst>
          </a:prstGeom>
          <a:solidFill>
            <a:srgbClr val="1E212B"/>
          </a:solidFill>
          <a:ln/>
        </p:spPr>
      </p:sp>
      <p:sp>
        <p:nvSpPr>
          <p:cNvPr id="11" name="Shape 8"/>
          <p:cNvSpPr/>
          <p:nvPr/>
        </p:nvSpPr>
        <p:spPr>
          <a:xfrm>
            <a:off x="10248900" y="3219450"/>
            <a:ext cx="114300" cy="838200"/>
          </a:xfrm>
          <a:prstGeom prst="roundRect">
            <a:avLst>
              <a:gd name="adj" fmla="val 50000"/>
            </a:avLst>
          </a:prstGeom>
          <a:solidFill>
            <a:srgbClr val="3DD6A0"/>
          </a:solidFill>
          <a:ln/>
        </p:spPr>
      </p:sp>
      <p:sp>
        <p:nvSpPr>
          <p:cNvPr id="12" name="Text 9"/>
          <p:cNvSpPr/>
          <p:nvPr/>
        </p:nvSpPr>
        <p:spPr>
          <a:xfrm>
            <a:off x="10591800" y="3314700"/>
            <a:ext cx="6591300" cy="333375"/>
          </a:xfrm>
          <a:prstGeom prst="rect">
            <a:avLst/>
          </a:prstGeom>
          <a:noFill/>
          <a:ln/>
        </p:spPr>
        <p:txBody>
          <a:bodyPr wrap="square" lIns="0" tIns="0" rIns="0" bIns="0" rtlCol="0" anchor="ctr"/>
          <a:lstStyle/>
          <a:p>
            <a:pPr algn="l" indent="0" marL="0">
              <a:buNone/>
            </a:pPr>
            <a:r>
              <a:rPr lang="en-US" sz="2187" dirty="0" spc="-7" kern="0">
                <a:solidFill>
                  <a:srgbClr val="3DD6A0"/>
                </a:solidFill>
                <a:latin typeface="Be Vietnam Pro ExtraBold" pitchFamily="34" charset="0"/>
                <a:ea typeface="Be Vietnam Pro ExtraBold" pitchFamily="34" charset="-122"/>
                <a:cs typeface="Be Vietnam Pro ExtraBold" pitchFamily="34" charset="-120"/>
              </a:rPr>
              <a:t>Không</a:t>
            </a:r>
            <a:r>
              <a:rPr lang="en-US" sz="2187" dirty="0" spc="-6" kern="0">
                <a:solidFill>
                  <a:srgbClr val="3DD6A0"/>
                </a:solidFill>
                <a:latin typeface="Be Vietnam Pro ExtraBold" pitchFamily="34" charset="0"/>
                <a:ea typeface="Be Vietnam Pro ExtraBold" pitchFamily="34" charset="-122"/>
                <a:cs typeface="Be Vietnam Pro ExtraBold" pitchFamily="34" charset="-120"/>
              </a:rPr>
              <a:t> còn</a:t>
            </a:r>
            <a:endParaRPr lang="en-US" sz="2187" dirty="0"/>
          </a:p>
        </p:txBody>
      </p:sp>
      <p:sp>
        <p:nvSpPr>
          <p:cNvPr id="13" name="Text 10"/>
          <p:cNvSpPr/>
          <p:nvPr/>
        </p:nvSpPr>
        <p:spPr>
          <a:xfrm>
            <a:off x="10591800" y="3552825"/>
            <a:ext cx="6591300" cy="466725"/>
          </a:xfrm>
          <a:prstGeom prst="rect">
            <a:avLst/>
          </a:prstGeom>
          <a:noFill/>
          <a:ln/>
        </p:spPr>
        <p:txBody>
          <a:bodyPr wrap="square" lIns="0" tIns="14180" rIns="0" bIns="-14180" rtlCol="0" anchor="ctr"/>
          <a:lstStyle/>
          <a:p>
            <a:pPr algn="l" indent="0" marL="0">
              <a:lnSpc>
                <a:spcPts val="2933"/>
              </a:lnSpc>
              <a:buNone/>
            </a:pPr>
            <a:r>
              <a:rPr lang="en-US" sz="2550" dirty="0" spc="-24" kern="0">
                <a:solidFill>
                  <a:srgbClr val="F3EEE3"/>
                </a:solidFill>
                <a:latin typeface="Be Vietnam Pro SemiBold" pitchFamily="34" charset="0"/>
                <a:ea typeface="Be Vietnam Pro SemiBold" pitchFamily="34" charset="-122"/>
                <a:cs typeface="Be Vietnam Pro SemiBold" pitchFamily="34" charset="-120"/>
              </a:rPr>
              <a:t>urea</a:t>
            </a:r>
            <a:r>
              <a:rPr lang="en-US" sz="2550" dirty="0" spc="-22" kern="0">
                <a:solidFill>
                  <a:srgbClr val="F3EEE3"/>
                </a:solidFill>
                <a:latin typeface="Be Vietnam Pro SemiBold" pitchFamily="34" charset="0"/>
                <a:ea typeface="Be Vietnam Pro SemiBold" pitchFamily="34" charset="-122"/>
                <a:cs typeface="Be Vietnam Pro SemiBold" pitchFamily="34" charset="-120"/>
              </a:rPr>
              <a:t> và</a:t>
            </a:r>
            <a:r>
              <a:rPr lang="en-US" sz="2550" dirty="0" spc="-16" kern="0">
                <a:solidFill>
                  <a:srgbClr val="F3EEE3"/>
                </a:solidFill>
                <a:latin typeface="Be Vietnam Pro SemiBold" pitchFamily="34" charset="0"/>
                <a:ea typeface="Be Vietnam Pro SemiBold" pitchFamily="34" charset="-122"/>
                <a:cs typeface="Be Vietnam Pro SemiBold" pitchFamily="34" charset="-120"/>
              </a:rPr>
              <a:t> biuret</a:t>
            </a:r>
            <a:r>
              <a:rPr lang="en-US" sz="2550" dirty="0" spc="-3" kern="0">
                <a:solidFill>
                  <a:srgbClr val="F3EEE3"/>
                </a:solidFill>
                <a:latin typeface="Be Vietnam Pro SemiBold" pitchFamily="34" charset="0"/>
                <a:ea typeface="Be Vietnam Pro SemiBold" pitchFamily="34" charset="-122"/>
                <a:cs typeface="Be Vietnam Pro SemiBold" pitchFamily="34" charset="-120"/>
              </a:rPr>
              <a:t> bằng</a:t>
            </a:r>
            <a:r>
              <a:rPr lang="en-US" sz="2550" dirty="0" spc="0" kern="0">
                <a:solidFill>
                  <a:srgbClr val="F3EEE3"/>
                </a:solidFill>
                <a:latin typeface="Be Vietnam Pro SemiBold" pitchFamily="34" charset="0"/>
                <a:ea typeface="Be Vietnam Pro SemiBold" pitchFamily="34" charset="-122"/>
                <a:cs typeface="Be Vietnam Pro SemiBold" pitchFamily="34" charset="-120"/>
              </a:rPr>
              <a:t> 0</a:t>
            </a:r>
            <a:endParaRPr lang="en-US" sz="2550" dirty="0"/>
          </a:p>
        </p:txBody>
      </p:sp>
      <p:sp>
        <p:nvSpPr>
          <p:cNvPr id="14" name="Shape 11"/>
          <p:cNvSpPr/>
          <p:nvPr/>
        </p:nvSpPr>
        <p:spPr>
          <a:xfrm>
            <a:off x="10248900" y="4191000"/>
            <a:ext cx="7124700" cy="838200"/>
          </a:xfrm>
          <a:prstGeom prst="roundRect">
            <a:avLst>
              <a:gd name="adj" fmla="val 22727"/>
            </a:avLst>
          </a:prstGeom>
          <a:solidFill>
            <a:srgbClr val="1E212B"/>
          </a:solidFill>
          <a:ln/>
        </p:spPr>
      </p:sp>
      <p:sp>
        <p:nvSpPr>
          <p:cNvPr id="15" name="Shape 12"/>
          <p:cNvSpPr/>
          <p:nvPr/>
        </p:nvSpPr>
        <p:spPr>
          <a:xfrm>
            <a:off x="10248900" y="4191000"/>
            <a:ext cx="114300" cy="838200"/>
          </a:xfrm>
          <a:prstGeom prst="roundRect">
            <a:avLst>
              <a:gd name="adj" fmla="val 50000"/>
            </a:avLst>
          </a:prstGeom>
          <a:solidFill>
            <a:srgbClr val="FF5C5C"/>
          </a:solidFill>
          <a:ln/>
        </p:spPr>
      </p:sp>
      <p:sp>
        <p:nvSpPr>
          <p:cNvPr id="16" name="Text 13"/>
          <p:cNvSpPr/>
          <p:nvPr/>
        </p:nvSpPr>
        <p:spPr>
          <a:xfrm>
            <a:off x="10591800" y="4286250"/>
            <a:ext cx="6591300" cy="333375"/>
          </a:xfrm>
          <a:prstGeom prst="rect">
            <a:avLst/>
          </a:prstGeom>
          <a:noFill/>
          <a:ln/>
        </p:spPr>
        <p:txBody>
          <a:bodyPr wrap="square" lIns="0" tIns="0" rIns="0" bIns="0" rtlCol="0" anchor="ctr"/>
          <a:lstStyle/>
          <a:p>
            <a:pPr algn="l" indent="0" marL="0">
              <a:buNone/>
            </a:pPr>
            <a:r>
              <a:rPr lang="en-US" sz="2187" dirty="0" spc="-6" kern="0">
                <a:solidFill>
                  <a:srgbClr val="FF5C5C"/>
                </a:solidFill>
                <a:latin typeface="Be Vietnam Pro ExtraBold" pitchFamily="34" charset="0"/>
                <a:ea typeface="Be Vietnam Pro ExtraBold" pitchFamily="34" charset="-122"/>
                <a:cs typeface="Be Vietnam Pro ExtraBold" pitchFamily="34" charset="-120"/>
              </a:rPr>
              <a:t>Ammelide</a:t>
            </a:r>
            <a:endParaRPr lang="en-US" sz="2187" dirty="0"/>
          </a:p>
        </p:txBody>
      </p:sp>
      <p:sp>
        <p:nvSpPr>
          <p:cNvPr id="17" name="Text 14"/>
          <p:cNvSpPr/>
          <p:nvPr/>
        </p:nvSpPr>
        <p:spPr>
          <a:xfrm>
            <a:off x="10591800" y="4524375"/>
            <a:ext cx="6591300" cy="466725"/>
          </a:xfrm>
          <a:prstGeom prst="rect">
            <a:avLst/>
          </a:prstGeom>
          <a:noFill/>
          <a:ln/>
        </p:spPr>
        <p:txBody>
          <a:bodyPr wrap="square" lIns="0" tIns="14180" rIns="0" bIns="-14180" rtlCol="0" anchor="ctr"/>
          <a:lstStyle/>
          <a:p>
            <a:pPr algn="l" indent="0" marL="0">
              <a:lnSpc>
                <a:spcPts val="2933"/>
              </a:lnSpc>
              <a:buNone/>
            </a:pPr>
            <a:r>
              <a:rPr lang="en-US" sz="2550" dirty="0" spc="0" kern="0">
                <a:solidFill>
                  <a:srgbClr val="F3EEE3"/>
                </a:solidFill>
                <a:latin typeface="Be Vietnam Pro SemiBold" pitchFamily="34" charset="0"/>
                <a:ea typeface="Be Vietnam Pro SemiBold" pitchFamily="34" charset="-122"/>
                <a:cs typeface="Be Vietnam Pro SemiBold" pitchFamily="34" charset="-120"/>
              </a:rPr>
              <a:t>~5,5%,</a:t>
            </a:r>
            <a:r>
              <a:rPr lang="en-US" sz="2550" dirty="0" spc="-5" kern="0">
                <a:solidFill>
                  <a:srgbClr val="F3EEE3"/>
                </a:solidFill>
                <a:latin typeface="Be Vietnam Pro SemiBold" pitchFamily="34" charset="0"/>
                <a:ea typeface="Be Vietnam Pro SemiBold" pitchFamily="34" charset="-122"/>
                <a:cs typeface="Be Vietnam Pro SemiBold" pitchFamily="34" charset="-120"/>
              </a:rPr>
              <a:t> gần</a:t>
            </a:r>
            <a:r>
              <a:rPr lang="en-US" sz="2550" dirty="0" spc="1" kern="0">
                <a:solidFill>
                  <a:srgbClr val="F3EEE3"/>
                </a:solidFill>
                <a:latin typeface="Be Vietnam Pro SemiBold" pitchFamily="34" charset="0"/>
                <a:ea typeface="Be Vietnam Pro SemiBold" pitchFamily="34" charset="-122"/>
                <a:cs typeface="Be Vietnam Pro SemiBold" pitchFamily="34" charset="-120"/>
              </a:rPr>
              <a:t> như</a:t>
            </a:r>
            <a:r>
              <a:rPr lang="en-US" sz="2550" dirty="0" spc="-3" kern="0">
                <a:solidFill>
                  <a:srgbClr val="F3EEE3"/>
                </a:solidFill>
                <a:latin typeface="Be Vietnam Pro SemiBold" pitchFamily="34" charset="0"/>
                <a:ea typeface="Be Vietnam Pro SemiBold" pitchFamily="34" charset="-122"/>
                <a:cs typeface="Be Vietnam Pro SemiBold" pitchFamily="34" charset="-120"/>
              </a:rPr>
              <a:t> không</a:t>
            </a:r>
            <a:r>
              <a:rPr lang="en-US" sz="2550" dirty="0" spc="8" kern="0">
                <a:solidFill>
                  <a:srgbClr val="F3EEE3"/>
                </a:solidFill>
                <a:latin typeface="Be Vietnam Pro SemiBold" pitchFamily="34" charset="0"/>
                <a:ea typeface="Be Vietnam Pro SemiBold" pitchFamily="34" charset="-122"/>
                <a:cs typeface="Be Vietnam Pro SemiBold" pitchFamily="34" charset="-120"/>
              </a:rPr>
              <a:t> đổi</a:t>
            </a:r>
            <a:endParaRPr lang="en-US" sz="2550" dirty="0"/>
          </a:p>
        </p:txBody>
      </p:sp>
      <p:sp>
        <p:nvSpPr>
          <p:cNvPr id="18" name="Shape 15"/>
          <p:cNvSpPr/>
          <p:nvPr/>
        </p:nvSpPr>
        <p:spPr>
          <a:xfrm>
            <a:off x="10248900" y="5162550"/>
            <a:ext cx="7124700" cy="3181350"/>
          </a:xfrm>
          <a:prstGeom prst="roundRect">
            <a:avLst>
              <a:gd name="adj" fmla="val 5988"/>
            </a:avLst>
          </a:prstGeom>
          <a:solidFill>
            <a:srgbClr val="4A3A22"/>
          </a:solidFill>
          <a:ln/>
        </p:spPr>
      </p:sp>
      <p:sp>
        <p:nvSpPr>
          <p:cNvPr id="19" name="Text 16"/>
          <p:cNvSpPr/>
          <p:nvPr/>
        </p:nvSpPr>
        <p:spPr>
          <a:xfrm>
            <a:off x="10553700" y="5429250"/>
            <a:ext cx="6515100" cy="2647950"/>
          </a:xfrm>
          <a:prstGeom prst="rect">
            <a:avLst/>
          </a:prstGeom>
          <a:noFill/>
          <a:ln/>
        </p:spPr>
        <p:txBody>
          <a:bodyPr wrap="square" lIns="0" tIns="12118" rIns="0" bIns="-12118" rtlCol="0" anchor="t"/>
          <a:lstStyle/>
          <a:p>
            <a:pPr algn="l" indent="0" marL="0">
              <a:lnSpc>
                <a:spcPts val="2917"/>
              </a:lnSpc>
              <a:buNone/>
            </a:pPr>
            <a:r>
              <a:rPr lang="en-US" sz="2244" dirty="0" spc="-114" kern="0">
                <a:solidFill>
                  <a:srgbClr val="F3EEE3"/>
                </a:solidFill>
                <a:latin typeface="Be Vietnam Pro" pitchFamily="34" charset="0"/>
                <a:ea typeface="Be Vietnam Pro" pitchFamily="34" charset="-122"/>
                <a:cs typeface="Be Vietnam Pro" pitchFamily="34" charset="-120"/>
              </a:rPr>
              <a:t>Từ</a:t>
            </a:r>
            <a:r>
              <a:rPr lang="en-US" sz="2244" dirty="0" spc="5" kern="0">
                <a:solidFill>
                  <a:srgbClr val="F3EEE3"/>
                </a:solidFill>
                <a:latin typeface="Be Vietnam Pro" pitchFamily="34" charset="0"/>
                <a:ea typeface="Be Vietnam Pro" pitchFamily="34" charset="-122"/>
                <a:cs typeface="Be Vietnam Pro" pitchFamily="34" charset="-120"/>
              </a:rPr>
              <a:t> </a:t>
            </a:r>
            <a:pPr algn="l" indent="0" marL="0">
              <a:lnSpc>
                <a:spcPts val="2917"/>
              </a:lnSpc>
              <a:buNone/>
            </a:pPr>
            <a:r>
              <a:rPr lang="en-US" sz="2244" b="1" dirty="0" spc="2" kern="0">
                <a:solidFill>
                  <a:srgbClr val="FFB454"/>
                </a:solidFill>
                <a:latin typeface="Be Vietnam Pro" pitchFamily="34" charset="0"/>
                <a:ea typeface="Be Vietnam Pro" pitchFamily="34" charset="-122"/>
                <a:cs typeface="Be Vietnam Pro" pitchFamily="34" charset="-120"/>
              </a:rPr>
              <a:t>275°C</a:t>
            </a:r>
            <a:pPr algn="l" indent="0" marL="0">
              <a:lnSpc>
                <a:spcPts val="2917"/>
              </a:lnSpc>
              <a:buNone/>
            </a:pPr>
            <a:r>
              <a:rPr lang="en-US" sz="2244" dirty="0" spc="-20" kern="0">
                <a:solidFill>
                  <a:srgbClr val="F3EEE3"/>
                </a:solidFill>
                <a:latin typeface="Be Vietnam Pro" pitchFamily="34" charset="0"/>
                <a:ea typeface="Be Vietnam Pro" pitchFamily="34" charset="-122"/>
                <a:cs typeface="Be Vietnam Pro" pitchFamily="34" charset="-120"/>
              </a:rPr>
              <a:t> urea</a:t>
            </a:r>
            <a:r>
              <a:rPr lang="en-US" sz="2244" dirty="0" spc="-11" kern="0">
                <a:solidFill>
                  <a:srgbClr val="F3EEE3"/>
                </a:solidFill>
                <a:latin typeface="Be Vietnam Pro" pitchFamily="34" charset="0"/>
                <a:ea typeface="Be Vietnam Pro" pitchFamily="34" charset="-122"/>
                <a:cs typeface="Be Vietnam Pro" pitchFamily="34" charset="-120"/>
              </a:rPr>
              <a:t> và</a:t>
            </a:r>
            <a:r>
              <a:rPr lang="en-US" sz="2244" dirty="0" spc="-16" kern="0">
                <a:solidFill>
                  <a:srgbClr val="F3EEE3"/>
                </a:solidFill>
                <a:latin typeface="Be Vietnam Pro" pitchFamily="34" charset="0"/>
                <a:ea typeface="Be Vietnam Pro" pitchFamily="34" charset="-122"/>
                <a:cs typeface="Be Vietnam Pro" pitchFamily="34" charset="-120"/>
              </a:rPr>
              <a:t> biuret</a:t>
            </a:r>
            <a:r>
              <a:rPr lang="en-US" sz="2244" dirty="0" spc="16" kern="0">
                <a:solidFill>
                  <a:srgbClr val="F3EEE3"/>
                </a:solidFill>
                <a:latin typeface="Be Vietnam Pro" pitchFamily="34" charset="0"/>
                <a:ea typeface="Be Vietnam Pro" pitchFamily="34" charset="-122"/>
                <a:cs typeface="Be Vietnam Pro" pitchFamily="34" charset="-120"/>
              </a:rPr>
              <a:t> đã</a:t>
            </a:r>
            <a:r>
              <a:rPr lang="en-US" sz="2244" dirty="0" spc="-10" kern="0">
                <a:solidFill>
                  <a:srgbClr val="F3EEE3"/>
                </a:solidFill>
                <a:latin typeface="Be Vietnam Pro" pitchFamily="34" charset="0"/>
                <a:ea typeface="Be Vietnam Pro" pitchFamily="34" charset="-122"/>
                <a:cs typeface="Be Vietnam Pro" pitchFamily="34" charset="-120"/>
              </a:rPr>
              <a:t> về</a:t>
            </a:r>
            <a:r>
              <a:rPr lang="en-US" sz="2244" dirty="0" spc="4" kern="0">
                <a:solidFill>
                  <a:srgbClr val="F3EEE3"/>
                </a:solidFill>
                <a:latin typeface="Be Vietnam Pro" pitchFamily="34" charset="0"/>
                <a:ea typeface="Be Vietnam Pro" pitchFamily="34" charset="-122"/>
                <a:cs typeface="Be Vietnam Pro" pitchFamily="34" charset="-120"/>
              </a:rPr>
              <a:t> 0.</a:t>
            </a:r>
            <a:r>
              <a:rPr lang="en-US" sz="2244" dirty="0" spc="3" kern="0">
                <a:solidFill>
                  <a:srgbClr val="F3EEE3"/>
                </a:solidFill>
                <a:latin typeface="Be Vietnam Pro" pitchFamily="34" charset="0"/>
                <a:ea typeface="Be Vietnam Pro" pitchFamily="34" charset="-122"/>
                <a:cs typeface="Be Vietnam Pro" pitchFamily="34" charset="-120"/>
              </a:rPr>
              <a:t> </a:t>
            </a:r>
            <a:pPr algn="l" indent="0" marL="0">
              <a:lnSpc>
                <a:spcPts val="2917"/>
              </a:lnSpc>
              <a:buNone/>
            </a:pPr>
            <a:r>
              <a:rPr lang="en-US" sz="2244" b="1" dirty="0" spc="-4" kern="0">
                <a:solidFill>
                  <a:srgbClr val="C084FF"/>
                </a:solidFill>
                <a:latin typeface="Be Vietnam Pro" pitchFamily="34" charset="0"/>
                <a:ea typeface="Be Vietnam Pro" pitchFamily="34" charset="-122"/>
                <a:cs typeface="Be Vietnam Pro" pitchFamily="34" charset="-120"/>
              </a:rPr>
              <a:t>Cyanuric</a:t>
            </a:r>
            <a:r>
              <a:rPr lang="en-US" sz="2244" b="1" dirty="0" spc="4" kern="0">
                <a:solidFill>
                  <a:srgbClr val="C084FF"/>
                </a:solidFill>
                <a:latin typeface="Be Vietnam Pro" pitchFamily="34" charset="0"/>
                <a:ea typeface="Be Vietnam Pro" pitchFamily="34" charset="-122"/>
                <a:cs typeface="Be Vietnam Pro" pitchFamily="34" charset="-120"/>
              </a:rPr>
              <a:t> acid</a:t>
            </a:r>
            <a:pPr algn="l" indent="0" marL="0">
              <a:lnSpc>
                <a:spcPts val="2917"/>
              </a:lnSpc>
              <a:buNone/>
            </a:pPr>
            <a:r>
              <a:rPr lang="en-US" sz="2244" dirty="0" spc="1" kern="0">
                <a:solidFill>
                  <a:srgbClr val="F3EEE3"/>
                </a:solidFill>
                <a:latin typeface="Be Vietnam Pro" pitchFamily="34" charset="0"/>
                <a:ea typeface="Be Vietnam Pro" pitchFamily="34" charset="-122"/>
                <a:cs typeface="Be Vietnam Pro" pitchFamily="34" charset="-120"/>
              </a:rPr>
              <a:t> đạt</a:t>
            </a:r>
            <a:r>
              <a:rPr lang="en-US" sz="2244" dirty="0" spc="16" kern="0">
                <a:solidFill>
                  <a:srgbClr val="F3EEE3"/>
                </a:solidFill>
                <a:latin typeface="Be Vietnam Pro" pitchFamily="34" charset="0"/>
                <a:ea typeface="Be Vietnam Pro" pitchFamily="34" charset="-122"/>
                <a:cs typeface="Be Vietnam Pro" pitchFamily="34" charset="-120"/>
              </a:rPr>
              <a:t> đỉnh</a:t>
            </a:r>
            <a:r>
              <a:rPr lang="en-US" sz="2244" dirty="0" spc="-11" kern="0">
                <a:solidFill>
                  <a:srgbClr val="F3EEE3"/>
                </a:solidFill>
                <a:latin typeface="Be Vietnam Pro" pitchFamily="34" charset="0"/>
                <a:ea typeface="Be Vietnam Pro" pitchFamily="34" charset="-122"/>
                <a:cs typeface="Be Vietnam Pro" pitchFamily="34" charset="-120"/>
              </a:rPr>
              <a:t> ~24%</a:t>
            </a:r>
            <a:r>
              <a:rPr lang="en-US" sz="2244" dirty="0" spc="-19" kern="0">
                <a:solidFill>
                  <a:srgbClr val="F3EEE3"/>
                </a:solidFill>
                <a:latin typeface="Be Vietnam Pro" pitchFamily="34" charset="0"/>
                <a:ea typeface="Be Vietnam Pro" pitchFamily="34" charset="-122"/>
                <a:cs typeface="Be Vietnam Pro" pitchFamily="34" charset="-120"/>
              </a:rPr>
              <a:t> rồi</a:t>
            </a:r>
            <a:r>
              <a:rPr lang="en-US" sz="2244" dirty="0" spc="0" kern="0">
                <a:solidFill>
                  <a:srgbClr val="F3EEE3"/>
                </a:solidFill>
                <a:latin typeface="Be Vietnam Pro" pitchFamily="34" charset="0"/>
                <a:ea typeface="Be Vietnam Pro" pitchFamily="34" charset="-122"/>
                <a:cs typeface="Be Vietnam Pro" pitchFamily="34" charset="-120"/>
              </a:rPr>
              <a:t> tụt</a:t>
            </a:r>
            <a:r>
              <a:rPr lang="en-US" sz="2244" dirty="0" spc="1" kern="0">
                <a:solidFill>
                  <a:srgbClr val="F3EEE3"/>
                </a:solidFill>
                <a:latin typeface="Be Vietnam Pro" pitchFamily="34" charset="0"/>
                <a:ea typeface="Be Vietnam Pro" pitchFamily="34" charset="-122"/>
                <a:cs typeface="Be Vietnam Pro" pitchFamily="34" charset="-120"/>
              </a:rPr>
              <a:t> còn</a:t>
            </a:r>
            <a:r>
              <a:rPr lang="en-US" sz="2244" dirty="0" spc="3" kern="0">
                <a:solidFill>
                  <a:srgbClr val="F3EEE3"/>
                </a:solidFill>
                <a:latin typeface="Be Vietnam Pro" pitchFamily="34" charset="0"/>
                <a:ea typeface="Be Vietnam Pro" pitchFamily="34" charset="-122"/>
                <a:cs typeface="Be Vietnam Pro" pitchFamily="34" charset="-120"/>
              </a:rPr>
              <a:t> ~15%</a:t>
            </a:r>
            <a:r>
              <a:rPr lang="en-US" sz="2244" dirty="0" spc="2" kern="0">
                <a:solidFill>
                  <a:srgbClr val="F3EEE3"/>
                </a:solidFill>
                <a:latin typeface="Be Vietnam Pro" pitchFamily="34" charset="0"/>
                <a:ea typeface="Be Vietnam Pro" pitchFamily="34" charset="-122"/>
                <a:cs typeface="Be Vietnam Pro" pitchFamily="34" charset="-120"/>
              </a:rPr>
              <a:t> ở</a:t>
            </a:r>
            <a:r>
              <a:rPr lang="en-US" sz="2244" dirty="0" spc="3" kern="0">
                <a:solidFill>
                  <a:srgbClr val="F3EEE3"/>
                </a:solidFill>
                <a:latin typeface="Be Vietnam Pro" pitchFamily="34" charset="0"/>
                <a:ea typeface="Be Vietnam Pro" pitchFamily="34" charset="-122"/>
                <a:cs typeface="Be Vietnam Pro" pitchFamily="34" charset="-120"/>
              </a:rPr>
              <a:t> 325°C,</a:t>
            </a:r>
            <a:r>
              <a:rPr lang="en-US" sz="2244" dirty="0" spc="2" kern="0">
                <a:solidFill>
                  <a:srgbClr val="F3EEE3"/>
                </a:solidFill>
                <a:latin typeface="Be Vietnam Pro" pitchFamily="34" charset="0"/>
                <a:ea typeface="Be Vietnam Pro" pitchFamily="34" charset="-122"/>
                <a:cs typeface="Be Vietnam Pro" pitchFamily="34" charset="-120"/>
              </a:rPr>
              <a:t> còn </a:t>
            </a:r>
            <a:pPr algn="l" indent="0" marL="0">
              <a:lnSpc>
                <a:spcPts val="2917"/>
              </a:lnSpc>
              <a:buNone/>
            </a:pPr>
            <a:r>
              <a:rPr lang="en-US" sz="2244" b="1" dirty="0" spc="-5" kern="0">
                <a:solidFill>
                  <a:srgbClr val="FF5C5C"/>
                </a:solidFill>
                <a:latin typeface="Be Vietnam Pro" pitchFamily="34" charset="0"/>
                <a:ea typeface="Be Vietnam Pro" pitchFamily="34" charset="-122"/>
                <a:cs typeface="Be Vietnam Pro" pitchFamily="34" charset="-120"/>
              </a:rPr>
              <a:t>ammelide</a:t>
            </a:r>
            <a:pPr algn="l" indent="0" marL="0">
              <a:lnSpc>
                <a:spcPts val="2917"/>
              </a:lnSpc>
              <a:buNone/>
            </a:pPr>
            <a:r>
              <a:rPr lang="en-US" sz="2244" dirty="0" spc="19" kern="0">
                <a:solidFill>
                  <a:srgbClr val="F3EEE3"/>
                </a:solidFill>
                <a:latin typeface="Be Vietnam Pro" pitchFamily="34" charset="0"/>
                <a:ea typeface="Be Vietnam Pro" pitchFamily="34" charset="-122"/>
                <a:cs typeface="Be Vietnam Pro" pitchFamily="34" charset="-120"/>
              </a:rPr>
              <a:t> đứng</a:t>
            </a:r>
            <a:r>
              <a:rPr lang="en-US" sz="2244" dirty="0" spc="-19" kern="0">
                <a:solidFill>
                  <a:srgbClr val="F3EEE3"/>
                </a:solidFill>
                <a:latin typeface="Be Vietnam Pro" pitchFamily="34" charset="0"/>
                <a:ea typeface="Be Vietnam Pro" pitchFamily="34" charset="-122"/>
                <a:cs typeface="Be Vietnam Pro" pitchFamily="34" charset="-120"/>
              </a:rPr>
              <a:t> yên</a:t>
            </a:r>
            <a:r>
              <a:rPr lang="en-US" sz="2244" dirty="0" spc="4" kern="0">
                <a:solidFill>
                  <a:srgbClr val="F3EEE3"/>
                </a:solidFill>
                <a:latin typeface="Be Vietnam Pro" pitchFamily="34" charset="0"/>
                <a:ea typeface="Be Vietnam Pro" pitchFamily="34" charset="-122"/>
                <a:cs typeface="Be Vietnam Pro" pitchFamily="34" charset="-120"/>
              </a:rPr>
              <a:t> ~5,5%</a:t>
            </a:r>
            <a:r>
              <a:rPr lang="en-US" sz="2244" dirty="0" spc="6" kern="0">
                <a:solidFill>
                  <a:srgbClr val="F3EEE3"/>
                </a:solidFill>
                <a:latin typeface="Be Vietnam Pro" pitchFamily="34" charset="0"/>
                <a:ea typeface="Be Vietnam Pro" pitchFamily="34" charset="-122"/>
                <a:cs typeface="Be Vietnam Pro" pitchFamily="34" charset="-120"/>
              </a:rPr>
              <a:t> </a:t>
            </a:r>
            <a:pPr algn="l" indent="0" marL="0">
              <a:lnSpc>
                <a:spcPts val="2917"/>
              </a:lnSpc>
              <a:buNone/>
            </a:pPr>
            <a:r>
              <a:rPr lang="en-US" sz="2244" dirty="0" spc="3" kern="0">
                <a:solidFill>
                  <a:srgbClr val="9AA0B5"/>
                </a:solidFill>
                <a:latin typeface="Be Vietnam Pro" pitchFamily="34" charset="0"/>
                <a:ea typeface="Be Vietnam Pro" pitchFamily="34" charset="-122"/>
                <a:cs typeface="Be Vietnam Pro" pitchFamily="34" charset="-120"/>
              </a:rPr>
              <a:t>[S1]</a:t>
            </a:r>
            <a:pPr algn="l" indent="0" marL="0">
              <a:lnSpc>
                <a:spcPts val="2917"/>
              </a:lnSpc>
              <a:buNone/>
            </a:pPr>
            <a:r>
              <a:rPr lang="en-US" sz="2244" dirty="0" spc="4" kern="0">
                <a:solidFill>
                  <a:srgbClr val="F3EEE3"/>
                </a:solidFill>
                <a:latin typeface="Be Vietnam Pro" pitchFamily="34" charset="0"/>
                <a:ea typeface="Be Vietnam Pro" pitchFamily="34" charset="-122"/>
                <a:cs typeface="Be Vietnam Pro" pitchFamily="34" charset="-120"/>
              </a:rPr>
              <a:t>.</a:t>
            </a:r>
            <a:r>
              <a:rPr lang="en-US" sz="2244" dirty="0" spc="-3" kern="0">
                <a:solidFill>
                  <a:srgbClr val="F3EEE3"/>
                </a:solidFill>
                <a:latin typeface="Be Vietnam Pro" pitchFamily="34" charset="0"/>
                <a:ea typeface="Be Vietnam Pro" pitchFamily="34" charset="-122"/>
                <a:cs typeface="Be Vietnam Pro" pitchFamily="34" charset="-120"/>
              </a:rPr>
              <a:t> Cyanuric</a:t>
            </a:r>
            <a:r>
              <a:rPr lang="en-US" sz="2244" dirty="0" spc="3" kern="0">
                <a:solidFill>
                  <a:srgbClr val="F3EEE3"/>
                </a:solidFill>
                <a:latin typeface="Be Vietnam Pro" pitchFamily="34" charset="0"/>
                <a:ea typeface="Be Vietnam Pro" pitchFamily="34" charset="-122"/>
                <a:cs typeface="Be Vietnam Pro" pitchFamily="34" charset="-120"/>
              </a:rPr>
              <a:t> acid</a:t>
            </a:r>
            <a:r>
              <a:rPr lang="en-US" sz="2244" dirty="0" spc="4" kern="0">
                <a:solidFill>
                  <a:srgbClr val="F3EEE3"/>
                </a:solidFill>
                <a:latin typeface="Be Vietnam Pro" pitchFamily="34" charset="0"/>
                <a:ea typeface="Be Vietnam Pro" pitchFamily="34" charset="-122"/>
                <a:cs typeface="Be Vietnam Pro" pitchFamily="34" charset="-120"/>
              </a:rPr>
              <a:t> giảm</a:t>
            </a:r>
            <a:r>
              <a:rPr lang="en-US" sz="2244" dirty="0" spc="1" kern="0">
                <a:solidFill>
                  <a:srgbClr val="F3EEE3"/>
                </a:solidFill>
                <a:latin typeface="Be Vietnam Pro" pitchFamily="34" charset="0"/>
                <a:ea typeface="Be Vietnam Pro" pitchFamily="34" charset="-122"/>
                <a:cs typeface="Be Vietnam Pro" pitchFamily="34" charset="-120"/>
              </a:rPr>
              <a:t> vì thăng</a:t>
            </a:r>
            <a:r>
              <a:rPr lang="en-US" sz="2244" dirty="0" spc="-2" kern="0">
                <a:solidFill>
                  <a:srgbClr val="F3EEE3"/>
                </a:solidFill>
                <a:latin typeface="Be Vietnam Pro" pitchFamily="34" charset="0"/>
                <a:ea typeface="Be Vietnam Pro" pitchFamily="34" charset="-122"/>
                <a:cs typeface="Be Vietnam Pro" pitchFamily="34" charset="-120"/>
              </a:rPr>
              <a:t> hoa</a:t>
            </a:r>
            <a:r>
              <a:rPr lang="en-US" sz="2244" dirty="0" spc="-13" kern="0">
                <a:solidFill>
                  <a:srgbClr val="F3EEE3"/>
                </a:solidFill>
                <a:latin typeface="Be Vietnam Pro" pitchFamily="34" charset="0"/>
                <a:ea typeface="Be Vietnam Pro" pitchFamily="34" charset="-122"/>
                <a:cs typeface="Be Vietnam Pro" pitchFamily="34" charset="-120"/>
              </a:rPr>
              <a:t> trong</a:t>
            </a:r>
            <a:r>
              <a:rPr lang="en-US" sz="2244" dirty="0" spc="3" kern="0">
                <a:solidFill>
                  <a:srgbClr val="F3EEE3"/>
                </a:solidFill>
                <a:latin typeface="Be Vietnam Pro" pitchFamily="34" charset="0"/>
                <a:ea typeface="Be Vietnam Pro" pitchFamily="34" charset="-122"/>
                <a:cs typeface="Be Vietnam Pro" pitchFamily="34" charset="-120"/>
              </a:rPr>
              <a:t> vùng 250–360°C</a:t>
            </a:r>
            <a:r>
              <a:rPr lang="en-US" sz="2244" dirty="0" spc="8" kern="0">
                <a:solidFill>
                  <a:srgbClr val="F3EEE3"/>
                </a:solidFill>
                <a:latin typeface="Be Vietnam Pro" pitchFamily="34" charset="0"/>
                <a:ea typeface="Be Vietnam Pro" pitchFamily="34" charset="-122"/>
                <a:cs typeface="Be Vietnam Pro" pitchFamily="34" charset="-120"/>
              </a:rPr>
              <a:t> </a:t>
            </a:r>
            <a:pPr algn="l" indent="0" marL="0">
              <a:lnSpc>
                <a:spcPts val="2917"/>
              </a:lnSpc>
              <a:buNone/>
            </a:pPr>
            <a:r>
              <a:rPr lang="en-US" sz="2244" dirty="0" spc="4" kern="0">
                <a:solidFill>
                  <a:srgbClr val="9AA0B5"/>
                </a:solidFill>
                <a:latin typeface="Be Vietnam Pro" pitchFamily="34" charset="0"/>
                <a:ea typeface="Be Vietnam Pro" pitchFamily="34" charset="-122"/>
                <a:cs typeface="Be Vietnam Pro" pitchFamily="34" charset="-120"/>
              </a:rPr>
              <a:t>[S4]</a:t>
            </a:r>
            <a:pPr algn="l" indent="0" marL="0">
              <a:lnSpc>
                <a:spcPts val="2917"/>
              </a:lnSpc>
              <a:buNone/>
            </a:pPr>
            <a:r>
              <a:rPr lang="en-US" sz="2244" dirty="0" spc="4" kern="0">
                <a:solidFill>
                  <a:srgbClr val="F3EEE3"/>
                </a:solidFill>
                <a:latin typeface="Be Vietnam Pro" pitchFamily="34" charset="0"/>
                <a:ea typeface="Be Vietnam Pro" pitchFamily="34" charset="-122"/>
                <a:cs typeface="Be Vietnam Pro" pitchFamily="34" charset="-120"/>
              </a:rPr>
              <a:t>.</a:t>
            </a:r>
            <a:r>
              <a:rPr lang="en-US" sz="2244" dirty="0" spc="-40" kern="0">
                <a:solidFill>
                  <a:srgbClr val="F3EEE3"/>
                </a:solidFill>
                <a:latin typeface="Be Vietnam Pro" pitchFamily="34" charset="0"/>
                <a:ea typeface="Be Vietnam Pro" pitchFamily="34" charset="-122"/>
                <a:cs typeface="Be Vietnam Pro" pitchFamily="34" charset="-120"/>
              </a:rPr>
              <a:t> Tổng</a:t>
            </a:r>
            <a:r>
              <a:rPr lang="en-US" sz="2244" dirty="0" spc="-8" kern="0">
                <a:solidFill>
                  <a:srgbClr val="F3EEE3"/>
                </a:solidFill>
                <a:latin typeface="Be Vietnam Pro" pitchFamily="34" charset="0"/>
                <a:ea typeface="Be Vietnam Pro" pitchFamily="34" charset="-122"/>
                <a:cs typeface="Be Vietnam Pro" pitchFamily="34" charset="-120"/>
              </a:rPr>
              <a:t> chất</a:t>
            </a:r>
            <a:r>
              <a:rPr lang="en-US" sz="2244" dirty="0" spc="-21" kern="0">
                <a:solidFill>
                  <a:srgbClr val="F3EEE3"/>
                </a:solidFill>
                <a:latin typeface="Be Vietnam Pro" pitchFamily="34" charset="0"/>
                <a:ea typeface="Be Vietnam Pro" pitchFamily="34" charset="-122"/>
                <a:cs typeface="Be Vietnam Pro" pitchFamily="34" charset="-120"/>
              </a:rPr>
              <a:t> rắn</a:t>
            </a:r>
            <a:r>
              <a:rPr lang="en-US" sz="2244" dirty="0" spc="1" kern="0">
                <a:solidFill>
                  <a:srgbClr val="F3EEE3"/>
                </a:solidFill>
                <a:latin typeface="Be Vietnam Pro" pitchFamily="34" charset="0"/>
                <a:ea typeface="Be Vietnam Pro" pitchFamily="34" charset="-122"/>
                <a:cs typeface="Be Vietnam Pro" pitchFamily="34" charset="-120"/>
              </a:rPr>
              <a:t> còn</a:t>
            </a:r>
            <a:r>
              <a:rPr lang="en-US" sz="2244" dirty="0" spc="0" kern="0">
                <a:solidFill>
                  <a:srgbClr val="F3EEE3"/>
                </a:solidFill>
                <a:latin typeface="Be Vietnam Pro" pitchFamily="34" charset="0"/>
                <a:ea typeface="Be Vietnam Pro" pitchFamily="34" charset="-122"/>
                <a:cs typeface="Be Vietnam Pro" pitchFamily="34" charset="-120"/>
              </a:rPr>
              <a:t> ~30%</a:t>
            </a:r>
            <a:r>
              <a:rPr lang="en-US" sz="2244" dirty="0" spc="-20" kern="0">
                <a:solidFill>
                  <a:srgbClr val="F3EEE3"/>
                </a:solidFill>
                <a:latin typeface="Be Vietnam Pro" pitchFamily="34" charset="0"/>
                <a:ea typeface="Be Vietnam Pro" pitchFamily="34" charset="-122"/>
                <a:cs typeface="Be Vietnam Pro" pitchFamily="34" charset="-120"/>
              </a:rPr>
              <a:t> rồi</a:t>
            </a:r>
            <a:r>
              <a:rPr lang="en-US" sz="2244" dirty="0" spc="3" kern="0">
                <a:solidFill>
                  <a:srgbClr val="F3EEE3"/>
                </a:solidFill>
                <a:latin typeface="Be Vietnam Pro" pitchFamily="34" charset="0"/>
                <a:ea typeface="Be Vietnam Pro" pitchFamily="34" charset="-122"/>
                <a:cs typeface="Be Vietnam Pro" pitchFamily="34" charset="-120"/>
              </a:rPr>
              <a:t> ~20%:</a:t>
            </a:r>
            <a:r>
              <a:rPr lang="en-US" sz="2244" dirty="0" spc="-9" kern="0">
                <a:solidFill>
                  <a:srgbClr val="F3EEE3"/>
                </a:solidFill>
                <a:latin typeface="Be Vietnam Pro" pitchFamily="34" charset="0"/>
                <a:ea typeface="Be Vietnam Pro" pitchFamily="34" charset="-122"/>
                <a:cs typeface="Be Vietnam Pro" pitchFamily="34" charset="-120"/>
              </a:rPr>
              <a:t> vẫn</a:t>
            </a:r>
            <a:r>
              <a:rPr lang="en-US" sz="2244" dirty="0" spc="0" kern="0">
                <a:solidFill>
                  <a:srgbClr val="F3EEE3"/>
                </a:solidFill>
                <a:latin typeface="Be Vietnam Pro" pitchFamily="34" charset="0"/>
                <a:ea typeface="Be Vietnam Pro" pitchFamily="34" charset="-122"/>
                <a:cs typeface="Be Vietnam Pro" pitchFamily="34" charset="-120"/>
              </a:rPr>
              <a:t> nhiều</a:t>
            </a:r>
            <a:r>
              <a:rPr lang="en-US" sz="2244" dirty="0" spc="-10" kern="0">
                <a:solidFill>
                  <a:srgbClr val="F3EEE3"/>
                </a:solidFill>
                <a:latin typeface="Be Vietnam Pro" pitchFamily="34" charset="0"/>
                <a:ea typeface="Be Vietnam Pro" pitchFamily="34" charset="-122"/>
                <a:cs typeface="Be Vietnam Pro" pitchFamily="34" charset="-120"/>
              </a:rPr>
              <a:t> và</a:t>
            </a:r>
            <a:r>
              <a:rPr lang="en-US" sz="2244" dirty="0" spc="0" kern="0">
                <a:solidFill>
                  <a:srgbClr val="F3EEE3"/>
                </a:solidFill>
                <a:latin typeface="Be Vietnam Pro" pitchFamily="34" charset="0"/>
                <a:ea typeface="Be Vietnam Pro" pitchFamily="34" charset="-122"/>
                <a:cs typeface="Be Vietnam Pro" pitchFamily="34" charset="-120"/>
              </a:rPr>
              <a:t> bền,</a:t>
            </a:r>
            <a:r>
              <a:rPr lang="en-US" sz="2244" dirty="0" spc="1" kern="0">
                <a:solidFill>
                  <a:srgbClr val="F3EEE3"/>
                </a:solidFill>
                <a:latin typeface="Be Vietnam Pro" pitchFamily="34" charset="0"/>
                <a:ea typeface="Be Vietnam Pro" pitchFamily="34" charset="-122"/>
                <a:cs typeface="Be Vietnam Pro" pitchFamily="34" charset="-120"/>
              </a:rPr>
              <a:t> nên</a:t>
            </a:r>
            <a:r>
              <a:rPr lang="en-US" sz="2244" dirty="0" spc="3" kern="0">
                <a:solidFill>
                  <a:srgbClr val="F3EEE3"/>
                </a:solidFill>
                <a:latin typeface="Be Vietnam Pro" pitchFamily="34" charset="0"/>
                <a:ea typeface="Be Vietnam Pro" pitchFamily="34" charset="-122"/>
                <a:cs typeface="Be Vietnam Pro" pitchFamily="34" charset="-120"/>
              </a:rPr>
              <a:t> đây</a:t>
            </a:r>
            <a:r>
              <a:rPr lang="en-US" sz="2244" dirty="0" spc="1" kern="0">
                <a:solidFill>
                  <a:srgbClr val="F3EEE3"/>
                </a:solidFill>
                <a:latin typeface="Be Vietnam Pro" pitchFamily="34" charset="0"/>
                <a:ea typeface="Be Vietnam Pro" pitchFamily="34" charset="-122"/>
                <a:cs typeface="Be Vietnam Pro" pitchFamily="34" charset="-120"/>
              </a:rPr>
              <a:t> là</a:t>
            </a:r>
            <a:r>
              <a:rPr lang="en-US" sz="2244" dirty="0" spc="3" kern="0">
                <a:solidFill>
                  <a:srgbClr val="F3EEE3"/>
                </a:solidFill>
                <a:latin typeface="Be Vietnam Pro" pitchFamily="34" charset="0"/>
                <a:ea typeface="Be Vietnam Pro" pitchFamily="34" charset="-122"/>
                <a:cs typeface="Be Vietnam Pro" pitchFamily="34" charset="-120"/>
              </a:rPr>
              <a:t> vùng</a:t>
            </a:r>
            <a:r>
              <a:rPr lang="en-US" sz="2244" dirty="0" spc="-1" kern="0">
                <a:solidFill>
                  <a:srgbClr val="F3EEE3"/>
                </a:solidFill>
                <a:latin typeface="Be Vietnam Pro" pitchFamily="34" charset="0"/>
                <a:ea typeface="Be Vietnam Pro" pitchFamily="34" charset="-122"/>
                <a:cs typeface="Be Vietnam Pro" pitchFamily="34" charset="-120"/>
              </a:rPr>
              <a:t> thành</a:t>
            </a:r>
            <a:r>
              <a:rPr lang="en-US" sz="2244" dirty="0" spc="2" kern="0">
                <a:solidFill>
                  <a:srgbClr val="F3EEE3"/>
                </a:solidFill>
                <a:latin typeface="Be Vietnam Pro" pitchFamily="34" charset="0"/>
                <a:ea typeface="Be Vietnam Pro" pitchFamily="34" charset="-122"/>
                <a:cs typeface="Be Vietnam Pro" pitchFamily="34" charset="-120"/>
              </a:rPr>
              <a:t> ống</a:t>
            </a:r>
            <a:r>
              <a:rPr lang="en-US" sz="2244" dirty="0" spc="1" kern="0">
                <a:solidFill>
                  <a:srgbClr val="F3EEE3"/>
                </a:solidFill>
                <a:latin typeface="Be Vietnam Pro" pitchFamily="34" charset="0"/>
                <a:ea typeface="Be Vietnam Pro" pitchFamily="34" charset="-122"/>
                <a:cs typeface="Be Vietnam Pro" pitchFamily="34" charset="-120"/>
              </a:rPr>
              <a:t> cần</a:t>
            </a:r>
            <a:r>
              <a:rPr lang="en-US" sz="2244" dirty="0" spc="-12" kern="0">
                <a:solidFill>
                  <a:srgbClr val="F3EEE3"/>
                </a:solidFill>
                <a:latin typeface="Be Vietnam Pro" pitchFamily="34" charset="0"/>
                <a:ea typeface="Be Vietnam Pro" pitchFamily="34" charset="-122"/>
                <a:cs typeface="Be Vietnam Pro" pitchFamily="34" charset="-120"/>
              </a:rPr>
              <a:t> tránh.</a:t>
            </a:r>
            <a:endParaRPr lang="en-US" sz="2244" dirty="0"/>
          </a:p>
        </p:txBody>
      </p:sp>
      <p:sp>
        <p:nvSpPr>
          <p:cNvPr id="20" name="Text 17"/>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 [S4]</a:t>
            </a:r>
            <a:endParaRPr lang="en-US" sz="1800" dirty="0"/>
          </a:p>
        </p:txBody>
      </p:sp>
      <p:sp>
        <p:nvSpPr>
          <p:cNvPr id="21" name="Shape 18"/>
          <p:cNvSpPr/>
          <p:nvPr/>
        </p:nvSpPr>
        <p:spPr>
          <a:xfrm>
            <a:off x="942975" y="9563100"/>
            <a:ext cx="114300" cy="114300"/>
          </a:xfrm>
          <a:prstGeom prst="ellipse">
            <a:avLst/>
          </a:prstGeom>
          <a:solidFill>
            <a:srgbClr val="F3EEE3">
              <a:alpha val="28000"/>
            </a:srgbClr>
          </a:solidFill>
          <a:ln/>
        </p:spPr>
      </p:sp>
      <p:sp>
        <p:nvSpPr>
          <p:cNvPr id="22" name="Shape 19"/>
          <p:cNvSpPr/>
          <p:nvPr/>
        </p:nvSpPr>
        <p:spPr>
          <a:xfrm>
            <a:off x="1171575" y="9563100"/>
            <a:ext cx="114300" cy="114300"/>
          </a:xfrm>
          <a:prstGeom prst="ellipse">
            <a:avLst/>
          </a:prstGeom>
          <a:solidFill>
            <a:srgbClr val="F3EEE3">
              <a:alpha val="28000"/>
            </a:srgbClr>
          </a:solidFill>
          <a:ln/>
        </p:spPr>
      </p:sp>
      <p:sp>
        <p:nvSpPr>
          <p:cNvPr id="23" name="Shape 20"/>
          <p:cNvSpPr/>
          <p:nvPr/>
        </p:nvSpPr>
        <p:spPr>
          <a:xfrm>
            <a:off x="1400175" y="9563100"/>
            <a:ext cx="114300" cy="114300"/>
          </a:xfrm>
          <a:prstGeom prst="ellipse">
            <a:avLst/>
          </a:prstGeom>
          <a:solidFill>
            <a:srgbClr val="F3EEE3">
              <a:alpha val="28000"/>
            </a:srgbClr>
          </a:solidFill>
          <a:ln/>
        </p:spPr>
      </p:sp>
      <p:sp>
        <p:nvSpPr>
          <p:cNvPr id="24" name="Shape 21"/>
          <p:cNvSpPr/>
          <p:nvPr/>
        </p:nvSpPr>
        <p:spPr>
          <a:xfrm>
            <a:off x="1628775" y="9563100"/>
            <a:ext cx="114300" cy="114300"/>
          </a:xfrm>
          <a:prstGeom prst="ellipse">
            <a:avLst/>
          </a:prstGeom>
          <a:solidFill>
            <a:srgbClr val="F3EEE3">
              <a:alpha val="28000"/>
            </a:srgbClr>
          </a:solidFill>
          <a:ln/>
        </p:spPr>
      </p:sp>
      <p:sp>
        <p:nvSpPr>
          <p:cNvPr id="25" name="Shape 22"/>
          <p:cNvSpPr/>
          <p:nvPr/>
        </p:nvSpPr>
        <p:spPr>
          <a:xfrm>
            <a:off x="1857375" y="9563100"/>
            <a:ext cx="114300" cy="114300"/>
          </a:xfrm>
          <a:prstGeom prst="ellipse">
            <a:avLst/>
          </a:prstGeom>
          <a:solidFill>
            <a:srgbClr val="F3EEE3">
              <a:alpha val="28000"/>
            </a:srgbClr>
          </a:solidFill>
          <a:ln/>
        </p:spPr>
      </p:sp>
      <p:sp>
        <p:nvSpPr>
          <p:cNvPr id="26" name="Shape 23"/>
          <p:cNvSpPr/>
          <p:nvPr/>
        </p:nvSpPr>
        <p:spPr>
          <a:xfrm>
            <a:off x="2085975" y="9563100"/>
            <a:ext cx="114300" cy="114300"/>
          </a:xfrm>
          <a:prstGeom prst="ellipse">
            <a:avLst/>
          </a:prstGeom>
          <a:solidFill>
            <a:srgbClr val="F3EEE3">
              <a:alpha val="28000"/>
            </a:srgbClr>
          </a:solidFill>
          <a:ln/>
        </p:spPr>
      </p:sp>
      <p:sp>
        <p:nvSpPr>
          <p:cNvPr id="27" name="Shape 24"/>
          <p:cNvSpPr/>
          <p:nvPr/>
        </p:nvSpPr>
        <p:spPr>
          <a:xfrm>
            <a:off x="2314575" y="9563100"/>
            <a:ext cx="114300" cy="114300"/>
          </a:xfrm>
          <a:prstGeom prst="ellipse">
            <a:avLst/>
          </a:prstGeom>
          <a:solidFill>
            <a:srgbClr val="F3EEE3">
              <a:alpha val="28000"/>
            </a:srgbClr>
          </a:solidFill>
          <a:ln/>
        </p:spPr>
      </p:sp>
      <p:sp>
        <p:nvSpPr>
          <p:cNvPr id="28" name="Shape 25"/>
          <p:cNvSpPr/>
          <p:nvPr/>
        </p:nvSpPr>
        <p:spPr>
          <a:xfrm>
            <a:off x="2543175" y="9563100"/>
            <a:ext cx="114300" cy="114300"/>
          </a:xfrm>
          <a:prstGeom prst="ellipse">
            <a:avLst/>
          </a:prstGeom>
          <a:solidFill>
            <a:srgbClr val="F3EEE3">
              <a:alpha val="28000"/>
            </a:srgbClr>
          </a:solidFill>
          <a:ln/>
        </p:spPr>
      </p:sp>
      <p:sp>
        <p:nvSpPr>
          <p:cNvPr id="29" name="Shape 26"/>
          <p:cNvSpPr/>
          <p:nvPr/>
        </p:nvSpPr>
        <p:spPr>
          <a:xfrm>
            <a:off x="2752725" y="9544050"/>
            <a:ext cx="152400" cy="152400"/>
          </a:xfrm>
          <a:prstGeom prst="ellipse">
            <a:avLst/>
          </a:prstGeom>
          <a:solidFill>
            <a:srgbClr val="FF6A4D"/>
          </a:solidFill>
          <a:ln/>
        </p:spPr>
      </p:sp>
      <p:sp>
        <p:nvSpPr>
          <p:cNvPr id="30" name="Shape 27"/>
          <p:cNvSpPr/>
          <p:nvPr/>
        </p:nvSpPr>
        <p:spPr>
          <a:xfrm>
            <a:off x="3000375" y="9563100"/>
            <a:ext cx="114300" cy="114300"/>
          </a:xfrm>
          <a:prstGeom prst="ellipse">
            <a:avLst/>
          </a:prstGeom>
          <a:solidFill>
            <a:srgbClr val="F3EEE3">
              <a:alpha val="28000"/>
            </a:srgbClr>
          </a:solidFill>
          <a:ln/>
        </p:spPr>
      </p:sp>
      <p:sp>
        <p:nvSpPr>
          <p:cNvPr id="31" name="Shape 28"/>
          <p:cNvSpPr/>
          <p:nvPr/>
        </p:nvSpPr>
        <p:spPr>
          <a:xfrm>
            <a:off x="3228975" y="9563100"/>
            <a:ext cx="114300" cy="114300"/>
          </a:xfrm>
          <a:prstGeom prst="ellipse">
            <a:avLst/>
          </a:prstGeom>
          <a:solidFill>
            <a:srgbClr val="F3EEE3">
              <a:alpha val="28000"/>
            </a:srgbClr>
          </a:solidFill>
          <a:ln/>
        </p:spPr>
      </p:sp>
      <p:sp>
        <p:nvSpPr>
          <p:cNvPr id="32" name="Shape 29"/>
          <p:cNvSpPr/>
          <p:nvPr/>
        </p:nvSpPr>
        <p:spPr>
          <a:xfrm>
            <a:off x="3457575" y="9563100"/>
            <a:ext cx="114300" cy="114300"/>
          </a:xfrm>
          <a:prstGeom prst="ellipse">
            <a:avLst/>
          </a:prstGeom>
          <a:solidFill>
            <a:srgbClr val="F3EEE3">
              <a:alpha val="28000"/>
            </a:srgbClr>
          </a:solidFill>
          <a:ln/>
        </p:spPr>
      </p:sp>
      <p:sp>
        <p:nvSpPr>
          <p:cNvPr id="33" name="Shape 30"/>
          <p:cNvSpPr/>
          <p:nvPr/>
        </p:nvSpPr>
        <p:spPr>
          <a:xfrm>
            <a:off x="3686175" y="9563100"/>
            <a:ext cx="114300" cy="114300"/>
          </a:xfrm>
          <a:prstGeom prst="ellipse">
            <a:avLst/>
          </a:prstGeom>
          <a:solidFill>
            <a:srgbClr val="F3EEE3">
              <a:alpha val="28000"/>
            </a:srgbClr>
          </a:solidFill>
          <a:ln/>
        </p:spPr>
      </p:sp>
      <p:sp>
        <p:nvSpPr>
          <p:cNvPr id="34" name="Shape 31"/>
          <p:cNvSpPr/>
          <p:nvPr/>
        </p:nvSpPr>
        <p:spPr>
          <a:xfrm>
            <a:off x="3914775" y="9563100"/>
            <a:ext cx="114300" cy="114300"/>
          </a:xfrm>
          <a:prstGeom prst="ellipse">
            <a:avLst/>
          </a:prstGeom>
          <a:solidFill>
            <a:srgbClr val="F3EEE3">
              <a:alpha val="28000"/>
            </a:srgbClr>
          </a:solidFill>
          <a:ln/>
        </p:spPr>
      </p:sp>
      <p:sp>
        <p:nvSpPr>
          <p:cNvPr id="35" name="Shape 32"/>
          <p:cNvSpPr/>
          <p:nvPr/>
        </p:nvSpPr>
        <p:spPr>
          <a:xfrm>
            <a:off x="4143375" y="9563100"/>
            <a:ext cx="114300" cy="114300"/>
          </a:xfrm>
          <a:prstGeom prst="ellipse">
            <a:avLst/>
          </a:prstGeom>
          <a:solidFill>
            <a:srgbClr val="F3EEE3">
              <a:alpha val="28000"/>
            </a:srgbClr>
          </a:solidFill>
          <a:ln/>
        </p:spPr>
      </p:sp>
      <p:sp>
        <p:nvSpPr>
          <p:cNvPr id="36" name="Shape 33"/>
          <p:cNvSpPr/>
          <p:nvPr/>
        </p:nvSpPr>
        <p:spPr>
          <a:xfrm>
            <a:off x="4371975" y="9563100"/>
            <a:ext cx="114300" cy="114300"/>
          </a:xfrm>
          <a:prstGeom prst="ellipse">
            <a:avLst/>
          </a:prstGeom>
          <a:solidFill>
            <a:srgbClr val="F3EEE3">
              <a:alpha val="28000"/>
            </a:srgbClr>
          </a:solidFill>
          <a:ln/>
        </p:spPr>
      </p:sp>
      <p:sp>
        <p:nvSpPr>
          <p:cNvPr id="37" name="Shape 34"/>
          <p:cNvSpPr/>
          <p:nvPr/>
        </p:nvSpPr>
        <p:spPr>
          <a:xfrm>
            <a:off x="4600575" y="9563100"/>
            <a:ext cx="114300" cy="114300"/>
          </a:xfrm>
          <a:prstGeom prst="ellipse">
            <a:avLst/>
          </a:prstGeom>
          <a:solidFill>
            <a:srgbClr val="F3EEE3">
              <a:alpha val="28000"/>
            </a:srgbClr>
          </a:solidFill>
          <a:ln/>
        </p:spPr>
      </p:sp>
      <p:sp>
        <p:nvSpPr>
          <p:cNvPr id="38" name="Text 35"/>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Multiple-report</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0" kern="0">
                <a:solidFill>
                  <a:srgbClr val="9AA0B5"/>
                </a:solidFill>
                <a:latin typeface="Be Vietnam Pro" pitchFamily="34" charset="0"/>
                <a:ea typeface="Be Vietnam Pro" pitchFamily="34" charset="-122"/>
                <a:cs typeface="Be Vietnam Pro" pitchFamily="34" charset="-120"/>
              </a:rPr>
              <a:t> L17</a:t>
            </a:r>
            <a:r>
              <a:rPr lang="en-US" sz="1800" dirty="0" spc="-2"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09/17</a:t>
            </a:r>
            <a:endParaRPr lang="en-US" sz="1800" dirty="0"/>
          </a:p>
        </p:txBody>
      </p:sp>
      <p:sp>
        <p:nvSpPr>
          <p:cNvPr id="39" name="Shape 36"/>
          <p:cNvSpPr/>
          <p:nvPr/>
        </p:nvSpPr>
        <p:spPr>
          <a:xfrm>
            <a:off x="15983712" y="9076331"/>
            <a:ext cx="1645920" cy="552301"/>
          </a:xfrm>
          <a:prstGeom prst="roundRect">
            <a:avLst>
              <a:gd name="adj" fmla="val 28000"/>
            </a:avLst>
          </a:prstGeom>
          <a:solidFill>
            <a:srgbClr val="FFFFFF">
              <a:alpha val="82000"/>
            </a:srgbClr>
          </a:solidFill>
          <a:ln/>
        </p:spPr>
      </p:sp>
      <p:pic>
        <p:nvPicPr>
          <p:cNvPr id="40" name="Moda image moda-export-watermark-369144cd-c895-4b4a-be99-c4075c83ebcf"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5" kern="0">
                <a:solidFill>
                  <a:srgbClr val="14161C"/>
                </a:solidFill>
                <a:latin typeface="Bricolage Grotesque ExtraBold" pitchFamily="34" charset="0"/>
                <a:ea typeface="Bricolage Grotesque ExtraBold" pitchFamily="34" charset="-122"/>
                <a:cs typeface="Bricolage Grotesque ExtraBold" pitchFamily="34" charset="-120"/>
              </a:rPr>
              <a:t>350–450°C:</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cặn</a:t>
            </a: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 gần</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như</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biến</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mất</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DDD5C1"/>
            </a:solidFill>
            <a:prstDash val="solid"/>
          </a:ln>
        </p:spPr>
      </p:sp>
      <p:pic>
        <p:nvPicPr>
          <p:cNvPr id="4" name="Moda image rect-1793097623966-669069076" descr="">    </p:cNvPr>
          <p:cNvPicPr>
            <a:picLocks noChangeAspect="1"/>
          </p:cNvPicPr>
          <p:nvPr/>
        </p:nvPicPr>
        <p:blipFill>
          <a:blip r:embed="rId1"/>
          <a:srcRect l="0" r="0" t="0" b="0"/>
          <a:stretch/>
        </p:blipFill>
        <p:spPr>
          <a:xfrm>
            <a:off x="1104900" y="2438400"/>
            <a:ext cx="9715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14435" rIns="0" bIns="-14435" rtlCol="0" anchor="t"/>
          <a:lstStyle/>
          <a:p>
            <a:pPr algn="l" indent="0" marL="0">
              <a:lnSpc>
                <a:spcPts val="1815"/>
              </a:lnSpc>
              <a:buNone/>
            </a:pPr>
            <a:r>
              <a:rPr lang="en-US" sz="1650" dirty="0" spc="-2" kern="0">
                <a:solidFill>
                  <a:srgbClr val="6B6A66"/>
                </a:solidFill>
                <a:latin typeface="Be Vietnam Pro" pitchFamily="34" charset="0"/>
                <a:ea typeface="Be Vietnam Pro" pitchFamily="34" charset="-122"/>
                <a:cs typeface="Be Vietnam Pro" pitchFamily="34" charset="-120"/>
              </a:rPr>
              <a:t>Hình:</a:t>
            </a:r>
            <a:r>
              <a:rPr lang="en-US" sz="1650" dirty="0" spc="-54" kern="0">
                <a:solidFill>
                  <a:srgbClr val="6B6A66"/>
                </a:solidFill>
                <a:latin typeface="Be Vietnam Pro" pitchFamily="34" charset="0"/>
                <a:ea typeface="Be Vietnam Pro" pitchFamily="34" charset="-122"/>
                <a:cs typeface="Be Vietnam Pro" pitchFamily="34" charset="-120"/>
              </a:rPr>
              <a:t> Tự</a:t>
            </a:r>
            <a:r>
              <a:rPr lang="en-US" sz="1650" dirty="0" spc="-7" kern="0">
                <a:solidFill>
                  <a:srgbClr val="6B6A66"/>
                </a:solidFill>
                <a:latin typeface="Be Vietnam Pro" pitchFamily="34" charset="0"/>
                <a:ea typeface="Be Vietnam Pro" pitchFamily="34" charset="-122"/>
                <a:cs typeface="Be Vietnam Pro" pitchFamily="34" charset="-120"/>
              </a:rPr>
              <a:t> vẽ</a:t>
            </a:r>
            <a:r>
              <a:rPr lang="en-US" sz="1650" dirty="0" spc="0" kern="0">
                <a:solidFill>
                  <a:srgbClr val="6B6A66"/>
                </a:solidFill>
                <a:latin typeface="Be Vietnam Pro" pitchFamily="34" charset="0"/>
                <a:ea typeface="Be Vietnam Pro" pitchFamily="34" charset="-122"/>
                <a:cs typeface="Be Vietnam Pro" pitchFamily="34" charset="-120"/>
              </a:rPr>
              <a:t> lại</a:t>
            </a:r>
            <a:r>
              <a:rPr lang="en-US" sz="1650" dirty="0" spc="4" kern="0">
                <a:solidFill>
                  <a:srgbClr val="6B6A66"/>
                </a:solidFill>
                <a:latin typeface="Be Vietnam Pro" pitchFamily="34" charset="0"/>
                <a:ea typeface="Be Vietnam Pro" pitchFamily="34" charset="-122"/>
                <a:cs typeface="Be Vietnam Pro" pitchFamily="34" charset="-120"/>
              </a:rPr>
              <a:t> từ</a:t>
            </a:r>
            <a:r>
              <a:rPr lang="en-US" sz="1650" dirty="0" spc="-4" kern="0">
                <a:solidFill>
                  <a:srgbClr val="6B6A66"/>
                </a:solidFill>
                <a:latin typeface="Be Vietnam Pro" pitchFamily="34" charset="0"/>
                <a:ea typeface="Be Vietnam Pro" pitchFamily="34" charset="-122"/>
                <a:cs typeface="Be Vietnam Pro" pitchFamily="34" charset="-120"/>
              </a:rPr>
              <a:t> số</a:t>
            </a:r>
            <a:r>
              <a:rPr lang="en-US" sz="1650" dirty="0" spc="0" kern="0">
                <a:solidFill>
                  <a:srgbClr val="6B6A66"/>
                </a:solidFill>
                <a:latin typeface="Be Vietnam Pro" pitchFamily="34" charset="0"/>
                <a:ea typeface="Be Vietnam Pro" pitchFamily="34" charset="-122"/>
                <a:cs typeface="Be Vietnam Pro" pitchFamily="34" charset="-120"/>
              </a:rPr>
              <a:t> liệu của</a:t>
            </a:r>
            <a:r>
              <a:rPr lang="en-US" sz="1650" dirty="0" spc="1" kern="0">
                <a:solidFill>
                  <a:srgbClr val="6B6A66"/>
                </a:solidFill>
                <a:latin typeface="Be Vietnam Pro" pitchFamily="34" charset="0"/>
                <a:ea typeface="Be Vietnam Pro" pitchFamily="34" charset="-122"/>
                <a:cs typeface="Be Vietnam Pro" pitchFamily="34" charset="-120"/>
              </a:rPr>
              <a:t> biểu</a:t>
            </a:r>
            <a:r>
              <a:rPr lang="en-US" sz="1650" dirty="0" spc="14" kern="0">
                <a:solidFill>
                  <a:srgbClr val="6B6A66"/>
                </a:solidFill>
                <a:latin typeface="Be Vietnam Pro" pitchFamily="34" charset="0"/>
                <a:ea typeface="Be Vietnam Pro" pitchFamily="34" charset="-122"/>
                <a:cs typeface="Be Vietnam Pro" pitchFamily="34" charset="-120"/>
              </a:rPr>
              <a:t> đồ</a:t>
            </a:r>
            <a:r>
              <a:rPr lang="en-US" sz="1650" dirty="0" spc="0" kern="0">
                <a:solidFill>
                  <a:srgbClr val="6B6A66"/>
                </a:solidFill>
                <a:latin typeface="Be Vietnam Pro" pitchFamily="34" charset="0"/>
                <a:ea typeface="Be Vietnam Pro" pitchFamily="34" charset="-122"/>
                <a:cs typeface="Be Vietnam Pro" pitchFamily="34" charset="-120"/>
              </a:rPr>
              <a:t> S1</a:t>
            </a:r>
            <a:r>
              <a:rPr lang="en-US" sz="1650" dirty="0" spc="7" kern="0">
                <a:solidFill>
                  <a:srgbClr val="6B6A66"/>
                </a:solidFill>
                <a:latin typeface="Be Vietnam Pro" pitchFamily="34" charset="0"/>
                <a:ea typeface="Be Vietnam Pro" pitchFamily="34" charset="-122"/>
                <a:cs typeface="Be Vietnam Pro" pitchFamily="34" charset="-120"/>
              </a:rPr>
              <a:t> (đọc</a:t>
            </a:r>
            <a:r>
              <a:rPr lang="en-US" sz="1650" dirty="0" spc="-2" kern="0">
                <a:solidFill>
                  <a:srgbClr val="6B6A66"/>
                </a:solidFill>
                <a:latin typeface="Be Vietnam Pro" pitchFamily="34" charset="0"/>
                <a:ea typeface="Be Vietnam Pro" pitchFamily="34" charset="-122"/>
                <a:cs typeface="Be Vietnam Pro" pitchFamily="34" charset="-120"/>
              </a:rPr>
              <a:t> bằng</a:t>
            </a:r>
            <a:r>
              <a:rPr lang="en-US" sz="1650" dirty="0" spc="-4" kern="0">
                <a:solidFill>
                  <a:srgbClr val="6B6A66"/>
                </a:solidFill>
                <a:latin typeface="Be Vietnam Pro" pitchFamily="34" charset="0"/>
                <a:ea typeface="Be Vietnam Pro" pitchFamily="34" charset="-122"/>
                <a:cs typeface="Be Vietnam Pro" pitchFamily="34" charset="-120"/>
              </a:rPr>
              <a:t> mắt,</a:t>
            </a:r>
            <a:r>
              <a:rPr lang="en-US" sz="1650" dirty="0" spc="2" kern="0">
                <a:solidFill>
                  <a:srgbClr val="6B6A66"/>
                </a:solidFill>
                <a:latin typeface="Be Vietnam Pro" pitchFamily="34" charset="0"/>
                <a:ea typeface="Be Vietnam Pro" pitchFamily="34" charset="-122"/>
                <a:cs typeface="Be Vietnam Pro" pitchFamily="34" charset="-120"/>
              </a:rPr>
              <a:t> ±2%)</a:t>
            </a:r>
            <a:endParaRPr lang="en-US" sz="1650" dirty="0"/>
          </a:p>
        </p:txBody>
      </p:sp>
      <p:sp>
        <p:nvSpPr>
          <p:cNvPr id="6" name="Shape 3"/>
          <p:cNvSpPr/>
          <p:nvPr/>
        </p:nvSpPr>
        <p:spPr>
          <a:xfrm>
            <a:off x="11391900" y="2247900"/>
            <a:ext cx="5981700" cy="1352550"/>
          </a:xfrm>
          <a:prstGeom prst="roundRect">
            <a:avLst>
              <a:gd name="adj" fmla="val 14085"/>
            </a:avLst>
          </a:prstGeom>
          <a:solidFill>
            <a:srgbClr val="E8E0CF"/>
          </a:solidFill>
          <a:ln/>
        </p:spPr>
      </p:sp>
      <p:sp>
        <p:nvSpPr>
          <p:cNvPr id="7" name="Shape 4"/>
          <p:cNvSpPr/>
          <p:nvPr/>
        </p:nvSpPr>
        <p:spPr>
          <a:xfrm>
            <a:off x="11391900" y="2247900"/>
            <a:ext cx="114300" cy="1352550"/>
          </a:xfrm>
          <a:prstGeom prst="roundRect">
            <a:avLst>
              <a:gd name="adj" fmla="val 50000"/>
            </a:avLst>
          </a:prstGeom>
          <a:solidFill>
            <a:srgbClr val="0F766E"/>
          </a:solidFill>
          <a:ln/>
        </p:spPr>
      </p:sp>
      <p:sp>
        <p:nvSpPr>
          <p:cNvPr id="8" name="Text 5"/>
          <p:cNvSpPr/>
          <p:nvPr/>
        </p:nvSpPr>
        <p:spPr>
          <a:xfrm>
            <a:off x="11734800" y="2343150"/>
            <a:ext cx="5448300" cy="542925"/>
          </a:xfrm>
          <a:prstGeom prst="rect">
            <a:avLst/>
          </a:prstGeom>
          <a:noFill/>
          <a:ln/>
        </p:spPr>
        <p:txBody>
          <a:bodyPr wrap="square" lIns="0" tIns="0" rIns="0" bIns="0" rtlCol="0" anchor="ctr"/>
          <a:lstStyle/>
          <a:p>
            <a:pPr algn="l" indent="0" marL="0">
              <a:buNone/>
            </a:pPr>
            <a:r>
              <a:rPr lang="en-US" sz="2250" dirty="0" spc="-4" kern="0">
                <a:solidFill>
                  <a:srgbClr val="0F766E"/>
                </a:solidFill>
                <a:latin typeface="Be Vietnam Pro ExtraBold" pitchFamily="34" charset="0"/>
                <a:ea typeface="Be Vietnam Pro ExtraBold" pitchFamily="34" charset="-122"/>
                <a:cs typeface="Be Vietnam Pro ExtraBold" pitchFamily="34" charset="-120"/>
              </a:rPr>
              <a:t>Chiếm</a:t>
            </a:r>
            <a:r>
              <a:rPr lang="en-US" sz="2250" dirty="0" spc="48" kern="0">
                <a:solidFill>
                  <a:srgbClr val="0F766E"/>
                </a:solidFill>
                <a:latin typeface="Be Vietnam Pro ExtraBold" pitchFamily="34" charset="0"/>
                <a:ea typeface="Be Vietnam Pro ExtraBold" pitchFamily="34" charset="-122"/>
                <a:cs typeface="Be Vietnam Pro ExtraBold" pitchFamily="34" charset="-120"/>
              </a:rPr>
              <a:t> ưu</a:t>
            </a:r>
            <a:r>
              <a:rPr lang="en-US" sz="2250" dirty="0" spc="-2" kern="0">
                <a:solidFill>
                  <a:srgbClr val="0F766E"/>
                </a:solidFill>
                <a:latin typeface="Be Vietnam Pro ExtraBold" pitchFamily="34" charset="0"/>
                <a:ea typeface="Be Vietnam Pro ExtraBold" pitchFamily="34" charset="-122"/>
                <a:cs typeface="Be Vietnam Pro ExtraBold" pitchFamily="34" charset="-120"/>
              </a:rPr>
              <a:t> thế</a:t>
            </a:r>
            <a:endParaRPr lang="en-US" sz="2250" dirty="0"/>
          </a:p>
        </p:txBody>
      </p:sp>
      <p:sp>
        <p:nvSpPr>
          <p:cNvPr id="9" name="Text 6"/>
          <p:cNvSpPr/>
          <p:nvPr/>
        </p:nvSpPr>
        <p:spPr>
          <a:xfrm>
            <a:off x="11734800" y="2790825"/>
            <a:ext cx="5448300" cy="762000"/>
          </a:xfrm>
          <a:prstGeom prst="rect">
            <a:avLst/>
          </a:prstGeom>
          <a:noFill/>
          <a:ln/>
        </p:spPr>
        <p:txBody>
          <a:bodyPr wrap="square" lIns="0" tIns="14180" rIns="0" bIns="-14180" rtlCol="0" anchor="ctr"/>
          <a:lstStyle/>
          <a:p>
            <a:pPr algn="l" indent="0" marL="0">
              <a:lnSpc>
                <a:spcPts val="2933"/>
              </a:lnSpc>
              <a:buNone/>
            </a:pPr>
            <a:r>
              <a:rPr lang="en-US" sz="2550" dirty="0" spc="-6" kern="0">
                <a:solidFill>
                  <a:srgbClr val="14161C"/>
                </a:solidFill>
                <a:latin typeface="Be Vietnam Pro SemiBold" pitchFamily="34" charset="0"/>
                <a:ea typeface="Be Vietnam Pro SemiBold" pitchFamily="34" charset="-122"/>
                <a:cs typeface="Be Vietnam Pro SemiBold" pitchFamily="34" charset="-120"/>
              </a:rPr>
              <a:t>ammelide</a:t>
            </a:r>
            <a:r>
              <a:rPr lang="en-US" sz="2550" dirty="0" spc="0" kern="0">
                <a:solidFill>
                  <a:srgbClr val="14161C"/>
                </a:solidFill>
                <a:latin typeface="Be Vietnam Pro SemiBold" pitchFamily="34" charset="0"/>
                <a:ea typeface="Be Vietnam Pro SemiBold" pitchFamily="34" charset="-122"/>
                <a:cs typeface="Be Vietnam Pro SemiBold" pitchFamily="34" charset="-120"/>
              </a:rPr>
              <a:t> ~5,5%</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ở</a:t>
            </a:r>
            <a:r>
              <a:rPr lang="en-US" sz="2550" dirty="0" spc="2" kern="0">
                <a:solidFill>
                  <a:srgbClr val="14161C"/>
                </a:solidFill>
                <a:latin typeface="Be Vietnam Pro SemiBold" pitchFamily="34" charset="0"/>
                <a:ea typeface="Be Vietnam Pro SemiBold" pitchFamily="34" charset="-122"/>
                <a:cs typeface="Be Vietnam Pro SemiBold" pitchFamily="34" charset="-120"/>
              </a:rPr>
              <a:t> 350°C,</a:t>
            </a:r>
            <a:r>
              <a:rPr lang="en-US" sz="2550" dirty="0" spc="-3" kern="0">
                <a:solidFill>
                  <a:srgbClr val="14161C"/>
                </a:solidFill>
                <a:latin typeface="Be Vietnam Pro SemiBold" pitchFamily="34" charset="0"/>
                <a:ea typeface="Be Vietnam Pro SemiBold" pitchFamily="34" charset="-122"/>
                <a:cs typeface="Be Vietnam Pro SemiBold" pitchFamily="34" charset="-120"/>
              </a:rPr>
              <a:t> ~1%</a:t>
            </a:r>
            <a:r>
              <a:rPr lang="en-US" sz="2550" dirty="0" spc="-2" kern="0">
                <a:solidFill>
                  <a:srgbClr val="14161C"/>
                </a:solidFill>
                <a:latin typeface="Be Vietnam Pro SemiBold" pitchFamily="34" charset="0"/>
                <a:ea typeface="Be Vietnam Pro SemiBold" pitchFamily="34" charset="-122"/>
                <a:cs typeface="Be Vietnam Pro SemiBold" pitchFamily="34" charset="-120"/>
              </a:rPr>
              <a:t> ở</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400°C</a:t>
            </a:r>
            <a:endParaRPr lang="en-US" sz="2550" dirty="0"/>
          </a:p>
        </p:txBody>
      </p:sp>
      <p:sp>
        <p:nvSpPr>
          <p:cNvPr id="10" name="Shape 7"/>
          <p:cNvSpPr/>
          <p:nvPr/>
        </p:nvSpPr>
        <p:spPr>
          <a:xfrm>
            <a:off x="11391900" y="3829050"/>
            <a:ext cx="5981700" cy="1352550"/>
          </a:xfrm>
          <a:prstGeom prst="roundRect">
            <a:avLst>
              <a:gd name="adj" fmla="val 14085"/>
            </a:avLst>
          </a:prstGeom>
          <a:solidFill>
            <a:srgbClr val="E8E0CF"/>
          </a:solidFill>
          <a:ln/>
        </p:spPr>
      </p:sp>
      <p:sp>
        <p:nvSpPr>
          <p:cNvPr id="11" name="Shape 8"/>
          <p:cNvSpPr/>
          <p:nvPr/>
        </p:nvSpPr>
        <p:spPr>
          <a:xfrm>
            <a:off x="11391900" y="3829050"/>
            <a:ext cx="114300" cy="1352550"/>
          </a:xfrm>
          <a:prstGeom prst="roundRect">
            <a:avLst>
              <a:gd name="adj" fmla="val 50000"/>
            </a:avLst>
          </a:prstGeom>
          <a:solidFill>
            <a:srgbClr val="E8472B"/>
          </a:solidFill>
          <a:ln/>
        </p:spPr>
      </p:sp>
      <p:sp>
        <p:nvSpPr>
          <p:cNvPr id="12" name="Text 9"/>
          <p:cNvSpPr/>
          <p:nvPr/>
        </p:nvSpPr>
        <p:spPr>
          <a:xfrm>
            <a:off x="11734800" y="3924300"/>
            <a:ext cx="5448300" cy="542925"/>
          </a:xfrm>
          <a:prstGeom prst="rect">
            <a:avLst/>
          </a:prstGeom>
          <a:noFill/>
          <a:ln/>
        </p:spPr>
        <p:txBody>
          <a:bodyPr wrap="square" lIns="0" tIns="0" rIns="0" bIns="0" rtlCol="0" anchor="ctr"/>
          <a:lstStyle/>
          <a:p>
            <a:pPr algn="l" indent="0" marL="0">
              <a:buNone/>
            </a:pPr>
            <a:r>
              <a:rPr lang="en-US" sz="2250" dirty="0" spc="3" kern="0">
                <a:solidFill>
                  <a:srgbClr val="E8472B"/>
                </a:solidFill>
                <a:latin typeface="Be Vietnam Pro ExtraBold" pitchFamily="34" charset="0"/>
                <a:ea typeface="Be Vietnam Pro ExtraBold" pitchFamily="34" charset="-122"/>
                <a:cs typeface="Be Vietnam Pro ExtraBold" pitchFamily="34" charset="-120"/>
              </a:rPr>
              <a:t>Giảm</a:t>
            </a:r>
            <a:endParaRPr lang="en-US" sz="2250" dirty="0"/>
          </a:p>
        </p:txBody>
      </p:sp>
      <p:sp>
        <p:nvSpPr>
          <p:cNvPr id="13" name="Text 10"/>
          <p:cNvSpPr/>
          <p:nvPr/>
        </p:nvSpPr>
        <p:spPr>
          <a:xfrm>
            <a:off x="11734800" y="4371975"/>
            <a:ext cx="5448300" cy="762000"/>
          </a:xfrm>
          <a:prstGeom prst="rect">
            <a:avLst/>
          </a:prstGeom>
          <a:noFill/>
          <a:ln/>
        </p:spPr>
        <p:txBody>
          <a:bodyPr wrap="square" lIns="0" tIns="14180" rIns="0" bIns="-14180" rtlCol="0" anchor="ctr"/>
          <a:lstStyle/>
          <a:p>
            <a:pPr algn="l" indent="0" marL="0">
              <a:lnSpc>
                <a:spcPts val="2933"/>
              </a:lnSpc>
              <a:buNone/>
            </a:pPr>
            <a:r>
              <a:rPr lang="en-US" sz="2550" dirty="0" spc="-13" kern="0">
                <a:solidFill>
                  <a:srgbClr val="14161C"/>
                </a:solidFill>
                <a:latin typeface="Be Vietnam Pro SemiBold" pitchFamily="34" charset="0"/>
                <a:ea typeface="Be Vietnam Pro SemiBold" pitchFamily="34" charset="-122"/>
                <a:cs typeface="Be Vietnam Pro SemiBold" pitchFamily="34" charset="-120"/>
              </a:rPr>
              <a:t>cyanuric</a:t>
            </a:r>
            <a:r>
              <a:rPr lang="en-US" sz="2550" dirty="0" spc="4" kern="0">
                <a:solidFill>
                  <a:srgbClr val="14161C"/>
                </a:solidFill>
                <a:latin typeface="Be Vietnam Pro SemiBold" pitchFamily="34" charset="0"/>
                <a:ea typeface="Be Vietnam Pro SemiBold" pitchFamily="34" charset="-122"/>
                <a:cs typeface="Be Vietnam Pro SemiBold" pitchFamily="34" charset="-120"/>
              </a:rPr>
              <a:t> acid</a:t>
            </a:r>
            <a:r>
              <a:rPr lang="en-US" sz="2550" dirty="0" spc="-3" kern="0">
                <a:solidFill>
                  <a:srgbClr val="14161C"/>
                </a:solidFill>
                <a:latin typeface="Be Vietnam Pro SemiBold" pitchFamily="34" charset="0"/>
                <a:ea typeface="Be Vietnam Pro SemiBold" pitchFamily="34" charset="-122"/>
                <a:cs typeface="Be Vietnam Pro SemiBold" pitchFamily="34" charset="-120"/>
              </a:rPr>
              <a:t> ~2%</a:t>
            </a:r>
            <a:r>
              <a:rPr lang="en-US" sz="2550" dirty="0" spc="-19" kern="0">
                <a:solidFill>
                  <a:srgbClr val="14161C"/>
                </a:solidFill>
                <a:latin typeface="Be Vietnam Pro SemiBold" pitchFamily="34" charset="0"/>
                <a:ea typeface="Be Vietnam Pro SemiBold" pitchFamily="34" charset="-122"/>
                <a:cs typeface="Be Vietnam Pro SemiBold" pitchFamily="34" charset="-120"/>
              </a:rPr>
              <a:t> rồi</a:t>
            </a:r>
            <a:r>
              <a:rPr lang="en-US" sz="2550" dirty="0" spc="-2" kern="0">
                <a:solidFill>
                  <a:srgbClr val="14161C"/>
                </a:solidFill>
                <a:latin typeface="Be Vietnam Pro SemiBold" pitchFamily="34" charset="0"/>
                <a:ea typeface="Be Vietnam Pro SemiBold" pitchFamily="34" charset="-122"/>
                <a:cs typeface="Be Vietnam Pro SemiBold" pitchFamily="34" charset="-120"/>
              </a:rPr>
              <a:t> ~0;</a:t>
            </a:r>
            <a:r>
              <a:rPr lang="en-US" sz="2550" dirty="0" spc="-5" kern="0">
                <a:solidFill>
                  <a:srgbClr val="14161C"/>
                </a:solidFill>
                <a:latin typeface="Be Vietnam Pro SemiBold" pitchFamily="34" charset="0"/>
                <a:ea typeface="Be Vietnam Pro SemiBold" pitchFamily="34" charset="-122"/>
                <a:cs typeface="Be Vietnam Pro SemiBold" pitchFamily="34" charset="-120"/>
              </a:rPr>
              <a:t> ammelide</a:t>
            </a:r>
            <a:r>
              <a:rPr lang="en-US" sz="2550" dirty="0" spc="-20" kern="0">
                <a:solidFill>
                  <a:srgbClr val="14161C"/>
                </a:solidFill>
                <a:latin typeface="Be Vietnam Pro SemiBold" pitchFamily="34" charset="0"/>
                <a:ea typeface="Be Vietnam Pro SemiBold" pitchFamily="34" charset="-122"/>
                <a:cs typeface="Be Vietnam Pro SemiBold" pitchFamily="34" charset="-120"/>
              </a:rPr>
              <a:t> về</a:t>
            </a:r>
            <a:r>
              <a:rPr lang="en-US" sz="2550" dirty="0" spc="0" kern="0">
                <a:solidFill>
                  <a:srgbClr val="14161C"/>
                </a:solidFill>
                <a:latin typeface="Be Vietnam Pro SemiBold" pitchFamily="34" charset="0"/>
                <a:ea typeface="Be Vietnam Pro SemiBold" pitchFamily="34" charset="-122"/>
                <a:cs typeface="Be Vietnam Pro SemiBold" pitchFamily="34" charset="-120"/>
              </a:rPr>
              <a:t> 0</a:t>
            </a:r>
            <a:r>
              <a:rPr lang="en-US" sz="2550" dirty="0" spc="-2" kern="0">
                <a:solidFill>
                  <a:srgbClr val="14161C"/>
                </a:solidFill>
                <a:latin typeface="Be Vietnam Pro SemiBold" pitchFamily="34" charset="0"/>
                <a:ea typeface="Be Vietnam Pro SemiBold" pitchFamily="34" charset="-122"/>
                <a:cs typeface="Be Vietnam Pro SemiBold" pitchFamily="34" charset="-120"/>
              </a:rPr>
              <a:t> ở</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450°C</a:t>
            </a:r>
            <a:endParaRPr lang="en-US" sz="2550" dirty="0"/>
          </a:p>
        </p:txBody>
      </p:sp>
      <p:sp>
        <p:nvSpPr>
          <p:cNvPr id="14" name="Shape 11"/>
          <p:cNvSpPr/>
          <p:nvPr/>
        </p:nvSpPr>
        <p:spPr>
          <a:xfrm>
            <a:off x="11391900" y="5410200"/>
            <a:ext cx="5981700" cy="1352550"/>
          </a:xfrm>
          <a:prstGeom prst="roundRect">
            <a:avLst>
              <a:gd name="adj" fmla="val 14085"/>
            </a:avLst>
          </a:prstGeom>
          <a:solidFill>
            <a:srgbClr val="E8E0CF"/>
          </a:solidFill>
          <a:ln/>
        </p:spPr>
      </p:sp>
      <p:sp>
        <p:nvSpPr>
          <p:cNvPr id="15" name="Shape 12"/>
          <p:cNvSpPr/>
          <p:nvPr/>
        </p:nvSpPr>
        <p:spPr>
          <a:xfrm>
            <a:off x="11391900" y="5410200"/>
            <a:ext cx="114300" cy="1352550"/>
          </a:xfrm>
          <a:prstGeom prst="roundRect">
            <a:avLst>
              <a:gd name="adj" fmla="val 50000"/>
            </a:avLst>
          </a:prstGeom>
          <a:solidFill>
            <a:srgbClr val="1F3FD1"/>
          </a:solidFill>
          <a:ln/>
        </p:spPr>
      </p:sp>
      <p:sp>
        <p:nvSpPr>
          <p:cNvPr id="16" name="Text 13"/>
          <p:cNvSpPr/>
          <p:nvPr/>
        </p:nvSpPr>
        <p:spPr>
          <a:xfrm>
            <a:off x="11734800" y="5505450"/>
            <a:ext cx="5448300" cy="542925"/>
          </a:xfrm>
          <a:prstGeom prst="rect">
            <a:avLst/>
          </a:prstGeom>
          <a:noFill/>
          <a:ln/>
        </p:spPr>
        <p:txBody>
          <a:bodyPr wrap="square" lIns="0" tIns="0" rIns="0" bIns="0" rtlCol="0" anchor="ctr"/>
          <a:lstStyle/>
          <a:p>
            <a:pPr algn="l" indent="0" marL="0">
              <a:buNone/>
            </a:pPr>
            <a:r>
              <a:rPr lang="en-US" sz="2250" dirty="0" spc="0" kern="0">
                <a:solidFill>
                  <a:srgbClr val="1F3FD1"/>
                </a:solidFill>
                <a:latin typeface="Be Vietnam Pro ExtraBold" pitchFamily="34" charset="0"/>
                <a:ea typeface="Be Vietnam Pro ExtraBold" pitchFamily="34" charset="-122"/>
                <a:cs typeface="Be Vietnam Pro ExtraBold" pitchFamily="34" charset="-120"/>
              </a:rPr>
              <a:t>Phản</a:t>
            </a:r>
            <a:r>
              <a:rPr lang="en-US" sz="2250" dirty="0" spc="27" kern="0">
                <a:solidFill>
                  <a:srgbClr val="1F3FD1"/>
                </a:solidFill>
                <a:latin typeface="Be Vietnam Pro ExtraBold" pitchFamily="34" charset="0"/>
                <a:ea typeface="Be Vietnam Pro ExtraBold" pitchFamily="34" charset="-122"/>
                <a:cs typeface="Be Vietnam Pro ExtraBold" pitchFamily="34" charset="-120"/>
              </a:rPr>
              <a:t> ứng</a:t>
            </a:r>
            <a:endParaRPr lang="en-US" sz="2250" dirty="0"/>
          </a:p>
        </p:txBody>
      </p:sp>
      <p:sp>
        <p:nvSpPr>
          <p:cNvPr id="17" name="Text 14"/>
          <p:cNvSpPr/>
          <p:nvPr/>
        </p:nvSpPr>
        <p:spPr>
          <a:xfrm>
            <a:off x="11734800" y="5953125"/>
            <a:ext cx="5448300" cy="762000"/>
          </a:xfrm>
          <a:prstGeom prst="rect">
            <a:avLst/>
          </a:prstGeom>
          <a:noFill/>
          <a:ln/>
        </p:spPr>
        <p:txBody>
          <a:bodyPr wrap="square" lIns="0" tIns="14180" rIns="0" bIns="-14180" rtlCol="0" anchor="ctr"/>
          <a:lstStyle/>
          <a:p>
            <a:pPr algn="l" indent="0" marL="0">
              <a:lnSpc>
                <a:spcPts val="2933"/>
              </a:lnSpc>
              <a:buNone/>
            </a:pPr>
            <a:r>
              <a:rPr lang="en-US" sz="2550" dirty="0" spc="-13" kern="0">
                <a:solidFill>
                  <a:srgbClr val="14161C"/>
                </a:solidFill>
                <a:latin typeface="Be Vietnam Pro SemiBold" pitchFamily="34" charset="0"/>
                <a:ea typeface="Be Vietnam Pro SemiBold" pitchFamily="34" charset="-122"/>
                <a:cs typeface="Be Vietnam Pro SemiBold" pitchFamily="34" charset="-120"/>
              </a:rPr>
              <a:t>cyanuric</a:t>
            </a:r>
            <a:r>
              <a:rPr lang="en-US" sz="2550" dirty="0" spc="4" kern="0">
                <a:solidFill>
                  <a:srgbClr val="14161C"/>
                </a:solidFill>
                <a:latin typeface="Be Vietnam Pro SemiBold" pitchFamily="34" charset="0"/>
                <a:ea typeface="Be Vietnam Pro SemiBold" pitchFamily="34" charset="-122"/>
                <a:cs typeface="Be Vietnam Pro SemiBold" pitchFamily="34" charset="-120"/>
              </a:rPr>
              <a:t> acid</a:t>
            </a:r>
            <a:r>
              <a:rPr lang="en-US" sz="2550" dirty="0" spc="-2" kern="0">
                <a:solidFill>
                  <a:srgbClr val="14161C"/>
                </a:solidFill>
                <a:latin typeface="Be Vietnam Pro SemiBold" pitchFamily="34" charset="0"/>
                <a:ea typeface="Be Vietnam Pro SemiBold" pitchFamily="34" charset="-122"/>
                <a:cs typeface="Be Vietnam Pro SemiBold" pitchFamily="34" charset="-120"/>
              </a:rPr>
              <a:t> thăng</a:t>
            </a:r>
            <a:r>
              <a:rPr lang="en-US" sz="2550" dirty="0" spc="-5" kern="0">
                <a:solidFill>
                  <a:srgbClr val="14161C"/>
                </a:solidFill>
                <a:latin typeface="Be Vietnam Pro SemiBold" pitchFamily="34" charset="0"/>
                <a:ea typeface="Be Vietnam Pro SemiBold" pitchFamily="34" charset="-122"/>
                <a:cs typeface="Be Vietnam Pro SemiBold" pitchFamily="34" charset="-120"/>
              </a:rPr>
              <a:t> hoa, ammelide</a:t>
            </a:r>
            <a:r>
              <a:rPr lang="en-US" sz="2550" dirty="0" spc="-3" kern="0">
                <a:solidFill>
                  <a:srgbClr val="14161C"/>
                </a:solidFill>
                <a:latin typeface="Be Vietnam Pro SemiBold" pitchFamily="34" charset="0"/>
                <a:ea typeface="Be Vietnam Pro SemiBold" pitchFamily="34" charset="-122"/>
                <a:cs typeface="Be Vietnam Pro SemiBold" pitchFamily="34" charset="-120"/>
              </a:rPr>
              <a:t> phân</a:t>
            </a:r>
            <a:r>
              <a:rPr lang="en-US" sz="2550" dirty="0" spc="0" kern="0">
                <a:solidFill>
                  <a:srgbClr val="14161C"/>
                </a:solidFill>
                <a:latin typeface="Be Vietnam Pro SemiBold" pitchFamily="34" charset="0"/>
                <a:ea typeface="Be Vietnam Pro SemiBold" pitchFamily="34" charset="-122"/>
                <a:cs typeface="Be Vietnam Pro SemiBold" pitchFamily="34" charset="-120"/>
              </a:rPr>
              <a:t> hủy</a:t>
            </a:r>
            <a:r>
              <a:rPr lang="en-US" sz="2550" dirty="0" spc="-16" kern="0">
                <a:solidFill>
                  <a:srgbClr val="14161C"/>
                </a:solidFill>
                <a:latin typeface="Be Vietnam Pro SemiBold" pitchFamily="34" charset="0"/>
                <a:ea typeface="Be Vietnam Pro SemiBold" pitchFamily="34" charset="-122"/>
                <a:cs typeface="Be Vietnam Pro SemiBold" pitchFamily="34" charset="-120"/>
              </a:rPr>
              <a:t> trên</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~360°C</a:t>
            </a:r>
            <a:endParaRPr lang="en-US" sz="2550" dirty="0"/>
          </a:p>
        </p:txBody>
      </p:sp>
      <p:sp>
        <p:nvSpPr>
          <p:cNvPr id="18" name="Shape 15"/>
          <p:cNvSpPr/>
          <p:nvPr/>
        </p:nvSpPr>
        <p:spPr>
          <a:xfrm>
            <a:off x="11391900" y="6991350"/>
            <a:ext cx="5981700" cy="1352550"/>
          </a:xfrm>
          <a:prstGeom prst="roundRect">
            <a:avLst>
              <a:gd name="adj" fmla="val 14085"/>
            </a:avLst>
          </a:prstGeom>
          <a:solidFill>
            <a:srgbClr val="E8E0CF"/>
          </a:solidFill>
          <a:ln/>
        </p:spPr>
      </p:sp>
      <p:sp>
        <p:nvSpPr>
          <p:cNvPr id="19" name="Shape 16"/>
          <p:cNvSpPr/>
          <p:nvPr/>
        </p:nvSpPr>
        <p:spPr>
          <a:xfrm>
            <a:off x="11391900" y="6991350"/>
            <a:ext cx="114300" cy="1352550"/>
          </a:xfrm>
          <a:prstGeom prst="roundRect">
            <a:avLst>
              <a:gd name="adj" fmla="val 50000"/>
            </a:avLst>
          </a:prstGeom>
          <a:solidFill>
            <a:srgbClr val="B45309"/>
          </a:solidFill>
          <a:ln/>
        </p:spPr>
      </p:sp>
      <p:sp>
        <p:nvSpPr>
          <p:cNvPr id="20" name="Text 17"/>
          <p:cNvSpPr/>
          <p:nvPr/>
        </p:nvSpPr>
        <p:spPr>
          <a:xfrm>
            <a:off x="11734800" y="7086600"/>
            <a:ext cx="5448300" cy="542925"/>
          </a:xfrm>
          <a:prstGeom prst="rect">
            <a:avLst/>
          </a:prstGeom>
          <a:noFill/>
          <a:ln/>
        </p:spPr>
        <p:txBody>
          <a:bodyPr wrap="square" lIns="0" tIns="0" rIns="0" bIns="0" rtlCol="0" anchor="ctr"/>
          <a:lstStyle/>
          <a:p>
            <a:pPr algn="l" indent="0" marL="0">
              <a:buNone/>
            </a:pPr>
            <a:r>
              <a:rPr lang="en-US" sz="2250" dirty="0" spc="6" kern="0">
                <a:solidFill>
                  <a:srgbClr val="B45309"/>
                </a:solidFill>
                <a:latin typeface="Be Vietnam Pro ExtraBold" pitchFamily="34" charset="0"/>
                <a:ea typeface="Be Vietnam Pro ExtraBold" pitchFamily="34" charset="-122"/>
                <a:cs typeface="Be Vietnam Pro ExtraBold" pitchFamily="34" charset="-120"/>
              </a:rPr>
              <a:t>Ý</a:t>
            </a:r>
            <a:r>
              <a:rPr lang="en-US" sz="2250" dirty="0" spc="-1" kern="0">
                <a:solidFill>
                  <a:srgbClr val="B45309"/>
                </a:solidFill>
                <a:latin typeface="Be Vietnam Pro ExtraBold" pitchFamily="34" charset="0"/>
                <a:ea typeface="Be Vietnam Pro ExtraBold" pitchFamily="34" charset="-122"/>
                <a:cs typeface="Be Vietnam Pro ExtraBold" pitchFamily="34" charset="-120"/>
              </a:rPr>
              <a:t> nghĩa</a:t>
            </a:r>
            <a:endParaRPr lang="en-US" sz="2250" dirty="0"/>
          </a:p>
        </p:txBody>
      </p:sp>
      <p:sp>
        <p:nvSpPr>
          <p:cNvPr id="21" name="Text 18"/>
          <p:cNvSpPr/>
          <p:nvPr/>
        </p:nvSpPr>
        <p:spPr>
          <a:xfrm>
            <a:off x="11734800" y="7534275"/>
            <a:ext cx="5448300" cy="762000"/>
          </a:xfrm>
          <a:prstGeom prst="rect">
            <a:avLst/>
          </a:prstGeom>
          <a:noFill/>
          <a:ln/>
        </p:spPr>
        <p:txBody>
          <a:bodyPr wrap="square" lIns="0" tIns="14180" rIns="0" bIns="-14180" rtlCol="0" anchor="ctr"/>
          <a:lstStyle/>
          <a:p>
            <a:pPr algn="l" indent="0" marL="0">
              <a:lnSpc>
                <a:spcPts val="2933"/>
              </a:lnSpc>
              <a:buNone/>
            </a:pPr>
            <a:r>
              <a:rPr lang="en-US" sz="2550" dirty="0" spc="-3" kern="0">
                <a:solidFill>
                  <a:srgbClr val="14161C"/>
                </a:solidFill>
                <a:latin typeface="Be Vietnam Pro SemiBold" pitchFamily="34" charset="0"/>
                <a:ea typeface="Be Vietnam Pro SemiBold" pitchFamily="34" charset="-122"/>
                <a:cs typeface="Be Vietnam Pro SemiBold" pitchFamily="34" charset="-120"/>
              </a:rPr>
              <a:t>từ</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400°C</a:t>
            </a:r>
            <a:r>
              <a:rPr lang="en-US" sz="2550" dirty="0" spc="-10" kern="0">
                <a:solidFill>
                  <a:srgbClr val="14161C"/>
                </a:solidFill>
                <a:latin typeface="Be Vietnam Pro SemiBold" pitchFamily="34" charset="0"/>
                <a:ea typeface="Be Vietnam Pro SemiBold" pitchFamily="34" charset="-122"/>
                <a:cs typeface="Be Vietnam Pro SemiBold" pitchFamily="34" charset="-120"/>
              </a:rPr>
              <a:t> tổng</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chỉ</a:t>
            </a:r>
            <a:r>
              <a:rPr lang="en-US" sz="2550" dirty="0" spc="-4" kern="0">
                <a:solidFill>
                  <a:srgbClr val="14161C"/>
                </a:solidFill>
                <a:latin typeface="Be Vietnam Pro SemiBold" pitchFamily="34" charset="0"/>
                <a:ea typeface="Be Vietnam Pro SemiBold" pitchFamily="34" charset="-122"/>
                <a:cs typeface="Be Vietnam Pro SemiBold" pitchFamily="34" charset="-120"/>
              </a:rPr>
              <a:t> còn</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~2,5%</a:t>
            </a:r>
            <a:r>
              <a:rPr lang="en-US" sz="2550" dirty="0" spc="-19" kern="0">
                <a:solidFill>
                  <a:srgbClr val="14161C"/>
                </a:solidFill>
                <a:latin typeface="Be Vietnam Pro SemiBold" pitchFamily="34" charset="0"/>
                <a:ea typeface="Be Vietnam Pro SemiBold" pitchFamily="34" charset="-122"/>
                <a:cs typeface="Be Vietnam Pro SemiBold" pitchFamily="34" charset="-120"/>
              </a:rPr>
              <a:t> rồi</a:t>
            </a:r>
            <a:r>
              <a:rPr lang="en-US" sz="2550" dirty="0" spc="-2" kern="0">
                <a:solidFill>
                  <a:srgbClr val="14161C"/>
                </a:solidFill>
                <a:latin typeface="Be Vietnam Pro SemiBold" pitchFamily="34" charset="0"/>
                <a:ea typeface="Be Vietnam Pro SemiBold" pitchFamily="34" charset="-122"/>
                <a:cs typeface="Be Vietnam Pro SemiBold" pitchFamily="34" charset="-120"/>
              </a:rPr>
              <a:t> ~1%</a:t>
            </a:r>
            <a:endParaRPr lang="en-US" sz="2550" dirty="0"/>
          </a:p>
        </p:txBody>
      </p:sp>
      <p:sp>
        <p:nvSpPr>
          <p:cNvPr id="22"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 [S4]</a:t>
            </a:r>
            <a:endParaRPr lang="en-US" sz="1800" dirty="0"/>
          </a:p>
        </p:txBody>
      </p:sp>
      <p:sp>
        <p:nvSpPr>
          <p:cNvPr id="23" name="Shape 20"/>
          <p:cNvSpPr/>
          <p:nvPr/>
        </p:nvSpPr>
        <p:spPr>
          <a:xfrm>
            <a:off x="942975" y="9563100"/>
            <a:ext cx="114300" cy="114300"/>
          </a:xfrm>
          <a:prstGeom prst="ellipse">
            <a:avLst/>
          </a:prstGeom>
          <a:solidFill>
            <a:srgbClr val="14161C">
              <a:alpha val="28000"/>
            </a:srgbClr>
          </a:solidFill>
          <a:ln/>
        </p:spPr>
      </p:sp>
      <p:sp>
        <p:nvSpPr>
          <p:cNvPr id="24" name="Shape 21"/>
          <p:cNvSpPr/>
          <p:nvPr/>
        </p:nvSpPr>
        <p:spPr>
          <a:xfrm>
            <a:off x="1171575" y="9563100"/>
            <a:ext cx="114300" cy="114300"/>
          </a:xfrm>
          <a:prstGeom prst="ellipse">
            <a:avLst/>
          </a:prstGeom>
          <a:solidFill>
            <a:srgbClr val="14161C">
              <a:alpha val="28000"/>
            </a:srgbClr>
          </a:solidFill>
          <a:ln/>
        </p:spPr>
      </p:sp>
      <p:sp>
        <p:nvSpPr>
          <p:cNvPr id="25" name="Shape 22"/>
          <p:cNvSpPr/>
          <p:nvPr/>
        </p:nvSpPr>
        <p:spPr>
          <a:xfrm>
            <a:off x="1400175" y="9563100"/>
            <a:ext cx="114300" cy="114300"/>
          </a:xfrm>
          <a:prstGeom prst="ellipse">
            <a:avLst/>
          </a:prstGeom>
          <a:solidFill>
            <a:srgbClr val="14161C">
              <a:alpha val="28000"/>
            </a:srgbClr>
          </a:solidFill>
          <a:ln/>
        </p:spPr>
      </p:sp>
      <p:sp>
        <p:nvSpPr>
          <p:cNvPr id="26" name="Shape 23"/>
          <p:cNvSpPr/>
          <p:nvPr/>
        </p:nvSpPr>
        <p:spPr>
          <a:xfrm>
            <a:off x="1628775" y="9563100"/>
            <a:ext cx="114300" cy="114300"/>
          </a:xfrm>
          <a:prstGeom prst="ellipse">
            <a:avLst/>
          </a:prstGeom>
          <a:solidFill>
            <a:srgbClr val="14161C">
              <a:alpha val="28000"/>
            </a:srgbClr>
          </a:solidFill>
          <a:ln/>
        </p:spPr>
      </p:sp>
      <p:sp>
        <p:nvSpPr>
          <p:cNvPr id="27" name="Shape 24"/>
          <p:cNvSpPr/>
          <p:nvPr/>
        </p:nvSpPr>
        <p:spPr>
          <a:xfrm>
            <a:off x="1857375" y="9563100"/>
            <a:ext cx="114300" cy="114300"/>
          </a:xfrm>
          <a:prstGeom prst="ellipse">
            <a:avLst/>
          </a:prstGeom>
          <a:solidFill>
            <a:srgbClr val="14161C">
              <a:alpha val="28000"/>
            </a:srgbClr>
          </a:solidFill>
          <a:ln/>
        </p:spPr>
      </p:sp>
      <p:sp>
        <p:nvSpPr>
          <p:cNvPr id="28" name="Shape 25"/>
          <p:cNvSpPr/>
          <p:nvPr/>
        </p:nvSpPr>
        <p:spPr>
          <a:xfrm>
            <a:off x="2085975" y="9563100"/>
            <a:ext cx="114300" cy="114300"/>
          </a:xfrm>
          <a:prstGeom prst="ellipse">
            <a:avLst/>
          </a:prstGeom>
          <a:solidFill>
            <a:srgbClr val="14161C">
              <a:alpha val="28000"/>
            </a:srgbClr>
          </a:solidFill>
          <a:ln/>
        </p:spPr>
      </p:sp>
      <p:sp>
        <p:nvSpPr>
          <p:cNvPr id="29" name="Shape 26"/>
          <p:cNvSpPr/>
          <p:nvPr/>
        </p:nvSpPr>
        <p:spPr>
          <a:xfrm>
            <a:off x="2314575" y="9563100"/>
            <a:ext cx="114300" cy="114300"/>
          </a:xfrm>
          <a:prstGeom prst="ellipse">
            <a:avLst/>
          </a:prstGeom>
          <a:solidFill>
            <a:srgbClr val="14161C">
              <a:alpha val="28000"/>
            </a:srgbClr>
          </a:solidFill>
          <a:ln/>
        </p:spPr>
      </p:sp>
      <p:sp>
        <p:nvSpPr>
          <p:cNvPr id="30" name="Shape 27"/>
          <p:cNvSpPr/>
          <p:nvPr/>
        </p:nvSpPr>
        <p:spPr>
          <a:xfrm>
            <a:off x="2543175" y="9563100"/>
            <a:ext cx="114300" cy="114300"/>
          </a:xfrm>
          <a:prstGeom prst="ellipse">
            <a:avLst/>
          </a:prstGeom>
          <a:solidFill>
            <a:srgbClr val="14161C">
              <a:alpha val="28000"/>
            </a:srgbClr>
          </a:solidFill>
          <a:ln/>
        </p:spPr>
      </p:sp>
      <p:sp>
        <p:nvSpPr>
          <p:cNvPr id="31" name="Shape 28"/>
          <p:cNvSpPr/>
          <p:nvPr/>
        </p:nvSpPr>
        <p:spPr>
          <a:xfrm>
            <a:off x="2771775" y="9563100"/>
            <a:ext cx="114300" cy="114300"/>
          </a:xfrm>
          <a:prstGeom prst="ellipse">
            <a:avLst/>
          </a:prstGeom>
          <a:solidFill>
            <a:srgbClr val="14161C">
              <a:alpha val="28000"/>
            </a:srgbClr>
          </a:solidFill>
          <a:ln/>
        </p:spPr>
      </p:sp>
      <p:sp>
        <p:nvSpPr>
          <p:cNvPr id="32" name="Shape 29"/>
          <p:cNvSpPr/>
          <p:nvPr/>
        </p:nvSpPr>
        <p:spPr>
          <a:xfrm>
            <a:off x="2981325" y="9544050"/>
            <a:ext cx="152400" cy="152400"/>
          </a:xfrm>
          <a:prstGeom prst="ellipse">
            <a:avLst/>
          </a:prstGeom>
          <a:solidFill>
            <a:srgbClr val="E8472B"/>
          </a:solidFill>
          <a:ln/>
        </p:spPr>
      </p:sp>
      <p:sp>
        <p:nvSpPr>
          <p:cNvPr id="33" name="Shape 30"/>
          <p:cNvSpPr/>
          <p:nvPr/>
        </p:nvSpPr>
        <p:spPr>
          <a:xfrm>
            <a:off x="3228975" y="9563100"/>
            <a:ext cx="114300" cy="114300"/>
          </a:xfrm>
          <a:prstGeom prst="ellipse">
            <a:avLst/>
          </a:prstGeom>
          <a:solidFill>
            <a:srgbClr val="14161C">
              <a:alpha val="28000"/>
            </a:srgbClr>
          </a:solidFill>
          <a:ln/>
        </p:spPr>
      </p:sp>
      <p:sp>
        <p:nvSpPr>
          <p:cNvPr id="34" name="Shape 31"/>
          <p:cNvSpPr/>
          <p:nvPr/>
        </p:nvSpPr>
        <p:spPr>
          <a:xfrm>
            <a:off x="3457575" y="9563100"/>
            <a:ext cx="114300" cy="114300"/>
          </a:xfrm>
          <a:prstGeom prst="ellipse">
            <a:avLst/>
          </a:prstGeom>
          <a:solidFill>
            <a:srgbClr val="14161C">
              <a:alpha val="28000"/>
            </a:srgbClr>
          </a:solidFill>
          <a:ln/>
        </p:spPr>
      </p:sp>
      <p:sp>
        <p:nvSpPr>
          <p:cNvPr id="35" name="Shape 32"/>
          <p:cNvSpPr/>
          <p:nvPr/>
        </p:nvSpPr>
        <p:spPr>
          <a:xfrm>
            <a:off x="3686175" y="9563100"/>
            <a:ext cx="114300" cy="114300"/>
          </a:xfrm>
          <a:prstGeom prst="ellipse">
            <a:avLst/>
          </a:prstGeom>
          <a:solidFill>
            <a:srgbClr val="14161C">
              <a:alpha val="28000"/>
            </a:srgbClr>
          </a:solidFill>
          <a:ln/>
        </p:spPr>
      </p:sp>
      <p:sp>
        <p:nvSpPr>
          <p:cNvPr id="36" name="Shape 33"/>
          <p:cNvSpPr/>
          <p:nvPr/>
        </p:nvSpPr>
        <p:spPr>
          <a:xfrm>
            <a:off x="3914775" y="9563100"/>
            <a:ext cx="114300" cy="114300"/>
          </a:xfrm>
          <a:prstGeom prst="ellipse">
            <a:avLst/>
          </a:prstGeom>
          <a:solidFill>
            <a:srgbClr val="14161C">
              <a:alpha val="28000"/>
            </a:srgbClr>
          </a:solidFill>
          <a:ln/>
        </p:spPr>
      </p:sp>
      <p:sp>
        <p:nvSpPr>
          <p:cNvPr id="37" name="Shape 34"/>
          <p:cNvSpPr/>
          <p:nvPr/>
        </p:nvSpPr>
        <p:spPr>
          <a:xfrm>
            <a:off x="4143375" y="9563100"/>
            <a:ext cx="114300" cy="114300"/>
          </a:xfrm>
          <a:prstGeom prst="ellipse">
            <a:avLst/>
          </a:prstGeom>
          <a:solidFill>
            <a:srgbClr val="14161C">
              <a:alpha val="28000"/>
            </a:srgbClr>
          </a:solidFill>
          <a:ln/>
        </p:spPr>
      </p:sp>
      <p:sp>
        <p:nvSpPr>
          <p:cNvPr id="38" name="Shape 35"/>
          <p:cNvSpPr/>
          <p:nvPr/>
        </p:nvSpPr>
        <p:spPr>
          <a:xfrm>
            <a:off x="4371975" y="9563100"/>
            <a:ext cx="114300" cy="114300"/>
          </a:xfrm>
          <a:prstGeom prst="ellipse">
            <a:avLst/>
          </a:prstGeom>
          <a:solidFill>
            <a:srgbClr val="14161C">
              <a:alpha val="28000"/>
            </a:srgbClr>
          </a:solidFill>
          <a:ln/>
        </p:spPr>
      </p:sp>
      <p:sp>
        <p:nvSpPr>
          <p:cNvPr id="39" name="Shape 36"/>
          <p:cNvSpPr/>
          <p:nvPr/>
        </p:nvSpPr>
        <p:spPr>
          <a:xfrm>
            <a:off x="4600575" y="9563100"/>
            <a:ext cx="114300" cy="114300"/>
          </a:xfrm>
          <a:prstGeom prst="ellipse">
            <a:avLst/>
          </a:prstGeom>
          <a:solidFill>
            <a:srgbClr val="14161C">
              <a:alpha val="28000"/>
            </a:srgbClr>
          </a:solidFill>
          <a:ln/>
        </p:spPr>
      </p:sp>
      <p:sp>
        <p:nvSpPr>
          <p:cNvPr id="40" name="Text 37"/>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Multiple-report</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0" kern="0">
                <a:solidFill>
                  <a:srgbClr val="6B6A66"/>
                </a:solidFill>
                <a:latin typeface="Be Vietnam Pro" pitchFamily="34" charset="0"/>
                <a:ea typeface="Be Vietnam Pro" pitchFamily="34" charset="-122"/>
                <a:cs typeface="Be Vietnam Pro" pitchFamily="34" charset="-120"/>
              </a:rPr>
              <a:t> L17</a:t>
            </a:r>
            <a:r>
              <a:rPr lang="en-US" sz="1800" dirty="0" spc="-2" kern="0">
                <a:solidFill>
                  <a:srgbClr val="6B6A66"/>
                </a:solidFill>
                <a:latin typeface="Be Vietnam Pro" pitchFamily="34" charset="0"/>
                <a:ea typeface="Be Vietnam Pro" pitchFamily="34" charset="-122"/>
                <a:cs typeface="Be Vietnam Pro" pitchFamily="34" charset="-120"/>
              </a:rPr>
              <a:t> ·</a:t>
            </a:r>
            <a:r>
              <a:rPr lang="en-US" sz="1800" dirty="0" spc="3" kern="0">
                <a:solidFill>
                  <a:srgbClr val="6B6A66"/>
                </a:solidFill>
                <a:latin typeface="Be Vietnam Pro" pitchFamily="34" charset="0"/>
                <a:ea typeface="Be Vietnam Pro" pitchFamily="34" charset="-122"/>
                <a:cs typeface="Be Vietnam Pro" pitchFamily="34" charset="-120"/>
              </a:rPr>
              <a:t> 10/17</a:t>
            </a:r>
            <a:endParaRPr lang="en-US" sz="1800" dirty="0"/>
          </a:p>
        </p:txBody>
      </p:sp>
      <p:sp>
        <p:nvSpPr>
          <p:cNvPr id="41" name="Shape 38"/>
          <p:cNvSpPr/>
          <p:nvPr/>
        </p:nvSpPr>
        <p:spPr>
          <a:xfrm>
            <a:off x="15983712" y="9076331"/>
            <a:ext cx="1645920" cy="552301"/>
          </a:xfrm>
          <a:prstGeom prst="roundRect">
            <a:avLst>
              <a:gd name="adj" fmla="val 28000"/>
            </a:avLst>
          </a:prstGeom>
          <a:solidFill>
            <a:srgbClr val="FFFFFF">
              <a:alpha val="82000"/>
            </a:srgbClr>
          </a:solidFill>
          <a:ln/>
        </p:spPr>
      </p:sp>
      <p:pic>
        <p:nvPicPr>
          <p:cNvPr id="42" name="Moda image moda-export-watermark-358cc015-3b63-44ec-8cb7-78d7e9488c3c"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Năm</a:t>
            </a:r>
            <a:r>
              <a:rPr lang="en-US" sz="5700" dirty="0" spc="19" kern="0">
                <a:solidFill>
                  <a:srgbClr val="F3EEE3"/>
                </a:solidFill>
                <a:latin typeface="Bricolage Grotesque ExtraBold" pitchFamily="34" charset="0"/>
                <a:ea typeface="Bricolage Grotesque ExtraBold" pitchFamily="34" charset="-122"/>
                <a:cs typeface="Bricolage Grotesque ExtraBold" pitchFamily="34" charset="-120"/>
              </a:rPr>
              <a:t> điểm</a:t>
            </a:r>
            <a:r>
              <a:rPr lang="en-US" sz="5700" dirty="0" spc="-30" kern="0">
                <a:solidFill>
                  <a:srgbClr val="F3EEE3"/>
                </a:solidFill>
                <a:latin typeface="Bricolage Grotesque ExtraBold" pitchFamily="34" charset="0"/>
                <a:ea typeface="Bricolage Grotesque ExtraBold" pitchFamily="34" charset="-122"/>
                <a:cs typeface="Bricolage Grotesque ExtraBold" pitchFamily="34" charset="-120"/>
              </a:rPr>
              <a:t> ngoặt</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của</a:t>
            </a:r>
            <a:r>
              <a:rPr lang="en-US" sz="5700" dirty="0" spc="12" kern="0">
                <a:solidFill>
                  <a:srgbClr val="F3EEE3"/>
                </a:solidFill>
                <a:latin typeface="Bricolage Grotesque ExtraBold" pitchFamily="34" charset="0"/>
                <a:ea typeface="Bricolage Grotesque ExtraBold" pitchFamily="34" charset="-122"/>
                <a:cs typeface="Bricolage Grotesque ExtraBold" pitchFamily="34" charset="-120"/>
              </a:rPr>
              <a:t> đồ</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thị</a:t>
            </a:r>
            <a:endParaRPr lang="en-US" sz="5700" dirty="0"/>
          </a:p>
        </p:txBody>
      </p:sp>
      <p:sp>
        <p:nvSpPr>
          <p:cNvPr id="3" name="Text 1"/>
          <p:cNvSpPr/>
          <p:nvPr/>
        </p:nvSpPr>
        <p:spPr>
          <a:xfrm>
            <a:off x="914400" y="2381250"/>
            <a:ext cx="1619250" cy="1181100"/>
          </a:xfrm>
          <a:prstGeom prst="rect">
            <a:avLst/>
          </a:prstGeom>
          <a:noFill/>
          <a:ln/>
        </p:spPr>
        <p:txBody>
          <a:bodyPr wrap="square" lIns="0" tIns="0" rIns="0" bIns="0" rtlCol="0" anchor="ctr"/>
          <a:lstStyle/>
          <a:p>
            <a:pPr algn="l" indent="0" marL="0">
              <a:buNone/>
            </a:pPr>
            <a:r>
              <a:rPr lang="en-US" sz="7745" dirty="0" spc="1" kern="0">
                <a:solidFill>
                  <a:srgbClr val="FFB454"/>
                </a:solidFill>
                <a:latin typeface="Bricolage Grotesque ExtraBold" pitchFamily="34" charset="0"/>
                <a:ea typeface="Bricolage Grotesque ExtraBold" pitchFamily="34" charset="-122"/>
                <a:cs typeface="Bricolage Grotesque ExtraBold" pitchFamily="34" charset="-120"/>
              </a:rPr>
              <a:t>1</a:t>
            </a:r>
            <a:endParaRPr lang="en-US" sz="7745" dirty="0"/>
          </a:p>
        </p:txBody>
      </p:sp>
      <p:sp>
        <p:nvSpPr>
          <p:cNvPr id="4" name="Shape 2"/>
          <p:cNvSpPr/>
          <p:nvPr/>
        </p:nvSpPr>
        <p:spPr>
          <a:xfrm>
            <a:off x="2724150" y="2476500"/>
            <a:ext cx="14649450" cy="990600"/>
          </a:xfrm>
          <a:prstGeom prst="roundRect">
            <a:avLst>
              <a:gd name="adj" fmla="val 19231"/>
            </a:avLst>
          </a:prstGeom>
          <a:solidFill>
            <a:srgbClr val="1E212B"/>
          </a:solidFill>
          <a:ln/>
        </p:spPr>
      </p:sp>
      <p:sp>
        <p:nvSpPr>
          <p:cNvPr id="5" name="Text 3"/>
          <p:cNvSpPr/>
          <p:nvPr/>
        </p:nvSpPr>
        <p:spPr>
          <a:xfrm>
            <a:off x="3105150" y="2476500"/>
            <a:ext cx="14001750" cy="990600"/>
          </a:xfrm>
          <a:prstGeom prst="rect">
            <a:avLst/>
          </a:prstGeom>
          <a:noFill/>
          <a:ln/>
        </p:spPr>
        <p:txBody>
          <a:bodyPr wrap="square" lIns="0" tIns="0" rIns="0" bIns="0" rtlCol="0" anchor="ctr"/>
          <a:lstStyle/>
          <a:p>
            <a:pPr algn="l" indent="0" marL="0">
              <a:buNone/>
            </a:pPr>
            <a:r>
              <a:rPr lang="en-US" sz="3000" dirty="0" spc="-19" kern="0">
                <a:solidFill>
                  <a:srgbClr val="F3EEE3"/>
                </a:solidFill>
                <a:latin typeface="Be Vietnam Pro SemiBold" pitchFamily="34" charset="0"/>
                <a:ea typeface="Be Vietnam Pro SemiBold" pitchFamily="34" charset="-122"/>
                <a:cs typeface="Be Vietnam Pro SemiBold" pitchFamily="34" charset="-120"/>
              </a:rPr>
              <a:t>Biuret</a:t>
            </a:r>
            <a:r>
              <a:rPr lang="en-US" sz="3000" dirty="0" spc="19" kern="0">
                <a:solidFill>
                  <a:srgbClr val="F3EEE3"/>
                </a:solidFill>
                <a:latin typeface="Be Vietnam Pro SemiBold" pitchFamily="34" charset="0"/>
                <a:ea typeface="Be Vietnam Pro SemiBold" pitchFamily="34" charset="-122"/>
                <a:cs typeface="Be Vietnam Pro SemiBold" pitchFamily="34" charset="-120"/>
              </a:rPr>
              <a:t> đỉnh</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~28%</a:t>
            </a:r>
            <a:r>
              <a:rPr lang="en-US" sz="3000" dirty="0" spc="5" kern="0">
                <a:solidFill>
                  <a:srgbClr val="F3EEE3"/>
                </a:solidFill>
                <a:latin typeface="Be Vietnam Pro SemiBold" pitchFamily="34" charset="0"/>
                <a:ea typeface="Be Vietnam Pro SemiBold" pitchFamily="34" charset="-122"/>
                <a:cs typeface="Be Vietnam Pro SemiBold" pitchFamily="34" charset="-120"/>
              </a:rPr>
              <a:t> ở</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190°C,</a:t>
            </a:r>
            <a:r>
              <a:rPr lang="en-US" sz="3000" dirty="0" spc="-11" kern="0">
                <a:solidFill>
                  <a:srgbClr val="F3EEE3"/>
                </a:solidFill>
                <a:latin typeface="Be Vietnam Pro SemiBold" pitchFamily="34" charset="0"/>
                <a:ea typeface="Be Vietnam Pro SemiBold" pitchFamily="34" charset="-122"/>
                <a:cs typeface="Be Vietnam Pro SemiBold" pitchFamily="34" charset="-120"/>
              </a:rPr>
              <a:t> hết</a:t>
            </a:r>
            <a:r>
              <a:rPr lang="en-US" sz="3000" dirty="0" spc="4" kern="0">
                <a:solidFill>
                  <a:srgbClr val="F3EEE3"/>
                </a:solidFill>
                <a:latin typeface="Be Vietnam Pro SemiBold" pitchFamily="34" charset="0"/>
                <a:ea typeface="Be Vietnam Pro SemiBold" pitchFamily="34" charset="-122"/>
                <a:cs typeface="Be Vietnam Pro SemiBold" pitchFamily="34" charset="-120"/>
              </a:rPr>
              <a:t> ở</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~250°C:</a:t>
            </a:r>
            <a:r>
              <a:rPr lang="en-US" sz="3000" dirty="0" spc="-18" kern="0">
                <a:solidFill>
                  <a:srgbClr val="F3EEE3"/>
                </a:solidFill>
                <a:latin typeface="Be Vietnam Pro SemiBold" pitchFamily="34" charset="0"/>
                <a:ea typeface="Be Vietnam Pro SemiBold" pitchFamily="34" charset="-122"/>
                <a:cs typeface="Be Vietnam Pro SemiBold" pitchFamily="34" charset="-120"/>
              </a:rPr>
              <a:t> urea</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cạn</a:t>
            </a:r>
            <a:r>
              <a:rPr lang="en-US" sz="3000" dirty="0" spc="-9" kern="0">
                <a:solidFill>
                  <a:srgbClr val="F3EEE3"/>
                </a:solidFill>
                <a:latin typeface="Be Vietnam Pro SemiBold" pitchFamily="34" charset="0"/>
                <a:ea typeface="Be Vietnam Pro SemiBold" pitchFamily="34" charset="-122"/>
                <a:cs typeface="Be Vietnam Pro SemiBold" pitchFamily="34" charset="-120"/>
              </a:rPr>
              <a:t> nên</a:t>
            </a:r>
            <a:r>
              <a:rPr lang="en-US" sz="3000" dirty="0" spc="-11" kern="0">
                <a:solidFill>
                  <a:srgbClr val="F3EEE3"/>
                </a:solidFill>
                <a:latin typeface="Be Vietnam Pro SemiBold" pitchFamily="34" charset="0"/>
                <a:ea typeface="Be Vietnam Pro SemiBold" pitchFamily="34" charset="-122"/>
                <a:cs typeface="Be Vietnam Pro SemiBold" pitchFamily="34" charset="-120"/>
              </a:rPr>
              <a:t> hết</a:t>
            </a:r>
            <a:r>
              <a:rPr lang="en-US" sz="3000" dirty="0" spc="-4" kern="0">
                <a:solidFill>
                  <a:srgbClr val="F3EEE3"/>
                </a:solidFill>
                <a:latin typeface="Be Vietnam Pro SemiBold" pitchFamily="34" charset="0"/>
                <a:ea typeface="Be Vietnam Pro SemiBold" pitchFamily="34" charset="-122"/>
                <a:cs typeface="Be Vietnam Pro SemiBold" pitchFamily="34" charset="-120"/>
              </a:rPr>
              <a:t> nguồn,</a:t>
            </a:r>
            <a:r>
              <a:rPr lang="en-US" sz="3000" dirty="0" spc="-15" kern="0">
                <a:solidFill>
                  <a:srgbClr val="F3EEE3"/>
                </a:solidFill>
                <a:latin typeface="Be Vietnam Pro SemiBold" pitchFamily="34" charset="0"/>
                <a:ea typeface="Be Vietnam Pro SemiBold" pitchFamily="34" charset="-122"/>
                <a:cs typeface="Be Vietnam Pro SemiBold" pitchFamily="34" charset="-120"/>
              </a:rPr>
              <a:t> biuret</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tự</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phân</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hủy</a:t>
            </a:r>
            <a:endParaRPr lang="en-US" sz="3000" dirty="0"/>
          </a:p>
        </p:txBody>
      </p:sp>
      <p:sp>
        <p:nvSpPr>
          <p:cNvPr id="6" name="Text 4"/>
          <p:cNvSpPr/>
          <p:nvPr/>
        </p:nvSpPr>
        <p:spPr>
          <a:xfrm>
            <a:off x="914400" y="3676650"/>
            <a:ext cx="1619250" cy="1181100"/>
          </a:xfrm>
          <a:prstGeom prst="rect">
            <a:avLst/>
          </a:prstGeom>
          <a:noFill/>
          <a:ln/>
        </p:spPr>
        <p:txBody>
          <a:bodyPr wrap="square" lIns="0" tIns="0" rIns="0" bIns="0" rtlCol="0" anchor="ctr"/>
          <a:lstStyle/>
          <a:p>
            <a:pPr algn="l" indent="0" marL="0">
              <a:buNone/>
            </a:pPr>
            <a:r>
              <a:rPr lang="en-US" sz="7745" dirty="0" spc="5" kern="0">
                <a:solidFill>
                  <a:srgbClr val="3DD6A0"/>
                </a:solidFill>
                <a:latin typeface="Bricolage Grotesque ExtraBold" pitchFamily="34" charset="0"/>
                <a:ea typeface="Bricolage Grotesque ExtraBold" pitchFamily="34" charset="-122"/>
                <a:cs typeface="Bricolage Grotesque ExtraBold" pitchFamily="34" charset="-120"/>
              </a:rPr>
              <a:t>2</a:t>
            </a:r>
            <a:endParaRPr lang="en-US" sz="7745" dirty="0"/>
          </a:p>
        </p:txBody>
      </p:sp>
      <p:sp>
        <p:nvSpPr>
          <p:cNvPr id="7" name="Shape 5"/>
          <p:cNvSpPr/>
          <p:nvPr/>
        </p:nvSpPr>
        <p:spPr>
          <a:xfrm>
            <a:off x="2724150" y="3771900"/>
            <a:ext cx="14649450" cy="990600"/>
          </a:xfrm>
          <a:prstGeom prst="roundRect">
            <a:avLst>
              <a:gd name="adj" fmla="val 19231"/>
            </a:avLst>
          </a:prstGeom>
          <a:solidFill>
            <a:srgbClr val="1E212B"/>
          </a:solidFill>
          <a:ln/>
        </p:spPr>
      </p:sp>
      <p:sp>
        <p:nvSpPr>
          <p:cNvPr id="8" name="Text 6"/>
          <p:cNvSpPr/>
          <p:nvPr/>
        </p:nvSpPr>
        <p:spPr>
          <a:xfrm>
            <a:off x="3105150" y="3771900"/>
            <a:ext cx="14001750" cy="990600"/>
          </a:xfrm>
          <a:prstGeom prst="rect">
            <a:avLst/>
          </a:prstGeom>
          <a:noFill/>
          <a:ln/>
        </p:spPr>
        <p:txBody>
          <a:bodyPr wrap="square" lIns="0" tIns="0" rIns="0" bIns="0" rtlCol="0" anchor="ctr"/>
          <a:lstStyle/>
          <a:p>
            <a:pPr algn="l" indent="0" marL="0">
              <a:buNone/>
            </a:pPr>
            <a:r>
              <a:rPr lang="en-US" sz="3000" dirty="0" spc="-5" kern="0">
                <a:solidFill>
                  <a:srgbClr val="F3EEE3"/>
                </a:solidFill>
                <a:latin typeface="Be Vietnam Pro SemiBold" pitchFamily="34" charset="0"/>
                <a:ea typeface="Be Vietnam Pro SemiBold" pitchFamily="34" charset="-122"/>
                <a:cs typeface="Be Vietnam Pro SemiBold" pitchFamily="34" charset="-120"/>
              </a:rPr>
              <a:t>Cyanuric</a:t>
            </a:r>
            <a:r>
              <a:rPr lang="en-US" sz="3000" dirty="0" spc="4" kern="0">
                <a:solidFill>
                  <a:srgbClr val="F3EEE3"/>
                </a:solidFill>
                <a:latin typeface="Be Vietnam Pro SemiBold" pitchFamily="34" charset="0"/>
                <a:ea typeface="Be Vietnam Pro SemiBold" pitchFamily="34" charset="-122"/>
                <a:cs typeface="Be Vietnam Pro SemiBold" pitchFamily="34" charset="-120"/>
              </a:rPr>
              <a:t> acid</a:t>
            </a:r>
            <a:r>
              <a:rPr lang="en-US" sz="3000" dirty="0" spc="-8" kern="0">
                <a:solidFill>
                  <a:srgbClr val="F3EEE3"/>
                </a:solidFill>
                <a:latin typeface="Be Vietnam Pro SemiBold" pitchFamily="34" charset="0"/>
                <a:ea typeface="Be Vietnam Pro SemiBold" pitchFamily="34" charset="-122"/>
                <a:cs typeface="Be Vietnam Pro SemiBold" pitchFamily="34" charset="-120"/>
              </a:rPr>
              <a:t> tăng</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mạnh</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từ ~2,5% (190°C)</a:t>
            </a:r>
            <a:r>
              <a:rPr lang="en-US" sz="3000" dirty="0" spc="-7" kern="0">
                <a:solidFill>
                  <a:srgbClr val="F3EEE3"/>
                </a:solidFill>
                <a:latin typeface="Be Vietnam Pro SemiBold" pitchFamily="34" charset="0"/>
                <a:ea typeface="Be Vietnam Pro SemiBold" pitchFamily="34" charset="-122"/>
                <a:cs typeface="Be Vietnam Pro SemiBold" pitchFamily="34" charset="-120"/>
              </a:rPr>
              <a:t> lên</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~22%</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(225°C), giữ</a:t>
            </a:r>
            <a:r>
              <a:rPr lang="en-US" sz="3000" dirty="0" spc="-5" kern="0">
                <a:solidFill>
                  <a:srgbClr val="F3EEE3"/>
                </a:solidFill>
                <a:latin typeface="Be Vietnam Pro SemiBold" pitchFamily="34" charset="0"/>
                <a:ea typeface="Be Vietnam Pro SemiBold" pitchFamily="34" charset="-122"/>
                <a:cs typeface="Be Vietnam Pro SemiBold" pitchFamily="34" charset="-120"/>
              </a:rPr>
              <a:t> ~22–24%</a:t>
            </a:r>
            <a:r>
              <a:rPr lang="en-US" sz="3000" dirty="0" spc="6" kern="0">
                <a:solidFill>
                  <a:srgbClr val="F3EEE3"/>
                </a:solidFill>
                <a:latin typeface="Be Vietnam Pro SemiBold" pitchFamily="34" charset="0"/>
                <a:ea typeface="Be Vietnam Pro SemiBold" pitchFamily="34" charset="-122"/>
                <a:cs typeface="Be Vietnam Pro SemiBold" pitchFamily="34" charset="-120"/>
              </a:rPr>
              <a:t> đến</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275°C</a:t>
            </a:r>
            <a:endParaRPr lang="en-US" sz="3000" dirty="0"/>
          </a:p>
        </p:txBody>
      </p:sp>
      <p:sp>
        <p:nvSpPr>
          <p:cNvPr id="9" name="Text 7"/>
          <p:cNvSpPr/>
          <p:nvPr/>
        </p:nvSpPr>
        <p:spPr>
          <a:xfrm>
            <a:off x="914400" y="4972050"/>
            <a:ext cx="1619250" cy="1181100"/>
          </a:xfrm>
          <a:prstGeom prst="rect">
            <a:avLst/>
          </a:prstGeom>
          <a:noFill/>
          <a:ln/>
        </p:spPr>
        <p:txBody>
          <a:bodyPr wrap="square" lIns="0" tIns="0" rIns="0" bIns="0" rtlCol="0" anchor="ctr"/>
          <a:lstStyle/>
          <a:p>
            <a:pPr algn="l" indent="0" marL="0">
              <a:buNone/>
            </a:pPr>
            <a:r>
              <a:rPr lang="en-US" sz="7745" dirty="0" spc="1" kern="0">
                <a:solidFill>
                  <a:srgbClr val="FF6A4D"/>
                </a:solidFill>
                <a:latin typeface="Bricolage Grotesque ExtraBold" pitchFamily="34" charset="0"/>
                <a:ea typeface="Bricolage Grotesque ExtraBold" pitchFamily="34" charset="-122"/>
                <a:cs typeface="Bricolage Grotesque ExtraBold" pitchFamily="34" charset="-120"/>
              </a:rPr>
              <a:t>3</a:t>
            </a:r>
            <a:endParaRPr lang="en-US" sz="7745" dirty="0"/>
          </a:p>
        </p:txBody>
      </p:sp>
      <p:sp>
        <p:nvSpPr>
          <p:cNvPr id="10" name="Shape 8"/>
          <p:cNvSpPr/>
          <p:nvPr/>
        </p:nvSpPr>
        <p:spPr>
          <a:xfrm>
            <a:off x="2724150" y="5067300"/>
            <a:ext cx="14649450" cy="990600"/>
          </a:xfrm>
          <a:prstGeom prst="roundRect">
            <a:avLst>
              <a:gd name="adj" fmla="val 19231"/>
            </a:avLst>
          </a:prstGeom>
          <a:solidFill>
            <a:srgbClr val="1E212B"/>
          </a:solidFill>
          <a:ln/>
        </p:spPr>
      </p:sp>
      <p:sp>
        <p:nvSpPr>
          <p:cNvPr id="11" name="Text 9"/>
          <p:cNvSpPr/>
          <p:nvPr/>
        </p:nvSpPr>
        <p:spPr>
          <a:xfrm>
            <a:off x="3105150" y="5067300"/>
            <a:ext cx="14001750" cy="990600"/>
          </a:xfrm>
          <a:prstGeom prst="rect">
            <a:avLst/>
          </a:prstGeom>
          <a:noFill/>
          <a:ln/>
        </p:spPr>
        <p:txBody>
          <a:bodyPr wrap="square" lIns="0" tIns="0" rIns="0" bIns="0" rtlCol="0" anchor="ctr"/>
          <a:lstStyle/>
          <a:p>
            <a:pPr algn="l" indent="0" marL="0">
              <a:buNone/>
            </a:pPr>
            <a:r>
              <a:rPr lang="en-US" sz="3000" dirty="0" spc="-5" kern="0">
                <a:solidFill>
                  <a:srgbClr val="F3EEE3"/>
                </a:solidFill>
                <a:latin typeface="Be Vietnam Pro SemiBold" pitchFamily="34" charset="0"/>
                <a:ea typeface="Be Vietnam Pro SemiBold" pitchFamily="34" charset="-122"/>
                <a:cs typeface="Be Vietnam Pro SemiBold" pitchFamily="34" charset="-120"/>
              </a:rPr>
              <a:t>Ammelide</a:t>
            </a:r>
            <a:r>
              <a:rPr lang="en-US" sz="3000" dirty="0" spc="-7" kern="0">
                <a:solidFill>
                  <a:srgbClr val="F3EEE3"/>
                </a:solidFill>
                <a:latin typeface="Be Vietnam Pro SemiBold" pitchFamily="34" charset="0"/>
                <a:ea typeface="Be Vietnam Pro SemiBold" pitchFamily="34" charset="-122"/>
                <a:cs typeface="Be Vietnam Pro SemiBold" pitchFamily="34" charset="-120"/>
              </a:rPr>
              <a:t> lên</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chậm (~0,5%</a:t>
            </a:r>
            <a:r>
              <a:rPr lang="en-US" sz="3000" dirty="0" spc="6" kern="0">
                <a:solidFill>
                  <a:srgbClr val="F3EEE3"/>
                </a:solidFill>
                <a:latin typeface="Be Vietnam Pro SemiBold" pitchFamily="34" charset="0"/>
                <a:ea typeface="Be Vietnam Pro SemiBold" pitchFamily="34" charset="-122"/>
                <a:cs typeface="Be Vietnam Pro SemiBold" pitchFamily="34" charset="-120"/>
              </a:rPr>
              <a:t> đến</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~5,5%)</a:t>
            </a:r>
            <a:r>
              <a:rPr lang="en-US" sz="3000" dirty="0" spc="-22" kern="0">
                <a:solidFill>
                  <a:srgbClr val="F3EEE3"/>
                </a:solidFill>
                <a:latin typeface="Be Vietnam Pro SemiBold" pitchFamily="34" charset="0"/>
                <a:ea typeface="Be Vietnam Pro SemiBold" pitchFamily="34" charset="-122"/>
                <a:cs typeface="Be Vietnam Pro SemiBold" pitchFamily="34" charset="-120"/>
              </a:rPr>
              <a:t> và</a:t>
            </a:r>
            <a:r>
              <a:rPr lang="en-US" sz="3000" dirty="0" spc="-9" kern="0">
                <a:solidFill>
                  <a:srgbClr val="F3EEE3"/>
                </a:solidFill>
                <a:latin typeface="Be Vietnam Pro SemiBold" pitchFamily="34" charset="0"/>
                <a:ea typeface="Be Vietnam Pro SemiBold" pitchFamily="34" charset="-122"/>
                <a:cs typeface="Be Vietnam Pro SemiBold" pitchFamily="34" charset="-120"/>
              </a:rPr>
              <a:t> bền</a:t>
            </a:r>
            <a:r>
              <a:rPr lang="en-US" sz="3000" dirty="0" spc="6" kern="0">
                <a:solidFill>
                  <a:srgbClr val="F3EEE3"/>
                </a:solidFill>
                <a:latin typeface="Be Vietnam Pro SemiBold" pitchFamily="34" charset="0"/>
                <a:ea typeface="Be Vietnam Pro SemiBold" pitchFamily="34" charset="-122"/>
                <a:cs typeface="Be Vietnam Pro SemiBold" pitchFamily="34" charset="-120"/>
              </a:rPr>
              <a:t> đến</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khoảng</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350°C</a:t>
            </a:r>
            <a:endParaRPr lang="en-US" sz="3000" dirty="0"/>
          </a:p>
        </p:txBody>
      </p:sp>
      <p:sp>
        <p:nvSpPr>
          <p:cNvPr id="12" name="Text 10"/>
          <p:cNvSpPr/>
          <p:nvPr/>
        </p:nvSpPr>
        <p:spPr>
          <a:xfrm>
            <a:off x="914400" y="6267450"/>
            <a:ext cx="1619250" cy="1181100"/>
          </a:xfrm>
          <a:prstGeom prst="rect">
            <a:avLst/>
          </a:prstGeom>
          <a:noFill/>
          <a:ln/>
        </p:spPr>
        <p:txBody>
          <a:bodyPr wrap="square" lIns="0" tIns="0" rIns="0" bIns="0" rtlCol="0" anchor="ctr"/>
          <a:lstStyle/>
          <a:p>
            <a:pPr algn="l" indent="0" marL="0">
              <a:buNone/>
            </a:pPr>
            <a:r>
              <a:rPr lang="en-US" sz="7745" dirty="0" spc="1" kern="0">
                <a:solidFill>
                  <a:srgbClr val="7C93FF"/>
                </a:solidFill>
                <a:latin typeface="Bricolage Grotesque ExtraBold" pitchFamily="34" charset="0"/>
                <a:ea typeface="Bricolage Grotesque ExtraBold" pitchFamily="34" charset="-122"/>
                <a:cs typeface="Bricolage Grotesque ExtraBold" pitchFamily="34" charset="-120"/>
              </a:rPr>
              <a:t>4</a:t>
            </a:r>
            <a:endParaRPr lang="en-US" sz="7745" dirty="0"/>
          </a:p>
        </p:txBody>
      </p:sp>
      <p:sp>
        <p:nvSpPr>
          <p:cNvPr id="13" name="Shape 11"/>
          <p:cNvSpPr/>
          <p:nvPr/>
        </p:nvSpPr>
        <p:spPr>
          <a:xfrm>
            <a:off x="2724150" y="6362700"/>
            <a:ext cx="14649450" cy="990600"/>
          </a:xfrm>
          <a:prstGeom prst="roundRect">
            <a:avLst>
              <a:gd name="adj" fmla="val 19231"/>
            </a:avLst>
          </a:prstGeom>
          <a:solidFill>
            <a:srgbClr val="1E212B"/>
          </a:solidFill>
          <a:ln/>
        </p:spPr>
      </p:sp>
      <p:sp>
        <p:nvSpPr>
          <p:cNvPr id="14" name="Text 12"/>
          <p:cNvSpPr/>
          <p:nvPr/>
        </p:nvSpPr>
        <p:spPr>
          <a:xfrm>
            <a:off x="3105150" y="6362700"/>
            <a:ext cx="14001750" cy="990600"/>
          </a:xfrm>
          <a:prstGeom prst="rect">
            <a:avLst/>
          </a:prstGeom>
          <a:noFill/>
          <a:ln/>
        </p:spPr>
        <p:txBody>
          <a:bodyPr wrap="square" lIns="0" tIns="0" rIns="0" bIns="0" rtlCol="0" anchor="ctr"/>
          <a:lstStyle/>
          <a:p>
            <a:pPr algn="l" indent="0" marL="0">
              <a:buNone/>
            </a:pPr>
            <a:r>
              <a:rPr lang="en-US" sz="3000" dirty="0" spc="-67" kern="0">
                <a:solidFill>
                  <a:srgbClr val="F3EEE3"/>
                </a:solidFill>
                <a:latin typeface="Be Vietnam Pro SemiBold" pitchFamily="34" charset="0"/>
                <a:ea typeface="Be Vietnam Pro SemiBold" pitchFamily="34" charset="-122"/>
                <a:cs typeface="Be Vietnam Pro SemiBold" pitchFamily="34" charset="-120"/>
              </a:rPr>
              <a:t>Total</a:t>
            </a:r>
            <a:r>
              <a:rPr lang="en-US" sz="3000" dirty="0" spc="-28" kern="0">
                <a:solidFill>
                  <a:srgbClr val="F3EEE3"/>
                </a:solidFill>
                <a:latin typeface="Be Vietnam Pro SemiBold" pitchFamily="34" charset="0"/>
                <a:ea typeface="Be Vietnam Pro SemiBold" pitchFamily="34" charset="-122"/>
                <a:cs typeface="Be Vietnam Pro SemiBold" pitchFamily="34" charset="-120"/>
              </a:rPr>
              <a:t> recovery</a:t>
            </a:r>
            <a:r>
              <a:rPr lang="en-US" sz="3000" dirty="0" spc="4" kern="0">
                <a:solidFill>
                  <a:srgbClr val="F3EEE3"/>
                </a:solidFill>
                <a:latin typeface="Be Vietnam Pro SemiBold" pitchFamily="34" charset="0"/>
                <a:ea typeface="Be Vietnam Pro SemiBold" pitchFamily="34" charset="-122"/>
                <a:cs typeface="Be Vietnam Pro SemiBold" pitchFamily="34" charset="-120"/>
              </a:rPr>
              <a:t> giảm</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từ</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100%</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xuống</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~1%:</a:t>
            </a:r>
            <a:r>
              <a:rPr lang="en-US" sz="3000" dirty="0" spc="-8" kern="0">
                <a:solidFill>
                  <a:srgbClr val="F3EEE3"/>
                </a:solidFill>
                <a:latin typeface="Be Vietnam Pro SemiBold" pitchFamily="34" charset="0"/>
                <a:ea typeface="Be Vietnam Pro SemiBold" pitchFamily="34" charset="-122"/>
                <a:cs typeface="Be Vietnam Pro SemiBold" pitchFamily="34" charset="-120"/>
              </a:rPr>
              <a:t> chất</a:t>
            </a:r>
            <a:r>
              <a:rPr lang="en-US" sz="3000" dirty="0" spc="-19" kern="0">
                <a:solidFill>
                  <a:srgbClr val="F3EEE3"/>
                </a:solidFill>
                <a:latin typeface="Be Vietnam Pro SemiBold" pitchFamily="34" charset="0"/>
                <a:ea typeface="Be Vietnam Pro SemiBold" pitchFamily="34" charset="-122"/>
                <a:cs typeface="Be Vietnam Pro SemiBold" pitchFamily="34" charset="-120"/>
              </a:rPr>
              <a:t> rắn</a:t>
            </a:r>
            <a:r>
              <a:rPr lang="en-US" sz="3000" dirty="0" spc="-17" kern="0">
                <a:solidFill>
                  <a:srgbClr val="F3EEE3"/>
                </a:solidFill>
                <a:latin typeface="Be Vietnam Pro SemiBold" pitchFamily="34" charset="0"/>
                <a:ea typeface="Be Vietnam Pro SemiBold" pitchFamily="34" charset="-122"/>
                <a:cs typeface="Be Vietnam Pro SemiBold" pitchFamily="34" charset="-120"/>
              </a:rPr>
              <a:t> chuyển</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thành khí</a:t>
            </a:r>
            <a:r>
              <a:rPr lang="en-US" sz="3000" dirty="0" spc="14" kern="0">
                <a:solidFill>
                  <a:srgbClr val="F3EEE3"/>
                </a:solidFill>
                <a:latin typeface="Be Vietnam Pro SemiBold" pitchFamily="34" charset="0"/>
                <a:ea typeface="Be Vietnam Pro SemiBold" pitchFamily="34" charset="-122"/>
                <a:cs typeface="Be Vietnam Pro SemiBold" pitchFamily="34" charset="-120"/>
              </a:rPr>
              <a:t> NH3,</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HNCO, CO2</a:t>
            </a:r>
            <a:endParaRPr lang="en-US" sz="3000" dirty="0"/>
          </a:p>
        </p:txBody>
      </p:sp>
      <p:sp>
        <p:nvSpPr>
          <p:cNvPr id="15" name="Text 13"/>
          <p:cNvSpPr/>
          <p:nvPr/>
        </p:nvSpPr>
        <p:spPr>
          <a:xfrm>
            <a:off x="914400" y="7562850"/>
            <a:ext cx="1619250" cy="1181100"/>
          </a:xfrm>
          <a:prstGeom prst="rect">
            <a:avLst/>
          </a:prstGeom>
          <a:noFill/>
          <a:ln/>
        </p:spPr>
        <p:txBody>
          <a:bodyPr wrap="square" lIns="0" tIns="0" rIns="0" bIns="0" rtlCol="0" anchor="ctr"/>
          <a:lstStyle/>
          <a:p>
            <a:pPr algn="l" indent="0" marL="0">
              <a:buNone/>
            </a:pPr>
            <a:r>
              <a:rPr lang="en-US" sz="7745" dirty="0" spc="1" kern="0">
                <a:solidFill>
                  <a:srgbClr val="FFB454"/>
                </a:solidFill>
                <a:latin typeface="Bricolage Grotesque ExtraBold" pitchFamily="34" charset="0"/>
                <a:ea typeface="Bricolage Grotesque ExtraBold" pitchFamily="34" charset="-122"/>
                <a:cs typeface="Bricolage Grotesque ExtraBold" pitchFamily="34" charset="-120"/>
              </a:rPr>
              <a:t>5</a:t>
            </a:r>
            <a:endParaRPr lang="en-US" sz="7745" dirty="0"/>
          </a:p>
        </p:txBody>
      </p:sp>
      <p:sp>
        <p:nvSpPr>
          <p:cNvPr id="16" name="Shape 14"/>
          <p:cNvSpPr/>
          <p:nvPr/>
        </p:nvSpPr>
        <p:spPr>
          <a:xfrm>
            <a:off x="2724150" y="7658100"/>
            <a:ext cx="14649450" cy="990600"/>
          </a:xfrm>
          <a:prstGeom prst="roundRect">
            <a:avLst>
              <a:gd name="adj" fmla="val 19231"/>
            </a:avLst>
          </a:prstGeom>
          <a:solidFill>
            <a:srgbClr val="1E212B"/>
          </a:solidFill>
          <a:ln/>
        </p:spPr>
      </p:sp>
      <p:sp>
        <p:nvSpPr>
          <p:cNvPr id="17" name="Text 15"/>
          <p:cNvSpPr/>
          <p:nvPr/>
        </p:nvSpPr>
        <p:spPr>
          <a:xfrm>
            <a:off x="3105150" y="7658100"/>
            <a:ext cx="14001750" cy="990600"/>
          </a:xfrm>
          <a:prstGeom prst="rect">
            <a:avLst/>
          </a:prstGeom>
          <a:noFill/>
          <a:ln/>
        </p:spPr>
        <p:txBody>
          <a:bodyPr wrap="square" lIns="0" tIns="0" rIns="0" bIns="0" rtlCol="0" anchor="ctr"/>
          <a:lstStyle/>
          <a:p>
            <a:pPr algn="l" indent="0" marL="0">
              <a:buNone/>
            </a:pPr>
            <a:r>
              <a:rPr lang="en-US" sz="3000" dirty="0" spc="-125" kern="0">
                <a:solidFill>
                  <a:srgbClr val="F3EEE3"/>
                </a:solidFill>
                <a:latin typeface="Be Vietnam Pro SemiBold" pitchFamily="34" charset="0"/>
                <a:ea typeface="Be Vietnam Pro SemiBold" pitchFamily="34" charset="-122"/>
                <a:cs typeface="Be Vietnam Pro SemiBold" pitchFamily="34" charset="-120"/>
              </a:rPr>
              <a:t>Từ</a:t>
            </a:r>
            <a:r>
              <a:rPr lang="en-US" sz="3000" dirty="0" spc="-3" kern="0">
                <a:solidFill>
                  <a:srgbClr val="F3EEE3"/>
                </a:solidFill>
                <a:latin typeface="Be Vietnam Pro SemiBold" pitchFamily="34" charset="0"/>
                <a:ea typeface="Be Vietnam Pro SemiBold" pitchFamily="34" charset="-122"/>
                <a:cs typeface="Be Vietnam Pro SemiBold" pitchFamily="34" charset="-120"/>
              </a:rPr>
              <a:t> khoảng</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400°C</a:t>
            </a:r>
            <a:r>
              <a:rPr lang="en-US" sz="3000" dirty="0" spc="-7" kern="0">
                <a:solidFill>
                  <a:srgbClr val="F3EEE3"/>
                </a:solidFill>
                <a:latin typeface="Be Vietnam Pro SemiBold" pitchFamily="34" charset="0"/>
                <a:ea typeface="Be Vietnam Pro SemiBold" pitchFamily="34" charset="-122"/>
                <a:cs typeface="Be Vietnam Pro SemiBold" pitchFamily="34" charset="-120"/>
              </a:rPr>
              <a:t> gần</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như</a:t>
            </a:r>
            <a:r>
              <a:rPr lang="en-US" sz="3000" dirty="0" spc="-5" kern="0">
                <a:solidFill>
                  <a:srgbClr val="F3EEE3"/>
                </a:solidFill>
                <a:latin typeface="Be Vietnam Pro SemiBold" pitchFamily="34" charset="0"/>
                <a:ea typeface="Be Vietnam Pro SemiBold" pitchFamily="34" charset="-122"/>
                <a:cs typeface="Be Vietnam Pro SemiBold" pitchFamily="34" charset="-120"/>
              </a:rPr>
              <a:t> không</a:t>
            </a:r>
            <a:r>
              <a:rPr lang="en-US" sz="3000" dirty="0" spc="-6" kern="0">
                <a:solidFill>
                  <a:srgbClr val="F3EEE3"/>
                </a:solidFill>
                <a:latin typeface="Be Vietnam Pro SemiBold" pitchFamily="34" charset="0"/>
                <a:ea typeface="Be Vietnam Pro SemiBold" pitchFamily="34" charset="-122"/>
                <a:cs typeface="Be Vietnam Pro SemiBold" pitchFamily="34" charset="-120"/>
              </a:rPr>
              <a:t> còn</a:t>
            </a:r>
            <a:r>
              <a:rPr lang="en-US" sz="3000" dirty="0" spc="-2" kern="0">
                <a:solidFill>
                  <a:srgbClr val="F3EEE3"/>
                </a:solidFill>
                <a:latin typeface="Be Vietnam Pro SemiBold" pitchFamily="34" charset="0"/>
                <a:ea typeface="Be Vietnam Pro SemiBold" pitchFamily="34" charset="-122"/>
                <a:cs typeface="Be Vietnam Pro SemiBold" pitchFamily="34" charset="-120"/>
              </a:rPr>
              <a:t> cặn</a:t>
            </a:r>
            <a:r>
              <a:rPr lang="en-US" sz="3000" dirty="0" spc="1" kern="0">
                <a:solidFill>
                  <a:srgbClr val="F3EEE3"/>
                </a:solidFill>
                <a:latin typeface="Be Vietnam Pro SemiBold" pitchFamily="34" charset="0"/>
                <a:ea typeface="Be Vietnam Pro SemiBold" pitchFamily="34" charset="-122"/>
                <a:cs typeface="Be Vietnam Pro SemiBold" pitchFamily="34" charset="-120"/>
              </a:rPr>
              <a:t> (≤</a:t>
            </a:r>
            <a:r>
              <a:rPr lang="en-US" sz="3000" dirty="0" spc="0" kern="0">
                <a:solidFill>
                  <a:srgbClr val="F3EEE3"/>
                </a:solidFill>
                <a:latin typeface="Be Vietnam Pro SemiBold" pitchFamily="34" charset="0"/>
                <a:ea typeface="Be Vietnam Pro SemiBold" pitchFamily="34" charset="-122"/>
                <a:cs typeface="Be Vietnam Pro SemiBold" pitchFamily="34" charset="-120"/>
              </a:rPr>
              <a:t> ~2,5%)</a:t>
            </a:r>
            <a:endParaRPr lang="en-US" sz="3000" dirty="0"/>
          </a:p>
        </p:txBody>
      </p:sp>
      <p:sp>
        <p:nvSpPr>
          <p:cNvPr id="18" name="Text 16"/>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 [S4]</a:t>
            </a:r>
            <a:endParaRPr lang="en-US" sz="1800" dirty="0"/>
          </a:p>
        </p:txBody>
      </p:sp>
      <p:sp>
        <p:nvSpPr>
          <p:cNvPr id="19" name="Shape 17"/>
          <p:cNvSpPr/>
          <p:nvPr/>
        </p:nvSpPr>
        <p:spPr>
          <a:xfrm>
            <a:off x="942975" y="9563100"/>
            <a:ext cx="114300" cy="114300"/>
          </a:xfrm>
          <a:prstGeom prst="ellipse">
            <a:avLst/>
          </a:prstGeom>
          <a:solidFill>
            <a:srgbClr val="F3EEE3">
              <a:alpha val="28000"/>
            </a:srgbClr>
          </a:solidFill>
          <a:ln/>
        </p:spPr>
      </p:sp>
      <p:sp>
        <p:nvSpPr>
          <p:cNvPr id="20" name="Shape 18"/>
          <p:cNvSpPr/>
          <p:nvPr/>
        </p:nvSpPr>
        <p:spPr>
          <a:xfrm>
            <a:off x="1171575" y="9563100"/>
            <a:ext cx="114300" cy="114300"/>
          </a:xfrm>
          <a:prstGeom prst="ellipse">
            <a:avLst/>
          </a:prstGeom>
          <a:solidFill>
            <a:srgbClr val="F3EEE3">
              <a:alpha val="28000"/>
            </a:srgbClr>
          </a:solidFill>
          <a:ln/>
        </p:spPr>
      </p:sp>
      <p:sp>
        <p:nvSpPr>
          <p:cNvPr id="21" name="Shape 19"/>
          <p:cNvSpPr/>
          <p:nvPr/>
        </p:nvSpPr>
        <p:spPr>
          <a:xfrm>
            <a:off x="1400175" y="9563100"/>
            <a:ext cx="114300" cy="114300"/>
          </a:xfrm>
          <a:prstGeom prst="ellipse">
            <a:avLst/>
          </a:prstGeom>
          <a:solidFill>
            <a:srgbClr val="F3EEE3">
              <a:alpha val="28000"/>
            </a:srgbClr>
          </a:solidFill>
          <a:ln/>
        </p:spPr>
      </p:sp>
      <p:sp>
        <p:nvSpPr>
          <p:cNvPr id="22" name="Shape 20"/>
          <p:cNvSpPr/>
          <p:nvPr/>
        </p:nvSpPr>
        <p:spPr>
          <a:xfrm>
            <a:off x="1628775" y="9563100"/>
            <a:ext cx="114300" cy="114300"/>
          </a:xfrm>
          <a:prstGeom prst="ellipse">
            <a:avLst/>
          </a:prstGeom>
          <a:solidFill>
            <a:srgbClr val="F3EEE3">
              <a:alpha val="28000"/>
            </a:srgbClr>
          </a:solidFill>
          <a:ln/>
        </p:spPr>
      </p:sp>
      <p:sp>
        <p:nvSpPr>
          <p:cNvPr id="23" name="Shape 21"/>
          <p:cNvSpPr/>
          <p:nvPr/>
        </p:nvSpPr>
        <p:spPr>
          <a:xfrm>
            <a:off x="1857375" y="9563100"/>
            <a:ext cx="114300" cy="114300"/>
          </a:xfrm>
          <a:prstGeom prst="ellipse">
            <a:avLst/>
          </a:prstGeom>
          <a:solidFill>
            <a:srgbClr val="F3EEE3">
              <a:alpha val="28000"/>
            </a:srgbClr>
          </a:solidFill>
          <a:ln/>
        </p:spPr>
      </p:sp>
      <p:sp>
        <p:nvSpPr>
          <p:cNvPr id="24" name="Shape 22"/>
          <p:cNvSpPr/>
          <p:nvPr/>
        </p:nvSpPr>
        <p:spPr>
          <a:xfrm>
            <a:off x="2085975" y="9563100"/>
            <a:ext cx="114300" cy="114300"/>
          </a:xfrm>
          <a:prstGeom prst="ellipse">
            <a:avLst/>
          </a:prstGeom>
          <a:solidFill>
            <a:srgbClr val="F3EEE3">
              <a:alpha val="28000"/>
            </a:srgbClr>
          </a:solidFill>
          <a:ln/>
        </p:spPr>
      </p:sp>
      <p:sp>
        <p:nvSpPr>
          <p:cNvPr id="25" name="Shape 23"/>
          <p:cNvSpPr/>
          <p:nvPr/>
        </p:nvSpPr>
        <p:spPr>
          <a:xfrm>
            <a:off x="2314575" y="9563100"/>
            <a:ext cx="114300" cy="114300"/>
          </a:xfrm>
          <a:prstGeom prst="ellipse">
            <a:avLst/>
          </a:prstGeom>
          <a:solidFill>
            <a:srgbClr val="F3EEE3">
              <a:alpha val="28000"/>
            </a:srgbClr>
          </a:solidFill>
          <a:ln/>
        </p:spPr>
      </p:sp>
      <p:sp>
        <p:nvSpPr>
          <p:cNvPr id="26" name="Shape 24"/>
          <p:cNvSpPr/>
          <p:nvPr/>
        </p:nvSpPr>
        <p:spPr>
          <a:xfrm>
            <a:off x="2543175" y="9563100"/>
            <a:ext cx="114300" cy="114300"/>
          </a:xfrm>
          <a:prstGeom prst="ellipse">
            <a:avLst/>
          </a:prstGeom>
          <a:solidFill>
            <a:srgbClr val="F3EEE3">
              <a:alpha val="28000"/>
            </a:srgbClr>
          </a:solidFill>
          <a:ln/>
        </p:spPr>
      </p:sp>
      <p:sp>
        <p:nvSpPr>
          <p:cNvPr id="27" name="Shape 25"/>
          <p:cNvSpPr/>
          <p:nvPr/>
        </p:nvSpPr>
        <p:spPr>
          <a:xfrm>
            <a:off x="2771775" y="9563100"/>
            <a:ext cx="114300" cy="114300"/>
          </a:xfrm>
          <a:prstGeom prst="ellipse">
            <a:avLst/>
          </a:prstGeom>
          <a:solidFill>
            <a:srgbClr val="F3EEE3">
              <a:alpha val="28000"/>
            </a:srgbClr>
          </a:solidFill>
          <a:ln/>
        </p:spPr>
      </p:sp>
      <p:sp>
        <p:nvSpPr>
          <p:cNvPr id="28" name="Shape 26"/>
          <p:cNvSpPr/>
          <p:nvPr/>
        </p:nvSpPr>
        <p:spPr>
          <a:xfrm>
            <a:off x="3000375" y="9563100"/>
            <a:ext cx="114300" cy="114300"/>
          </a:xfrm>
          <a:prstGeom prst="ellipse">
            <a:avLst/>
          </a:prstGeom>
          <a:solidFill>
            <a:srgbClr val="F3EEE3">
              <a:alpha val="28000"/>
            </a:srgbClr>
          </a:solidFill>
          <a:ln/>
        </p:spPr>
      </p:sp>
      <p:sp>
        <p:nvSpPr>
          <p:cNvPr id="29" name="Shape 27"/>
          <p:cNvSpPr/>
          <p:nvPr/>
        </p:nvSpPr>
        <p:spPr>
          <a:xfrm>
            <a:off x="3209925" y="9544050"/>
            <a:ext cx="152400" cy="152400"/>
          </a:xfrm>
          <a:prstGeom prst="ellipse">
            <a:avLst/>
          </a:prstGeom>
          <a:solidFill>
            <a:srgbClr val="FF6A4D"/>
          </a:solidFill>
          <a:ln/>
        </p:spPr>
      </p:sp>
      <p:sp>
        <p:nvSpPr>
          <p:cNvPr id="30" name="Shape 28"/>
          <p:cNvSpPr/>
          <p:nvPr/>
        </p:nvSpPr>
        <p:spPr>
          <a:xfrm>
            <a:off x="3457575" y="9563100"/>
            <a:ext cx="114300" cy="114300"/>
          </a:xfrm>
          <a:prstGeom prst="ellipse">
            <a:avLst/>
          </a:prstGeom>
          <a:solidFill>
            <a:srgbClr val="F3EEE3">
              <a:alpha val="28000"/>
            </a:srgbClr>
          </a:solidFill>
          <a:ln/>
        </p:spPr>
      </p:sp>
      <p:sp>
        <p:nvSpPr>
          <p:cNvPr id="31" name="Shape 29"/>
          <p:cNvSpPr/>
          <p:nvPr/>
        </p:nvSpPr>
        <p:spPr>
          <a:xfrm>
            <a:off x="3686175" y="9563100"/>
            <a:ext cx="114300" cy="114300"/>
          </a:xfrm>
          <a:prstGeom prst="ellipse">
            <a:avLst/>
          </a:prstGeom>
          <a:solidFill>
            <a:srgbClr val="F3EEE3">
              <a:alpha val="28000"/>
            </a:srgbClr>
          </a:solidFill>
          <a:ln/>
        </p:spPr>
      </p:sp>
      <p:sp>
        <p:nvSpPr>
          <p:cNvPr id="32" name="Shape 30"/>
          <p:cNvSpPr/>
          <p:nvPr/>
        </p:nvSpPr>
        <p:spPr>
          <a:xfrm>
            <a:off x="3914775" y="9563100"/>
            <a:ext cx="114300" cy="114300"/>
          </a:xfrm>
          <a:prstGeom prst="ellipse">
            <a:avLst/>
          </a:prstGeom>
          <a:solidFill>
            <a:srgbClr val="F3EEE3">
              <a:alpha val="28000"/>
            </a:srgbClr>
          </a:solidFill>
          <a:ln/>
        </p:spPr>
      </p:sp>
      <p:sp>
        <p:nvSpPr>
          <p:cNvPr id="33" name="Shape 31"/>
          <p:cNvSpPr/>
          <p:nvPr/>
        </p:nvSpPr>
        <p:spPr>
          <a:xfrm>
            <a:off x="4143375" y="9563100"/>
            <a:ext cx="114300" cy="114300"/>
          </a:xfrm>
          <a:prstGeom prst="ellipse">
            <a:avLst/>
          </a:prstGeom>
          <a:solidFill>
            <a:srgbClr val="F3EEE3">
              <a:alpha val="28000"/>
            </a:srgbClr>
          </a:solidFill>
          <a:ln/>
        </p:spPr>
      </p:sp>
      <p:sp>
        <p:nvSpPr>
          <p:cNvPr id="34" name="Shape 32"/>
          <p:cNvSpPr/>
          <p:nvPr/>
        </p:nvSpPr>
        <p:spPr>
          <a:xfrm>
            <a:off x="4371975" y="9563100"/>
            <a:ext cx="114300" cy="114300"/>
          </a:xfrm>
          <a:prstGeom prst="ellipse">
            <a:avLst/>
          </a:prstGeom>
          <a:solidFill>
            <a:srgbClr val="F3EEE3">
              <a:alpha val="28000"/>
            </a:srgbClr>
          </a:solidFill>
          <a:ln/>
        </p:spPr>
      </p:sp>
      <p:sp>
        <p:nvSpPr>
          <p:cNvPr id="35" name="Shape 33"/>
          <p:cNvSpPr/>
          <p:nvPr/>
        </p:nvSpPr>
        <p:spPr>
          <a:xfrm>
            <a:off x="4600575" y="9563100"/>
            <a:ext cx="114300" cy="114300"/>
          </a:xfrm>
          <a:prstGeom prst="ellipse">
            <a:avLst/>
          </a:prstGeom>
          <a:solidFill>
            <a:srgbClr val="F3EEE3">
              <a:alpha val="28000"/>
            </a:srgbClr>
          </a:solidFill>
          <a:ln/>
        </p:spPr>
      </p:sp>
      <p:sp>
        <p:nvSpPr>
          <p:cNvPr id="36" name="Text 34"/>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Multiple-report</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0" kern="0">
                <a:solidFill>
                  <a:srgbClr val="9AA0B5"/>
                </a:solidFill>
                <a:latin typeface="Be Vietnam Pro" pitchFamily="34" charset="0"/>
                <a:ea typeface="Be Vietnam Pro" pitchFamily="34" charset="-122"/>
                <a:cs typeface="Be Vietnam Pro" pitchFamily="34" charset="-120"/>
              </a:rPr>
              <a:t> L17</a:t>
            </a:r>
            <a:r>
              <a:rPr lang="en-US" sz="1800" dirty="0" spc="-2" kern="0">
                <a:solidFill>
                  <a:srgbClr val="9AA0B5"/>
                </a:solidFill>
                <a:latin typeface="Be Vietnam Pro" pitchFamily="34" charset="0"/>
                <a:ea typeface="Be Vietnam Pro" pitchFamily="34" charset="-122"/>
                <a:cs typeface="Be Vietnam Pro" pitchFamily="34" charset="-120"/>
              </a:rPr>
              <a:t> ·</a:t>
            </a:r>
            <a:r>
              <a:rPr lang="en-US" sz="1800" dirty="0" spc="3" kern="0">
                <a:solidFill>
                  <a:srgbClr val="9AA0B5"/>
                </a:solidFill>
                <a:latin typeface="Be Vietnam Pro" pitchFamily="34" charset="0"/>
                <a:ea typeface="Be Vietnam Pro" pitchFamily="34" charset="-122"/>
                <a:cs typeface="Be Vietnam Pro" pitchFamily="34" charset="-120"/>
              </a:rPr>
              <a:t> 11/17</a:t>
            </a:r>
            <a:endParaRPr lang="en-US" sz="1800" dirty="0"/>
          </a:p>
        </p:txBody>
      </p:sp>
      <p:sp>
        <p:nvSpPr>
          <p:cNvPr id="37" name="Shape 35"/>
          <p:cNvSpPr/>
          <p:nvPr/>
        </p:nvSpPr>
        <p:spPr>
          <a:xfrm>
            <a:off x="15983712" y="9076331"/>
            <a:ext cx="1645920" cy="552301"/>
          </a:xfrm>
          <a:prstGeom prst="roundRect">
            <a:avLst>
              <a:gd name="adj" fmla="val 28000"/>
            </a:avLst>
          </a:prstGeom>
          <a:solidFill>
            <a:srgbClr val="FFFFFF">
              <a:alpha val="82000"/>
            </a:srgbClr>
          </a:solidFill>
          <a:ln/>
        </p:spPr>
      </p:sp>
      <p:pic>
        <p:nvPicPr>
          <p:cNvPr id="38" name="Moda image moda-export-watermark-ce5bd1f1-e598-40e1-a470-faf8bd27f1dc"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Bản</a:t>
            </a:r>
            <a:r>
              <a:rPr lang="en-US" sz="5700" dirty="0" spc="11" kern="0">
                <a:solidFill>
                  <a:srgbClr val="14161C"/>
                </a:solidFill>
                <a:latin typeface="Bricolage Grotesque ExtraBold" pitchFamily="34" charset="0"/>
                <a:ea typeface="Bricolage Grotesque ExtraBold" pitchFamily="34" charset="-122"/>
                <a:cs typeface="Bricolage Grotesque ExtraBold" pitchFamily="34" charset="-120"/>
              </a:rPr>
              <a:t> đồ</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nhiệt</a:t>
            </a:r>
            <a:r>
              <a:rPr lang="en-US" sz="5700" dirty="0" spc="6" kern="0">
                <a:solidFill>
                  <a:srgbClr val="14161C"/>
                </a:solidFill>
                <a:latin typeface="Bricolage Grotesque ExtraBold" pitchFamily="34" charset="0"/>
                <a:ea typeface="Bricolage Grotesque ExtraBold" pitchFamily="34" charset="-122"/>
                <a:cs typeface="Bricolage Grotesque ExtraBold" pitchFamily="34" charset="-120"/>
              </a:rPr>
              <a:t> độ:</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vùng</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nào</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dễ</a:t>
            </a:r>
            <a:r>
              <a:rPr lang="en-US" sz="5700" dirty="0" spc="8" kern="0">
                <a:solidFill>
                  <a:srgbClr val="14161C"/>
                </a:solidFill>
                <a:latin typeface="Bricolage Grotesque ExtraBold" pitchFamily="34" charset="0"/>
                <a:ea typeface="Bricolage Grotesque ExtraBold" pitchFamily="34" charset="-122"/>
                <a:cs typeface="Bricolage Grotesque ExtraBold" pitchFamily="34" charset="-120"/>
              </a:rPr>
              <a:t> đóng</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cặn</a:t>
            </a:r>
            <a:endParaRPr lang="en-US" sz="5700" dirty="0"/>
          </a:p>
        </p:txBody>
      </p:sp>
      <p:sp>
        <p:nvSpPr>
          <p:cNvPr id="3" name="Shape 1"/>
          <p:cNvSpPr/>
          <p:nvPr/>
        </p:nvSpPr>
        <p:spPr>
          <a:xfrm>
            <a:off x="914400" y="2247900"/>
            <a:ext cx="10096500" cy="6096000"/>
          </a:xfrm>
          <a:prstGeom prst="roundRect">
            <a:avLst>
              <a:gd name="adj" fmla="val 4375"/>
            </a:avLst>
          </a:prstGeom>
          <a:solidFill>
            <a:srgbClr val="FFFFFF"/>
          </a:solidFill>
          <a:ln w="28575">
            <a:solidFill>
              <a:srgbClr val="DDD5C1"/>
            </a:solidFill>
            <a:prstDash val="solid"/>
          </a:ln>
        </p:spPr>
      </p:sp>
      <p:pic>
        <p:nvPicPr>
          <p:cNvPr id="4" name="Moda image rect-1793097671686-306295302" descr="">    </p:cNvPr>
          <p:cNvPicPr>
            <a:picLocks noChangeAspect="1"/>
          </p:cNvPicPr>
          <p:nvPr/>
        </p:nvPicPr>
        <p:blipFill>
          <a:blip r:embed="rId1"/>
          <a:srcRect l="0" r="0" t="0" b="0"/>
          <a:stretch/>
        </p:blipFill>
        <p:spPr>
          <a:xfrm>
            <a:off x="1104900" y="2438400"/>
            <a:ext cx="9715500" cy="5715000"/>
          </a:xfrm>
          <a:prstGeom prst="rect">
            <a:avLst/>
          </a:prstGeom>
        </p:spPr>
      </p:pic>
      <p:sp>
        <p:nvSpPr>
          <p:cNvPr id="5" name="Text 2"/>
          <p:cNvSpPr/>
          <p:nvPr/>
        </p:nvSpPr>
        <p:spPr>
          <a:xfrm>
            <a:off x="914400" y="8477250"/>
            <a:ext cx="16459200" cy="495300"/>
          </a:xfrm>
          <a:prstGeom prst="rect">
            <a:avLst/>
          </a:prstGeom>
          <a:noFill/>
          <a:ln/>
        </p:spPr>
        <p:txBody>
          <a:bodyPr wrap="square" lIns="0" tIns="14435" rIns="0" bIns="-14435" rtlCol="0" anchor="t"/>
          <a:lstStyle/>
          <a:p>
            <a:pPr algn="l" indent="0" marL="0">
              <a:lnSpc>
                <a:spcPts val="1815"/>
              </a:lnSpc>
              <a:buNone/>
            </a:pPr>
            <a:r>
              <a:rPr lang="en-US" sz="1650" dirty="0" spc="-2" kern="0">
                <a:solidFill>
                  <a:srgbClr val="6B6A66"/>
                </a:solidFill>
                <a:latin typeface="Be Vietnam Pro" pitchFamily="34" charset="0"/>
                <a:ea typeface="Be Vietnam Pro" pitchFamily="34" charset="-122"/>
                <a:cs typeface="Be Vietnam Pro" pitchFamily="34" charset="-120"/>
              </a:rPr>
              <a:t>Hình:</a:t>
            </a:r>
            <a:r>
              <a:rPr lang="en-US" sz="1650" dirty="0" spc="-54" kern="0">
                <a:solidFill>
                  <a:srgbClr val="6B6A66"/>
                </a:solidFill>
                <a:latin typeface="Be Vietnam Pro" pitchFamily="34" charset="0"/>
                <a:ea typeface="Be Vietnam Pro" pitchFamily="34" charset="-122"/>
                <a:cs typeface="Be Vietnam Pro" pitchFamily="34" charset="-120"/>
              </a:rPr>
              <a:t> Tự</a:t>
            </a:r>
            <a:r>
              <a:rPr lang="en-US" sz="1650" dirty="0" spc="-7" kern="0">
                <a:solidFill>
                  <a:srgbClr val="6B6A66"/>
                </a:solidFill>
                <a:latin typeface="Be Vietnam Pro" pitchFamily="34" charset="0"/>
                <a:ea typeface="Be Vietnam Pro" pitchFamily="34" charset="-122"/>
                <a:cs typeface="Be Vietnam Pro" pitchFamily="34" charset="-120"/>
              </a:rPr>
              <a:t> vẽ</a:t>
            </a:r>
            <a:r>
              <a:rPr lang="en-US" sz="1650" dirty="0" spc="0" kern="0">
                <a:solidFill>
                  <a:srgbClr val="6B6A66"/>
                </a:solidFill>
                <a:latin typeface="Be Vietnam Pro" pitchFamily="34" charset="0"/>
                <a:ea typeface="Be Vietnam Pro" pitchFamily="34" charset="-122"/>
                <a:cs typeface="Be Vietnam Pro" pitchFamily="34" charset="-120"/>
              </a:rPr>
              <a:t> lại</a:t>
            </a:r>
            <a:r>
              <a:rPr lang="en-US" sz="1650" dirty="0" spc="4" kern="0">
                <a:solidFill>
                  <a:srgbClr val="6B6A66"/>
                </a:solidFill>
                <a:latin typeface="Be Vietnam Pro" pitchFamily="34" charset="0"/>
                <a:ea typeface="Be Vietnam Pro" pitchFamily="34" charset="-122"/>
                <a:cs typeface="Be Vietnam Pro" pitchFamily="34" charset="-120"/>
              </a:rPr>
              <a:t> từ</a:t>
            </a:r>
            <a:r>
              <a:rPr lang="en-US" sz="1650" dirty="0" spc="-4" kern="0">
                <a:solidFill>
                  <a:srgbClr val="6B6A66"/>
                </a:solidFill>
                <a:latin typeface="Be Vietnam Pro" pitchFamily="34" charset="0"/>
                <a:ea typeface="Be Vietnam Pro" pitchFamily="34" charset="-122"/>
                <a:cs typeface="Be Vietnam Pro" pitchFamily="34" charset="-120"/>
              </a:rPr>
              <a:t> số</a:t>
            </a:r>
            <a:r>
              <a:rPr lang="en-US" sz="1650" dirty="0" spc="0" kern="0">
                <a:solidFill>
                  <a:srgbClr val="6B6A66"/>
                </a:solidFill>
                <a:latin typeface="Be Vietnam Pro" pitchFamily="34" charset="0"/>
                <a:ea typeface="Be Vietnam Pro" pitchFamily="34" charset="-122"/>
                <a:cs typeface="Be Vietnam Pro" pitchFamily="34" charset="-120"/>
              </a:rPr>
              <a:t> liệu của</a:t>
            </a:r>
            <a:r>
              <a:rPr lang="en-US" sz="1650" dirty="0" spc="1" kern="0">
                <a:solidFill>
                  <a:srgbClr val="6B6A66"/>
                </a:solidFill>
                <a:latin typeface="Be Vietnam Pro" pitchFamily="34" charset="0"/>
                <a:ea typeface="Be Vietnam Pro" pitchFamily="34" charset="-122"/>
                <a:cs typeface="Be Vietnam Pro" pitchFamily="34" charset="-120"/>
              </a:rPr>
              <a:t> biểu</a:t>
            </a:r>
            <a:r>
              <a:rPr lang="en-US" sz="1650" dirty="0" spc="14" kern="0">
                <a:solidFill>
                  <a:srgbClr val="6B6A66"/>
                </a:solidFill>
                <a:latin typeface="Be Vietnam Pro" pitchFamily="34" charset="0"/>
                <a:ea typeface="Be Vietnam Pro" pitchFamily="34" charset="-122"/>
                <a:cs typeface="Be Vietnam Pro" pitchFamily="34" charset="-120"/>
              </a:rPr>
              <a:t> đồ</a:t>
            </a:r>
            <a:r>
              <a:rPr lang="en-US" sz="1650" dirty="0" spc="0" kern="0">
                <a:solidFill>
                  <a:srgbClr val="6B6A66"/>
                </a:solidFill>
                <a:latin typeface="Be Vietnam Pro" pitchFamily="34" charset="0"/>
                <a:ea typeface="Be Vietnam Pro" pitchFamily="34" charset="-122"/>
                <a:cs typeface="Be Vietnam Pro" pitchFamily="34" charset="-120"/>
              </a:rPr>
              <a:t> S1</a:t>
            </a:r>
            <a:r>
              <a:rPr lang="en-US" sz="1650" dirty="0" spc="7" kern="0">
                <a:solidFill>
                  <a:srgbClr val="6B6A66"/>
                </a:solidFill>
                <a:latin typeface="Be Vietnam Pro" pitchFamily="34" charset="0"/>
                <a:ea typeface="Be Vietnam Pro" pitchFamily="34" charset="-122"/>
                <a:cs typeface="Be Vietnam Pro" pitchFamily="34" charset="-120"/>
              </a:rPr>
              <a:t> (đọc</a:t>
            </a:r>
            <a:r>
              <a:rPr lang="en-US" sz="1650" dirty="0" spc="-2" kern="0">
                <a:solidFill>
                  <a:srgbClr val="6B6A66"/>
                </a:solidFill>
                <a:latin typeface="Be Vietnam Pro" pitchFamily="34" charset="0"/>
                <a:ea typeface="Be Vietnam Pro" pitchFamily="34" charset="-122"/>
                <a:cs typeface="Be Vietnam Pro" pitchFamily="34" charset="-120"/>
              </a:rPr>
              <a:t> bằng</a:t>
            </a:r>
            <a:r>
              <a:rPr lang="en-US" sz="1650" dirty="0" spc="-4" kern="0">
                <a:solidFill>
                  <a:srgbClr val="6B6A66"/>
                </a:solidFill>
                <a:latin typeface="Be Vietnam Pro" pitchFamily="34" charset="0"/>
                <a:ea typeface="Be Vietnam Pro" pitchFamily="34" charset="-122"/>
                <a:cs typeface="Be Vietnam Pro" pitchFamily="34" charset="-120"/>
              </a:rPr>
              <a:t> mắt,</a:t>
            </a:r>
            <a:r>
              <a:rPr lang="en-US" sz="1650" dirty="0" spc="2" kern="0">
                <a:solidFill>
                  <a:srgbClr val="6B6A66"/>
                </a:solidFill>
                <a:latin typeface="Be Vietnam Pro" pitchFamily="34" charset="0"/>
                <a:ea typeface="Be Vietnam Pro" pitchFamily="34" charset="-122"/>
                <a:cs typeface="Be Vietnam Pro" pitchFamily="34" charset="-120"/>
              </a:rPr>
              <a:t> ±2%)</a:t>
            </a:r>
            <a:endParaRPr lang="en-US" sz="1650" dirty="0"/>
          </a:p>
        </p:txBody>
      </p:sp>
      <p:sp>
        <p:nvSpPr>
          <p:cNvPr id="6" name="Shape 3"/>
          <p:cNvSpPr/>
          <p:nvPr/>
        </p:nvSpPr>
        <p:spPr>
          <a:xfrm>
            <a:off x="11391900" y="2247900"/>
            <a:ext cx="5981700" cy="1352550"/>
          </a:xfrm>
          <a:prstGeom prst="roundRect">
            <a:avLst>
              <a:gd name="adj" fmla="val 14085"/>
            </a:avLst>
          </a:prstGeom>
          <a:solidFill>
            <a:srgbClr val="E8E0CF"/>
          </a:solidFill>
          <a:ln/>
        </p:spPr>
      </p:sp>
      <p:sp>
        <p:nvSpPr>
          <p:cNvPr id="7" name="Shape 4"/>
          <p:cNvSpPr/>
          <p:nvPr/>
        </p:nvSpPr>
        <p:spPr>
          <a:xfrm>
            <a:off x="11391900" y="2247900"/>
            <a:ext cx="114300" cy="1352550"/>
          </a:xfrm>
          <a:prstGeom prst="roundRect">
            <a:avLst>
              <a:gd name="adj" fmla="val 50000"/>
            </a:avLst>
          </a:prstGeom>
          <a:solidFill>
            <a:srgbClr val="1F3FD1"/>
          </a:solidFill>
          <a:ln/>
        </p:spPr>
      </p:sp>
      <p:sp>
        <p:nvSpPr>
          <p:cNvPr id="8" name="Text 5"/>
          <p:cNvSpPr/>
          <p:nvPr/>
        </p:nvSpPr>
        <p:spPr>
          <a:xfrm>
            <a:off x="11734800" y="2343150"/>
            <a:ext cx="5448300" cy="542925"/>
          </a:xfrm>
          <a:prstGeom prst="rect">
            <a:avLst/>
          </a:prstGeom>
          <a:noFill/>
          <a:ln/>
        </p:spPr>
        <p:txBody>
          <a:bodyPr wrap="square" lIns="0" tIns="0" rIns="0" bIns="0" rtlCol="0" anchor="ctr"/>
          <a:lstStyle/>
          <a:p>
            <a:pPr algn="l" indent="0" marL="0">
              <a:buNone/>
            </a:pPr>
            <a:r>
              <a:rPr lang="en-US" sz="2250" dirty="0" spc="0" kern="0">
                <a:solidFill>
                  <a:srgbClr val="1F3FD1"/>
                </a:solidFill>
                <a:latin typeface="Be Vietnam Pro ExtraBold" pitchFamily="34" charset="0"/>
                <a:ea typeface="Be Vietnam Pro ExtraBold" pitchFamily="34" charset="-122"/>
                <a:cs typeface="Be Vietnam Pro ExtraBold" pitchFamily="34" charset="-120"/>
              </a:rPr>
              <a:t>133–190°C,</a:t>
            </a:r>
            <a:r>
              <a:rPr lang="en-US" sz="2250" dirty="0" spc="3" kern="0">
                <a:solidFill>
                  <a:srgbClr val="1F3FD1"/>
                </a:solidFill>
                <a:latin typeface="Be Vietnam Pro ExtraBold" pitchFamily="34" charset="0"/>
                <a:ea typeface="Be Vietnam Pro ExtraBold" pitchFamily="34" charset="-122"/>
                <a:cs typeface="Be Vietnam Pro ExtraBold" pitchFamily="34" charset="-120"/>
              </a:rPr>
              <a:t> chú</a:t>
            </a:r>
            <a:r>
              <a:rPr lang="en-US" sz="2250" dirty="0" spc="4" kern="0">
                <a:solidFill>
                  <a:srgbClr val="1F3FD1"/>
                </a:solidFill>
                <a:latin typeface="Be Vietnam Pro ExtraBold" pitchFamily="34" charset="0"/>
                <a:ea typeface="Be Vietnam Pro ExtraBold" pitchFamily="34" charset="-122"/>
                <a:cs typeface="Be Vietnam Pro ExtraBold" pitchFamily="34" charset="-120"/>
              </a:rPr>
              <a:t> ý</a:t>
            </a:r>
            <a:endParaRPr lang="en-US" sz="2250" dirty="0"/>
          </a:p>
        </p:txBody>
      </p:sp>
      <p:sp>
        <p:nvSpPr>
          <p:cNvPr id="9" name="Text 6"/>
          <p:cNvSpPr/>
          <p:nvPr/>
        </p:nvSpPr>
        <p:spPr>
          <a:xfrm>
            <a:off x="11734800" y="2790825"/>
            <a:ext cx="5448300" cy="762000"/>
          </a:xfrm>
          <a:prstGeom prst="rect">
            <a:avLst/>
          </a:prstGeom>
          <a:noFill/>
          <a:ln/>
        </p:spPr>
        <p:txBody>
          <a:bodyPr wrap="square" lIns="0" tIns="14180" rIns="0" bIns="-14180" rtlCol="0" anchor="ctr"/>
          <a:lstStyle/>
          <a:p>
            <a:pPr algn="l" indent="0" marL="0">
              <a:lnSpc>
                <a:spcPts val="2933"/>
              </a:lnSpc>
              <a:buNone/>
            </a:pPr>
            <a:r>
              <a:rPr lang="en-US" sz="2550" dirty="0" spc="-24" kern="0">
                <a:solidFill>
                  <a:srgbClr val="14161C"/>
                </a:solidFill>
                <a:latin typeface="Be Vietnam Pro SemiBold" pitchFamily="34" charset="0"/>
                <a:ea typeface="Be Vietnam Pro SemiBold" pitchFamily="34" charset="-122"/>
                <a:cs typeface="Be Vietnam Pro SemiBold" pitchFamily="34" charset="-120"/>
              </a:rPr>
              <a:t>urea</a:t>
            </a:r>
            <a:r>
              <a:rPr lang="en-US" sz="2550" dirty="0" spc="-22" kern="0">
                <a:solidFill>
                  <a:srgbClr val="14161C"/>
                </a:solidFill>
                <a:latin typeface="Be Vietnam Pro SemiBold" pitchFamily="34" charset="0"/>
                <a:ea typeface="Be Vietnam Pro SemiBold" pitchFamily="34" charset="-122"/>
                <a:cs typeface="Be Vietnam Pro SemiBold" pitchFamily="34" charset="-120"/>
              </a:rPr>
              <a:t> và</a:t>
            </a:r>
            <a:r>
              <a:rPr lang="en-US" sz="2550" dirty="0" spc="-16" kern="0">
                <a:solidFill>
                  <a:srgbClr val="14161C"/>
                </a:solidFill>
                <a:latin typeface="Be Vietnam Pro SemiBold" pitchFamily="34" charset="0"/>
                <a:ea typeface="Be Vietnam Pro SemiBold" pitchFamily="34" charset="-122"/>
                <a:cs typeface="Be Vietnam Pro SemiBold" pitchFamily="34" charset="-120"/>
              </a:rPr>
              <a:t> biuret</a:t>
            </a:r>
            <a:r>
              <a:rPr lang="en-US" sz="2550" dirty="0" spc="-5" kern="0">
                <a:solidFill>
                  <a:srgbClr val="14161C"/>
                </a:solidFill>
                <a:latin typeface="Be Vietnam Pro SemiBold" pitchFamily="34" charset="0"/>
                <a:ea typeface="Be Vietnam Pro SemiBold" pitchFamily="34" charset="-122"/>
                <a:cs typeface="Be Vietnam Pro SemiBold" pitchFamily="34" charset="-120"/>
              </a:rPr>
              <a:t> còn</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nhiều,</a:t>
            </a:r>
            <a:r>
              <a:rPr lang="en-US" sz="2550" dirty="0" spc="0" kern="0">
                <a:solidFill>
                  <a:srgbClr val="14161C"/>
                </a:solidFill>
                <a:latin typeface="Be Vietnam Pro SemiBold" pitchFamily="34" charset="0"/>
                <a:ea typeface="Be Vietnam Pro SemiBold" pitchFamily="34" charset="-122"/>
                <a:cs typeface="Be Vietnam Pro SemiBold" pitchFamily="34" charset="-120"/>
              </a:rPr>
              <a:t> cặn</a:t>
            </a:r>
            <a:r>
              <a:rPr lang="en-US" sz="2550" dirty="0" spc="10" kern="0">
                <a:solidFill>
                  <a:srgbClr val="14161C"/>
                </a:solidFill>
                <a:latin typeface="Be Vietnam Pro SemiBold" pitchFamily="34" charset="0"/>
                <a:ea typeface="Be Vietnam Pro SemiBold" pitchFamily="34" charset="-122"/>
                <a:cs typeface="Be Vietnam Pro SemiBold" pitchFamily="34" charset="-120"/>
              </a:rPr>
              <a:t> chưa</a:t>
            </a:r>
            <a:r>
              <a:rPr lang="en-US" sz="2550" dirty="0" spc="-3" kern="0">
                <a:solidFill>
                  <a:srgbClr val="14161C"/>
                </a:solidFill>
                <a:latin typeface="Be Vietnam Pro SemiBold" pitchFamily="34" charset="0"/>
                <a:ea typeface="Be Vietnam Pro SemiBold" pitchFamily="34" charset="-122"/>
                <a:cs typeface="Be Vietnam Pro SemiBold" pitchFamily="34" charset="-120"/>
              </a:rPr>
              <a:t> bền</a:t>
            </a:r>
            <a:endParaRPr lang="en-US" sz="2550" dirty="0"/>
          </a:p>
        </p:txBody>
      </p:sp>
      <p:sp>
        <p:nvSpPr>
          <p:cNvPr id="10" name="Shape 7"/>
          <p:cNvSpPr/>
          <p:nvPr/>
        </p:nvSpPr>
        <p:spPr>
          <a:xfrm>
            <a:off x="11391900" y="3829050"/>
            <a:ext cx="5981700" cy="1352550"/>
          </a:xfrm>
          <a:prstGeom prst="roundRect">
            <a:avLst>
              <a:gd name="adj" fmla="val 14085"/>
            </a:avLst>
          </a:prstGeom>
          <a:solidFill>
            <a:srgbClr val="E8E0CF"/>
          </a:solidFill>
          <a:ln/>
        </p:spPr>
      </p:sp>
      <p:sp>
        <p:nvSpPr>
          <p:cNvPr id="11" name="Shape 8"/>
          <p:cNvSpPr/>
          <p:nvPr/>
        </p:nvSpPr>
        <p:spPr>
          <a:xfrm>
            <a:off x="11391900" y="3829050"/>
            <a:ext cx="114300" cy="1352550"/>
          </a:xfrm>
          <a:prstGeom prst="roundRect">
            <a:avLst>
              <a:gd name="adj" fmla="val 50000"/>
            </a:avLst>
          </a:prstGeom>
          <a:solidFill>
            <a:srgbClr val="B45309"/>
          </a:solidFill>
          <a:ln/>
        </p:spPr>
      </p:sp>
      <p:sp>
        <p:nvSpPr>
          <p:cNvPr id="12" name="Text 9"/>
          <p:cNvSpPr/>
          <p:nvPr/>
        </p:nvSpPr>
        <p:spPr>
          <a:xfrm>
            <a:off x="11734800" y="3924300"/>
            <a:ext cx="5448300" cy="542925"/>
          </a:xfrm>
          <a:prstGeom prst="rect">
            <a:avLst/>
          </a:prstGeom>
          <a:noFill/>
          <a:ln/>
        </p:spPr>
        <p:txBody>
          <a:bodyPr wrap="square" lIns="0" tIns="0" rIns="0" bIns="0" rtlCol="0" anchor="ctr"/>
          <a:lstStyle/>
          <a:p>
            <a:pPr algn="l" indent="0" marL="0">
              <a:buNone/>
            </a:pPr>
            <a:r>
              <a:rPr lang="en-US" sz="2250" dirty="0" spc="1" kern="0">
                <a:solidFill>
                  <a:srgbClr val="B45309"/>
                </a:solidFill>
                <a:latin typeface="Be Vietnam Pro ExtraBold" pitchFamily="34" charset="0"/>
                <a:ea typeface="Be Vietnam Pro ExtraBold" pitchFamily="34" charset="-122"/>
                <a:cs typeface="Be Vietnam Pro ExtraBold" pitchFamily="34" charset="-120"/>
              </a:rPr>
              <a:t>190–325°C,</a:t>
            </a:r>
            <a:r>
              <a:rPr lang="en-US" sz="2250" dirty="0" spc="-1" kern="0">
                <a:solidFill>
                  <a:srgbClr val="B45309"/>
                </a:solidFill>
                <a:latin typeface="Be Vietnam Pro ExtraBold" pitchFamily="34" charset="0"/>
                <a:ea typeface="Be Vietnam Pro ExtraBold" pitchFamily="34" charset="-122"/>
                <a:cs typeface="Be Vietnam Pro ExtraBold" pitchFamily="34" charset="-120"/>
              </a:rPr>
              <a:t> nguy</a:t>
            </a:r>
            <a:r>
              <a:rPr lang="en-US" sz="2250" dirty="0" spc="-2" kern="0">
                <a:solidFill>
                  <a:srgbClr val="B45309"/>
                </a:solidFill>
                <a:latin typeface="Be Vietnam Pro ExtraBold" pitchFamily="34" charset="0"/>
                <a:ea typeface="Be Vietnam Pro ExtraBold" pitchFamily="34" charset="-122"/>
                <a:cs typeface="Be Vietnam Pro ExtraBold" pitchFamily="34" charset="-120"/>
              </a:rPr>
              <a:t> hiểm</a:t>
            </a:r>
            <a:endParaRPr lang="en-US" sz="2250" dirty="0"/>
          </a:p>
        </p:txBody>
      </p:sp>
      <p:sp>
        <p:nvSpPr>
          <p:cNvPr id="13" name="Text 10"/>
          <p:cNvSpPr/>
          <p:nvPr/>
        </p:nvSpPr>
        <p:spPr>
          <a:xfrm>
            <a:off x="11734800" y="4371975"/>
            <a:ext cx="5448300" cy="762000"/>
          </a:xfrm>
          <a:prstGeom prst="rect">
            <a:avLst/>
          </a:prstGeom>
          <a:noFill/>
          <a:ln/>
        </p:spPr>
        <p:txBody>
          <a:bodyPr wrap="square" lIns="0" tIns="14180" rIns="0" bIns="-14180" rtlCol="0" anchor="ctr"/>
          <a:lstStyle/>
          <a:p>
            <a:pPr algn="l" indent="0" marL="0">
              <a:lnSpc>
                <a:spcPts val="2933"/>
              </a:lnSpc>
              <a:buNone/>
            </a:pPr>
            <a:r>
              <a:rPr lang="en-US" sz="2550" dirty="0" spc="-13" kern="0">
                <a:solidFill>
                  <a:srgbClr val="14161C"/>
                </a:solidFill>
                <a:latin typeface="Be Vietnam Pro SemiBold" pitchFamily="34" charset="0"/>
                <a:ea typeface="Be Vietnam Pro SemiBold" pitchFamily="34" charset="-122"/>
                <a:cs typeface="Be Vietnam Pro SemiBold" pitchFamily="34" charset="-120"/>
              </a:rPr>
              <a:t>cyanuric</a:t>
            </a:r>
            <a:r>
              <a:rPr lang="en-US" sz="2550" dirty="0" spc="4" kern="0">
                <a:solidFill>
                  <a:srgbClr val="14161C"/>
                </a:solidFill>
                <a:latin typeface="Be Vietnam Pro SemiBold" pitchFamily="34" charset="0"/>
                <a:ea typeface="Be Vietnam Pro SemiBold" pitchFamily="34" charset="-122"/>
                <a:cs typeface="Be Vietnam Pro SemiBold" pitchFamily="34" charset="-120"/>
              </a:rPr>
              <a:t> acid</a:t>
            </a:r>
            <a:r>
              <a:rPr lang="en-US" sz="2550" dirty="0" spc="-8" kern="0">
                <a:solidFill>
                  <a:srgbClr val="14161C"/>
                </a:solidFill>
                <a:latin typeface="Be Vietnam Pro SemiBold" pitchFamily="34" charset="0"/>
                <a:ea typeface="Be Vietnam Pro SemiBold" pitchFamily="34" charset="-122"/>
                <a:cs typeface="Be Vietnam Pro SemiBold" pitchFamily="34" charset="-120"/>
              </a:rPr>
              <a:t> ~22–24%,</a:t>
            </a:r>
            <a:r>
              <a:rPr lang="en-US" sz="2550" dirty="0" spc="-5" kern="0">
                <a:solidFill>
                  <a:srgbClr val="14161C"/>
                </a:solidFill>
                <a:latin typeface="Be Vietnam Pro SemiBold" pitchFamily="34" charset="0"/>
                <a:ea typeface="Be Vietnam Pro SemiBold" pitchFamily="34" charset="-122"/>
                <a:cs typeface="Be Vietnam Pro SemiBold" pitchFamily="34" charset="-120"/>
              </a:rPr>
              <a:t> ammelide</a:t>
            </a:r>
            <a:r>
              <a:rPr lang="en-US" sz="2550" dirty="0" spc="0" kern="0">
                <a:solidFill>
                  <a:srgbClr val="14161C"/>
                </a:solidFill>
                <a:latin typeface="Be Vietnam Pro SemiBold" pitchFamily="34" charset="0"/>
                <a:ea typeface="Be Vietnam Pro SemiBold" pitchFamily="34" charset="-122"/>
                <a:cs typeface="Be Vietnam Pro SemiBold" pitchFamily="34" charset="-120"/>
              </a:rPr>
              <a:t> ~5,5%</a:t>
            </a:r>
            <a:endParaRPr lang="en-US" sz="2550" dirty="0"/>
          </a:p>
        </p:txBody>
      </p:sp>
      <p:sp>
        <p:nvSpPr>
          <p:cNvPr id="14" name="Shape 11"/>
          <p:cNvSpPr/>
          <p:nvPr/>
        </p:nvSpPr>
        <p:spPr>
          <a:xfrm>
            <a:off x="11391900" y="5410200"/>
            <a:ext cx="5981700" cy="1352550"/>
          </a:xfrm>
          <a:prstGeom prst="roundRect">
            <a:avLst>
              <a:gd name="adj" fmla="val 14085"/>
            </a:avLst>
          </a:prstGeom>
          <a:solidFill>
            <a:srgbClr val="E8E0CF"/>
          </a:solidFill>
          <a:ln/>
        </p:spPr>
      </p:sp>
      <p:sp>
        <p:nvSpPr>
          <p:cNvPr id="15" name="Shape 12"/>
          <p:cNvSpPr/>
          <p:nvPr/>
        </p:nvSpPr>
        <p:spPr>
          <a:xfrm>
            <a:off x="11391900" y="5410200"/>
            <a:ext cx="114300" cy="1352550"/>
          </a:xfrm>
          <a:prstGeom prst="roundRect">
            <a:avLst>
              <a:gd name="adj" fmla="val 50000"/>
            </a:avLst>
          </a:prstGeom>
          <a:solidFill>
            <a:srgbClr val="0F766E"/>
          </a:solidFill>
          <a:ln/>
        </p:spPr>
      </p:sp>
      <p:sp>
        <p:nvSpPr>
          <p:cNvPr id="16" name="Text 13"/>
          <p:cNvSpPr/>
          <p:nvPr/>
        </p:nvSpPr>
        <p:spPr>
          <a:xfrm>
            <a:off x="11734800" y="5505450"/>
            <a:ext cx="5448300" cy="542925"/>
          </a:xfrm>
          <a:prstGeom prst="rect">
            <a:avLst/>
          </a:prstGeom>
          <a:noFill/>
          <a:ln/>
        </p:spPr>
        <p:txBody>
          <a:bodyPr wrap="square" lIns="0" tIns="0" rIns="0" bIns="0" rtlCol="0" anchor="ctr"/>
          <a:lstStyle/>
          <a:p>
            <a:pPr algn="l" indent="0" marL="0">
              <a:buNone/>
            </a:pPr>
            <a:r>
              <a:rPr lang="en-US" sz="2250" dirty="0" spc="1" kern="0">
                <a:solidFill>
                  <a:srgbClr val="0F766E"/>
                </a:solidFill>
                <a:latin typeface="Be Vietnam Pro ExtraBold" pitchFamily="34" charset="0"/>
                <a:ea typeface="Be Vietnam Pro ExtraBold" pitchFamily="34" charset="-122"/>
                <a:cs typeface="Be Vietnam Pro ExtraBold" pitchFamily="34" charset="-120"/>
              </a:rPr>
              <a:t>325–400°C,</a:t>
            </a:r>
            <a:r>
              <a:rPr lang="en-US" sz="2250" dirty="0" spc="4" kern="0">
                <a:solidFill>
                  <a:srgbClr val="0F766E"/>
                </a:solidFill>
                <a:latin typeface="Be Vietnam Pro ExtraBold" pitchFamily="34" charset="0"/>
                <a:ea typeface="Be Vietnam Pro ExtraBold" pitchFamily="34" charset="-122"/>
                <a:cs typeface="Be Vietnam Pro ExtraBold" pitchFamily="34" charset="-120"/>
              </a:rPr>
              <a:t> giảm</a:t>
            </a:r>
            <a:r>
              <a:rPr lang="en-US" sz="2250" dirty="0" spc="1" kern="0">
                <a:solidFill>
                  <a:srgbClr val="0F766E"/>
                </a:solidFill>
                <a:latin typeface="Be Vietnam Pro ExtraBold" pitchFamily="34" charset="0"/>
                <a:ea typeface="Be Vietnam Pro ExtraBold" pitchFamily="34" charset="-122"/>
                <a:cs typeface="Be Vietnam Pro ExtraBold" pitchFamily="34" charset="-120"/>
              </a:rPr>
              <a:t> dần</a:t>
            </a:r>
            <a:endParaRPr lang="en-US" sz="2250" dirty="0"/>
          </a:p>
        </p:txBody>
      </p:sp>
      <p:sp>
        <p:nvSpPr>
          <p:cNvPr id="17" name="Text 14"/>
          <p:cNvSpPr/>
          <p:nvPr/>
        </p:nvSpPr>
        <p:spPr>
          <a:xfrm>
            <a:off x="11734800" y="5953125"/>
            <a:ext cx="5448300" cy="762000"/>
          </a:xfrm>
          <a:prstGeom prst="rect">
            <a:avLst/>
          </a:prstGeom>
          <a:noFill/>
          <a:ln/>
        </p:spPr>
        <p:txBody>
          <a:bodyPr wrap="square" lIns="0" tIns="14180" rIns="0" bIns="-14180" rtlCol="0" anchor="ctr"/>
          <a:lstStyle/>
          <a:p>
            <a:pPr algn="l" indent="0" marL="0">
              <a:lnSpc>
                <a:spcPts val="2933"/>
              </a:lnSpc>
              <a:buNone/>
            </a:pPr>
            <a:r>
              <a:rPr lang="en-US" sz="2550" dirty="0" spc="-13" kern="0">
                <a:solidFill>
                  <a:srgbClr val="14161C"/>
                </a:solidFill>
                <a:latin typeface="Be Vietnam Pro SemiBold" pitchFamily="34" charset="0"/>
                <a:ea typeface="Be Vietnam Pro SemiBold" pitchFamily="34" charset="-122"/>
                <a:cs typeface="Be Vietnam Pro SemiBold" pitchFamily="34" charset="-120"/>
              </a:rPr>
              <a:t>cyanuric</a:t>
            </a:r>
            <a:r>
              <a:rPr lang="en-US" sz="2550" dirty="0" spc="-18" kern="0">
                <a:solidFill>
                  <a:srgbClr val="14161C"/>
                </a:solidFill>
                <a:latin typeface="Be Vietnam Pro SemiBold" pitchFamily="34" charset="0"/>
                <a:ea typeface="Be Vietnam Pro SemiBold" pitchFamily="34" charset="-122"/>
                <a:cs typeface="Be Vietnam Pro SemiBold" pitchFamily="34" charset="-120"/>
              </a:rPr>
              <a:t> về</a:t>
            </a:r>
            <a:r>
              <a:rPr lang="en-US" sz="2550" dirty="0" spc="-2" kern="0">
                <a:solidFill>
                  <a:srgbClr val="14161C"/>
                </a:solidFill>
                <a:latin typeface="Be Vietnam Pro SemiBold" pitchFamily="34" charset="0"/>
                <a:ea typeface="Be Vietnam Pro SemiBold" pitchFamily="34" charset="-122"/>
                <a:cs typeface="Be Vietnam Pro SemiBold" pitchFamily="34" charset="-120"/>
              </a:rPr>
              <a:t> ~0,</a:t>
            </a:r>
            <a:r>
              <a:rPr lang="en-US" sz="2550" dirty="0" spc="-6" kern="0">
                <a:solidFill>
                  <a:srgbClr val="14161C"/>
                </a:solidFill>
                <a:latin typeface="Be Vietnam Pro SemiBold" pitchFamily="34" charset="0"/>
                <a:ea typeface="Be Vietnam Pro SemiBold" pitchFamily="34" charset="-122"/>
                <a:cs typeface="Be Vietnam Pro SemiBold" pitchFamily="34" charset="-120"/>
              </a:rPr>
              <a:t> ammelide</a:t>
            </a:r>
            <a:r>
              <a:rPr lang="en-US" sz="2550" dirty="0" spc="-3" kern="0">
                <a:solidFill>
                  <a:srgbClr val="14161C"/>
                </a:solidFill>
                <a:latin typeface="Be Vietnam Pro SemiBold" pitchFamily="34" charset="0"/>
                <a:ea typeface="Be Vietnam Pro SemiBold" pitchFamily="34" charset="-122"/>
                <a:cs typeface="Be Vietnam Pro SemiBold" pitchFamily="34" charset="-120"/>
              </a:rPr>
              <a:t> còn</a:t>
            </a:r>
            <a:endParaRPr lang="en-US" sz="2550" dirty="0"/>
          </a:p>
        </p:txBody>
      </p:sp>
      <p:sp>
        <p:nvSpPr>
          <p:cNvPr id="18" name="Shape 15"/>
          <p:cNvSpPr/>
          <p:nvPr/>
        </p:nvSpPr>
        <p:spPr>
          <a:xfrm>
            <a:off x="11391900" y="6991350"/>
            <a:ext cx="5981700" cy="1352550"/>
          </a:xfrm>
          <a:prstGeom prst="roundRect">
            <a:avLst>
              <a:gd name="adj" fmla="val 14085"/>
            </a:avLst>
          </a:prstGeom>
          <a:solidFill>
            <a:srgbClr val="E8E0CF"/>
          </a:solidFill>
          <a:ln/>
        </p:spPr>
      </p:sp>
      <p:sp>
        <p:nvSpPr>
          <p:cNvPr id="19" name="Shape 16"/>
          <p:cNvSpPr/>
          <p:nvPr/>
        </p:nvSpPr>
        <p:spPr>
          <a:xfrm>
            <a:off x="11391900" y="6991350"/>
            <a:ext cx="114300" cy="1352550"/>
          </a:xfrm>
          <a:prstGeom prst="roundRect">
            <a:avLst>
              <a:gd name="adj" fmla="val 50000"/>
            </a:avLst>
          </a:prstGeom>
          <a:solidFill>
            <a:srgbClr val="E8472B"/>
          </a:solidFill>
          <a:ln/>
        </p:spPr>
      </p:sp>
      <p:sp>
        <p:nvSpPr>
          <p:cNvPr id="20" name="Text 17"/>
          <p:cNvSpPr/>
          <p:nvPr/>
        </p:nvSpPr>
        <p:spPr>
          <a:xfrm>
            <a:off x="11734800" y="7086600"/>
            <a:ext cx="5448300" cy="542925"/>
          </a:xfrm>
          <a:prstGeom prst="rect">
            <a:avLst/>
          </a:prstGeom>
          <a:noFill/>
          <a:ln/>
        </p:spPr>
        <p:txBody>
          <a:bodyPr wrap="square" lIns="0" tIns="0" rIns="0" bIns="0" rtlCol="0" anchor="ctr"/>
          <a:lstStyle/>
          <a:p>
            <a:pPr algn="l" indent="0" marL="0">
              <a:buNone/>
            </a:pPr>
            <a:r>
              <a:rPr lang="en-US" sz="2250" dirty="0" spc="2" kern="0">
                <a:solidFill>
                  <a:srgbClr val="E8472B"/>
                </a:solidFill>
                <a:latin typeface="Be Vietnam Pro ExtraBold" pitchFamily="34" charset="0"/>
                <a:ea typeface="Be Vietnam Pro ExtraBold" pitchFamily="34" charset="-122"/>
                <a:cs typeface="Be Vietnam Pro ExtraBold" pitchFamily="34" charset="-120"/>
              </a:rPr>
              <a:t>≥400°C,</a:t>
            </a:r>
            <a:r>
              <a:rPr lang="en-US" sz="2250" dirty="0" spc="7" kern="0">
                <a:solidFill>
                  <a:srgbClr val="E8472B"/>
                </a:solidFill>
                <a:latin typeface="Be Vietnam Pro ExtraBold" pitchFamily="34" charset="0"/>
                <a:ea typeface="Be Vietnam Pro ExtraBold" pitchFamily="34" charset="-122"/>
                <a:cs typeface="Be Vietnam Pro ExtraBold" pitchFamily="34" charset="-120"/>
              </a:rPr>
              <a:t> an</a:t>
            </a:r>
            <a:r>
              <a:rPr lang="en-US" sz="2250" dirty="0" spc="1" kern="0">
                <a:solidFill>
                  <a:srgbClr val="E8472B"/>
                </a:solidFill>
                <a:latin typeface="Be Vietnam Pro ExtraBold" pitchFamily="34" charset="0"/>
                <a:ea typeface="Be Vietnam Pro ExtraBold" pitchFamily="34" charset="-122"/>
                <a:cs typeface="Be Vietnam Pro ExtraBold" pitchFamily="34" charset="-120"/>
              </a:rPr>
              <a:t> toàn</a:t>
            </a:r>
            <a:endParaRPr lang="en-US" sz="2250" dirty="0"/>
          </a:p>
        </p:txBody>
      </p:sp>
      <p:sp>
        <p:nvSpPr>
          <p:cNvPr id="21" name="Text 18"/>
          <p:cNvSpPr/>
          <p:nvPr/>
        </p:nvSpPr>
        <p:spPr>
          <a:xfrm>
            <a:off x="11734800" y="7534275"/>
            <a:ext cx="5448300" cy="762000"/>
          </a:xfrm>
          <a:prstGeom prst="rect">
            <a:avLst/>
          </a:prstGeom>
          <a:noFill/>
          <a:ln/>
        </p:spPr>
        <p:txBody>
          <a:bodyPr wrap="square" lIns="0" tIns="14180" rIns="0" bIns="-14180" rtlCol="0" anchor="ctr"/>
          <a:lstStyle/>
          <a:p>
            <a:pPr algn="l" indent="0" marL="0">
              <a:lnSpc>
                <a:spcPts val="2933"/>
              </a:lnSpc>
              <a:buNone/>
            </a:pPr>
            <a:r>
              <a:rPr lang="en-US" sz="2550" dirty="0" spc="0" kern="0">
                <a:solidFill>
                  <a:srgbClr val="14161C"/>
                </a:solidFill>
                <a:latin typeface="Be Vietnam Pro SemiBold" pitchFamily="34" charset="0"/>
                <a:ea typeface="Be Vietnam Pro SemiBold" pitchFamily="34" charset="-122"/>
                <a:cs typeface="Be Vietnam Pro SemiBold" pitchFamily="34" charset="-120"/>
              </a:rPr>
              <a:t>cặn</a:t>
            </a:r>
            <a:r>
              <a:rPr lang="en-US" sz="2550" dirty="0" spc="-18" kern="0">
                <a:solidFill>
                  <a:srgbClr val="14161C"/>
                </a:solidFill>
                <a:latin typeface="Be Vietnam Pro SemiBold" pitchFamily="34" charset="0"/>
                <a:ea typeface="Be Vietnam Pro SemiBold" pitchFamily="34" charset="-122"/>
                <a:cs typeface="Be Vietnam Pro SemiBold" pitchFamily="34" charset="-120"/>
              </a:rPr>
              <a:t> rắn</a:t>
            </a:r>
            <a:r>
              <a:rPr lang="en-US" sz="2550" dirty="0" spc="2" kern="0">
                <a:solidFill>
                  <a:srgbClr val="14161C"/>
                </a:solidFill>
                <a:latin typeface="Be Vietnam Pro SemiBold" pitchFamily="34" charset="0"/>
                <a:ea typeface="Be Vietnam Pro SemiBold" pitchFamily="34" charset="-122"/>
                <a:cs typeface="Be Vietnam Pro SemiBold" pitchFamily="34" charset="-120"/>
              </a:rPr>
              <a:t> ≤</a:t>
            </a:r>
            <a:r>
              <a:rPr lang="en-US" sz="2550" dirty="0" spc="-1" kern="0">
                <a:solidFill>
                  <a:srgbClr val="14161C"/>
                </a:solidFill>
                <a:latin typeface="Be Vietnam Pro SemiBold" pitchFamily="34" charset="0"/>
                <a:ea typeface="Be Vietnam Pro SemiBold" pitchFamily="34" charset="-122"/>
                <a:cs typeface="Be Vietnam Pro SemiBold" pitchFamily="34" charset="-120"/>
              </a:rPr>
              <a:t> ~2,5%</a:t>
            </a:r>
            <a:endParaRPr lang="en-US" sz="2550" dirty="0"/>
          </a:p>
        </p:txBody>
      </p:sp>
      <p:sp>
        <p:nvSpPr>
          <p:cNvPr id="22" name="Text 19"/>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2" kern="0">
                <a:solidFill>
                  <a:srgbClr val="6B6A66"/>
                </a:solidFill>
                <a:latin typeface="Be Vietnam Pro" pitchFamily="34" charset="0"/>
                <a:ea typeface="Be Vietnam Pro" pitchFamily="34" charset="-122"/>
                <a:cs typeface="Be Vietnam Pro" pitchFamily="34" charset="-120"/>
              </a:rPr>
              <a:t> [S5] [S6]</a:t>
            </a:r>
            <a:endParaRPr lang="en-US" sz="1800" dirty="0"/>
          </a:p>
        </p:txBody>
      </p:sp>
      <p:sp>
        <p:nvSpPr>
          <p:cNvPr id="23" name="Shape 20"/>
          <p:cNvSpPr/>
          <p:nvPr/>
        </p:nvSpPr>
        <p:spPr>
          <a:xfrm>
            <a:off x="942975" y="9563100"/>
            <a:ext cx="114300" cy="114300"/>
          </a:xfrm>
          <a:prstGeom prst="ellipse">
            <a:avLst/>
          </a:prstGeom>
          <a:solidFill>
            <a:srgbClr val="14161C">
              <a:alpha val="28000"/>
            </a:srgbClr>
          </a:solidFill>
          <a:ln/>
        </p:spPr>
      </p:sp>
      <p:sp>
        <p:nvSpPr>
          <p:cNvPr id="24" name="Shape 21"/>
          <p:cNvSpPr/>
          <p:nvPr/>
        </p:nvSpPr>
        <p:spPr>
          <a:xfrm>
            <a:off x="1171575" y="9563100"/>
            <a:ext cx="114300" cy="114300"/>
          </a:xfrm>
          <a:prstGeom prst="ellipse">
            <a:avLst/>
          </a:prstGeom>
          <a:solidFill>
            <a:srgbClr val="14161C">
              <a:alpha val="28000"/>
            </a:srgbClr>
          </a:solidFill>
          <a:ln/>
        </p:spPr>
      </p:sp>
      <p:sp>
        <p:nvSpPr>
          <p:cNvPr id="25" name="Shape 22"/>
          <p:cNvSpPr/>
          <p:nvPr/>
        </p:nvSpPr>
        <p:spPr>
          <a:xfrm>
            <a:off x="1400175" y="9563100"/>
            <a:ext cx="114300" cy="114300"/>
          </a:xfrm>
          <a:prstGeom prst="ellipse">
            <a:avLst/>
          </a:prstGeom>
          <a:solidFill>
            <a:srgbClr val="14161C">
              <a:alpha val="28000"/>
            </a:srgbClr>
          </a:solidFill>
          <a:ln/>
        </p:spPr>
      </p:sp>
      <p:sp>
        <p:nvSpPr>
          <p:cNvPr id="26" name="Shape 23"/>
          <p:cNvSpPr/>
          <p:nvPr/>
        </p:nvSpPr>
        <p:spPr>
          <a:xfrm>
            <a:off x="1628775" y="9563100"/>
            <a:ext cx="114300" cy="114300"/>
          </a:xfrm>
          <a:prstGeom prst="ellipse">
            <a:avLst/>
          </a:prstGeom>
          <a:solidFill>
            <a:srgbClr val="14161C">
              <a:alpha val="28000"/>
            </a:srgbClr>
          </a:solidFill>
          <a:ln/>
        </p:spPr>
      </p:sp>
      <p:sp>
        <p:nvSpPr>
          <p:cNvPr id="27" name="Shape 24"/>
          <p:cNvSpPr/>
          <p:nvPr/>
        </p:nvSpPr>
        <p:spPr>
          <a:xfrm>
            <a:off x="1857375" y="9563100"/>
            <a:ext cx="114300" cy="114300"/>
          </a:xfrm>
          <a:prstGeom prst="ellipse">
            <a:avLst/>
          </a:prstGeom>
          <a:solidFill>
            <a:srgbClr val="14161C">
              <a:alpha val="28000"/>
            </a:srgbClr>
          </a:solidFill>
          <a:ln/>
        </p:spPr>
      </p:sp>
      <p:sp>
        <p:nvSpPr>
          <p:cNvPr id="28" name="Shape 25"/>
          <p:cNvSpPr/>
          <p:nvPr/>
        </p:nvSpPr>
        <p:spPr>
          <a:xfrm>
            <a:off x="2085975" y="9563100"/>
            <a:ext cx="114300" cy="114300"/>
          </a:xfrm>
          <a:prstGeom prst="ellipse">
            <a:avLst/>
          </a:prstGeom>
          <a:solidFill>
            <a:srgbClr val="14161C">
              <a:alpha val="28000"/>
            </a:srgbClr>
          </a:solidFill>
          <a:ln/>
        </p:spPr>
      </p:sp>
      <p:sp>
        <p:nvSpPr>
          <p:cNvPr id="29" name="Shape 26"/>
          <p:cNvSpPr/>
          <p:nvPr/>
        </p:nvSpPr>
        <p:spPr>
          <a:xfrm>
            <a:off x="2314575" y="9563100"/>
            <a:ext cx="114300" cy="114300"/>
          </a:xfrm>
          <a:prstGeom prst="ellipse">
            <a:avLst/>
          </a:prstGeom>
          <a:solidFill>
            <a:srgbClr val="14161C">
              <a:alpha val="28000"/>
            </a:srgbClr>
          </a:solidFill>
          <a:ln/>
        </p:spPr>
      </p:sp>
      <p:sp>
        <p:nvSpPr>
          <p:cNvPr id="30" name="Shape 27"/>
          <p:cNvSpPr/>
          <p:nvPr/>
        </p:nvSpPr>
        <p:spPr>
          <a:xfrm>
            <a:off x="2543175" y="9563100"/>
            <a:ext cx="114300" cy="114300"/>
          </a:xfrm>
          <a:prstGeom prst="ellipse">
            <a:avLst/>
          </a:prstGeom>
          <a:solidFill>
            <a:srgbClr val="14161C">
              <a:alpha val="28000"/>
            </a:srgbClr>
          </a:solidFill>
          <a:ln/>
        </p:spPr>
      </p:sp>
      <p:sp>
        <p:nvSpPr>
          <p:cNvPr id="31" name="Shape 28"/>
          <p:cNvSpPr/>
          <p:nvPr/>
        </p:nvSpPr>
        <p:spPr>
          <a:xfrm>
            <a:off x="2771775" y="9563100"/>
            <a:ext cx="114300" cy="114300"/>
          </a:xfrm>
          <a:prstGeom prst="ellipse">
            <a:avLst/>
          </a:prstGeom>
          <a:solidFill>
            <a:srgbClr val="14161C">
              <a:alpha val="28000"/>
            </a:srgbClr>
          </a:solidFill>
          <a:ln/>
        </p:spPr>
      </p:sp>
      <p:sp>
        <p:nvSpPr>
          <p:cNvPr id="32" name="Shape 29"/>
          <p:cNvSpPr/>
          <p:nvPr/>
        </p:nvSpPr>
        <p:spPr>
          <a:xfrm>
            <a:off x="3000375" y="9563100"/>
            <a:ext cx="114300" cy="114300"/>
          </a:xfrm>
          <a:prstGeom prst="ellipse">
            <a:avLst/>
          </a:prstGeom>
          <a:solidFill>
            <a:srgbClr val="14161C">
              <a:alpha val="28000"/>
            </a:srgbClr>
          </a:solidFill>
          <a:ln/>
        </p:spPr>
      </p:sp>
      <p:sp>
        <p:nvSpPr>
          <p:cNvPr id="33" name="Shape 30"/>
          <p:cNvSpPr/>
          <p:nvPr/>
        </p:nvSpPr>
        <p:spPr>
          <a:xfrm>
            <a:off x="3228975" y="9563100"/>
            <a:ext cx="114300" cy="114300"/>
          </a:xfrm>
          <a:prstGeom prst="ellipse">
            <a:avLst/>
          </a:prstGeom>
          <a:solidFill>
            <a:srgbClr val="14161C">
              <a:alpha val="28000"/>
            </a:srgbClr>
          </a:solidFill>
          <a:ln/>
        </p:spPr>
      </p:sp>
      <p:sp>
        <p:nvSpPr>
          <p:cNvPr id="34" name="Shape 31"/>
          <p:cNvSpPr/>
          <p:nvPr/>
        </p:nvSpPr>
        <p:spPr>
          <a:xfrm>
            <a:off x="3438525" y="9544050"/>
            <a:ext cx="152400" cy="152400"/>
          </a:xfrm>
          <a:prstGeom prst="ellipse">
            <a:avLst/>
          </a:prstGeom>
          <a:solidFill>
            <a:srgbClr val="E8472B"/>
          </a:solidFill>
          <a:ln/>
        </p:spPr>
      </p:sp>
      <p:sp>
        <p:nvSpPr>
          <p:cNvPr id="35" name="Shape 32"/>
          <p:cNvSpPr/>
          <p:nvPr/>
        </p:nvSpPr>
        <p:spPr>
          <a:xfrm>
            <a:off x="3686175" y="9563100"/>
            <a:ext cx="114300" cy="114300"/>
          </a:xfrm>
          <a:prstGeom prst="ellipse">
            <a:avLst/>
          </a:prstGeom>
          <a:solidFill>
            <a:srgbClr val="14161C">
              <a:alpha val="28000"/>
            </a:srgbClr>
          </a:solidFill>
          <a:ln/>
        </p:spPr>
      </p:sp>
      <p:sp>
        <p:nvSpPr>
          <p:cNvPr id="36" name="Shape 33"/>
          <p:cNvSpPr/>
          <p:nvPr/>
        </p:nvSpPr>
        <p:spPr>
          <a:xfrm>
            <a:off x="3914775" y="9563100"/>
            <a:ext cx="114300" cy="114300"/>
          </a:xfrm>
          <a:prstGeom prst="ellipse">
            <a:avLst/>
          </a:prstGeom>
          <a:solidFill>
            <a:srgbClr val="14161C">
              <a:alpha val="28000"/>
            </a:srgbClr>
          </a:solidFill>
          <a:ln/>
        </p:spPr>
      </p:sp>
      <p:sp>
        <p:nvSpPr>
          <p:cNvPr id="37" name="Shape 34"/>
          <p:cNvSpPr/>
          <p:nvPr/>
        </p:nvSpPr>
        <p:spPr>
          <a:xfrm>
            <a:off x="4143375" y="9563100"/>
            <a:ext cx="114300" cy="114300"/>
          </a:xfrm>
          <a:prstGeom prst="ellipse">
            <a:avLst/>
          </a:prstGeom>
          <a:solidFill>
            <a:srgbClr val="14161C">
              <a:alpha val="28000"/>
            </a:srgbClr>
          </a:solidFill>
          <a:ln/>
        </p:spPr>
      </p:sp>
      <p:sp>
        <p:nvSpPr>
          <p:cNvPr id="38" name="Shape 35"/>
          <p:cNvSpPr/>
          <p:nvPr/>
        </p:nvSpPr>
        <p:spPr>
          <a:xfrm>
            <a:off x="4371975" y="9563100"/>
            <a:ext cx="114300" cy="114300"/>
          </a:xfrm>
          <a:prstGeom prst="ellipse">
            <a:avLst/>
          </a:prstGeom>
          <a:solidFill>
            <a:srgbClr val="14161C">
              <a:alpha val="28000"/>
            </a:srgbClr>
          </a:solidFill>
          <a:ln/>
        </p:spPr>
      </p:sp>
      <p:sp>
        <p:nvSpPr>
          <p:cNvPr id="39" name="Shape 36"/>
          <p:cNvSpPr/>
          <p:nvPr/>
        </p:nvSpPr>
        <p:spPr>
          <a:xfrm>
            <a:off x="4600575" y="9563100"/>
            <a:ext cx="114300" cy="114300"/>
          </a:xfrm>
          <a:prstGeom prst="ellipse">
            <a:avLst/>
          </a:prstGeom>
          <a:solidFill>
            <a:srgbClr val="14161C">
              <a:alpha val="28000"/>
            </a:srgbClr>
          </a:solidFill>
          <a:ln/>
        </p:spPr>
      </p:sp>
      <p:sp>
        <p:nvSpPr>
          <p:cNvPr id="40" name="Text 37"/>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Multiple-report</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0" kern="0">
                <a:solidFill>
                  <a:srgbClr val="6B6A66"/>
                </a:solidFill>
                <a:latin typeface="Be Vietnam Pro" pitchFamily="34" charset="0"/>
                <a:ea typeface="Be Vietnam Pro" pitchFamily="34" charset="-122"/>
                <a:cs typeface="Be Vietnam Pro" pitchFamily="34" charset="-120"/>
              </a:rPr>
              <a:t> L17</a:t>
            </a:r>
            <a:r>
              <a:rPr lang="en-US" sz="1800" dirty="0" spc="-2"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12/17</a:t>
            </a:r>
            <a:endParaRPr lang="en-US" sz="1800" dirty="0"/>
          </a:p>
        </p:txBody>
      </p:sp>
      <p:sp>
        <p:nvSpPr>
          <p:cNvPr id="41" name="Shape 38"/>
          <p:cNvSpPr/>
          <p:nvPr/>
        </p:nvSpPr>
        <p:spPr>
          <a:xfrm>
            <a:off x="15983712" y="9076331"/>
            <a:ext cx="1645920" cy="552301"/>
          </a:xfrm>
          <a:prstGeom prst="roundRect">
            <a:avLst>
              <a:gd name="adj" fmla="val 28000"/>
            </a:avLst>
          </a:prstGeom>
          <a:solidFill>
            <a:srgbClr val="FFFFFF">
              <a:alpha val="82000"/>
            </a:srgbClr>
          </a:solidFill>
          <a:ln/>
        </p:spPr>
      </p:sp>
      <p:pic>
        <p:nvPicPr>
          <p:cNvPr id="42" name="Moda image moda-export-watermark-f580f8d2-2e3a-40cd-be9c-580c2929a9b8" descr="">    </p:cNvPr>
          <p:cNvPicPr>
            <a:picLocks noChangeAspect="1"/>
          </p:cNvPicPr>
          <p:nvPr/>
        </p:nvPicPr>
        <p:blipFill>
          <a:blip r:embed="rId2"/>
          <a:srcRect l="0" r="0" t="0" b="0"/>
          <a:stretch/>
        </p:blipFill>
        <p:spPr>
          <a:xfrm>
            <a:off x="16109781" y="9202400"/>
            <a:ext cx="1393783" cy="3001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38" kern="0">
                <a:solidFill>
                  <a:srgbClr val="F3EEE3"/>
                </a:solidFill>
                <a:latin typeface="Bricolage Grotesque ExtraBold" pitchFamily="34" charset="0"/>
                <a:ea typeface="Bricolage Grotesque ExtraBold" pitchFamily="34" charset="-122"/>
                <a:cs typeface="Bricolage Grotesque ExtraBold" pitchFamily="34" charset="-120"/>
              </a:rPr>
              <a:t>Gợi</a:t>
            </a: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 ý cho</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thiết</a:t>
            </a:r>
            <a:r>
              <a:rPr lang="en-US" sz="5700" dirty="0" spc="-47" kern="0">
                <a:solidFill>
                  <a:srgbClr val="F3EEE3"/>
                </a:solidFill>
                <a:latin typeface="Bricolage Grotesque ExtraBold" pitchFamily="34" charset="0"/>
                <a:ea typeface="Bricolage Grotesque ExtraBold" pitchFamily="34" charset="-122"/>
                <a:cs typeface="Bricolage Grotesque ExtraBold" pitchFamily="34" charset="-120"/>
              </a:rPr>
              <a:t> kế</a:t>
            </a:r>
            <a:r>
              <a:rPr lang="en-US" sz="5700" dirty="0" spc="-66" kern="0">
                <a:solidFill>
                  <a:srgbClr val="F3EEE3"/>
                </a:solidFill>
                <a:latin typeface="Bricolage Grotesque ExtraBold" pitchFamily="34" charset="0"/>
                <a:ea typeface="Bricolage Grotesque ExtraBold" pitchFamily="34" charset="-122"/>
                <a:cs typeface="Bricolage Grotesque ExtraBold" pitchFamily="34" charset="-120"/>
              </a:rPr>
              <a:t> và</a:t>
            </a:r>
            <a:r>
              <a:rPr lang="en-US" sz="5700" dirty="0" spc="-48" kern="0">
                <a:solidFill>
                  <a:srgbClr val="F3EEE3"/>
                </a:solidFill>
                <a:latin typeface="Bricolage Grotesque ExtraBold" pitchFamily="34" charset="0"/>
                <a:ea typeface="Bricolage Grotesque ExtraBold" pitchFamily="34" charset="-122"/>
                <a:cs typeface="Bricolage Grotesque ExtraBold" pitchFamily="34" charset="-120"/>
              </a:rPr>
              <a:t> vận</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hành</a:t>
            </a:r>
            <a:r>
              <a:rPr lang="en-US" sz="5700" dirty="0" spc="-20" kern="0">
                <a:solidFill>
                  <a:srgbClr val="F3EEE3"/>
                </a:solidFill>
                <a:latin typeface="Bricolage Grotesque ExtraBold" pitchFamily="34" charset="0"/>
                <a:ea typeface="Bricolage Grotesque ExtraBold" pitchFamily="34" charset="-122"/>
                <a:cs typeface="Bricolage Grotesque ExtraBold" pitchFamily="34" charset="-120"/>
              </a:rPr>
              <a:t> DNOx</a:t>
            </a:r>
            <a:endParaRPr lang="en-US" sz="5700" dirty="0"/>
          </a:p>
        </p:txBody>
      </p:sp>
      <p:sp>
        <p:nvSpPr>
          <p:cNvPr id="3" name="Shape 1"/>
          <p:cNvSpPr/>
          <p:nvPr/>
        </p:nvSpPr>
        <p:spPr>
          <a:xfrm>
            <a:off x="914400" y="3048000"/>
            <a:ext cx="3857625" cy="4953000"/>
          </a:xfrm>
          <a:prstGeom prst="roundRect">
            <a:avLst>
              <a:gd name="adj" fmla="val 6914"/>
            </a:avLst>
          </a:prstGeom>
          <a:solidFill>
            <a:srgbClr val="1E212B"/>
          </a:solidFill>
          <a:ln/>
        </p:spPr>
      </p:sp>
      <p:sp>
        <p:nvSpPr>
          <p:cNvPr id="4" name="Shape 2"/>
          <p:cNvSpPr/>
          <p:nvPr/>
        </p:nvSpPr>
        <p:spPr>
          <a:xfrm>
            <a:off x="914400" y="3048000"/>
            <a:ext cx="3857625" cy="152400"/>
          </a:xfrm>
          <a:prstGeom prst="roundRect">
            <a:avLst>
              <a:gd name="adj" fmla="val 50000"/>
            </a:avLst>
          </a:prstGeom>
          <a:solidFill>
            <a:srgbClr val="FFB454"/>
          </a:solidFill>
          <a:ln/>
        </p:spPr>
      </p:sp>
      <p:sp>
        <p:nvSpPr>
          <p:cNvPr id="5" name="Text 3"/>
          <p:cNvSpPr/>
          <p:nvPr/>
        </p:nvSpPr>
        <p:spPr>
          <a:xfrm>
            <a:off x="1295400" y="3543300"/>
            <a:ext cx="3095625" cy="1238250"/>
          </a:xfrm>
          <a:prstGeom prst="rect">
            <a:avLst/>
          </a:prstGeom>
          <a:noFill/>
          <a:ln/>
        </p:spPr>
        <p:txBody>
          <a:bodyPr wrap="square" lIns="0" tIns="0" rIns="0" bIns="0" rtlCol="0" anchor="ctr"/>
          <a:lstStyle/>
          <a:p>
            <a:pPr algn="l" indent="0" marL="0">
              <a:buNone/>
            </a:pPr>
            <a:r>
              <a:rPr lang="en-US" sz="7200" dirty="0" spc="-23" kern="0">
                <a:solidFill>
                  <a:srgbClr val="FFB454"/>
                </a:solidFill>
                <a:latin typeface="Bricolage Grotesque ExtraBold" pitchFamily="34" charset="0"/>
                <a:ea typeface="Bricolage Grotesque ExtraBold" pitchFamily="34" charset="-122"/>
                <a:cs typeface="Bricolage Grotesque ExtraBold" pitchFamily="34" charset="-120"/>
              </a:rPr>
              <a:t>01</a:t>
            </a:r>
            <a:endParaRPr lang="en-US" sz="7200" dirty="0"/>
          </a:p>
        </p:txBody>
      </p:sp>
      <p:sp>
        <p:nvSpPr>
          <p:cNvPr id="6" name="Text 4"/>
          <p:cNvSpPr/>
          <p:nvPr/>
        </p:nvSpPr>
        <p:spPr>
          <a:xfrm>
            <a:off x="1295400" y="4857750"/>
            <a:ext cx="3095625" cy="1047750"/>
          </a:xfrm>
          <a:prstGeom prst="rect">
            <a:avLst/>
          </a:prstGeom>
          <a:noFill/>
          <a:ln/>
        </p:spPr>
        <p:txBody>
          <a:bodyPr wrap="square" lIns="0" tIns="0" rIns="0" bIns="0" rtlCol="0" anchor="t"/>
          <a:lstStyle/>
          <a:p>
            <a:pPr algn="l" indent="0" marL="0">
              <a:buNone/>
            </a:pPr>
            <a:r>
              <a:rPr lang="en-US" sz="2700" b="1" dirty="0" spc="4" kern="0">
                <a:solidFill>
                  <a:srgbClr val="F3EEE3"/>
                </a:solidFill>
                <a:latin typeface="Be Vietnam Pro" pitchFamily="34" charset="0"/>
                <a:ea typeface="Be Vietnam Pro" pitchFamily="34" charset="-122"/>
                <a:cs typeface="Be Vietnam Pro" pitchFamily="34" charset="-120"/>
              </a:rPr>
              <a:t>Ngưỡng</a:t>
            </a:r>
            <a:r>
              <a:rPr lang="en-US" sz="2700" b="1" dirty="0" spc="-2" kern="0">
                <a:solidFill>
                  <a:srgbClr val="F3EEE3"/>
                </a:solidFill>
                <a:latin typeface="Be Vietnam Pro" pitchFamily="34" charset="0"/>
                <a:ea typeface="Be Vietnam Pro" pitchFamily="34" charset="-122"/>
                <a:cs typeface="Be Vietnam Pro" pitchFamily="34" charset="-120"/>
              </a:rPr>
              <a:t> phun</a:t>
            </a:r>
            <a:endParaRPr lang="en-US" sz="2700" dirty="0"/>
          </a:p>
        </p:txBody>
      </p:sp>
      <p:sp>
        <p:nvSpPr>
          <p:cNvPr id="7" name="Text 5"/>
          <p:cNvSpPr/>
          <p:nvPr/>
        </p:nvSpPr>
        <p:spPr>
          <a:xfrm>
            <a:off x="1295400"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1" kern="0">
                <a:solidFill>
                  <a:srgbClr val="9AA0B5"/>
                </a:solidFill>
                <a:latin typeface="Be Vietnam Pro" pitchFamily="34" charset="0"/>
                <a:ea typeface="Be Vietnam Pro" pitchFamily="34" charset="-122"/>
                <a:cs typeface="Be Vietnam Pro" pitchFamily="34" charset="-120"/>
              </a:rPr>
              <a:t>Chỉ phun</a:t>
            </a:r>
            <a:r>
              <a:rPr lang="en-US" sz="2550" dirty="0" spc="-1" kern="0">
                <a:solidFill>
                  <a:srgbClr val="9AA0B5"/>
                </a:solidFill>
                <a:latin typeface="Be Vietnam Pro" pitchFamily="34" charset="0"/>
                <a:ea typeface="Be Vietnam Pro" pitchFamily="34" charset="-122"/>
                <a:cs typeface="Be Vietnam Pro" pitchFamily="34" charset="-120"/>
              </a:rPr>
              <a:t> khi</a:t>
            </a:r>
            <a:r>
              <a:rPr lang="en-US" sz="2550" dirty="0" spc="1" kern="0">
                <a:solidFill>
                  <a:srgbClr val="9AA0B5"/>
                </a:solidFill>
                <a:latin typeface="Be Vietnam Pro" pitchFamily="34" charset="0"/>
                <a:ea typeface="Be Vietnam Pro" pitchFamily="34" charset="-122"/>
                <a:cs typeface="Be Vietnam Pro" pitchFamily="34" charset="-120"/>
              </a:rPr>
              <a:t> thành</a:t>
            </a:r>
            <a:r>
              <a:rPr lang="en-US" sz="2550" dirty="0" spc="0" kern="0">
                <a:solidFill>
                  <a:srgbClr val="9AA0B5"/>
                </a:solidFill>
                <a:latin typeface="Be Vietnam Pro" pitchFamily="34" charset="0"/>
                <a:ea typeface="Be Vietnam Pro" pitchFamily="34" charset="-122"/>
                <a:cs typeface="Be Vietnam Pro" pitchFamily="34" charset="-120"/>
              </a:rPr>
              <a:t> ống</a:t>
            </a:r>
            <a:r>
              <a:rPr lang="en-US" sz="2550" dirty="0" spc="-19" kern="0">
                <a:solidFill>
                  <a:srgbClr val="9AA0B5"/>
                </a:solidFill>
                <a:latin typeface="Be Vietnam Pro" pitchFamily="34" charset="0"/>
                <a:ea typeface="Be Vietnam Pro" pitchFamily="34" charset="-122"/>
                <a:cs typeface="Be Vietnam Pro" pitchFamily="34" charset="-120"/>
              </a:rPr>
              <a:t> và</a:t>
            </a:r>
            <a:r>
              <a:rPr lang="en-US" sz="2550" dirty="0" spc="-12" kern="0">
                <a:solidFill>
                  <a:srgbClr val="9AA0B5"/>
                </a:solidFill>
                <a:latin typeface="Be Vietnam Pro" pitchFamily="34" charset="0"/>
                <a:ea typeface="Be Vietnam Pro" pitchFamily="34" charset="-122"/>
                <a:cs typeface="Be Vietnam Pro" pitchFamily="34" charset="-120"/>
              </a:rPr>
              <a:t> mixer</a:t>
            </a:r>
            <a:r>
              <a:rPr lang="en-US" sz="2550" dirty="0" spc="17" kern="0">
                <a:solidFill>
                  <a:srgbClr val="9AA0B5"/>
                </a:solidFill>
                <a:latin typeface="Be Vietnam Pro" pitchFamily="34" charset="0"/>
                <a:ea typeface="Be Vietnam Pro" pitchFamily="34" charset="-122"/>
                <a:cs typeface="Be Vietnam Pro" pitchFamily="34" charset="-120"/>
              </a:rPr>
              <a:t> đã</a:t>
            </a:r>
            <a:r>
              <a:rPr lang="en-US" sz="2550" dirty="0" spc="-35" kern="0">
                <a:solidFill>
                  <a:srgbClr val="9AA0B5"/>
                </a:solidFill>
                <a:latin typeface="Be Vietnam Pro" pitchFamily="34" charset="0"/>
                <a:ea typeface="Be Vietnam Pro" pitchFamily="34" charset="-122"/>
                <a:cs typeface="Be Vietnam Pro" pitchFamily="34" charset="-120"/>
              </a:rPr>
              <a:t> ra</a:t>
            </a:r>
            <a:r>
              <a:rPr lang="en-US" sz="2550" dirty="0" spc="0" kern="0">
                <a:solidFill>
                  <a:srgbClr val="9AA0B5"/>
                </a:solidFill>
                <a:latin typeface="Be Vietnam Pro" pitchFamily="34" charset="0"/>
                <a:ea typeface="Be Vietnam Pro" pitchFamily="34" charset="-122"/>
                <a:cs typeface="Be Vietnam Pro" pitchFamily="34" charset="-120"/>
              </a:rPr>
              <a:t> khỏi</a:t>
            </a:r>
            <a:r>
              <a:rPr lang="en-US" sz="2550" dirty="0" spc="-2" kern="0">
                <a:solidFill>
                  <a:srgbClr val="9AA0B5"/>
                </a:solidFill>
                <a:latin typeface="Be Vietnam Pro" pitchFamily="34" charset="0"/>
                <a:ea typeface="Be Vietnam Pro" pitchFamily="34" charset="-122"/>
                <a:cs typeface="Be Vietnam Pro" pitchFamily="34" charset="-120"/>
              </a:rPr>
              <a:t> vùng 190–325°C</a:t>
            </a:r>
            <a:endParaRPr lang="en-US" sz="2550" dirty="0"/>
          </a:p>
        </p:txBody>
      </p:sp>
      <p:sp>
        <p:nvSpPr>
          <p:cNvPr id="8" name="Shape 6"/>
          <p:cNvSpPr/>
          <p:nvPr/>
        </p:nvSpPr>
        <p:spPr>
          <a:xfrm>
            <a:off x="5114925" y="3048000"/>
            <a:ext cx="3857625" cy="4953000"/>
          </a:xfrm>
          <a:prstGeom prst="roundRect">
            <a:avLst>
              <a:gd name="adj" fmla="val 6914"/>
            </a:avLst>
          </a:prstGeom>
          <a:solidFill>
            <a:srgbClr val="1E212B"/>
          </a:solidFill>
          <a:ln/>
        </p:spPr>
      </p:sp>
      <p:sp>
        <p:nvSpPr>
          <p:cNvPr id="9" name="Shape 7"/>
          <p:cNvSpPr/>
          <p:nvPr/>
        </p:nvSpPr>
        <p:spPr>
          <a:xfrm>
            <a:off x="5114925" y="3048000"/>
            <a:ext cx="3857625" cy="152400"/>
          </a:xfrm>
          <a:prstGeom prst="roundRect">
            <a:avLst>
              <a:gd name="adj" fmla="val 50000"/>
            </a:avLst>
          </a:prstGeom>
          <a:solidFill>
            <a:srgbClr val="3DD6A0"/>
          </a:solidFill>
          <a:ln/>
        </p:spPr>
      </p:sp>
      <p:sp>
        <p:nvSpPr>
          <p:cNvPr id="10" name="Text 8"/>
          <p:cNvSpPr/>
          <p:nvPr/>
        </p:nvSpPr>
        <p:spPr>
          <a:xfrm>
            <a:off x="5495925" y="3543300"/>
            <a:ext cx="3095625" cy="1238250"/>
          </a:xfrm>
          <a:prstGeom prst="rect">
            <a:avLst/>
          </a:prstGeom>
          <a:noFill/>
          <a:ln/>
        </p:spPr>
        <p:txBody>
          <a:bodyPr wrap="square" lIns="0" tIns="0" rIns="0" bIns="0" rtlCol="0" anchor="ctr"/>
          <a:lstStyle/>
          <a:p>
            <a:pPr algn="l" indent="0" marL="0">
              <a:buNone/>
            </a:pPr>
            <a:r>
              <a:rPr lang="en-US" sz="7200" dirty="0" spc="-4" kern="0">
                <a:solidFill>
                  <a:srgbClr val="3DD6A0"/>
                </a:solidFill>
                <a:latin typeface="Bricolage Grotesque ExtraBold" pitchFamily="34" charset="0"/>
                <a:ea typeface="Bricolage Grotesque ExtraBold" pitchFamily="34" charset="-122"/>
                <a:cs typeface="Bricolage Grotesque ExtraBold" pitchFamily="34" charset="-120"/>
              </a:rPr>
              <a:t>02</a:t>
            </a:r>
            <a:endParaRPr lang="en-US" sz="7200" dirty="0"/>
          </a:p>
        </p:txBody>
      </p:sp>
      <p:sp>
        <p:nvSpPr>
          <p:cNvPr id="11" name="Text 9"/>
          <p:cNvSpPr/>
          <p:nvPr/>
        </p:nvSpPr>
        <p:spPr>
          <a:xfrm>
            <a:off x="5495925" y="4857750"/>
            <a:ext cx="3095625" cy="1047750"/>
          </a:xfrm>
          <a:prstGeom prst="rect">
            <a:avLst/>
          </a:prstGeom>
          <a:noFill/>
          <a:ln/>
        </p:spPr>
        <p:txBody>
          <a:bodyPr wrap="square" lIns="0" tIns="0" rIns="0" bIns="0" rtlCol="0" anchor="t"/>
          <a:lstStyle/>
          <a:p>
            <a:pPr algn="l" indent="0" marL="0">
              <a:buNone/>
            </a:pPr>
            <a:r>
              <a:rPr lang="en-US" sz="2700" b="1" dirty="0" spc="-15" kern="0">
                <a:solidFill>
                  <a:srgbClr val="F3EEE3"/>
                </a:solidFill>
                <a:latin typeface="Be Vietnam Pro" pitchFamily="34" charset="0"/>
                <a:ea typeface="Be Vietnam Pro" pitchFamily="34" charset="-122"/>
                <a:cs typeface="Be Vietnam Pro" pitchFamily="34" charset="-120"/>
              </a:rPr>
              <a:t>Strategy</a:t>
            </a:r>
            <a:r>
              <a:rPr lang="en-US" sz="2700" b="1" dirty="0" spc="-2" kern="0">
                <a:solidFill>
                  <a:srgbClr val="F3EEE3"/>
                </a:solidFill>
                <a:latin typeface="Be Vietnam Pro" pitchFamily="34" charset="0"/>
                <a:ea typeface="Be Vietnam Pro" pitchFamily="34" charset="-122"/>
                <a:cs typeface="Be Vietnam Pro" pitchFamily="34" charset="-120"/>
              </a:rPr>
              <a:t> phun</a:t>
            </a:r>
            <a:endParaRPr lang="en-US" sz="2700" dirty="0"/>
          </a:p>
        </p:txBody>
      </p:sp>
      <p:sp>
        <p:nvSpPr>
          <p:cNvPr id="12" name="Text 10"/>
          <p:cNvSpPr/>
          <p:nvPr/>
        </p:nvSpPr>
        <p:spPr>
          <a:xfrm>
            <a:off x="5495925"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7" kern="0">
                <a:solidFill>
                  <a:srgbClr val="9AA0B5"/>
                </a:solidFill>
                <a:latin typeface="Be Vietnam Pro" pitchFamily="34" charset="0"/>
                <a:ea typeface="Be Vietnam Pro" pitchFamily="34" charset="-122"/>
                <a:cs typeface="Be Vietnam Pro" pitchFamily="34" charset="-120"/>
              </a:rPr>
              <a:t>Giọt</a:t>
            </a:r>
            <a:r>
              <a:rPr lang="en-US" sz="2550" dirty="0" spc="-1" kern="0">
                <a:solidFill>
                  <a:srgbClr val="9AA0B5"/>
                </a:solidFill>
                <a:latin typeface="Be Vietnam Pro" pitchFamily="34" charset="0"/>
                <a:ea typeface="Be Vietnam Pro" pitchFamily="34" charset="-122"/>
                <a:cs typeface="Be Vietnam Pro" pitchFamily="34" charset="-120"/>
              </a:rPr>
              <a:t> nhỏ,</a:t>
            </a:r>
            <a:r>
              <a:rPr lang="en-US" sz="2550" dirty="0" spc="6" kern="0">
                <a:solidFill>
                  <a:srgbClr val="9AA0B5"/>
                </a:solidFill>
                <a:latin typeface="Be Vietnam Pro" pitchFamily="34" charset="0"/>
                <a:ea typeface="Be Vietnam Pro" pitchFamily="34" charset="-122"/>
                <a:cs typeface="Be Vietnam Pro" pitchFamily="34" charset="-120"/>
              </a:rPr>
              <a:t> lượng vừa</a:t>
            </a:r>
            <a:r>
              <a:rPr lang="en-US" sz="2550" dirty="0" spc="-2" kern="0">
                <a:solidFill>
                  <a:srgbClr val="9AA0B5"/>
                </a:solidFill>
                <a:latin typeface="Be Vietnam Pro" pitchFamily="34" charset="0"/>
                <a:ea typeface="Be Vietnam Pro" pitchFamily="34" charset="-122"/>
                <a:cs typeface="Be Vietnam Pro" pitchFamily="34" charset="-120"/>
              </a:rPr>
              <a:t> đủ,</a:t>
            </a:r>
            <a:r>
              <a:rPr lang="en-US" sz="2550" dirty="0" spc="-17" kern="0">
                <a:solidFill>
                  <a:srgbClr val="9AA0B5"/>
                </a:solidFill>
                <a:latin typeface="Be Vietnam Pro" pitchFamily="34" charset="0"/>
                <a:ea typeface="Be Vietnam Pro" pitchFamily="34" charset="-122"/>
                <a:cs typeface="Be Vietnam Pro" pitchFamily="34" charset="-120"/>
              </a:rPr>
              <a:t> tránh</a:t>
            </a:r>
            <a:r>
              <a:rPr lang="en-US" sz="2550" dirty="0" spc="-3" kern="0">
                <a:solidFill>
                  <a:srgbClr val="9AA0B5"/>
                </a:solidFill>
                <a:latin typeface="Be Vietnam Pro" pitchFamily="34" charset="0"/>
                <a:ea typeface="Be Vietnam Pro" pitchFamily="34" charset="-122"/>
                <a:cs typeface="Be Vietnam Pro" pitchFamily="34" charset="-120"/>
              </a:rPr>
              <a:t> bắn</a:t>
            </a:r>
            <a:r>
              <a:rPr lang="en-US" sz="2550" dirty="0" spc="-14" kern="0">
                <a:solidFill>
                  <a:srgbClr val="9AA0B5"/>
                </a:solidFill>
                <a:latin typeface="Be Vietnam Pro" pitchFamily="34" charset="0"/>
                <a:ea typeface="Be Vietnam Pro" pitchFamily="34" charset="-122"/>
                <a:cs typeface="Be Vietnam Pro" pitchFamily="34" charset="-120"/>
              </a:rPr>
              <a:t> vào</a:t>
            </a:r>
            <a:r>
              <a:rPr lang="en-US" sz="2550" dirty="0" spc="1" kern="0">
                <a:solidFill>
                  <a:srgbClr val="9AA0B5"/>
                </a:solidFill>
                <a:latin typeface="Be Vietnam Pro" pitchFamily="34" charset="0"/>
                <a:ea typeface="Be Vietnam Pro" pitchFamily="34" charset="-122"/>
                <a:cs typeface="Be Vietnam Pro" pitchFamily="34" charset="-120"/>
              </a:rPr>
              <a:t> thành</a:t>
            </a:r>
            <a:r>
              <a:rPr lang="en-US" sz="2550" dirty="0" spc="-1" kern="0">
                <a:solidFill>
                  <a:srgbClr val="9AA0B5"/>
                </a:solidFill>
                <a:latin typeface="Be Vietnam Pro" pitchFamily="34" charset="0"/>
                <a:ea typeface="Be Vietnam Pro" pitchFamily="34" charset="-122"/>
                <a:cs typeface="Be Vietnam Pro" pitchFamily="34" charset="-120"/>
              </a:rPr>
              <a:t> lạnh</a:t>
            </a:r>
            <a:endParaRPr lang="en-US" sz="2550" dirty="0"/>
          </a:p>
        </p:txBody>
      </p:sp>
      <p:sp>
        <p:nvSpPr>
          <p:cNvPr id="13" name="Shape 11"/>
          <p:cNvSpPr/>
          <p:nvPr/>
        </p:nvSpPr>
        <p:spPr>
          <a:xfrm>
            <a:off x="9315450" y="3048000"/>
            <a:ext cx="3857625" cy="4953000"/>
          </a:xfrm>
          <a:prstGeom prst="roundRect">
            <a:avLst>
              <a:gd name="adj" fmla="val 6914"/>
            </a:avLst>
          </a:prstGeom>
          <a:solidFill>
            <a:srgbClr val="1E212B"/>
          </a:solidFill>
          <a:ln/>
        </p:spPr>
      </p:sp>
      <p:sp>
        <p:nvSpPr>
          <p:cNvPr id="14" name="Shape 12"/>
          <p:cNvSpPr/>
          <p:nvPr/>
        </p:nvSpPr>
        <p:spPr>
          <a:xfrm>
            <a:off x="9315450" y="3048000"/>
            <a:ext cx="3857625" cy="152400"/>
          </a:xfrm>
          <a:prstGeom prst="roundRect">
            <a:avLst>
              <a:gd name="adj" fmla="val 50000"/>
            </a:avLst>
          </a:prstGeom>
          <a:solidFill>
            <a:srgbClr val="FF6A4D"/>
          </a:solidFill>
          <a:ln/>
        </p:spPr>
      </p:sp>
      <p:sp>
        <p:nvSpPr>
          <p:cNvPr id="15" name="Text 13"/>
          <p:cNvSpPr/>
          <p:nvPr/>
        </p:nvSpPr>
        <p:spPr>
          <a:xfrm>
            <a:off x="9696450" y="3543300"/>
            <a:ext cx="3095625" cy="1238250"/>
          </a:xfrm>
          <a:prstGeom prst="rect">
            <a:avLst/>
          </a:prstGeom>
          <a:noFill/>
          <a:ln/>
        </p:spPr>
        <p:txBody>
          <a:bodyPr wrap="square" lIns="0" tIns="0" rIns="0" bIns="0" rtlCol="0" anchor="ctr"/>
          <a:lstStyle/>
          <a:p>
            <a:pPr algn="l" indent="0" marL="0">
              <a:buNone/>
            </a:pPr>
            <a:r>
              <a:rPr lang="en-US" sz="7200" dirty="0" spc="-11" kern="0">
                <a:solidFill>
                  <a:srgbClr val="FF6A4D"/>
                </a:solidFill>
                <a:latin typeface="Bricolage Grotesque ExtraBold" pitchFamily="34" charset="0"/>
                <a:ea typeface="Bricolage Grotesque ExtraBold" pitchFamily="34" charset="-122"/>
                <a:cs typeface="Bricolage Grotesque ExtraBold" pitchFamily="34" charset="-120"/>
              </a:rPr>
              <a:t>03</a:t>
            </a:r>
            <a:endParaRPr lang="en-US" sz="7200" dirty="0"/>
          </a:p>
        </p:txBody>
      </p:sp>
      <p:sp>
        <p:nvSpPr>
          <p:cNvPr id="16" name="Text 14"/>
          <p:cNvSpPr/>
          <p:nvPr/>
        </p:nvSpPr>
        <p:spPr>
          <a:xfrm>
            <a:off x="9696450" y="4857750"/>
            <a:ext cx="3095625" cy="1047750"/>
          </a:xfrm>
          <a:prstGeom prst="rect">
            <a:avLst/>
          </a:prstGeom>
          <a:noFill/>
          <a:ln/>
        </p:spPr>
        <p:txBody>
          <a:bodyPr wrap="square" lIns="0" tIns="0" rIns="0" bIns="0" rtlCol="0" anchor="t"/>
          <a:lstStyle/>
          <a:p>
            <a:pPr algn="l" indent="0" marL="0">
              <a:buNone/>
            </a:pPr>
            <a:r>
              <a:rPr lang="en-US" sz="2700" b="1" dirty="0" spc="-19" kern="0">
                <a:solidFill>
                  <a:srgbClr val="F3EEE3"/>
                </a:solidFill>
                <a:latin typeface="Be Vietnam Pro" pitchFamily="34" charset="0"/>
                <a:ea typeface="Be Vietnam Pro" pitchFamily="34" charset="-122"/>
                <a:cs typeface="Be Vietnam Pro" pitchFamily="34" charset="-120"/>
              </a:rPr>
              <a:t>Mixer</a:t>
            </a:r>
            <a:endParaRPr lang="en-US" sz="2700" dirty="0"/>
          </a:p>
        </p:txBody>
      </p:sp>
      <p:sp>
        <p:nvSpPr>
          <p:cNvPr id="17" name="Text 15"/>
          <p:cNvSpPr/>
          <p:nvPr/>
        </p:nvSpPr>
        <p:spPr>
          <a:xfrm>
            <a:off x="9696450"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3" kern="0">
                <a:solidFill>
                  <a:srgbClr val="9AA0B5"/>
                </a:solidFill>
                <a:latin typeface="Be Vietnam Pro" pitchFamily="34" charset="0"/>
                <a:ea typeface="Be Vietnam Pro" pitchFamily="34" charset="-122"/>
                <a:cs typeface="Be Vietnam Pro" pitchFamily="34" charset="-120"/>
              </a:rPr>
              <a:t>Giúp</a:t>
            </a:r>
            <a:r>
              <a:rPr lang="en-US" sz="2550" dirty="0" spc="-4" kern="0">
                <a:solidFill>
                  <a:srgbClr val="9AA0B5"/>
                </a:solidFill>
                <a:latin typeface="Be Vietnam Pro" pitchFamily="34" charset="0"/>
                <a:ea typeface="Be Vietnam Pro" pitchFamily="34" charset="-122"/>
                <a:cs typeface="Be Vietnam Pro" pitchFamily="34" charset="-120"/>
              </a:rPr>
              <a:t> giọt</a:t>
            </a:r>
            <a:r>
              <a:rPr lang="en-US" sz="2550" dirty="0" spc="-13" kern="0">
                <a:solidFill>
                  <a:srgbClr val="9AA0B5"/>
                </a:solidFill>
                <a:latin typeface="Be Vietnam Pro" pitchFamily="34" charset="0"/>
                <a:ea typeface="Be Vietnam Pro" pitchFamily="34" charset="-122"/>
                <a:cs typeface="Be Vietnam Pro" pitchFamily="34" charset="-120"/>
              </a:rPr>
              <a:t> bay</a:t>
            </a:r>
            <a:r>
              <a:rPr lang="en-US" sz="2550" dirty="0" spc="-1" kern="0">
                <a:solidFill>
                  <a:srgbClr val="9AA0B5"/>
                </a:solidFill>
                <a:latin typeface="Be Vietnam Pro" pitchFamily="34" charset="0"/>
                <a:ea typeface="Be Vietnam Pro" pitchFamily="34" charset="-122"/>
                <a:cs typeface="Be Vietnam Pro" pitchFamily="34" charset="-120"/>
              </a:rPr>
              <a:t> hơi nhanh,</a:t>
            </a:r>
            <a:r>
              <a:rPr lang="en-US" sz="2550" dirty="0" spc="1" kern="0">
                <a:solidFill>
                  <a:srgbClr val="9AA0B5"/>
                </a:solidFill>
                <a:latin typeface="Be Vietnam Pro" pitchFamily="34" charset="0"/>
                <a:ea typeface="Be Vietnam Pro" pitchFamily="34" charset="-122"/>
                <a:cs typeface="Be Vietnam Pro" pitchFamily="34" charset="-120"/>
              </a:rPr>
              <a:t> ít</a:t>
            </a:r>
            <a:r>
              <a:rPr lang="en-US" sz="2550" dirty="0" spc="-15" kern="0">
                <a:solidFill>
                  <a:srgbClr val="9AA0B5"/>
                </a:solidFill>
                <a:latin typeface="Be Vietnam Pro" pitchFamily="34" charset="0"/>
                <a:ea typeface="Be Vietnam Pro" pitchFamily="34" charset="-122"/>
                <a:cs typeface="Be Vietnam Pro" pitchFamily="34" charset="-120"/>
              </a:rPr>
              <a:t> góc</a:t>
            </a:r>
            <a:r>
              <a:rPr lang="en-US" sz="2550" dirty="0" spc="-4" kern="0">
                <a:solidFill>
                  <a:srgbClr val="9AA0B5"/>
                </a:solidFill>
                <a:latin typeface="Be Vietnam Pro" pitchFamily="34" charset="0"/>
                <a:ea typeface="Be Vietnam Pro" pitchFamily="34" charset="-122"/>
                <a:cs typeface="Be Vietnam Pro" pitchFamily="34" charset="-120"/>
              </a:rPr>
              <a:t> chết</a:t>
            </a:r>
            <a:r>
              <a:rPr lang="en-US" sz="2550" dirty="0" spc="18" kern="0">
                <a:solidFill>
                  <a:srgbClr val="9AA0B5"/>
                </a:solidFill>
                <a:latin typeface="Be Vietnam Pro" pitchFamily="34" charset="0"/>
                <a:ea typeface="Be Vietnam Pro" pitchFamily="34" charset="-122"/>
                <a:cs typeface="Be Vietnam Pro" pitchFamily="34" charset="-120"/>
              </a:rPr>
              <a:t> để</a:t>
            </a:r>
            <a:r>
              <a:rPr lang="en-US" sz="2550" dirty="0" spc="-5" kern="0">
                <a:solidFill>
                  <a:srgbClr val="9AA0B5"/>
                </a:solidFill>
                <a:latin typeface="Be Vietnam Pro" pitchFamily="34" charset="0"/>
                <a:ea typeface="Be Vietnam Pro" pitchFamily="34" charset="-122"/>
                <a:cs typeface="Be Vietnam Pro" pitchFamily="34" charset="-120"/>
              </a:rPr>
              <a:t> giọt</a:t>
            </a:r>
            <a:r>
              <a:rPr lang="en-US" sz="2550" dirty="0" spc="1" kern="0">
                <a:solidFill>
                  <a:srgbClr val="9AA0B5"/>
                </a:solidFill>
                <a:latin typeface="Be Vietnam Pro" pitchFamily="34" charset="0"/>
                <a:ea typeface="Be Vietnam Pro" pitchFamily="34" charset="-122"/>
                <a:cs typeface="Be Vietnam Pro" pitchFamily="34" charset="-120"/>
              </a:rPr>
              <a:t> không</a:t>
            </a:r>
            <a:r>
              <a:rPr lang="en-US" sz="2550" dirty="0" spc="10" kern="0">
                <a:solidFill>
                  <a:srgbClr val="9AA0B5"/>
                </a:solidFill>
                <a:latin typeface="Be Vietnam Pro" pitchFamily="34" charset="0"/>
                <a:ea typeface="Be Vietnam Pro" pitchFamily="34" charset="-122"/>
                <a:cs typeface="Be Vietnam Pro" pitchFamily="34" charset="-120"/>
              </a:rPr>
              <a:t> đọng</a:t>
            </a:r>
            <a:endParaRPr lang="en-US" sz="2550" dirty="0"/>
          </a:p>
        </p:txBody>
      </p:sp>
      <p:sp>
        <p:nvSpPr>
          <p:cNvPr id="18" name="Shape 16"/>
          <p:cNvSpPr/>
          <p:nvPr/>
        </p:nvSpPr>
        <p:spPr>
          <a:xfrm>
            <a:off x="13515975" y="3048000"/>
            <a:ext cx="3857625" cy="4953000"/>
          </a:xfrm>
          <a:prstGeom prst="roundRect">
            <a:avLst>
              <a:gd name="adj" fmla="val 6914"/>
            </a:avLst>
          </a:prstGeom>
          <a:solidFill>
            <a:srgbClr val="1E212B"/>
          </a:solidFill>
          <a:ln/>
        </p:spPr>
      </p:sp>
      <p:sp>
        <p:nvSpPr>
          <p:cNvPr id="19" name="Shape 17"/>
          <p:cNvSpPr/>
          <p:nvPr/>
        </p:nvSpPr>
        <p:spPr>
          <a:xfrm>
            <a:off x="13515975" y="3048000"/>
            <a:ext cx="3857625" cy="152400"/>
          </a:xfrm>
          <a:prstGeom prst="roundRect">
            <a:avLst>
              <a:gd name="adj" fmla="val 50000"/>
            </a:avLst>
          </a:prstGeom>
          <a:solidFill>
            <a:srgbClr val="7C93FF"/>
          </a:solidFill>
          <a:ln/>
        </p:spPr>
      </p:sp>
      <p:sp>
        <p:nvSpPr>
          <p:cNvPr id="20" name="Text 18"/>
          <p:cNvSpPr/>
          <p:nvPr/>
        </p:nvSpPr>
        <p:spPr>
          <a:xfrm>
            <a:off x="13896975" y="3543300"/>
            <a:ext cx="3095625" cy="1238250"/>
          </a:xfrm>
          <a:prstGeom prst="rect">
            <a:avLst/>
          </a:prstGeom>
          <a:noFill/>
          <a:ln/>
        </p:spPr>
        <p:txBody>
          <a:bodyPr wrap="square" lIns="0" tIns="0" rIns="0" bIns="0" rtlCol="0" anchor="ctr"/>
          <a:lstStyle/>
          <a:p>
            <a:pPr algn="l" indent="0" marL="0">
              <a:buNone/>
            </a:pPr>
            <a:r>
              <a:rPr lang="en-US" sz="7200" dirty="0" spc="-1" kern="0">
                <a:solidFill>
                  <a:srgbClr val="7C93FF"/>
                </a:solidFill>
                <a:latin typeface="Bricolage Grotesque ExtraBold" pitchFamily="34" charset="0"/>
                <a:ea typeface="Bricolage Grotesque ExtraBold" pitchFamily="34" charset="-122"/>
                <a:cs typeface="Bricolage Grotesque ExtraBold" pitchFamily="34" charset="-120"/>
              </a:rPr>
              <a:t>04</a:t>
            </a:r>
            <a:endParaRPr lang="en-US" sz="7200" dirty="0"/>
          </a:p>
        </p:txBody>
      </p:sp>
      <p:sp>
        <p:nvSpPr>
          <p:cNvPr id="21" name="Text 19"/>
          <p:cNvSpPr/>
          <p:nvPr/>
        </p:nvSpPr>
        <p:spPr>
          <a:xfrm>
            <a:off x="13896975" y="4857750"/>
            <a:ext cx="3095625" cy="1047750"/>
          </a:xfrm>
          <a:prstGeom prst="rect">
            <a:avLst/>
          </a:prstGeom>
          <a:noFill/>
          <a:ln/>
        </p:spPr>
        <p:txBody>
          <a:bodyPr wrap="square" lIns="0" tIns="0" rIns="0" bIns="0" rtlCol="0" anchor="t"/>
          <a:lstStyle/>
          <a:p>
            <a:pPr algn="l" indent="0" marL="0">
              <a:buNone/>
            </a:pPr>
            <a:r>
              <a:rPr lang="en-US" sz="2700" b="1" dirty="0" spc="-24" kern="0">
                <a:solidFill>
                  <a:srgbClr val="F3EEE3"/>
                </a:solidFill>
                <a:latin typeface="Be Vietnam Pro" pitchFamily="34" charset="0"/>
                <a:ea typeface="Be Vietnam Pro" pitchFamily="34" charset="-122"/>
                <a:cs typeface="Be Vietnam Pro" pitchFamily="34" charset="-120"/>
              </a:rPr>
              <a:t>Làm</a:t>
            </a:r>
            <a:r>
              <a:rPr lang="en-US" sz="2700" b="1" dirty="0" spc="1" kern="0">
                <a:solidFill>
                  <a:srgbClr val="F3EEE3"/>
                </a:solidFill>
                <a:latin typeface="Be Vietnam Pro" pitchFamily="34" charset="0"/>
                <a:ea typeface="Be Vietnam Pro" pitchFamily="34" charset="-122"/>
                <a:cs typeface="Be Vietnam Pro" pitchFamily="34" charset="-120"/>
              </a:rPr>
              <a:t> sạch</a:t>
            </a:r>
            <a:r>
              <a:rPr lang="en-US" sz="2700" b="1" dirty="0" spc="-4" kern="0">
                <a:solidFill>
                  <a:srgbClr val="F3EEE3"/>
                </a:solidFill>
                <a:latin typeface="Be Vietnam Pro" pitchFamily="34" charset="0"/>
                <a:ea typeface="Be Vietnam Pro" pitchFamily="34" charset="-122"/>
                <a:cs typeface="Be Vietnam Pro" pitchFamily="34" charset="-120"/>
              </a:rPr>
              <a:t> nhiệt</a:t>
            </a:r>
            <a:endParaRPr lang="en-US" sz="2700" dirty="0"/>
          </a:p>
        </p:txBody>
      </p:sp>
      <p:sp>
        <p:nvSpPr>
          <p:cNvPr id="22" name="Text 20"/>
          <p:cNvSpPr/>
          <p:nvPr/>
        </p:nvSpPr>
        <p:spPr>
          <a:xfrm>
            <a:off x="13896975" y="6000750"/>
            <a:ext cx="3095625" cy="1905000"/>
          </a:xfrm>
          <a:prstGeom prst="rect">
            <a:avLst/>
          </a:prstGeom>
          <a:noFill/>
          <a:ln/>
        </p:spPr>
        <p:txBody>
          <a:bodyPr wrap="square" lIns="0" tIns="13764" rIns="0" bIns="-13764" rtlCol="0" anchor="t"/>
          <a:lstStyle/>
          <a:p>
            <a:pPr algn="l" indent="0" marL="0">
              <a:lnSpc>
                <a:spcPts val="3315"/>
              </a:lnSpc>
              <a:buNone/>
            </a:pPr>
            <a:r>
              <a:rPr lang="en-US" sz="2550" dirty="0" spc="10" kern="0">
                <a:solidFill>
                  <a:srgbClr val="9AA0B5"/>
                </a:solidFill>
                <a:latin typeface="Be Vietnam Pro" pitchFamily="34" charset="0"/>
                <a:ea typeface="Be Vietnam Pro" pitchFamily="34" charset="-122"/>
                <a:cs typeface="Be Vietnam Pro" pitchFamily="34" charset="-120"/>
              </a:rPr>
              <a:t>Đưa</a:t>
            </a:r>
            <a:r>
              <a:rPr lang="en-US" sz="2550" dirty="0" spc="0" kern="0">
                <a:solidFill>
                  <a:srgbClr val="9AA0B5"/>
                </a:solidFill>
                <a:latin typeface="Be Vietnam Pro" pitchFamily="34" charset="0"/>
                <a:ea typeface="Be Vietnam Pro" pitchFamily="34" charset="-122"/>
                <a:cs typeface="Be Vietnam Pro" pitchFamily="34" charset="-120"/>
              </a:rPr>
              <a:t> thành ống lên ≥400°C</a:t>
            </a:r>
            <a:r>
              <a:rPr lang="en-US" sz="2550" dirty="0" spc="-1" kern="0">
                <a:solidFill>
                  <a:srgbClr val="9AA0B5"/>
                </a:solidFill>
                <a:latin typeface="Be Vietnam Pro" pitchFamily="34" charset="0"/>
                <a:ea typeface="Be Vietnam Pro" pitchFamily="34" charset="-122"/>
                <a:cs typeface="Be Vietnam Pro" pitchFamily="34" charset="-120"/>
              </a:rPr>
              <a:t> đủ</a:t>
            </a:r>
            <a:r>
              <a:rPr lang="en-US" sz="2550" dirty="0" spc="2" kern="0">
                <a:solidFill>
                  <a:srgbClr val="9AA0B5"/>
                </a:solidFill>
                <a:latin typeface="Be Vietnam Pro" pitchFamily="34" charset="0"/>
                <a:ea typeface="Be Vietnam Pro" pitchFamily="34" charset="-122"/>
                <a:cs typeface="Be Vietnam Pro" pitchFamily="34" charset="-120"/>
              </a:rPr>
              <a:t> lâu</a:t>
            </a:r>
            <a:r>
              <a:rPr lang="en-US" sz="2550" dirty="0" spc="18" kern="0">
                <a:solidFill>
                  <a:srgbClr val="9AA0B5"/>
                </a:solidFill>
                <a:latin typeface="Be Vietnam Pro" pitchFamily="34" charset="0"/>
                <a:ea typeface="Be Vietnam Pro" pitchFamily="34" charset="-122"/>
                <a:cs typeface="Be Vietnam Pro" pitchFamily="34" charset="-120"/>
              </a:rPr>
              <a:t> để</a:t>
            </a:r>
            <a:r>
              <a:rPr lang="en-US" sz="2550" dirty="0" spc="0" kern="0">
                <a:solidFill>
                  <a:srgbClr val="9AA0B5"/>
                </a:solidFill>
                <a:latin typeface="Be Vietnam Pro" pitchFamily="34" charset="0"/>
                <a:ea typeface="Be Vietnam Pro" pitchFamily="34" charset="-122"/>
                <a:cs typeface="Be Vietnam Pro" pitchFamily="34" charset="-120"/>
              </a:rPr>
              <a:t> cặn biến</a:t>
            </a:r>
            <a:r>
              <a:rPr lang="en-US" sz="2550" dirty="0" spc="-11" kern="0">
                <a:solidFill>
                  <a:srgbClr val="9AA0B5"/>
                </a:solidFill>
                <a:latin typeface="Be Vietnam Pro" pitchFamily="34" charset="0"/>
                <a:ea typeface="Be Vietnam Pro" pitchFamily="34" charset="-122"/>
                <a:cs typeface="Be Vietnam Pro" pitchFamily="34" charset="-120"/>
              </a:rPr>
              <a:t> mất</a:t>
            </a:r>
            <a:endParaRPr lang="en-US" sz="2550" dirty="0"/>
          </a:p>
        </p:txBody>
      </p:sp>
      <p:sp>
        <p:nvSpPr>
          <p:cNvPr id="23" name="Text 2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a:t>
            </a:r>
            <a:r>
              <a:rPr lang="en-US" sz="1800" dirty="0" spc="2" kern="0">
                <a:solidFill>
                  <a:srgbClr val="9AA0B5"/>
                </a:solidFill>
                <a:latin typeface="Be Vietnam Pro" pitchFamily="34" charset="0"/>
                <a:ea typeface="Be Vietnam Pro" pitchFamily="34" charset="-122"/>
                <a:cs typeface="Be Vietnam Pro" pitchFamily="34" charset="-120"/>
              </a:rPr>
              <a:t> [S5]</a:t>
            </a:r>
            <a:endParaRPr lang="en-US" sz="1800" dirty="0"/>
          </a:p>
        </p:txBody>
      </p:sp>
      <p:sp>
        <p:nvSpPr>
          <p:cNvPr id="24" name="Shape 22"/>
          <p:cNvSpPr/>
          <p:nvPr/>
        </p:nvSpPr>
        <p:spPr>
          <a:xfrm>
            <a:off x="942975" y="9563100"/>
            <a:ext cx="114300" cy="114300"/>
          </a:xfrm>
          <a:prstGeom prst="ellipse">
            <a:avLst/>
          </a:prstGeom>
          <a:solidFill>
            <a:srgbClr val="F3EEE3">
              <a:alpha val="28000"/>
            </a:srgbClr>
          </a:solidFill>
          <a:ln/>
        </p:spPr>
      </p:sp>
      <p:sp>
        <p:nvSpPr>
          <p:cNvPr id="25" name="Shape 23"/>
          <p:cNvSpPr/>
          <p:nvPr/>
        </p:nvSpPr>
        <p:spPr>
          <a:xfrm>
            <a:off x="1171575" y="9563100"/>
            <a:ext cx="114300" cy="114300"/>
          </a:xfrm>
          <a:prstGeom prst="ellipse">
            <a:avLst/>
          </a:prstGeom>
          <a:solidFill>
            <a:srgbClr val="F3EEE3">
              <a:alpha val="28000"/>
            </a:srgbClr>
          </a:solidFill>
          <a:ln/>
        </p:spPr>
      </p:sp>
      <p:sp>
        <p:nvSpPr>
          <p:cNvPr id="26" name="Shape 24"/>
          <p:cNvSpPr/>
          <p:nvPr/>
        </p:nvSpPr>
        <p:spPr>
          <a:xfrm>
            <a:off x="1400175" y="9563100"/>
            <a:ext cx="114300" cy="114300"/>
          </a:xfrm>
          <a:prstGeom prst="ellipse">
            <a:avLst/>
          </a:prstGeom>
          <a:solidFill>
            <a:srgbClr val="F3EEE3">
              <a:alpha val="28000"/>
            </a:srgbClr>
          </a:solidFill>
          <a:ln/>
        </p:spPr>
      </p:sp>
      <p:sp>
        <p:nvSpPr>
          <p:cNvPr id="27" name="Shape 25"/>
          <p:cNvSpPr/>
          <p:nvPr/>
        </p:nvSpPr>
        <p:spPr>
          <a:xfrm>
            <a:off x="1628775" y="9563100"/>
            <a:ext cx="114300" cy="114300"/>
          </a:xfrm>
          <a:prstGeom prst="ellipse">
            <a:avLst/>
          </a:prstGeom>
          <a:solidFill>
            <a:srgbClr val="F3EEE3">
              <a:alpha val="28000"/>
            </a:srgbClr>
          </a:solidFill>
          <a:ln/>
        </p:spPr>
      </p:sp>
      <p:sp>
        <p:nvSpPr>
          <p:cNvPr id="28" name="Shape 26"/>
          <p:cNvSpPr/>
          <p:nvPr/>
        </p:nvSpPr>
        <p:spPr>
          <a:xfrm>
            <a:off x="1857375" y="9563100"/>
            <a:ext cx="114300" cy="114300"/>
          </a:xfrm>
          <a:prstGeom prst="ellipse">
            <a:avLst/>
          </a:prstGeom>
          <a:solidFill>
            <a:srgbClr val="F3EEE3">
              <a:alpha val="28000"/>
            </a:srgbClr>
          </a:solidFill>
          <a:ln/>
        </p:spPr>
      </p:sp>
      <p:sp>
        <p:nvSpPr>
          <p:cNvPr id="29" name="Shape 27"/>
          <p:cNvSpPr/>
          <p:nvPr/>
        </p:nvSpPr>
        <p:spPr>
          <a:xfrm>
            <a:off x="2085975" y="9563100"/>
            <a:ext cx="114300" cy="114300"/>
          </a:xfrm>
          <a:prstGeom prst="ellipse">
            <a:avLst/>
          </a:prstGeom>
          <a:solidFill>
            <a:srgbClr val="F3EEE3">
              <a:alpha val="28000"/>
            </a:srgbClr>
          </a:solidFill>
          <a:ln/>
        </p:spPr>
      </p:sp>
      <p:sp>
        <p:nvSpPr>
          <p:cNvPr id="30" name="Shape 28"/>
          <p:cNvSpPr/>
          <p:nvPr/>
        </p:nvSpPr>
        <p:spPr>
          <a:xfrm>
            <a:off x="2314575" y="9563100"/>
            <a:ext cx="114300" cy="114300"/>
          </a:xfrm>
          <a:prstGeom prst="ellipse">
            <a:avLst/>
          </a:prstGeom>
          <a:solidFill>
            <a:srgbClr val="F3EEE3">
              <a:alpha val="28000"/>
            </a:srgbClr>
          </a:solidFill>
          <a:ln/>
        </p:spPr>
      </p:sp>
      <p:sp>
        <p:nvSpPr>
          <p:cNvPr id="31" name="Shape 29"/>
          <p:cNvSpPr/>
          <p:nvPr/>
        </p:nvSpPr>
        <p:spPr>
          <a:xfrm>
            <a:off x="2543175" y="9563100"/>
            <a:ext cx="114300" cy="114300"/>
          </a:xfrm>
          <a:prstGeom prst="ellipse">
            <a:avLst/>
          </a:prstGeom>
          <a:solidFill>
            <a:srgbClr val="F3EEE3">
              <a:alpha val="28000"/>
            </a:srgbClr>
          </a:solidFill>
          <a:ln/>
        </p:spPr>
      </p:sp>
      <p:sp>
        <p:nvSpPr>
          <p:cNvPr id="32" name="Shape 30"/>
          <p:cNvSpPr/>
          <p:nvPr/>
        </p:nvSpPr>
        <p:spPr>
          <a:xfrm>
            <a:off x="2771775" y="9563100"/>
            <a:ext cx="114300" cy="114300"/>
          </a:xfrm>
          <a:prstGeom prst="ellipse">
            <a:avLst/>
          </a:prstGeom>
          <a:solidFill>
            <a:srgbClr val="F3EEE3">
              <a:alpha val="28000"/>
            </a:srgbClr>
          </a:solidFill>
          <a:ln/>
        </p:spPr>
      </p:sp>
      <p:sp>
        <p:nvSpPr>
          <p:cNvPr id="33" name="Shape 31"/>
          <p:cNvSpPr/>
          <p:nvPr/>
        </p:nvSpPr>
        <p:spPr>
          <a:xfrm>
            <a:off x="3000375" y="9563100"/>
            <a:ext cx="114300" cy="114300"/>
          </a:xfrm>
          <a:prstGeom prst="ellipse">
            <a:avLst/>
          </a:prstGeom>
          <a:solidFill>
            <a:srgbClr val="F3EEE3">
              <a:alpha val="28000"/>
            </a:srgbClr>
          </a:solidFill>
          <a:ln/>
        </p:spPr>
      </p:sp>
      <p:sp>
        <p:nvSpPr>
          <p:cNvPr id="34" name="Shape 32"/>
          <p:cNvSpPr/>
          <p:nvPr/>
        </p:nvSpPr>
        <p:spPr>
          <a:xfrm>
            <a:off x="3228975" y="9563100"/>
            <a:ext cx="114300" cy="114300"/>
          </a:xfrm>
          <a:prstGeom prst="ellipse">
            <a:avLst/>
          </a:prstGeom>
          <a:solidFill>
            <a:srgbClr val="F3EEE3">
              <a:alpha val="28000"/>
            </a:srgbClr>
          </a:solidFill>
          <a:ln/>
        </p:spPr>
      </p:sp>
      <p:sp>
        <p:nvSpPr>
          <p:cNvPr id="35" name="Shape 33"/>
          <p:cNvSpPr/>
          <p:nvPr/>
        </p:nvSpPr>
        <p:spPr>
          <a:xfrm>
            <a:off x="3457575" y="9563100"/>
            <a:ext cx="114300" cy="114300"/>
          </a:xfrm>
          <a:prstGeom prst="ellipse">
            <a:avLst/>
          </a:prstGeom>
          <a:solidFill>
            <a:srgbClr val="F3EEE3">
              <a:alpha val="28000"/>
            </a:srgbClr>
          </a:solidFill>
          <a:ln/>
        </p:spPr>
      </p:sp>
      <p:sp>
        <p:nvSpPr>
          <p:cNvPr id="36" name="Shape 34"/>
          <p:cNvSpPr/>
          <p:nvPr/>
        </p:nvSpPr>
        <p:spPr>
          <a:xfrm>
            <a:off x="3667125" y="9544050"/>
            <a:ext cx="152400" cy="152400"/>
          </a:xfrm>
          <a:prstGeom prst="ellipse">
            <a:avLst/>
          </a:prstGeom>
          <a:solidFill>
            <a:srgbClr val="FF6A4D"/>
          </a:solidFill>
          <a:ln/>
        </p:spPr>
      </p:sp>
      <p:sp>
        <p:nvSpPr>
          <p:cNvPr id="37" name="Shape 35"/>
          <p:cNvSpPr/>
          <p:nvPr/>
        </p:nvSpPr>
        <p:spPr>
          <a:xfrm>
            <a:off x="3914775" y="9563100"/>
            <a:ext cx="114300" cy="114300"/>
          </a:xfrm>
          <a:prstGeom prst="ellipse">
            <a:avLst/>
          </a:prstGeom>
          <a:solidFill>
            <a:srgbClr val="F3EEE3">
              <a:alpha val="28000"/>
            </a:srgbClr>
          </a:solidFill>
          <a:ln/>
        </p:spPr>
      </p:sp>
      <p:sp>
        <p:nvSpPr>
          <p:cNvPr id="38" name="Shape 36"/>
          <p:cNvSpPr/>
          <p:nvPr/>
        </p:nvSpPr>
        <p:spPr>
          <a:xfrm>
            <a:off x="4143375" y="9563100"/>
            <a:ext cx="114300" cy="114300"/>
          </a:xfrm>
          <a:prstGeom prst="ellipse">
            <a:avLst/>
          </a:prstGeom>
          <a:solidFill>
            <a:srgbClr val="F3EEE3">
              <a:alpha val="28000"/>
            </a:srgbClr>
          </a:solidFill>
          <a:ln/>
        </p:spPr>
      </p:sp>
      <p:sp>
        <p:nvSpPr>
          <p:cNvPr id="39" name="Shape 37"/>
          <p:cNvSpPr/>
          <p:nvPr/>
        </p:nvSpPr>
        <p:spPr>
          <a:xfrm>
            <a:off x="4371975" y="9563100"/>
            <a:ext cx="114300" cy="114300"/>
          </a:xfrm>
          <a:prstGeom prst="ellipse">
            <a:avLst/>
          </a:prstGeom>
          <a:solidFill>
            <a:srgbClr val="F3EEE3">
              <a:alpha val="28000"/>
            </a:srgbClr>
          </a:solidFill>
          <a:ln/>
        </p:spPr>
      </p:sp>
      <p:sp>
        <p:nvSpPr>
          <p:cNvPr id="40" name="Shape 38"/>
          <p:cNvSpPr/>
          <p:nvPr/>
        </p:nvSpPr>
        <p:spPr>
          <a:xfrm>
            <a:off x="4600575" y="9563100"/>
            <a:ext cx="114300" cy="114300"/>
          </a:xfrm>
          <a:prstGeom prst="ellipse">
            <a:avLst/>
          </a:prstGeom>
          <a:solidFill>
            <a:srgbClr val="F3EEE3">
              <a:alpha val="28000"/>
            </a:srgbClr>
          </a:solidFill>
          <a:ln/>
        </p:spPr>
      </p:sp>
      <p:sp>
        <p:nvSpPr>
          <p:cNvPr id="41" name="Text 39"/>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Multiple-report</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0" kern="0">
                <a:solidFill>
                  <a:srgbClr val="9AA0B5"/>
                </a:solidFill>
                <a:latin typeface="Be Vietnam Pro" pitchFamily="34" charset="0"/>
                <a:ea typeface="Be Vietnam Pro" pitchFamily="34" charset="-122"/>
                <a:cs typeface="Be Vietnam Pro" pitchFamily="34" charset="-120"/>
              </a:rPr>
              <a:t> L17</a:t>
            </a:r>
            <a:r>
              <a:rPr lang="en-US" sz="1800" dirty="0" spc="-2" kern="0">
                <a:solidFill>
                  <a:srgbClr val="9AA0B5"/>
                </a:solidFill>
                <a:latin typeface="Be Vietnam Pro" pitchFamily="34" charset="0"/>
                <a:ea typeface="Be Vietnam Pro" pitchFamily="34" charset="-122"/>
                <a:cs typeface="Be Vietnam Pro" pitchFamily="34" charset="-120"/>
              </a:rPr>
              <a:t> ·</a:t>
            </a:r>
            <a:r>
              <a:rPr lang="en-US" sz="1800" dirty="0" spc="-1" kern="0">
                <a:solidFill>
                  <a:srgbClr val="9AA0B5"/>
                </a:solidFill>
                <a:latin typeface="Be Vietnam Pro" pitchFamily="34" charset="0"/>
                <a:ea typeface="Be Vietnam Pro" pitchFamily="34" charset="-122"/>
                <a:cs typeface="Be Vietnam Pro" pitchFamily="34" charset="-120"/>
              </a:rPr>
              <a:t> 13/17</a:t>
            </a:r>
            <a:endParaRPr lang="en-US" sz="1800" dirty="0"/>
          </a:p>
        </p:txBody>
      </p:sp>
      <p:sp>
        <p:nvSpPr>
          <p:cNvPr id="42" name="Shape 40"/>
          <p:cNvSpPr/>
          <p:nvPr/>
        </p:nvSpPr>
        <p:spPr>
          <a:xfrm>
            <a:off x="15983712" y="9076331"/>
            <a:ext cx="1645920" cy="552301"/>
          </a:xfrm>
          <a:prstGeom prst="roundRect">
            <a:avLst>
              <a:gd name="adj" fmla="val 28000"/>
            </a:avLst>
          </a:prstGeom>
          <a:solidFill>
            <a:srgbClr val="FFFFFF">
              <a:alpha val="82000"/>
            </a:srgbClr>
          </a:solidFill>
          <a:ln/>
        </p:spPr>
      </p:sp>
      <p:pic>
        <p:nvPicPr>
          <p:cNvPr id="43" name="Moda image moda-export-watermark-399d4bce-ef03-4d00-9342-d49bf41f1325"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Năm</a:t>
            </a: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 ý</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cần</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nhớ</a:t>
            </a:r>
            <a:endParaRPr lang="en-US" sz="5700" dirty="0"/>
          </a:p>
        </p:txBody>
      </p:sp>
      <p:sp>
        <p:nvSpPr>
          <p:cNvPr id="3" name="Text 1"/>
          <p:cNvSpPr/>
          <p:nvPr/>
        </p:nvSpPr>
        <p:spPr>
          <a:xfrm>
            <a:off x="914400" y="2381250"/>
            <a:ext cx="1619250" cy="1181100"/>
          </a:xfrm>
          <a:prstGeom prst="rect">
            <a:avLst/>
          </a:prstGeom>
          <a:noFill/>
          <a:ln/>
        </p:spPr>
        <p:txBody>
          <a:bodyPr wrap="square" lIns="0" tIns="0" rIns="0" bIns="0" rtlCol="0" anchor="ctr"/>
          <a:lstStyle/>
          <a:p>
            <a:pPr algn="l" indent="0" marL="0">
              <a:buNone/>
            </a:pPr>
            <a:r>
              <a:rPr lang="en-US" sz="7745" dirty="0" spc="1" kern="0">
                <a:solidFill>
                  <a:srgbClr val="B45309"/>
                </a:solidFill>
                <a:latin typeface="Bricolage Grotesque ExtraBold" pitchFamily="34" charset="0"/>
                <a:ea typeface="Bricolage Grotesque ExtraBold" pitchFamily="34" charset="-122"/>
                <a:cs typeface="Bricolage Grotesque ExtraBold" pitchFamily="34" charset="-120"/>
              </a:rPr>
              <a:t>1</a:t>
            </a:r>
            <a:endParaRPr lang="en-US" sz="7745" dirty="0"/>
          </a:p>
        </p:txBody>
      </p:sp>
      <p:sp>
        <p:nvSpPr>
          <p:cNvPr id="4" name="Shape 2"/>
          <p:cNvSpPr/>
          <p:nvPr/>
        </p:nvSpPr>
        <p:spPr>
          <a:xfrm>
            <a:off x="2724150" y="2476500"/>
            <a:ext cx="14649450" cy="990600"/>
          </a:xfrm>
          <a:prstGeom prst="roundRect">
            <a:avLst>
              <a:gd name="adj" fmla="val 19231"/>
            </a:avLst>
          </a:prstGeom>
          <a:solidFill>
            <a:srgbClr val="E8E0CF"/>
          </a:solidFill>
          <a:ln/>
        </p:spPr>
      </p:sp>
      <p:sp>
        <p:nvSpPr>
          <p:cNvPr id="5" name="Text 3"/>
          <p:cNvSpPr/>
          <p:nvPr/>
        </p:nvSpPr>
        <p:spPr>
          <a:xfrm>
            <a:off x="3105150" y="2476500"/>
            <a:ext cx="14001750" cy="990600"/>
          </a:xfrm>
          <a:prstGeom prst="rect">
            <a:avLst/>
          </a:prstGeom>
          <a:noFill/>
          <a:ln/>
        </p:spPr>
        <p:txBody>
          <a:bodyPr wrap="square" lIns="0" tIns="0" rIns="0" bIns="0" rtlCol="0" anchor="ctr"/>
          <a:lstStyle/>
          <a:p>
            <a:pPr algn="l" indent="0" marL="0">
              <a:buNone/>
            </a:pPr>
            <a:r>
              <a:rPr lang="en-US" sz="3000" dirty="0" spc="-25" kern="0">
                <a:solidFill>
                  <a:srgbClr val="14161C"/>
                </a:solidFill>
                <a:latin typeface="Be Vietnam Pro SemiBold" pitchFamily="34" charset="0"/>
                <a:ea typeface="Be Vietnam Pro SemiBold" pitchFamily="34" charset="-122"/>
                <a:cs typeface="Be Vietnam Pro SemiBold" pitchFamily="34" charset="-120"/>
              </a:rPr>
              <a:t>Urea</a:t>
            </a:r>
            <a:r>
              <a:rPr lang="en-US" sz="3000" dirty="0" spc="-8" kern="0">
                <a:solidFill>
                  <a:srgbClr val="14161C"/>
                </a:solidFill>
                <a:latin typeface="Be Vietnam Pro SemiBold" pitchFamily="34" charset="0"/>
                <a:ea typeface="Be Vietnam Pro SemiBold" pitchFamily="34" charset="-122"/>
                <a:cs typeface="Be Vietnam Pro SemiBold" pitchFamily="34" charset="-120"/>
              </a:rPr>
              <a:t> nóng</a:t>
            </a:r>
            <a:r>
              <a:rPr lang="en-US" sz="3000" dirty="0" spc="-9" kern="0">
                <a:solidFill>
                  <a:srgbClr val="14161C"/>
                </a:solidFill>
                <a:latin typeface="Be Vietnam Pro SemiBold" pitchFamily="34" charset="0"/>
                <a:ea typeface="Be Vietnam Pro SemiBold" pitchFamily="34" charset="-122"/>
                <a:cs typeface="Be Vietnam Pro SemiBold" pitchFamily="34" charset="-120"/>
              </a:rPr>
              <a:t> chảy</a:t>
            </a:r>
            <a:r>
              <a:rPr lang="en-US" sz="3000" dirty="0" spc="4" kern="0">
                <a:solidFill>
                  <a:srgbClr val="14161C"/>
                </a:solidFill>
                <a:latin typeface="Be Vietnam Pro SemiBold" pitchFamily="34" charset="0"/>
                <a:ea typeface="Be Vietnam Pro SemiBold" pitchFamily="34" charset="-122"/>
                <a:cs typeface="Be Vietnam Pro SemiBold" pitchFamily="34" charset="-120"/>
              </a:rPr>
              <a:t> ở</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~133°C</a:t>
            </a:r>
            <a:r>
              <a:rPr lang="en-US" sz="3000" dirty="0" spc="-19" kern="0">
                <a:solidFill>
                  <a:srgbClr val="14161C"/>
                </a:solidFill>
                <a:latin typeface="Be Vietnam Pro SemiBold" pitchFamily="34" charset="0"/>
                <a:ea typeface="Be Vietnam Pro SemiBold" pitchFamily="34" charset="-122"/>
                <a:cs typeface="Be Vietnam Pro SemiBold" pitchFamily="34" charset="-120"/>
              </a:rPr>
              <a:t> rồi</a:t>
            </a:r>
            <a:r>
              <a:rPr lang="en-US" sz="3000" dirty="0" spc="-3" kern="0">
                <a:solidFill>
                  <a:srgbClr val="14161C"/>
                </a:solidFill>
                <a:latin typeface="Be Vietnam Pro SemiBold" pitchFamily="34" charset="0"/>
                <a:ea typeface="Be Vietnam Pro SemiBold" pitchFamily="34" charset="-122"/>
                <a:cs typeface="Be Vietnam Pro SemiBold" pitchFamily="34" charset="-120"/>
              </a:rPr>
              <a:t> tách</a:t>
            </a:r>
            <a:r>
              <a:rPr lang="en-US" sz="3000" dirty="0" spc="18" kern="0">
                <a:solidFill>
                  <a:srgbClr val="14161C"/>
                </a:solidFill>
                <a:latin typeface="Be Vietnam Pro SemiBold" pitchFamily="34" charset="0"/>
                <a:ea typeface="Be Vietnam Pro SemiBold" pitchFamily="34" charset="-122"/>
                <a:cs typeface="Be Vietnam Pro SemiBold" pitchFamily="34" charset="-120"/>
              </a:rPr>
              <a:t> NH3</a:t>
            </a:r>
            <a:r>
              <a:rPr lang="en-US" sz="3000" dirty="0" spc="-20" kern="0">
                <a:solidFill>
                  <a:srgbClr val="14161C"/>
                </a:solidFill>
                <a:latin typeface="Be Vietnam Pro SemiBold" pitchFamily="34" charset="0"/>
                <a:ea typeface="Be Vietnam Pro SemiBold" pitchFamily="34" charset="-122"/>
                <a:cs typeface="Be Vietnam Pro SemiBold" pitchFamily="34" charset="-120"/>
              </a:rPr>
              <a:t> và</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HNCO,</a:t>
            </a:r>
            <a:r>
              <a:rPr lang="en-US" sz="3000" dirty="0" spc="-9" kern="0">
                <a:solidFill>
                  <a:srgbClr val="14161C"/>
                </a:solidFill>
                <a:latin typeface="Be Vietnam Pro SemiBold" pitchFamily="34" charset="0"/>
                <a:ea typeface="Be Vietnam Pro SemiBold" pitchFamily="34" charset="-122"/>
                <a:cs typeface="Be Vietnam Pro SemiBold" pitchFamily="34" charset="-120"/>
              </a:rPr>
              <a:t> một</a:t>
            </a:r>
            <a:r>
              <a:rPr lang="en-US" sz="3000" dirty="0" spc="-3" kern="0">
                <a:solidFill>
                  <a:srgbClr val="14161C"/>
                </a:solidFill>
                <a:latin typeface="Be Vietnam Pro SemiBold" pitchFamily="34" charset="0"/>
                <a:ea typeface="Be Vietnam Pro SemiBold" pitchFamily="34" charset="-122"/>
                <a:cs typeface="Be Vietnam Pro SemiBold" pitchFamily="34" charset="-120"/>
              </a:rPr>
              <a:t> phần</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thành</a:t>
            </a:r>
            <a:r>
              <a:rPr lang="en-US" sz="3000" dirty="0" spc="-16" kern="0">
                <a:solidFill>
                  <a:srgbClr val="14161C"/>
                </a:solidFill>
                <a:latin typeface="Be Vietnam Pro SemiBold" pitchFamily="34" charset="0"/>
                <a:ea typeface="Be Vietnam Pro SemiBold" pitchFamily="34" charset="-122"/>
                <a:cs typeface="Be Vietnam Pro SemiBold" pitchFamily="34" charset="-120"/>
              </a:rPr>
              <a:t> biuret</a:t>
            </a:r>
            <a:endParaRPr lang="en-US" sz="3000" dirty="0"/>
          </a:p>
        </p:txBody>
      </p:sp>
      <p:sp>
        <p:nvSpPr>
          <p:cNvPr id="6" name="Text 4"/>
          <p:cNvSpPr/>
          <p:nvPr/>
        </p:nvSpPr>
        <p:spPr>
          <a:xfrm>
            <a:off x="914400" y="3676650"/>
            <a:ext cx="1619250" cy="1181100"/>
          </a:xfrm>
          <a:prstGeom prst="rect">
            <a:avLst/>
          </a:prstGeom>
          <a:noFill/>
          <a:ln/>
        </p:spPr>
        <p:txBody>
          <a:bodyPr wrap="square" lIns="0" tIns="0" rIns="0" bIns="0" rtlCol="0" anchor="ctr"/>
          <a:lstStyle/>
          <a:p>
            <a:pPr algn="l" indent="0" marL="0">
              <a:buNone/>
            </a:pPr>
            <a:r>
              <a:rPr lang="en-US" sz="7745" dirty="0" spc="5" kern="0">
                <a:solidFill>
                  <a:srgbClr val="0F766E"/>
                </a:solidFill>
                <a:latin typeface="Bricolage Grotesque ExtraBold" pitchFamily="34" charset="0"/>
                <a:ea typeface="Bricolage Grotesque ExtraBold" pitchFamily="34" charset="-122"/>
                <a:cs typeface="Bricolage Grotesque ExtraBold" pitchFamily="34" charset="-120"/>
              </a:rPr>
              <a:t>2</a:t>
            </a:r>
            <a:endParaRPr lang="en-US" sz="7745" dirty="0"/>
          </a:p>
        </p:txBody>
      </p:sp>
      <p:sp>
        <p:nvSpPr>
          <p:cNvPr id="7" name="Shape 5"/>
          <p:cNvSpPr/>
          <p:nvPr/>
        </p:nvSpPr>
        <p:spPr>
          <a:xfrm>
            <a:off x="2724150" y="3771900"/>
            <a:ext cx="14649450" cy="990600"/>
          </a:xfrm>
          <a:prstGeom prst="roundRect">
            <a:avLst>
              <a:gd name="adj" fmla="val 19231"/>
            </a:avLst>
          </a:prstGeom>
          <a:solidFill>
            <a:srgbClr val="E8E0CF"/>
          </a:solidFill>
          <a:ln/>
        </p:spPr>
      </p:sp>
      <p:sp>
        <p:nvSpPr>
          <p:cNvPr id="8" name="Text 6"/>
          <p:cNvSpPr/>
          <p:nvPr/>
        </p:nvSpPr>
        <p:spPr>
          <a:xfrm>
            <a:off x="3105150" y="3771900"/>
            <a:ext cx="14001750" cy="990600"/>
          </a:xfrm>
          <a:prstGeom prst="rect">
            <a:avLst/>
          </a:prstGeom>
          <a:noFill/>
          <a:ln/>
        </p:spPr>
        <p:txBody>
          <a:bodyPr wrap="square" lIns="0" tIns="0" rIns="0" bIns="0" rtlCol="0" anchor="ctr"/>
          <a:lstStyle/>
          <a:p>
            <a:pPr algn="l" indent="0" marL="0">
              <a:buNone/>
            </a:pPr>
            <a:r>
              <a:rPr lang="en-US" sz="3000" dirty="0" spc="-19" kern="0">
                <a:solidFill>
                  <a:srgbClr val="14161C"/>
                </a:solidFill>
                <a:latin typeface="Be Vietnam Pro SemiBold" pitchFamily="34" charset="0"/>
                <a:ea typeface="Be Vietnam Pro SemiBold" pitchFamily="34" charset="-122"/>
                <a:cs typeface="Be Vietnam Pro SemiBold" pitchFamily="34" charset="-120"/>
              </a:rPr>
              <a:t>Biuret</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là</a:t>
            </a:r>
            <a:r>
              <a:rPr lang="en-US" sz="3000" dirty="0" spc="-14" kern="0">
                <a:solidFill>
                  <a:srgbClr val="14161C"/>
                </a:solidFill>
                <a:latin typeface="Be Vietnam Pro SemiBold" pitchFamily="34" charset="0"/>
                <a:ea typeface="Be Vietnam Pro SemiBold" pitchFamily="34" charset="-122"/>
                <a:cs typeface="Be Vietnam Pro SemiBold" pitchFamily="34" charset="-120"/>
              </a:rPr>
              <a:t> trạm</a:t>
            </a:r>
            <a:r>
              <a:rPr lang="en-US" sz="3000" dirty="0" spc="-2" kern="0">
                <a:solidFill>
                  <a:srgbClr val="14161C"/>
                </a:solidFill>
                <a:latin typeface="Be Vietnam Pro SemiBold" pitchFamily="34" charset="0"/>
                <a:ea typeface="Be Vietnam Pro SemiBold" pitchFamily="34" charset="-122"/>
                <a:cs typeface="Be Vietnam Pro SemiBold" pitchFamily="34" charset="-120"/>
              </a:rPr>
              <a:t> trung</a:t>
            </a:r>
            <a:r>
              <a:rPr lang="en-US" sz="3000" dirty="0" spc="2" kern="0">
                <a:solidFill>
                  <a:srgbClr val="14161C"/>
                </a:solidFill>
                <a:latin typeface="Be Vietnam Pro SemiBold" pitchFamily="34" charset="0"/>
                <a:ea typeface="Be Vietnam Pro SemiBold" pitchFamily="34" charset="-122"/>
                <a:cs typeface="Be Vietnam Pro SemiBold" pitchFamily="34" charset="-120"/>
              </a:rPr>
              <a:t> gian:</a:t>
            </a:r>
            <a:r>
              <a:rPr lang="en-US" sz="3000" dirty="0" spc="18" kern="0">
                <a:solidFill>
                  <a:srgbClr val="14161C"/>
                </a:solidFill>
                <a:latin typeface="Be Vietnam Pro SemiBold" pitchFamily="34" charset="0"/>
                <a:ea typeface="Be Vietnam Pro SemiBold" pitchFamily="34" charset="-122"/>
                <a:cs typeface="Be Vietnam Pro SemiBold" pitchFamily="34" charset="-120"/>
              </a:rPr>
              <a:t> đỉnh</a:t>
            </a:r>
            <a:r>
              <a:rPr lang="en-US" sz="3000" dirty="0" spc="3" kern="0">
                <a:solidFill>
                  <a:srgbClr val="14161C"/>
                </a:solidFill>
                <a:latin typeface="Be Vietnam Pro SemiBold" pitchFamily="34" charset="0"/>
                <a:ea typeface="Be Vietnam Pro SemiBold" pitchFamily="34" charset="-122"/>
                <a:cs typeface="Be Vietnam Pro SemiBold" pitchFamily="34" charset="-120"/>
              </a:rPr>
              <a:t> ~28%</a:t>
            </a:r>
            <a:r>
              <a:rPr lang="en-US" sz="3000" dirty="0" spc="4" kern="0">
                <a:solidFill>
                  <a:srgbClr val="14161C"/>
                </a:solidFill>
                <a:latin typeface="Be Vietnam Pro SemiBold" pitchFamily="34" charset="0"/>
                <a:ea typeface="Be Vietnam Pro SemiBold" pitchFamily="34" charset="-122"/>
                <a:cs typeface="Be Vietnam Pro SemiBold" pitchFamily="34" charset="-120"/>
              </a:rPr>
              <a:t> ở</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190°C,</a:t>
            </a:r>
            <a:r>
              <a:rPr lang="en-US" sz="3000" dirty="0" spc="-11" kern="0">
                <a:solidFill>
                  <a:srgbClr val="14161C"/>
                </a:solidFill>
                <a:latin typeface="Be Vietnam Pro SemiBold" pitchFamily="34" charset="0"/>
                <a:ea typeface="Be Vietnam Pro SemiBold" pitchFamily="34" charset="-122"/>
                <a:cs typeface="Be Vietnam Pro SemiBold" pitchFamily="34" charset="-120"/>
              </a:rPr>
              <a:t> hết</a:t>
            </a:r>
            <a:r>
              <a:rPr lang="en-US" sz="3000" dirty="0" spc="4" kern="0">
                <a:solidFill>
                  <a:srgbClr val="14161C"/>
                </a:solidFill>
                <a:latin typeface="Be Vietnam Pro SemiBold" pitchFamily="34" charset="0"/>
                <a:ea typeface="Be Vietnam Pro SemiBold" pitchFamily="34" charset="-122"/>
                <a:cs typeface="Be Vietnam Pro SemiBold" pitchFamily="34" charset="-120"/>
              </a:rPr>
              <a:t> ở</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~250°C</a:t>
            </a:r>
            <a:endParaRPr lang="en-US" sz="3000" dirty="0"/>
          </a:p>
        </p:txBody>
      </p:sp>
      <p:sp>
        <p:nvSpPr>
          <p:cNvPr id="9" name="Text 7"/>
          <p:cNvSpPr/>
          <p:nvPr/>
        </p:nvSpPr>
        <p:spPr>
          <a:xfrm>
            <a:off x="914400" y="4972050"/>
            <a:ext cx="1619250" cy="1181100"/>
          </a:xfrm>
          <a:prstGeom prst="rect">
            <a:avLst/>
          </a:prstGeom>
          <a:noFill/>
          <a:ln/>
        </p:spPr>
        <p:txBody>
          <a:bodyPr wrap="square" lIns="0" tIns="0" rIns="0" bIns="0" rtlCol="0" anchor="ctr"/>
          <a:lstStyle/>
          <a:p>
            <a:pPr algn="l" indent="0" marL="0">
              <a:buNone/>
            </a:pPr>
            <a:r>
              <a:rPr lang="en-US" sz="7745" dirty="0" spc="1" kern="0">
                <a:solidFill>
                  <a:srgbClr val="E8472B"/>
                </a:solidFill>
                <a:latin typeface="Bricolage Grotesque ExtraBold" pitchFamily="34" charset="0"/>
                <a:ea typeface="Bricolage Grotesque ExtraBold" pitchFamily="34" charset="-122"/>
                <a:cs typeface="Bricolage Grotesque ExtraBold" pitchFamily="34" charset="-120"/>
              </a:rPr>
              <a:t>3</a:t>
            </a:r>
            <a:endParaRPr lang="en-US" sz="7745" dirty="0"/>
          </a:p>
        </p:txBody>
      </p:sp>
      <p:sp>
        <p:nvSpPr>
          <p:cNvPr id="10" name="Shape 8"/>
          <p:cNvSpPr/>
          <p:nvPr/>
        </p:nvSpPr>
        <p:spPr>
          <a:xfrm>
            <a:off x="2724150" y="5067300"/>
            <a:ext cx="14649450" cy="990600"/>
          </a:xfrm>
          <a:prstGeom prst="roundRect">
            <a:avLst>
              <a:gd name="adj" fmla="val 19231"/>
            </a:avLst>
          </a:prstGeom>
          <a:solidFill>
            <a:srgbClr val="E8E0CF"/>
          </a:solidFill>
          <a:ln/>
        </p:spPr>
      </p:sp>
      <p:sp>
        <p:nvSpPr>
          <p:cNvPr id="11" name="Text 9"/>
          <p:cNvSpPr/>
          <p:nvPr/>
        </p:nvSpPr>
        <p:spPr>
          <a:xfrm>
            <a:off x="3105150" y="5067300"/>
            <a:ext cx="14001750" cy="990600"/>
          </a:xfrm>
          <a:prstGeom prst="rect">
            <a:avLst/>
          </a:prstGeom>
          <a:noFill/>
          <a:ln/>
        </p:spPr>
        <p:txBody>
          <a:bodyPr wrap="square" lIns="0" tIns="0" rIns="0" bIns="0" rtlCol="0" anchor="ctr"/>
          <a:lstStyle/>
          <a:p>
            <a:pPr algn="l" indent="0" marL="0">
              <a:buNone/>
            </a:pPr>
            <a:r>
              <a:rPr lang="en-US" sz="3000" dirty="0" spc="-5" kern="0">
                <a:solidFill>
                  <a:srgbClr val="14161C"/>
                </a:solidFill>
                <a:latin typeface="Be Vietnam Pro SemiBold" pitchFamily="34" charset="0"/>
                <a:ea typeface="Be Vietnam Pro SemiBold" pitchFamily="34" charset="-122"/>
                <a:cs typeface="Be Vietnam Pro SemiBold" pitchFamily="34" charset="-120"/>
              </a:rPr>
              <a:t>Cyanuric</a:t>
            </a:r>
            <a:r>
              <a:rPr lang="en-US" sz="3000" dirty="0" spc="4" kern="0">
                <a:solidFill>
                  <a:srgbClr val="14161C"/>
                </a:solidFill>
                <a:latin typeface="Be Vietnam Pro SemiBold" pitchFamily="34" charset="0"/>
                <a:ea typeface="Be Vietnam Pro SemiBold" pitchFamily="34" charset="-122"/>
                <a:cs typeface="Be Vietnam Pro SemiBold" pitchFamily="34" charset="-120"/>
              </a:rPr>
              <a:t> acid</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là</a:t>
            </a:r>
            <a:r>
              <a:rPr lang="en-US" sz="3000" dirty="0" spc="-2" kern="0">
                <a:solidFill>
                  <a:srgbClr val="14161C"/>
                </a:solidFill>
                <a:latin typeface="Be Vietnam Pro SemiBold" pitchFamily="34" charset="0"/>
                <a:ea typeface="Be Vietnam Pro SemiBold" pitchFamily="34" charset="-122"/>
                <a:cs typeface="Be Vietnam Pro SemiBold" pitchFamily="34" charset="-120"/>
              </a:rPr>
              <a:t> cặn chính</a:t>
            </a:r>
            <a:r>
              <a:rPr lang="en-US" sz="3000" dirty="0" spc="-4" kern="0">
                <a:solidFill>
                  <a:srgbClr val="14161C"/>
                </a:solidFill>
                <a:latin typeface="Be Vietnam Pro SemiBold" pitchFamily="34" charset="0"/>
                <a:ea typeface="Be Vietnam Pro SemiBold" pitchFamily="34" charset="-122"/>
                <a:cs typeface="Be Vietnam Pro SemiBold" pitchFamily="34" charset="-120"/>
              </a:rPr>
              <a:t> (~22–24%</a:t>
            </a:r>
            <a:r>
              <a:rPr lang="en-US" sz="3000" dirty="0" spc="-18" kern="0">
                <a:solidFill>
                  <a:srgbClr val="14161C"/>
                </a:solidFill>
                <a:latin typeface="Be Vietnam Pro SemiBold" pitchFamily="34" charset="0"/>
                <a:ea typeface="Be Vietnam Pro SemiBold" pitchFamily="34" charset="-122"/>
                <a:cs typeface="Be Vietnam Pro SemiBold" pitchFamily="34" charset="-120"/>
              </a:rPr>
              <a:t> trong</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225–275°C);</a:t>
            </a:r>
            <a:r>
              <a:rPr lang="en-US" sz="3000" dirty="0" spc="-3" kern="0">
                <a:solidFill>
                  <a:srgbClr val="14161C"/>
                </a:solidFill>
                <a:latin typeface="Be Vietnam Pro SemiBold" pitchFamily="34" charset="0"/>
                <a:ea typeface="Be Vietnam Pro SemiBold" pitchFamily="34" charset="-122"/>
                <a:cs typeface="Be Vietnam Pro SemiBold" pitchFamily="34" charset="-120"/>
              </a:rPr>
              <a:t> ammelide</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ít</a:t>
            </a:r>
            <a:r>
              <a:rPr lang="en-US" sz="3000" dirty="0" spc="20" kern="0">
                <a:solidFill>
                  <a:srgbClr val="14161C"/>
                </a:solidFill>
                <a:latin typeface="Be Vietnam Pro SemiBold" pitchFamily="34" charset="0"/>
                <a:ea typeface="Be Vietnam Pro SemiBold" pitchFamily="34" charset="-122"/>
                <a:cs typeface="Be Vietnam Pro SemiBold" pitchFamily="34" charset="-120"/>
              </a:rPr>
              <a:t> nhưng</a:t>
            </a:r>
            <a:r>
              <a:rPr lang="en-US" sz="3000" dirty="0" spc="-9" kern="0">
                <a:solidFill>
                  <a:srgbClr val="14161C"/>
                </a:solidFill>
                <a:latin typeface="Be Vietnam Pro SemiBold" pitchFamily="34" charset="0"/>
                <a:ea typeface="Be Vietnam Pro SemiBold" pitchFamily="34" charset="-122"/>
                <a:cs typeface="Be Vietnam Pro SemiBold" pitchFamily="34" charset="-120"/>
              </a:rPr>
              <a:t> bền</a:t>
            </a:r>
            <a:r>
              <a:rPr lang="en-US" sz="3000" dirty="0" spc="6" kern="0">
                <a:solidFill>
                  <a:srgbClr val="14161C"/>
                </a:solidFill>
                <a:latin typeface="Be Vietnam Pro SemiBold" pitchFamily="34" charset="0"/>
                <a:ea typeface="Be Vietnam Pro SemiBold" pitchFamily="34" charset="-122"/>
                <a:cs typeface="Be Vietnam Pro SemiBold" pitchFamily="34" charset="-120"/>
              </a:rPr>
              <a:t> đến</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~350°C</a:t>
            </a:r>
            <a:endParaRPr lang="en-US" sz="3000" dirty="0"/>
          </a:p>
        </p:txBody>
      </p:sp>
      <p:sp>
        <p:nvSpPr>
          <p:cNvPr id="12" name="Text 10"/>
          <p:cNvSpPr/>
          <p:nvPr/>
        </p:nvSpPr>
        <p:spPr>
          <a:xfrm>
            <a:off x="914400" y="6267450"/>
            <a:ext cx="1619250" cy="1181100"/>
          </a:xfrm>
          <a:prstGeom prst="rect">
            <a:avLst/>
          </a:prstGeom>
          <a:noFill/>
          <a:ln/>
        </p:spPr>
        <p:txBody>
          <a:bodyPr wrap="square" lIns="0" tIns="0" rIns="0" bIns="0" rtlCol="0" anchor="ctr"/>
          <a:lstStyle/>
          <a:p>
            <a:pPr algn="l" indent="0" marL="0">
              <a:buNone/>
            </a:pPr>
            <a:r>
              <a:rPr lang="en-US" sz="7745" dirty="0" spc="1" kern="0">
                <a:solidFill>
                  <a:srgbClr val="1F3FD1"/>
                </a:solidFill>
                <a:latin typeface="Bricolage Grotesque ExtraBold" pitchFamily="34" charset="0"/>
                <a:ea typeface="Bricolage Grotesque ExtraBold" pitchFamily="34" charset="-122"/>
                <a:cs typeface="Bricolage Grotesque ExtraBold" pitchFamily="34" charset="-120"/>
              </a:rPr>
              <a:t>4</a:t>
            </a:r>
            <a:endParaRPr lang="en-US" sz="7745" dirty="0"/>
          </a:p>
        </p:txBody>
      </p:sp>
      <p:sp>
        <p:nvSpPr>
          <p:cNvPr id="13" name="Shape 11"/>
          <p:cNvSpPr/>
          <p:nvPr/>
        </p:nvSpPr>
        <p:spPr>
          <a:xfrm>
            <a:off x="2724150" y="6362700"/>
            <a:ext cx="14649450" cy="990600"/>
          </a:xfrm>
          <a:prstGeom prst="roundRect">
            <a:avLst>
              <a:gd name="adj" fmla="val 19231"/>
            </a:avLst>
          </a:prstGeom>
          <a:solidFill>
            <a:srgbClr val="E8E0CF"/>
          </a:solidFill>
          <a:ln/>
        </p:spPr>
      </p:sp>
      <p:sp>
        <p:nvSpPr>
          <p:cNvPr id="14" name="Text 12"/>
          <p:cNvSpPr/>
          <p:nvPr/>
        </p:nvSpPr>
        <p:spPr>
          <a:xfrm>
            <a:off x="3105150" y="6362700"/>
            <a:ext cx="14001750" cy="990600"/>
          </a:xfrm>
          <a:prstGeom prst="rect">
            <a:avLst/>
          </a:prstGeom>
          <a:noFill/>
          <a:ln/>
        </p:spPr>
        <p:txBody>
          <a:bodyPr wrap="square" lIns="0" tIns="0" rIns="0" bIns="0" rtlCol="0" anchor="ctr"/>
          <a:lstStyle/>
          <a:p>
            <a:pPr algn="l" indent="0" marL="0">
              <a:buNone/>
            </a:pPr>
            <a:r>
              <a:rPr lang="en-US" sz="3000" dirty="0" spc="-80" kern="0">
                <a:solidFill>
                  <a:srgbClr val="14161C"/>
                </a:solidFill>
                <a:latin typeface="Be Vietnam Pro SemiBold" pitchFamily="34" charset="0"/>
                <a:ea typeface="Be Vietnam Pro SemiBold" pitchFamily="34" charset="-122"/>
                <a:cs typeface="Be Vietnam Pro SemiBold" pitchFamily="34" charset="-120"/>
              </a:rPr>
              <a:t>Tổng</a:t>
            </a:r>
            <a:r>
              <a:rPr lang="en-US" sz="3000" dirty="0" spc="-9" kern="0">
                <a:solidFill>
                  <a:srgbClr val="14161C"/>
                </a:solidFill>
                <a:latin typeface="Be Vietnam Pro SemiBold" pitchFamily="34" charset="0"/>
                <a:ea typeface="Be Vietnam Pro SemiBold" pitchFamily="34" charset="-122"/>
                <a:cs typeface="Be Vietnam Pro SemiBold" pitchFamily="34" charset="-120"/>
              </a:rPr>
              <a:t> chất</a:t>
            </a:r>
            <a:r>
              <a:rPr lang="en-US" sz="3000" dirty="0" spc="-19" kern="0">
                <a:solidFill>
                  <a:srgbClr val="14161C"/>
                </a:solidFill>
                <a:latin typeface="Be Vietnam Pro SemiBold" pitchFamily="34" charset="0"/>
                <a:ea typeface="Be Vietnam Pro SemiBold" pitchFamily="34" charset="-122"/>
                <a:cs typeface="Be Vietnam Pro SemiBold" pitchFamily="34" charset="-120"/>
              </a:rPr>
              <a:t> rắn</a:t>
            </a:r>
            <a:r>
              <a:rPr lang="en-US" sz="3000" dirty="0" spc="3" kern="0">
                <a:solidFill>
                  <a:srgbClr val="14161C"/>
                </a:solidFill>
                <a:latin typeface="Be Vietnam Pro SemiBold" pitchFamily="34" charset="0"/>
                <a:ea typeface="Be Vietnam Pro SemiBold" pitchFamily="34" charset="-122"/>
                <a:cs typeface="Be Vietnam Pro SemiBold" pitchFamily="34" charset="-120"/>
              </a:rPr>
              <a:t> giảm</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từ 100%</a:t>
            </a:r>
            <a:r>
              <a:rPr lang="en-US" sz="3000" dirty="0" spc="-3" kern="0">
                <a:solidFill>
                  <a:srgbClr val="14161C"/>
                </a:solidFill>
                <a:latin typeface="Be Vietnam Pro SemiBold" pitchFamily="34" charset="0"/>
                <a:ea typeface="Be Vietnam Pro SemiBold" pitchFamily="34" charset="-122"/>
                <a:cs typeface="Be Vietnam Pro SemiBold" pitchFamily="34" charset="-120"/>
              </a:rPr>
              <a:t> xuống</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~1%</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vì</a:t>
            </a:r>
            <a:r>
              <a:rPr lang="en-US" sz="3000" dirty="0" spc="-3" kern="0">
                <a:solidFill>
                  <a:srgbClr val="14161C"/>
                </a:solidFill>
                <a:latin typeface="Be Vietnam Pro SemiBold" pitchFamily="34" charset="0"/>
                <a:ea typeface="Be Vietnam Pro SemiBold" pitchFamily="34" charset="-122"/>
                <a:cs typeface="Be Vietnam Pro SemiBold" pitchFamily="34" charset="-120"/>
              </a:rPr>
              <a:t> phần</a:t>
            </a:r>
            <a:r>
              <a:rPr lang="en-US" sz="3000" dirty="0" spc="-6" kern="0">
                <a:solidFill>
                  <a:srgbClr val="14161C"/>
                </a:solidFill>
                <a:latin typeface="Be Vietnam Pro SemiBold" pitchFamily="34" charset="0"/>
                <a:ea typeface="Be Vietnam Pro SemiBold" pitchFamily="34" charset="-122"/>
                <a:cs typeface="Be Vietnam Pro SemiBold" pitchFamily="34" charset="-120"/>
              </a:rPr>
              <a:t> còn</a:t>
            </a:r>
            <a:r>
              <a:rPr lang="en-US" sz="3000" dirty="0" spc="3" kern="0">
                <a:solidFill>
                  <a:srgbClr val="14161C"/>
                </a:solidFill>
                <a:latin typeface="Be Vietnam Pro SemiBold" pitchFamily="34" charset="0"/>
                <a:ea typeface="Be Vietnam Pro SemiBold" pitchFamily="34" charset="-122"/>
                <a:cs typeface="Be Vietnam Pro SemiBold" pitchFamily="34" charset="-120"/>
              </a:rPr>
              <a:t> lại</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thành</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khí</a:t>
            </a:r>
            <a:endParaRPr lang="en-US" sz="3000" dirty="0"/>
          </a:p>
        </p:txBody>
      </p:sp>
      <p:sp>
        <p:nvSpPr>
          <p:cNvPr id="15" name="Text 13"/>
          <p:cNvSpPr/>
          <p:nvPr/>
        </p:nvSpPr>
        <p:spPr>
          <a:xfrm>
            <a:off x="914400" y="7562850"/>
            <a:ext cx="1619250" cy="1181100"/>
          </a:xfrm>
          <a:prstGeom prst="rect">
            <a:avLst/>
          </a:prstGeom>
          <a:noFill/>
          <a:ln/>
        </p:spPr>
        <p:txBody>
          <a:bodyPr wrap="square" lIns="0" tIns="0" rIns="0" bIns="0" rtlCol="0" anchor="ctr"/>
          <a:lstStyle/>
          <a:p>
            <a:pPr algn="l" indent="0" marL="0">
              <a:buNone/>
            </a:pPr>
            <a:r>
              <a:rPr lang="en-US" sz="7745" dirty="0" spc="1" kern="0">
                <a:solidFill>
                  <a:srgbClr val="B45309"/>
                </a:solidFill>
                <a:latin typeface="Bricolage Grotesque ExtraBold" pitchFamily="34" charset="0"/>
                <a:ea typeface="Bricolage Grotesque ExtraBold" pitchFamily="34" charset="-122"/>
                <a:cs typeface="Bricolage Grotesque ExtraBold" pitchFamily="34" charset="-120"/>
              </a:rPr>
              <a:t>5</a:t>
            </a:r>
            <a:endParaRPr lang="en-US" sz="7745" dirty="0"/>
          </a:p>
        </p:txBody>
      </p:sp>
      <p:sp>
        <p:nvSpPr>
          <p:cNvPr id="16" name="Shape 14"/>
          <p:cNvSpPr/>
          <p:nvPr/>
        </p:nvSpPr>
        <p:spPr>
          <a:xfrm>
            <a:off x="2724150" y="7658100"/>
            <a:ext cx="14649450" cy="990600"/>
          </a:xfrm>
          <a:prstGeom prst="roundRect">
            <a:avLst>
              <a:gd name="adj" fmla="val 19231"/>
            </a:avLst>
          </a:prstGeom>
          <a:solidFill>
            <a:srgbClr val="E8E0CF"/>
          </a:solidFill>
          <a:ln/>
        </p:spPr>
      </p:sp>
      <p:sp>
        <p:nvSpPr>
          <p:cNvPr id="17" name="Text 15"/>
          <p:cNvSpPr/>
          <p:nvPr/>
        </p:nvSpPr>
        <p:spPr>
          <a:xfrm>
            <a:off x="3105150" y="7658100"/>
            <a:ext cx="14001750" cy="990600"/>
          </a:xfrm>
          <a:prstGeom prst="rect">
            <a:avLst/>
          </a:prstGeom>
          <a:noFill/>
          <a:ln/>
        </p:spPr>
        <p:txBody>
          <a:bodyPr wrap="square" lIns="0" tIns="0" rIns="0" bIns="0" rtlCol="0" anchor="ctr"/>
          <a:lstStyle/>
          <a:p>
            <a:pPr algn="l" indent="0" marL="0">
              <a:buNone/>
            </a:pPr>
            <a:r>
              <a:rPr lang="en-US" sz="3000" dirty="0" spc="-37" kern="0">
                <a:solidFill>
                  <a:srgbClr val="14161C"/>
                </a:solidFill>
                <a:latin typeface="Be Vietnam Pro SemiBold" pitchFamily="34" charset="0"/>
                <a:ea typeface="Be Vietnam Pro SemiBold" pitchFamily="34" charset="-122"/>
                <a:cs typeface="Be Vietnam Pro SemiBold" pitchFamily="34" charset="-120"/>
              </a:rPr>
              <a:t>Vùng</a:t>
            </a:r>
            <a:r>
              <a:rPr lang="en-US" sz="3000" dirty="0" spc="-2" kern="0">
                <a:solidFill>
                  <a:srgbClr val="14161C"/>
                </a:solidFill>
                <a:latin typeface="Be Vietnam Pro SemiBold" pitchFamily="34" charset="0"/>
                <a:ea typeface="Be Vietnam Pro SemiBold" pitchFamily="34" charset="-122"/>
                <a:cs typeface="Be Vietnam Pro SemiBold" pitchFamily="34" charset="-120"/>
              </a:rPr>
              <a:t> nguy cơ</a:t>
            </a:r>
            <a:r>
              <a:rPr lang="en-US" sz="3000" dirty="0" spc="4" kern="0">
                <a:solidFill>
                  <a:srgbClr val="14161C"/>
                </a:solidFill>
                <a:latin typeface="Be Vietnam Pro SemiBold" pitchFamily="34" charset="0"/>
                <a:ea typeface="Be Vietnam Pro SemiBold" pitchFamily="34" charset="-122"/>
                <a:cs typeface="Be Vietnam Pro SemiBold" pitchFamily="34" charset="-120"/>
              </a:rPr>
              <a:t> đóng</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cặn</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là 190–325°C;</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từ</a:t>
            </a:r>
            <a:r>
              <a:rPr lang="en-US" sz="3000" dirty="0" spc="0" kern="0">
                <a:solidFill>
                  <a:srgbClr val="14161C"/>
                </a:solidFill>
                <a:latin typeface="Be Vietnam Pro SemiBold" pitchFamily="34" charset="0"/>
                <a:ea typeface="Be Vietnam Pro SemiBold" pitchFamily="34" charset="-122"/>
                <a:cs typeface="Be Vietnam Pro SemiBold" pitchFamily="34" charset="-120"/>
              </a:rPr>
              <a:t> ~400°C</a:t>
            </a:r>
            <a:r>
              <a:rPr lang="en-US" sz="3000" dirty="0" spc="-7" kern="0">
                <a:solidFill>
                  <a:srgbClr val="14161C"/>
                </a:solidFill>
                <a:latin typeface="Be Vietnam Pro SemiBold" pitchFamily="34" charset="0"/>
                <a:ea typeface="Be Vietnam Pro SemiBold" pitchFamily="34" charset="-122"/>
                <a:cs typeface="Be Vietnam Pro SemiBold" pitchFamily="34" charset="-120"/>
              </a:rPr>
              <a:t> gần</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như</a:t>
            </a:r>
            <a:r>
              <a:rPr lang="en-US" sz="3000" dirty="0" spc="1" kern="0">
                <a:solidFill>
                  <a:srgbClr val="14161C"/>
                </a:solidFill>
                <a:latin typeface="Be Vietnam Pro SemiBold" pitchFamily="34" charset="0"/>
                <a:ea typeface="Be Vietnam Pro SemiBold" pitchFamily="34" charset="-122"/>
                <a:cs typeface="Be Vietnam Pro SemiBold" pitchFamily="34" charset="-120"/>
              </a:rPr>
              <a:t> sạch</a:t>
            </a:r>
            <a:endParaRPr lang="en-US" sz="3000" dirty="0"/>
          </a:p>
        </p:txBody>
      </p:sp>
      <p:sp>
        <p:nvSpPr>
          <p:cNvPr id="18" name="Text 16"/>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endParaRPr lang="en-US" sz="1800" dirty="0"/>
          </a:p>
        </p:txBody>
      </p:sp>
      <p:sp>
        <p:nvSpPr>
          <p:cNvPr id="19" name="Shape 17"/>
          <p:cNvSpPr/>
          <p:nvPr/>
        </p:nvSpPr>
        <p:spPr>
          <a:xfrm>
            <a:off x="942975" y="9563100"/>
            <a:ext cx="114300" cy="114300"/>
          </a:xfrm>
          <a:prstGeom prst="ellipse">
            <a:avLst/>
          </a:prstGeom>
          <a:solidFill>
            <a:srgbClr val="14161C">
              <a:alpha val="28000"/>
            </a:srgbClr>
          </a:solidFill>
          <a:ln/>
        </p:spPr>
      </p:sp>
      <p:sp>
        <p:nvSpPr>
          <p:cNvPr id="20" name="Shape 18"/>
          <p:cNvSpPr/>
          <p:nvPr/>
        </p:nvSpPr>
        <p:spPr>
          <a:xfrm>
            <a:off x="1171575" y="9563100"/>
            <a:ext cx="114300" cy="114300"/>
          </a:xfrm>
          <a:prstGeom prst="ellipse">
            <a:avLst/>
          </a:prstGeom>
          <a:solidFill>
            <a:srgbClr val="14161C">
              <a:alpha val="28000"/>
            </a:srgbClr>
          </a:solidFill>
          <a:ln/>
        </p:spPr>
      </p:sp>
      <p:sp>
        <p:nvSpPr>
          <p:cNvPr id="21" name="Shape 19"/>
          <p:cNvSpPr/>
          <p:nvPr/>
        </p:nvSpPr>
        <p:spPr>
          <a:xfrm>
            <a:off x="1400175" y="9563100"/>
            <a:ext cx="114300" cy="114300"/>
          </a:xfrm>
          <a:prstGeom prst="ellipse">
            <a:avLst/>
          </a:prstGeom>
          <a:solidFill>
            <a:srgbClr val="14161C">
              <a:alpha val="28000"/>
            </a:srgbClr>
          </a:solidFill>
          <a:ln/>
        </p:spPr>
      </p:sp>
      <p:sp>
        <p:nvSpPr>
          <p:cNvPr id="22" name="Shape 20"/>
          <p:cNvSpPr/>
          <p:nvPr/>
        </p:nvSpPr>
        <p:spPr>
          <a:xfrm>
            <a:off x="1628775" y="9563100"/>
            <a:ext cx="114300" cy="114300"/>
          </a:xfrm>
          <a:prstGeom prst="ellipse">
            <a:avLst/>
          </a:prstGeom>
          <a:solidFill>
            <a:srgbClr val="14161C">
              <a:alpha val="28000"/>
            </a:srgbClr>
          </a:solidFill>
          <a:ln/>
        </p:spPr>
      </p:sp>
      <p:sp>
        <p:nvSpPr>
          <p:cNvPr id="23" name="Shape 21"/>
          <p:cNvSpPr/>
          <p:nvPr/>
        </p:nvSpPr>
        <p:spPr>
          <a:xfrm>
            <a:off x="1857375" y="9563100"/>
            <a:ext cx="114300" cy="114300"/>
          </a:xfrm>
          <a:prstGeom prst="ellipse">
            <a:avLst/>
          </a:prstGeom>
          <a:solidFill>
            <a:srgbClr val="14161C">
              <a:alpha val="28000"/>
            </a:srgbClr>
          </a:solidFill>
          <a:ln/>
        </p:spPr>
      </p:sp>
      <p:sp>
        <p:nvSpPr>
          <p:cNvPr id="24" name="Shape 22"/>
          <p:cNvSpPr/>
          <p:nvPr/>
        </p:nvSpPr>
        <p:spPr>
          <a:xfrm>
            <a:off x="2085975" y="9563100"/>
            <a:ext cx="114300" cy="114300"/>
          </a:xfrm>
          <a:prstGeom prst="ellipse">
            <a:avLst/>
          </a:prstGeom>
          <a:solidFill>
            <a:srgbClr val="14161C">
              <a:alpha val="28000"/>
            </a:srgbClr>
          </a:solidFill>
          <a:ln/>
        </p:spPr>
      </p:sp>
      <p:sp>
        <p:nvSpPr>
          <p:cNvPr id="25" name="Shape 23"/>
          <p:cNvSpPr/>
          <p:nvPr/>
        </p:nvSpPr>
        <p:spPr>
          <a:xfrm>
            <a:off x="2314575" y="9563100"/>
            <a:ext cx="114300" cy="114300"/>
          </a:xfrm>
          <a:prstGeom prst="ellipse">
            <a:avLst/>
          </a:prstGeom>
          <a:solidFill>
            <a:srgbClr val="14161C">
              <a:alpha val="28000"/>
            </a:srgbClr>
          </a:solidFill>
          <a:ln/>
        </p:spPr>
      </p:sp>
      <p:sp>
        <p:nvSpPr>
          <p:cNvPr id="26" name="Shape 24"/>
          <p:cNvSpPr/>
          <p:nvPr/>
        </p:nvSpPr>
        <p:spPr>
          <a:xfrm>
            <a:off x="2543175" y="9563100"/>
            <a:ext cx="114300" cy="114300"/>
          </a:xfrm>
          <a:prstGeom prst="ellipse">
            <a:avLst/>
          </a:prstGeom>
          <a:solidFill>
            <a:srgbClr val="14161C">
              <a:alpha val="28000"/>
            </a:srgbClr>
          </a:solidFill>
          <a:ln/>
        </p:spPr>
      </p:sp>
      <p:sp>
        <p:nvSpPr>
          <p:cNvPr id="27" name="Shape 25"/>
          <p:cNvSpPr/>
          <p:nvPr/>
        </p:nvSpPr>
        <p:spPr>
          <a:xfrm>
            <a:off x="2771775" y="9563100"/>
            <a:ext cx="114300" cy="114300"/>
          </a:xfrm>
          <a:prstGeom prst="ellipse">
            <a:avLst/>
          </a:prstGeom>
          <a:solidFill>
            <a:srgbClr val="14161C">
              <a:alpha val="28000"/>
            </a:srgbClr>
          </a:solidFill>
          <a:ln/>
        </p:spPr>
      </p:sp>
      <p:sp>
        <p:nvSpPr>
          <p:cNvPr id="28" name="Shape 26"/>
          <p:cNvSpPr/>
          <p:nvPr/>
        </p:nvSpPr>
        <p:spPr>
          <a:xfrm>
            <a:off x="3000375" y="9563100"/>
            <a:ext cx="114300" cy="114300"/>
          </a:xfrm>
          <a:prstGeom prst="ellipse">
            <a:avLst/>
          </a:prstGeom>
          <a:solidFill>
            <a:srgbClr val="14161C">
              <a:alpha val="28000"/>
            </a:srgbClr>
          </a:solidFill>
          <a:ln/>
        </p:spPr>
      </p:sp>
      <p:sp>
        <p:nvSpPr>
          <p:cNvPr id="29" name="Shape 27"/>
          <p:cNvSpPr/>
          <p:nvPr/>
        </p:nvSpPr>
        <p:spPr>
          <a:xfrm>
            <a:off x="3228975" y="9563100"/>
            <a:ext cx="114300" cy="114300"/>
          </a:xfrm>
          <a:prstGeom prst="ellipse">
            <a:avLst/>
          </a:prstGeom>
          <a:solidFill>
            <a:srgbClr val="14161C">
              <a:alpha val="28000"/>
            </a:srgbClr>
          </a:solidFill>
          <a:ln/>
        </p:spPr>
      </p:sp>
      <p:sp>
        <p:nvSpPr>
          <p:cNvPr id="30" name="Shape 28"/>
          <p:cNvSpPr/>
          <p:nvPr/>
        </p:nvSpPr>
        <p:spPr>
          <a:xfrm>
            <a:off x="3457575" y="9563100"/>
            <a:ext cx="114300" cy="114300"/>
          </a:xfrm>
          <a:prstGeom prst="ellipse">
            <a:avLst/>
          </a:prstGeom>
          <a:solidFill>
            <a:srgbClr val="14161C">
              <a:alpha val="28000"/>
            </a:srgbClr>
          </a:solidFill>
          <a:ln/>
        </p:spPr>
      </p:sp>
      <p:sp>
        <p:nvSpPr>
          <p:cNvPr id="31" name="Shape 29"/>
          <p:cNvSpPr/>
          <p:nvPr/>
        </p:nvSpPr>
        <p:spPr>
          <a:xfrm>
            <a:off x="3686175" y="9563100"/>
            <a:ext cx="114300" cy="114300"/>
          </a:xfrm>
          <a:prstGeom prst="ellipse">
            <a:avLst/>
          </a:prstGeom>
          <a:solidFill>
            <a:srgbClr val="14161C">
              <a:alpha val="28000"/>
            </a:srgbClr>
          </a:solidFill>
          <a:ln/>
        </p:spPr>
      </p:sp>
      <p:sp>
        <p:nvSpPr>
          <p:cNvPr id="32" name="Shape 30"/>
          <p:cNvSpPr/>
          <p:nvPr/>
        </p:nvSpPr>
        <p:spPr>
          <a:xfrm>
            <a:off x="3895725" y="9544050"/>
            <a:ext cx="152400" cy="152400"/>
          </a:xfrm>
          <a:prstGeom prst="ellipse">
            <a:avLst/>
          </a:prstGeom>
          <a:solidFill>
            <a:srgbClr val="E8472B"/>
          </a:solidFill>
          <a:ln/>
        </p:spPr>
      </p:sp>
      <p:sp>
        <p:nvSpPr>
          <p:cNvPr id="33" name="Shape 31"/>
          <p:cNvSpPr/>
          <p:nvPr/>
        </p:nvSpPr>
        <p:spPr>
          <a:xfrm>
            <a:off x="4143375" y="9563100"/>
            <a:ext cx="114300" cy="114300"/>
          </a:xfrm>
          <a:prstGeom prst="ellipse">
            <a:avLst/>
          </a:prstGeom>
          <a:solidFill>
            <a:srgbClr val="14161C">
              <a:alpha val="28000"/>
            </a:srgbClr>
          </a:solidFill>
          <a:ln/>
        </p:spPr>
      </p:sp>
      <p:sp>
        <p:nvSpPr>
          <p:cNvPr id="34" name="Shape 32"/>
          <p:cNvSpPr/>
          <p:nvPr/>
        </p:nvSpPr>
        <p:spPr>
          <a:xfrm>
            <a:off x="4371975" y="9563100"/>
            <a:ext cx="114300" cy="114300"/>
          </a:xfrm>
          <a:prstGeom prst="ellipse">
            <a:avLst/>
          </a:prstGeom>
          <a:solidFill>
            <a:srgbClr val="14161C">
              <a:alpha val="28000"/>
            </a:srgbClr>
          </a:solidFill>
          <a:ln/>
        </p:spPr>
      </p:sp>
      <p:sp>
        <p:nvSpPr>
          <p:cNvPr id="35" name="Shape 33"/>
          <p:cNvSpPr/>
          <p:nvPr/>
        </p:nvSpPr>
        <p:spPr>
          <a:xfrm>
            <a:off x="4600575" y="9563100"/>
            <a:ext cx="114300" cy="114300"/>
          </a:xfrm>
          <a:prstGeom prst="ellipse">
            <a:avLst/>
          </a:prstGeom>
          <a:solidFill>
            <a:srgbClr val="14161C">
              <a:alpha val="28000"/>
            </a:srgbClr>
          </a:solidFill>
          <a:ln/>
        </p:spPr>
      </p:sp>
      <p:sp>
        <p:nvSpPr>
          <p:cNvPr id="36" name="Text 34"/>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Multiple-report</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0" kern="0">
                <a:solidFill>
                  <a:srgbClr val="6B6A66"/>
                </a:solidFill>
                <a:latin typeface="Be Vietnam Pro" pitchFamily="34" charset="0"/>
                <a:ea typeface="Be Vietnam Pro" pitchFamily="34" charset="-122"/>
                <a:cs typeface="Be Vietnam Pro" pitchFamily="34" charset="-120"/>
              </a:rPr>
              <a:t> L17</a:t>
            </a:r>
            <a:r>
              <a:rPr lang="en-US" sz="1800" dirty="0" spc="-2" kern="0">
                <a:solidFill>
                  <a:srgbClr val="6B6A66"/>
                </a:solidFill>
                <a:latin typeface="Be Vietnam Pro" pitchFamily="34" charset="0"/>
                <a:ea typeface="Be Vietnam Pro" pitchFamily="34" charset="-122"/>
                <a:cs typeface="Be Vietnam Pro" pitchFamily="34" charset="-120"/>
              </a:rPr>
              <a:t> ·</a:t>
            </a:r>
            <a:r>
              <a:rPr lang="en-US" sz="1800" dirty="0" spc="3" kern="0">
                <a:solidFill>
                  <a:srgbClr val="6B6A66"/>
                </a:solidFill>
                <a:latin typeface="Be Vietnam Pro" pitchFamily="34" charset="0"/>
                <a:ea typeface="Be Vietnam Pro" pitchFamily="34" charset="-122"/>
                <a:cs typeface="Be Vietnam Pro" pitchFamily="34" charset="-120"/>
              </a:rPr>
              <a:t> 14/17</a:t>
            </a:r>
            <a:endParaRPr lang="en-US" sz="1800" dirty="0"/>
          </a:p>
        </p:txBody>
      </p:sp>
      <p:sp>
        <p:nvSpPr>
          <p:cNvPr id="37" name="Shape 35"/>
          <p:cNvSpPr/>
          <p:nvPr/>
        </p:nvSpPr>
        <p:spPr>
          <a:xfrm>
            <a:off x="15983712" y="9076331"/>
            <a:ext cx="1645920" cy="552301"/>
          </a:xfrm>
          <a:prstGeom prst="roundRect">
            <a:avLst>
              <a:gd name="adj" fmla="val 28000"/>
            </a:avLst>
          </a:prstGeom>
          <a:solidFill>
            <a:srgbClr val="FFFFFF">
              <a:alpha val="82000"/>
            </a:srgbClr>
          </a:solidFill>
          <a:ln/>
        </p:spPr>
      </p:sp>
      <p:pic>
        <p:nvPicPr>
          <p:cNvPr id="38" name="Moda image moda-export-watermark-26f19991-fe28-44f5-8db3-fed6af41595f"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3" kern="0">
                <a:solidFill>
                  <a:srgbClr val="F3EEE3"/>
                </a:solidFill>
                <a:latin typeface="Bricolage Grotesque ExtraBold" pitchFamily="34" charset="0"/>
                <a:ea typeface="Bricolage Grotesque ExtraBold" pitchFamily="34" charset="-122"/>
                <a:cs typeface="Bricolage Grotesque ExtraBold" pitchFamily="34" charset="-120"/>
              </a:rPr>
              <a:t>Câu hỏi</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thảo luận</a:t>
            </a:r>
            <a:endParaRPr lang="en-US" sz="5700" dirty="0"/>
          </a:p>
        </p:txBody>
      </p:sp>
      <p:sp>
        <p:nvSpPr>
          <p:cNvPr id="3" name="Shape 1"/>
          <p:cNvSpPr/>
          <p:nvPr/>
        </p:nvSpPr>
        <p:spPr>
          <a:xfrm>
            <a:off x="914400" y="2952750"/>
            <a:ext cx="152400" cy="4000500"/>
          </a:xfrm>
          <a:prstGeom prst="roundRect">
            <a:avLst>
              <a:gd name="adj" fmla="val 50000"/>
            </a:avLst>
          </a:prstGeom>
          <a:solidFill>
            <a:srgbClr val="FFB454"/>
          </a:solidFill>
          <a:ln/>
        </p:spPr>
      </p:sp>
      <p:sp>
        <p:nvSpPr>
          <p:cNvPr id="4" name="Text 2"/>
          <p:cNvSpPr/>
          <p:nvPr/>
        </p:nvSpPr>
        <p:spPr>
          <a:xfrm>
            <a:off x="1485900" y="2857500"/>
            <a:ext cx="15811500" cy="4191000"/>
          </a:xfrm>
          <a:prstGeom prst="rect">
            <a:avLst/>
          </a:prstGeom>
          <a:noFill/>
          <a:ln/>
        </p:spPr>
        <p:txBody>
          <a:bodyPr wrap="square" lIns="0" tIns="35052" rIns="0" bIns="-35052" rtlCol="0" anchor="ctr"/>
          <a:lstStyle/>
          <a:p>
            <a:pPr algn="l" indent="0" marL="0">
              <a:lnSpc>
                <a:spcPts val="7728"/>
              </a:lnSpc>
              <a:buNone/>
            </a:pPr>
            <a:r>
              <a:rPr lang="en-US" sz="6900" dirty="0" spc="11" kern="0">
                <a:solidFill>
                  <a:srgbClr val="F3EEE3"/>
                </a:solidFill>
                <a:latin typeface="Bricolage Grotesque ExtraBold" pitchFamily="34" charset="0"/>
                <a:ea typeface="Bricolage Grotesque ExtraBold" pitchFamily="34" charset="-122"/>
                <a:cs typeface="Bricolage Grotesque ExtraBold" pitchFamily="34" charset="-120"/>
              </a:rPr>
              <a:t>Nếu</a:t>
            </a:r>
            <a:r>
              <a:rPr lang="en-US" sz="6900" dirty="0" spc="0" kern="0">
                <a:solidFill>
                  <a:srgbClr val="F3EEE3"/>
                </a:solidFill>
                <a:latin typeface="Bricolage Grotesque ExtraBold" pitchFamily="34" charset="0"/>
                <a:ea typeface="Bricolage Grotesque ExtraBold" pitchFamily="34" charset="-122"/>
                <a:cs typeface="Bricolage Grotesque ExtraBold" pitchFamily="34" charset="-120"/>
              </a:rPr>
              <a:t> khí</a:t>
            </a:r>
            <a:r>
              <a:rPr lang="en-US" sz="6900" dirty="0" spc="-45" kern="0">
                <a:solidFill>
                  <a:srgbClr val="F3EEE3"/>
                </a:solidFill>
                <a:latin typeface="Bricolage Grotesque ExtraBold" pitchFamily="34" charset="0"/>
                <a:ea typeface="Bricolage Grotesque ExtraBold" pitchFamily="34" charset="-122"/>
                <a:cs typeface="Bricolage Grotesque ExtraBold" pitchFamily="34" charset="-120"/>
              </a:rPr>
              <a:t> xả</a:t>
            </a:r>
            <a:r>
              <a:rPr lang="en-US" sz="6900" dirty="0" spc="11" kern="0">
                <a:solidFill>
                  <a:srgbClr val="F3EEE3"/>
                </a:solidFill>
                <a:latin typeface="Bricolage Grotesque ExtraBold" pitchFamily="34" charset="0"/>
                <a:ea typeface="Bricolage Grotesque ExtraBold" pitchFamily="34" charset="-122"/>
                <a:cs typeface="Bricolage Grotesque ExtraBold" pitchFamily="34" charset="-120"/>
              </a:rPr>
              <a:t> đã</a:t>
            </a:r>
            <a:r>
              <a:rPr lang="en-US" sz="6900" dirty="0" spc="1" kern="0">
                <a:solidFill>
                  <a:srgbClr val="F3EEE3"/>
                </a:solidFill>
                <a:latin typeface="Bricolage Grotesque ExtraBold" pitchFamily="34" charset="0"/>
                <a:ea typeface="Bricolage Grotesque ExtraBold" pitchFamily="34" charset="-122"/>
                <a:cs typeface="Bricolage Grotesque ExtraBold" pitchFamily="34" charset="-120"/>
              </a:rPr>
              <a:t> nóng</a:t>
            </a:r>
            <a:r>
              <a:rPr lang="en-US" sz="6900" dirty="0" spc="8" kern="0">
                <a:solidFill>
                  <a:srgbClr val="F3EEE3"/>
                </a:solidFill>
                <a:latin typeface="Bricolage Grotesque ExtraBold" pitchFamily="34" charset="0"/>
                <a:ea typeface="Bricolage Grotesque ExtraBold" pitchFamily="34" charset="-122"/>
                <a:cs typeface="Bricolage Grotesque ExtraBold" pitchFamily="34" charset="-120"/>
              </a:rPr>
              <a:t> nhưng</a:t>
            </a:r>
            <a:r>
              <a:rPr lang="en-US" sz="6900" dirty="0" spc="2" kern="0">
                <a:solidFill>
                  <a:srgbClr val="F3EEE3"/>
                </a:solidFill>
                <a:latin typeface="Bricolage Grotesque ExtraBold" pitchFamily="34" charset="0"/>
                <a:ea typeface="Bricolage Grotesque ExtraBold" pitchFamily="34" charset="-122"/>
                <a:cs typeface="Bricolage Grotesque ExtraBold" pitchFamily="34" charset="-120"/>
              </a:rPr>
              <a:t> thành</a:t>
            </a:r>
            <a:r>
              <a:rPr lang="en-US" sz="6900" dirty="0" spc="-53" kern="0">
                <a:solidFill>
                  <a:srgbClr val="F3EEE3"/>
                </a:solidFill>
                <a:latin typeface="Bricolage Grotesque ExtraBold" pitchFamily="34" charset="0"/>
                <a:ea typeface="Bricolage Grotesque ExtraBold" pitchFamily="34" charset="-122"/>
                <a:cs typeface="Bricolage Grotesque ExtraBold" pitchFamily="34" charset="-120"/>
              </a:rPr>
              <a:t> mixer</a:t>
            </a:r>
            <a:r>
              <a:rPr lang="en-US" sz="6900" dirty="0" spc="-33" kern="0">
                <a:solidFill>
                  <a:srgbClr val="F3EEE3"/>
                </a:solidFill>
                <a:latin typeface="Bricolage Grotesque ExtraBold" pitchFamily="34" charset="0"/>
                <a:ea typeface="Bricolage Grotesque ExtraBold" pitchFamily="34" charset="-122"/>
                <a:cs typeface="Bricolage Grotesque ExtraBold" pitchFamily="34" charset="-120"/>
              </a:rPr>
              <a:t> mới ~250°C,</a:t>
            </a:r>
            <a:r>
              <a:rPr lang="en-US" sz="6900" dirty="0" spc="-7" kern="0">
                <a:solidFill>
                  <a:srgbClr val="F3EEE3"/>
                </a:solidFill>
                <a:latin typeface="Bricolage Grotesque ExtraBold" pitchFamily="34" charset="0"/>
                <a:ea typeface="Bricolage Grotesque ExtraBold" pitchFamily="34" charset="-122"/>
                <a:cs typeface="Bricolage Grotesque ExtraBold" pitchFamily="34" charset="-120"/>
              </a:rPr>
              <a:t> ta</a:t>
            </a:r>
            <a:r>
              <a:rPr lang="en-US" sz="6900" dirty="0" spc="6" kern="0">
                <a:solidFill>
                  <a:srgbClr val="F3EEE3"/>
                </a:solidFill>
                <a:latin typeface="Bricolage Grotesque ExtraBold" pitchFamily="34" charset="0"/>
                <a:ea typeface="Bricolage Grotesque ExtraBold" pitchFamily="34" charset="-122"/>
                <a:cs typeface="Bricolage Grotesque ExtraBold" pitchFamily="34" charset="-120"/>
              </a:rPr>
              <a:t> nên</a:t>
            </a:r>
            <a:r>
              <a:rPr lang="en-US" sz="6900" dirty="0" spc="2" kern="0">
                <a:solidFill>
                  <a:srgbClr val="F3EEE3"/>
                </a:solidFill>
                <a:latin typeface="Bricolage Grotesque ExtraBold" pitchFamily="34" charset="0"/>
                <a:ea typeface="Bricolage Grotesque ExtraBold" pitchFamily="34" charset="-122"/>
                <a:cs typeface="Bricolage Grotesque ExtraBold" pitchFamily="34" charset="-120"/>
              </a:rPr>
              <a:t> </a:t>
            </a:r>
            <a:pPr algn="l" indent="0" marL="0">
              <a:lnSpc>
                <a:spcPts val="7728"/>
              </a:lnSpc>
              <a:buNone/>
            </a:pPr>
            <a:r>
              <a:rPr lang="en-US" sz="6900" dirty="0" spc="6" kern="0">
                <a:solidFill>
                  <a:srgbClr val="FFB454"/>
                </a:solidFill>
                <a:latin typeface="Bricolage Grotesque ExtraBold" pitchFamily="34" charset="0"/>
                <a:ea typeface="Bricolage Grotesque ExtraBold" pitchFamily="34" charset="-122"/>
                <a:cs typeface="Bricolage Grotesque ExtraBold" pitchFamily="34" charset="-120"/>
              </a:rPr>
              <a:t>phun</a:t>
            </a:r>
            <a:r>
              <a:rPr lang="en-US" sz="6900" dirty="0" spc="0" kern="0">
                <a:solidFill>
                  <a:srgbClr val="FFB454"/>
                </a:solidFill>
                <a:latin typeface="Bricolage Grotesque ExtraBold" pitchFamily="34" charset="0"/>
                <a:ea typeface="Bricolage Grotesque ExtraBold" pitchFamily="34" charset="-122"/>
                <a:cs typeface="Bricolage Grotesque ExtraBold" pitchFamily="34" charset="-120"/>
              </a:rPr>
              <a:t> hay</a:t>
            </a:r>
            <a:r>
              <a:rPr lang="en-US" sz="6900" dirty="0" spc="-1" kern="0">
                <a:solidFill>
                  <a:srgbClr val="FFB454"/>
                </a:solidFill>
                <a:latin typeface="Bricolage Grotesque ExtraBold" pitchFamily="34" charset="0"/>
                <a:ea typeface="Bricolage Grotesque ExtraBold" pitchFamily="34" charset="-122"/>
                <a:cs typeface="Bricolage Grotesque ExtraBold" pitchFamily="34" charset="-120"/>
              </a:rPr>
              <a:t> chờ</a:t>
            </a:r>
            <a:pPr algn="l" indent="0" marL="0">
              <a:lnSpc>
                <a:spcPts val="7728"/>
              </a:lnSpc>
              <a:buNone/>
            </a:pPr>
            <a:r>
              <a:rPr lang="en-US" sz="6900" dirty="0" spc="-5" kern="0">
                <a:solidFill>
                  <a:srgbClr val="F3EEE3"/>
                </a:solidFill>
                <a:latin typeface="Bricolage Grotesque ExtraBold" pitchFamily="34" charset="0"/>
                <a:ea typeface="Bricolage Grotesque ExtraBold" pitchFamily="34" charset="-122"/>
                <a:cs typeface="Bricolage Grotesque ExtraBold" pitchFamily="34" charset="-120"/>
              </a:rPr>
              <a:t>?</a:t>
            </a:r>
            <a:endParaRPr lang="en-US" sz="6900" dirty="0"/>
          </a:p>
        </p:txBody>
      </p:sp>
      <p:sp>
        <p:nvSpPr>
          <p:cNvPr id="5" name="Text 3"/>
          <p:cNvSpPr/>
          <p:nvPr/>
        </p:nvSpPr>
        <p:spPr>
          <a:xfrm>
            <a:off x="1485900" y="7200900"/>
            <a:ext cx="15811500" cy="457200"/>
          </a:xfrm>
          <a:prstGeom prst="rect">
            <a:avLst/>
          </a:prstGeom>
          <a:noFill/>
          <a:ln/>
        </p:spPr>
        <p:txBody>
          <a:bodyPr wrap="square" lIns="0" tIns="0" rIns="0" bIns="0" rtlCol="0" anchor="t"/>
          <a:lstStyle/>
          <a:p>
            <a:pPr algn="l" indent="0" marL="0">
              <a:buNone/>
            </a:pPr>
            <a:r>
              <a:rPr lang="en-US" sz="2700" dirty="0" spc="-37" kern="0">
                <a:solidFill>
                  <a:srgbClr val="9AA0B5"/>
                </a:solidFill>
                <a:latin typeface="Be Vietnam Pro" pitchFamily="34" charset="0"/>
                <a:ea typeface="Be Vietnam Pro" pitchFamily="34" charset="-122"/>
                <a:cs typeface="Be Vietnam Pro" pitchFamily="34" charset="-120"/>
              </a:rPr>
              <a:t>Làm</a:t>
            </a:r>
            <a:r>
              <a:rPr lang="en-US" sz="2700" dirty="0" spc="-11" kern="0">
                <a:solidFill>
                  <a:srgbClr val="9AA0B5"/>
                </a:solidFill>
                <a:latin typeface="Be Vietnam Pro" pitchFamily="34" charset="0"/>
                <a:ea typeface="Be Vietnam Pro" pitchFamily="34" charset="-122"/>
                <a:cs typeface="Be Vietnam Pro" pitchFamily="34" charset="-120"/>
              </a:rPr>
              <a:t> sao</a:t>
            </a:r>
            <a:r>
              <a:rPr lang="en-US" sz="2700" dirty="0" spc="-6" kern="0">
                <a:solidFill>
                  <a:srgbClr val="9AA0B5"/>
                </a:solidFill>
                <a:latin typeface="Be Vietnam Pro" pitchFamily="34" charset="0"/>
                <a:ea typeface="Be Vietnam Pro" pitchFamily="34" charset="-122"/>
                <a:cs typeface="Be Vietnam Pro" pitchFamily="34" charset="-120"/>
              </a:rPr>
              <a:t> biết nhiệt</a:t>
            </a:r>
            <a:r>
              <a:rPr lang="en-US" sz="2700" dirty="0" spc="16" kern="0">
                <a:solidFill>
                  <a:srgbClr val="9AA0B5"/>
                </a:solidFill>
                <a:latin typeface="Be Vietnam Pro" pitchFamily="34" charset="0"/>
                <a:ea typeface="Be Vietnam Pro" pitchFamily="34" charset="-122"/>
                <a:cs typeface="Be Vietnam Pro" pitchFamily="34" charset="-120"/>
              </a:rPr>
              <a:t> độ</a:t>
            </a:r>
            <a:r>
              <a:rPr lang="en-US" sz="2700" dirty="0" spc="-1" kern="0">
                <a:solidFill>
                  <a:srgbClr val="9AA0B5"/>
                </a:solidFill>
                <a:latin typeface="Be Vietnam Pro" pitchFamily="34" charset="0"/>
                <a:ea typeface="Be Vietnam Pro" pitchFamily="34" charset="-122"/>
                <a:cs typeface="Be Vietnam Pro" pitchFamily="34" charset="-120"/>
              </a:rPr>
              <a:t> thành</a:t>
            </a:r>
            <a:r>
              <a:rPr lang="en-US" sz="2700" dirty="0" spc="-6" kern="0">
                <a:solidFill>
                  <a:srgbClr val="9AA0B5"/>
                </a:solidFill>
                <a:latin typeface="Be Vietnam Pro" pitchFamily="34" charset="0"/>
                <a:ea typeface="Be Vietnam Pro" pitchFamily="34" charset="-122"/>
                <a:cs typeface="Be Vietnam Pro" pitchFamily="34" charset="-120"/>
              </a:rPr>
              <a:t> thật,</a:t>
            </a:r>
            <a:r>
              <a:rPr lang="en-US" sz="2700" dirty="0" spc="-3" kern="0">
                <a:solidFill>
                  <a:srgbClr val="9AA0B5"/>
                </a:solidFill>
                <a:latin typeface="Be Vietnam Pro" pitchFamily="34" charset="0"/>
                <a:ea typeface="Be Vietnam Pro" pitchFamily="34" charset="-122"/>
                <a:cs typeface="Be Vietnam Pro" pitchFamily="34" charset="-120"/>
              </a:rPr>
              <a:t> không</a:t>
            </a:r>
            <a:r>
              <a:rPr lang="en-US" sz="2700" dirty="0" spc="-1" kern="0">
                <a:solidFill>
                  <a:srgbClr val="9AA0B5"/>
                </a:solidFill>
                <a:latin typeface="Be Vietnam Pro" pitchFamily="34" charset="0"/>
                <a:ea typeface="Be Vietnam Pro" pitchFamily="34" charset="-122"/>
                <a:cs typeface="Be Vietnam Pro" pitchFamily="34" charset="-120"/>
              </a:rPr>
              <a:t> chỉ</a:t>
            </a:r>
            <a:r>
              <a:rPr lang="en-US" sz="2700" dirty="0" spc="-5" kern="0">
                <a:solidFill>
                  <a:srgbClr val="9AA0B5"/>
                </a:solidFill>
                <a:latin typeface="Be Vietnam Pro" pitchFamily="34" charset="0"/>
                <a:ea typeface="Be Vietnam Pro" pitchFamily="34" charset="-122"/>
                <a:cs typeface="Be Vietnam Pro" pitchFamily="34" charset="-120"/>
              </a:rPr>
              <a:t> nhiệt</a:t>
            </a:r>
            <a:r>
              <a:rPr lang="en-US" sz="2700" dirty="0" spc="15" kern="0">
                <a:solidFill>
                  <a:srgbClr val="9AA0B5"/>
                </a:solidFill>
                <a:latin typeface="Be Vietnam Pro" pitchFamily="34" charset="0"/>
                <a:ea typeface="Be Vietnam Pro" pitchFamily="34" charset="-122"/>
                <a:cs typeface="Be Vietnam Pro" pitchFamily="34" charset="-120"/>
              </a:rPr>
              <a:t> độ</a:t>
            </a:r>
            <a:r>
              <a:rPr lang="en-US" sz="2700" dirty="0" spc="-3" kern="0">
                <a:solidFill>
                  <a:srgbClr val="9AA0B5"/>
                </a:solidFill>
                <a:latin typeface="Be Vietnam Pro" pitchFamily="34" charset="0"/>
                <a:ea typeface="Be Vietnam Pro" pitchFamily="34" charset="-122"/>
                <a:cs typeface="Be Vietnam Pro" pitchFamily="34" charset="-120"/>
              </a:rPr>
              <a:t> khí?</a:t>
            </a:r>
            <a:endParaRPr lang="en-US" sz="2700" dirty="0"/>
          </a:p>
        </p:txBody>
      </p:sp>
      <p:sp>
        <p:nvSpPr>
          <p:cNvPr id="6" name="Text 4"/>
          <p:cNvSpPr/>
          <p:nvPr/>
        </p:nvSpPr>
        <p:spPr>
          <a:xfrm>
            <a:off x="1485900" y="7715250"/>
            <a:ext cx="15811500" cy="457200"/>
          </a:xfrm>
          <a:prstGeom prst="rect">
            <a:avLst/>
          </a:prstGeom>
          <a:noFill/>
          <a:ln/>
        </p:spPr>
        <p:txBody>
          <a:bodyPr wrap="square" lIns="0" tIns="0" rIns="0" bIns="0" rtlCol="0" anchor="t"/>
          <a:lstStyle/>
          <a:p>
            <a:pPr algn="l" indent="0" marL="0">
              <a:buNone/>
            </a:pPr>
            <a:r>
              <a:rPr lang="en-US" sz="2700" dirty="0" spc="2" kern="0">
                <a:solidFill>
                  <a:srgbClr val="9AA0B5"/>
                </a:solidFill>
                <a:latin typeface="Be Vietnam Pro" pitchFamily="34" charset="0"/>
                <a:ea typeface="Be Vietnam Pro" pitchFamily="34" charset="-122"/>
                <a:cs typeface="Be Vietnam Pro" pitchFamily="34" charset="-120"/>
              </a:rPr>
              <a:t>Chu</a:t>
            </a:r>
            <a:r>
              <a:rPr lang="en-US" sz="2700" dirty="0" spc="7" kern="0">
                <a:solidFill>
                  <a:srgbClr val="9AA0B5"/>
                </a:solidFill>
                <a:latin typeface="Be Vietnam Pro" pitchFamily="34" charset="0"/>
                <a:ea typeface="Be Vietnam Pro" pitchFamily="34" charset="-122"/>
                <a:cs typeface="Be Vietnam Pro" pitchFamily="34" charset="-120"/>
              </a:rPr>
              <a:t> trình</a:t>
            </a:r>
            <a:r>
              <a:rPr lang="en-US" sz="2700" dirty="0" spc="0" kern="0">
                <a:solidFill>
                  <a:srgbClr val="9AA0B5"/>
                </a:solidFill>
                <a:latin typeface="Be Vietnam Pro" pitchFamily="34" charset="0"/>
                <a:ea typeface="Be Vietnam Pro" pitchFamily="34" charset="-122"/>
                <a:cs typeface="Be Vietnam Pro" pitchFamily="34" charset="-120"/>
              </a:rPr>
              <a:t> lái</a:t>
            </a:r>
            <a:r>
              <a:rPr lang="en-US" sz="2700" dirty="0" spc="-3" kern="0">
                <a:solidFill>
                  <a:srgbClr val="9AA0B5"/>
                </a:solidFill>
                <a:latin typeface="Be Vietnam Pro" pitchFamily="34" charset="0"/>
                <a:ea typeface="Be Vietnam Pro" pitchFamily="34" charset="-122"/>
                <a:cs typeface="Be Vietnam Pro" pitchFamily="34" charset="-120"/>
              </a:rPr>
              <a:t> nào</a:t>
            </a:r>
            <a:r>
              <a:rPr lang="en-US" sz="2700" dirty="0" spc="-12" kern="0">
                <a:solidFill>
                  <a:srgbClr val="9AA0B5"/>
                </a:solidFill>
                <a:latin typeface="Be Vietnam Pro" pitchFamily="34" charset="0"/>
                <a:ea typeface="Be Vietnam Pro" pitchFamily="34" charset="-122"/>
                <a:cs typeface="Be Vietnam Pro" pitchFamily="34" charset="-120"/>
              </a:rPr>
              <a:t> hay</a:t>
            </a:r>
            <a:r>
              <a:rPr lang="en-US" sz="2700" dirty="0" spc="-38" kern="0">
                <a:solidFill>
                  <a:srgbClr val="9AA0B5"/>
                </a:solidFill>
                <a:latin typeface="Be Vietnam Pro" pitchFamily="34" charset="0"/>
                <a:ea typeface="Be Vietnam Pro" pitchFamily="34" charset="-122"/>
                <a:cs typeface="Be Vietnam Pro" pitchFamily="34" charset="-120"/>
              </a:rPr>
              <a:t> kéo</a:t>
            </a:r>
            <a:r>
              <a:rPr lang="en-US" sz="2700" dirty="0" spc="-27" kern="0">
                <a:solidFill>
                  <a:srgbClr val="9AA0B5"/>
                </a:solidFill>
                <a:latin typeface="Be Vietnam Pro" pitchFamily="34" charset="0"/>
                <a:ea typeface="Be Vietnam Pro" pitchFamily="34" charset="-122"/>
                <a:cs typeface="Be Vietnam Pro" pitchFamily="34" charset="-120"/>
              </a:rPr>
              <a:t> xe</a:t>
            </a:r>
            <a:r>
              <a:rPr lang="en-US" sz="2700" dirty="0" spc="-14" kern="0">
                <a:solidFill>
                  <a:srgbClr val="9AA0B5"/>
                </a:solidFill>
                <a:latin typeface="Be Vietnam Pro" pitchFamily="34" charset="0"/>
                <a:ea typeface="Be Vietnam Pro" pitchFamily="34" charset="-122"/>
                <a:cs typeface="Be Vietnam Pro" pitchFamily="34" charset="-120"/>
              </a:rPr>
              <a:t> vào</a:t>
            </a:r>
            <a:r>
              <a:rPr lang="en-US" sz="2700" dirty="0" spc="-2" kern="0">
                <a:solidFill>
                  <a:srgbClr val="9AA0B5"/>
                </a:solidFill>
                <a:latin typeface="Be Vietnam Pro" pitchFamily="34" charset="0"/>
                <a:ea typeface="Be Vietnam Pro" pitchFamily="34" charset="-122"/>
                <a:cs typeface="Be Vietnam Pro" pitchFamily="34" charset="-120"/>
              </a:rPr>
              <a:t> vùng</a:t>
            </a:r>
            <a:r>
              <a:rPr lang="en-US" sz="2700" dirty="0" spc="-1" kern="0">
                <a:solidFill>
                  <a:srgbClr val="9AA0B5"/>
                </a:solidFill>
                <a:latin typeface="Be Vietnam Pro" pitchFamily="34" charset="0"/>
                <a:ea typeface="Be Vietnam Pro" pitchFamily="34" charset="-122"/>
                <a:cs typeface="Be Vietnam Pro" pitchFamily="34" charset="-120"/>
              </a:rPr>
              <a:t> 190–325°C</a:t>
            </a:r>
            <a:r>
              <a:rPr lang="en-US" sz="2700" dirty="0" spc="-2" kern="0">
                <a:solidFill>
                  <a:srgbClr val="9AA0B5"/>
                </a:solidFill>
                <a:latin typeface="Be Vietnam Pro" pitchFamily="34" charset="0"/>
                <a:ea typeface="Be Vietnam Pro" pitchFamily="34" charset="-122"/>
                <a:cs typeface="Be Vietnam Pro" pitchFamily="34" charset="-120"/>
              </a:rPr>
              <a:t> quá</a:t>
            </a:r>
            <a:r>
              <a:rPr lang="en-US" sz="2700" dirty="0" spc="0" kern="0">
                <a:solidFill>
                  <a:srgbClr val="9AA0B5"/>
                </a:solidFill>
                <a:latin typeface="Be Vietnam Pro" pitchFamily="34" charset="0"/>
                <a:ea typeface="Be Vietnam Pro" pitchFamily="34" charset="-122"/>
                <a:cs typeface="Be Vietnam Pro" pitchFamily="34" charset="-120"/>
              </a:rPr>
              <a:t> lâu?</a:t>
            </a:r>
            <a:endParaRPr lang="en-US" sz="2700" dirty="0"/>
          </a:p>
        </p:txBody>
      </p:sp>
      <p:sp>
        <p:nvSpPr>
          <p:cNvPr id="7" name="Text 5"/>
          <p:cNvSpPr/>
          <p:nvPr/>
        </p:nvSpPr>
        <p:spPr>
          <a:xfrm>
            <a:off x="1485900" y="8229600"/>
            <a:ext cx="15811500" cy="457200"/>
          </a:xfrm>
          <a:prstGeom prst="rect">
            <a:avLst/>
          </a:prstGeom>
          <a:noFill/>
          <a:ln/>
        </p:spPr>
        <p:txBody>
          <a:bodyPr wrap="square" lIns="0" tIns="0" rIns="0" bIns="0" rtlCol="0" anchor="t"/>
          <a:lstStyle/>
          <a:p>
            <a:pPr algn="l" indent="0" marL="0">
              <a:buNone/>
            </a:pPr>
            <a:r>
              <a:rPr lang="en-US" sz="2700" dirty="0" spc="-2" kern="0">
                <a:solidFill>
                  <a:srgbClr val="9AA0B5"/>
                </a:solidFill>
                <a:latin typeface="Be Vietnam Pro" pitchFamily="34" charset="0"/>
                <a:ea typeface="Be Vietnam Pro" pitchFamily="34" charset="-122"/>
                <a:cs typeface="Be Vietnam Pro" pitchFamily="34" charset="-120"/>
              </a:rPr>
              <a:t>Khi</a:t>
            </a:r>
            <a:r>
              <a:rPr lang="en-US" sz="2700" dirty="0" spc="0" kern="0">
                <a:solidFill>
                  <a:srgbClr val="9AA0B5"/>
                </a:solidFill>
                <a:latin typeface="Be Vietnam Pro" pitchFamily="34" charset="0"/>
                <a:ea typeface="Be Vietnam Pro" pitchFamily="34" charset="-122"/>
                <a:cs typeface="Be Vietnam Pro" pitchFamily="34" charset="-120"/>
              </a:rPr>
              <a:t> cặn</a:t>
            </a:r>
            <a:r>
              <a:rPr lang="en-US" sz="2700" dirty="0" spc="17" kern="0">
                <a:solidFill>
                  <a:srgbClr val="9AA0B5"/>
                </a:solidFill>
                <a:latin typeface="Be Vietnam Pro" pitchFamily="34" charset="0"/>
                <a:ea typeface="Be Vietnam Pro" pitchFamily="34" charset="-122"/>
                <a:cs typeface="Be Vietnam Pro" pitchFamily="34" charset="-120"/>
              </a:rPr>
              <a:t> đã</a:t>
            </a:r>
            <a:r>
              <a:rPr lang="en-US" sz="2700" dirty="0" spc="-3" kern="0">
                <a:solidFill>
                  <a:srgbClr val="9AA0B5"/>
                </a:solidFill>
                <a:latin typeface="Be Vietnam Pro" pitchFamily="34" charset="0"/>
                <a:ea typeface="Be Vietnam Pro" pitchFamily="34" charset="-122"/>
                <a:cs typeface="Be Vietnam Pro" pitchFamily="34" charset="-120"/>
              </a:rPr>
              <a:t> hình</a:t>
            </a:r>
            <a:r>
              <a:rPr lang="en-US" sz="2700" dirty="0" spc="1" kern="0">
                <a:solidFill>
                  <a:srgbClr val="9AA0B5"/>
                </a:solidFill>
                <a:latin typeface="Be Vietnam Pro" pitchFamily="34" charset="0"/>
                <a:ea typeface="Be Vietnam Pro" pitchFamily="34" charset="-122"/>
                <a:cs typeface="Be Vietnam Pro" pitchFamily="34" charset="-120"/>
              </a:rPr>
              <a:t> thành,</a:t>
            </a:r>
            <a:r>
              <a:rPr lang="en-US" sz="2700" dirty="0" spc="-27" kern="0">
                <a:solidFill>
                  <a:srgbClr val="9AA0B5"/>
                </a:solidFill>
                <a:latin typeface="Be Vietnam Pro" pitchFamily="34" charset="0"/>
                <a:ea typeface="Be Vietnam Pro" pitchFamily="34" charset="-122"/>
                <a:cs typeface="Be Vietnam Pro" pitchFamily="34" charset="-120"/>
              </a:rPr>
              <a:t> regeneration</a:t>
            </a:r>
            <a:r>
              <a:rPr lang="en-US" sz="2700" dirty="0" spc="1" kern="0">
                <a:solidFill>
                  <a:srgbClr val="9AA0B5"/>
                </a:solidFill>
                <a:latin typeface="Be Vietnam Pro" pitchFamily="34" charset="0"/>
                <a:ea typeface="Be Vietnam Pro" pitchFamily="34" charset="-122"/>
                <a:cs typeface="Be Vietnam Pro" pitchFamily="34" charset="-120"/>
              </a:rPr>
              <a:t> cần</a:t>
            </a:r>
            <a:r>
              <a:rPr lang="en-US" sz="2700" dirty="0" spc="-3" kern="0">
                <a:solidFill>
                  <a:srgbClr val="9AA0B5"/>
                </a:solidFill>
                <a:latin typeface="Be Vietnam Pro" pitchFamily="34" charset="0"/>
                <a:ea typeface="Be Vietnam Pro" pitchFamily="34" charset="-122"/>
                <a:cs typeface="Be Vietnam Pro" pitchFamily="34" charset="-120"/>
              </a:rPr>
              <a:t> nóng</a:t>
            </a:r>
            <a:r>
              <a:rPr lang="en-US" sz="2700" dirty="0" spc="-7" kern="0">
                <a:solidFill>
                  <a:srgbClr val="9AA0B5"/>
                </a:solidFill>
                <a:latin typeface="Be Vietnam Pro" pitchFamily="34" charset="0"/>
                <a:ea typeface="Be Vietnam Pro" pitchFamily="34" charset="-122"/>
                <a:cs typeface="Be Vietnam Pro" pitchFamily="34" charset="-120"/>
              </a:rPr>
              <a:t> bao</a:t>
            </a:r>
            <a:r>
              <a:rPr lang="en-US" sz="2700" dirty="0" spc="-2" kern="0">
                <a:solidFill>
                  <a:srgbClr val="9AA0B5"/>
                </a:solidFill>
                <a:latin typeface="Be Vietnam Pro" pitchFamily="34" charset="0"/>
                <a:ea typeface="Be Vietnam Pro" pitchFamily="34" charset="-122"/>
                <a:cs typeface="Be Vietnam Pro" pitchFamily="34" charset="-120"/>
              </a:rPr>
              <a:t> nhiêu</a:t>
            </a:r>
            <a:r>
              <a:rPr lang="en-US" sz="2700" dirty="0" spc="-17" kern="0">
                <a:solidFill>
                  <a:srgbClr val="9AA0B5"/>
                </a:solidFill>
                <a:latin typeface="Be Vietnam Pro" pitchFamily="34" charset="0"/>
                <a:ea typeface="Be Vietnam Pro" pitchFamily="34" charset="-122"/>
                <a:cs typeface="Be Vietnam Pro" pitchFamily="34" charset="-120"/>
              </a:rPr>
              <a:t> và</a:t>
            </a:r>
            <a:r>
              <a:rPr lang="en-US" sz="2700" dirty="0" spc="-7" kern="0">
                <a:solidFill>
                  <a:srgbClr val="9AA0B5"/>
                </a:solidFill>
                <a:latin typeface="Be Vietnam Pro" pitchFamily="34" charset="0"/>
                <a:ea typeface="Be Vietnam Pro" pitchFamily="34" charset="-122"/>
                <a:cs typeface="Be Vietnam Pro" pitchFamily="34" charset="-120"/>
              </a:rPr>
              <a:t> bao</a:t>
            </a:r>
            <a:r>
              <a:rPr lang="en-US" sz="2700" dirty="0" spc="0" kern="0">
                <a:solidFill>
                  <a:srgbClr val="9AA0B5"/>
                </a:solidFill>
                <a:latin typeface="Be Vietnam Pro" pitchFamily="34" charset="0"/>
                <a:ea typeface="Be Vietnam Pro" pitchFamily="34" charset="-122"/>
                <a:cs typeface="Be Vietnam Pro" pitchFamily="34" charset="-120"/>
              </a:rPr>
              <a:t> lâu?</a:t>
            </a:r>
            <a:endParaRPr lang="en-US" sz="2700" dirty="0"/>
          </a:p>
        </p:txBody>
      </p:sp>
      <p:sp>
        <p:nvSpPr>
          <p:cNvPr id="8" name="Text 6"/>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9AA0B5"/>
                </a:solidFill>
                <a:latin typeface="Be Vietnam Pro" pitchFamily="34" charset="0"/>
                <a:ea typeface="Be Vietnam Pro" pitchFamily="34" charset="-122"/>
                <a:cs typeface="Be Vietnam Pro" pitchFamily="34" charset="-120"/>
              </a:rPr>
              <a:t>Nguồn:</a:t>
            </a:r>
            <a:r>
              <a:rPr lang="en-US" sz="1800" dirty="0" spc="3" kern="0">
                <a:solidFill>
                  <a:srgbClr val="9AA0B5"/>
                </a:solidFill>
                <a:latin typeface="Be Vietnam Pro" pitchFamily="34" charset="0"/>
                <a:ea typeface="Be Vietnam Pro" pitchFamily="34" charset="-122"/>
                <a:cs typeface="Be Vietnam Pro" pitchFamily="34" charset="-120"/>
              </a:rPr>
              <a:t> [S1]</a:t>
            </a:r>
            <a:endParaRPr lang="en-US" sz="1800" dirty="0"/>
          </a:p>
        </p:txBody>
      </p:sp>
      <p:sp>
        <p:nvSpPr>
          <p:cNvPr id="9" name="Shape 7"/>
          <p:cNvSpPr/>
          <p:nvPr/>
        </p:nvSpPr>
        <p:spPr>
          <a:xfrm>
            <a:off x="942975" y="9563100"/>
            <a:ext cx="114300" cy="114300"/>
          </a:xfrm>
          <a:prstGeom prst="ellipse">
            <a:avLst/>
          </a:prstGeom>
          <a:solidFill>
            <a:srgbClr val="F3EEE3">
              <a:alpha val="28000"/>
            </a:srgbClr>
          </a:solidFill>
          <a:ln/>
        </p:spPr>
      </p:sp>
      <p:sp>
        <p:nvSpPr>
          <p:cNvPr id="10" name="Shape 8"/>
          <p:cNvSpPr/>
          <p:nvPr/>
        </p:nvSpPr>
        <p:spPr>
          <a:xfrm>
            <a:off x="1171575" y="9563100"/>
            <a:ext cx="114300" cy="114300"/>
          </a:xfrm>
          <a:prstGeom prst="ellipse">
            <a:avLst/>
          </a:prstGeom>
          <a:solidFill>
            <a:srgbClr val="F3EEE3">
              <a:alpha val="28000"/>
            </a:srgbClr>
          </a:solidFill>
          <a:ln/>
        </p:spPr>
      </p:sp>
      <p:sp>
        <p:nvSpPr>
          <p:cNvPr id="11" name="Shape 9"/>
          <p:cNvSpPr/>
          <p:nvPr/>
        </p:nvSpPr>
        <p:spPr>
          <a:xfrm>
            <a:off x="1400175" y="9563100"/>
            <a:ext cx="114300" cy="114300"/>
          </a:xfrm>
          <a:prstGeom prst="ellipse">
            <a:avLst/>
          </a:prstGeom>
          <a:solidFill>
            <a:srgbClr val="F3EEE3">
              <a:alpha val="28000"/>
            </a:srgbClr>
          </a:solidFill>
          <a:ln/>
        </p:spPr>
      </p:sp>
      <p:sp>
        <p:nvSpPr>
          <p:cNvPr id="12" name="Shape 10"/>
          <p:cNvSpPr/>
          <p:nvPr/>
        </p:nvSpPr>
        <p:spPr>
          <a:xfrm>
            <a:off x="1628775" y="9563100"/>
            <a:ext cx="114300" cy="114300"/>
          </a:xfrm>
          <a:prstGeom prst="ellipse">
            <a:avLst/>
          </a:prstGeom>
          <a:solidFill>
            <a:srgbClr val="F3EEE3">
              <a:alpha val="28000"/>
            </a:srgbClr>
          </a:solidFill>
          <a:ln/>
        </p:spPr>
      </p:sp>
      <p:sp>
        <p:nvSpPr>
          <p:cNvPr id="13" name="Shape 11"/>
          <p:cNvSpPr/>
          <p:nvPr/>
        </p:nvSpPr>
        <p:spPr>
          <a:xfrm>
            <a:off x="1857375" y="9563100"/>
            <a:ext cx="114300" cy="114300"/>
          </a:xfrm>
          <a:prstGeom prst="ellipse">
            <a:avLst/>
          </a:prstGeom>
          <a:solidFill>
            <a:srgbClr val="F3EEE3">
              <a:alpha val="28000"/>
            </a:srgbClr>
          </a:solidFill>
          <a:ln/>
        </p:spPr>
      </p:sp>
      <p:sp>
        <p:nvSpPr>
          <p:cNvPr id="14" name="Shape 12"/>
          <p:cNvSpPr/>
          <p:nvPr/>
        </p:nvSpPr>
        <p:spPr>
          <a:xfrm>
            <a:off x="2085975" y="9563100"/>
            <a:ext cx="114300" cy="114300"/>
          </a:xfrm>
          <a:prstGeom prst="ellipse">
            <a:avLst/>
          </a:prstGeom>
          <a:solidFill>
            <a:srgbClr val="F3EEE3">
              <a:alpha val="28000"/>
            </a:srgbClr>
          </a:solidFill>
          <a:ln/>
        </p:spPr>
      </p:sp>
      <p:sp>
        <p:nvSpPr>
          <p:cNvPr id="15" name="Shape 13"/>
          <p:cNvSpPr/>
          <p:nvPr/>
        </p:nvSpPr>
        <p:spPr>
          <a:xfrm>
            <a:off x="2314575" y="9563100"/>
            <a:ext cx="114300" cy="114300"/>
          </a:xfrm>
          <a:prstGeom prst="ellipse">
            <a:avLst/>
          </a:prstGeom>
          <a:solidFill>
            <a:srgbClr val="F3EEE3">
              <a:alpha val="28000"/>
            </a:srgbClr>
          </a:solidFill>
          <a:ln/>
        </p:spPr>
      </p:sp>
      <p:sp>
        <p:nvSpPr>
          <p:cNvPr id="16" name="Shape 14"/>
          <p:cNvSpPr/>
          <p:nvPr/>
        </p:nvSpPr>
        <p:spPr>
          <a:xfrm>
            <a:off x="2543175" y="9563100"/>
            <a:ext cx="114300" cy="114300"/>
          </a:xfrm>
          <a:prstGeom prst="ellipse">
            <a:avLst/>
          </a:prstGeom>
          <a:solidFill>
            <a:srgbClr val="F3EEE3">
              <a:alpha val="28000"/>
            </a:srgbClr>
          </a:solidFill>
          <a:ln/>
        </p:spPr>
      </p:sp>
      <p:sp>
        <p:nvSpPr>
          <p:cNvPr id="17" name="Shape 15"/>
          <p:cNvSpPr/>
          <p:nvPr/>
        </p:nvSpPr>
        <p:spPr>
          <a:xfrm>
            <a:off x="2771775" y="9563100"/>
            <a:ext cx="114300" cy="114300"/>
          </a:xfrm>
          <a:prstGeom prst="ellipse">
            <a:avLst/>
          </a:prstGeom>
          <a:solidFill>
            <a:srgbClr val="F3EEE3">
              <a:alpha val="28000"/>
            </a:srgbClr>
          </a:solidFill>
          <a:ln/>
        </p:spPr>
      </p:sp>
      <p:sp>
        <p:nvSpPr>
          <p:cNvPr id="18" name="Shape 16"/>
          <p:cNvSpPr/>
          <p:nvPr/>
        </p:nvSpPr>
        <p:spPr>
          <a:xfrm>
            <a:off x="3000375" y="9563100"/>
            <a:ext cx="114300" cy="114300"/>
          </a:xfrm>
          <a:prstGeom prst="ellipse">
            <a:avLst/>
          </a:prstGeom>
          <a:solidFill>
            <a:srgbClr val="F3EEE3">
              <a:alpha val="28000"/>
            </a:srgbClr>
          </a:solidFill>
          <a:ln/>
        </p:spPr>
      </p:sp>
      <p:sp>
        <p:nvSpPr>
          <p:cNvPr id="19" name="Shape 17"/>
          <p:cNvSpPr/>
          <p:nvPr/>
        </p:nvSpPr>
        <p:spPr>
          <a:xfrm>
            <a:off x="3228975" y="9563100"/>
            <a:ext cx="114300" cy="114300"/>
          </a:xfrm>
          <a:prstGeom prst="ellipse">
            <a:avLst/>
          </a:prstGeom>
          <a:solidFill>
            <a:srgbClr val="F3EEE3">
              <a:alpha val="28000"/>
            </a:srgbClr>
          </a:solidFill>
          <a:ln/>
        </p:spPr>
      </p:sp>
      <p:sp>
        <p:nvSpPr>
          <p:cNvPr id="20" name="Shape 18"/>
          <p:cNvSpPr/>
          <p:nvPr/>
        </p:nvSpPr>
        <p:spPr>
          <a:xfrm>
            <a:off x="3457575" y="9563100"/>
            <a:ext cx="114300" cy="114300"/>
          </a:xfrm>
          <a:prstGeom prst="ellipse">
            <a:avLst/>
          </a:prstGeom>
          <a:solidFill>
            <a:srgbClr val="F3EEE3">
              <a:alpha val="28000"/>
            </a:srgbClr>
          </a:solidFill>
          <a:ln/>
        </p:spPr>
      </p:sp>
      <p:sp>
        <p:nvSpPr>
          <p:cNvPr id="21" name="Shape 19"/>
          <p:cNvSpPr/>
          <p:nvPr/>
        </p:nvSpPr>
        <p:spPr>
          <a:xfrm>
            <a:off x="3686175" y="9563100"/>
            <a:ext cx="114300" cy="114300"/>
          </a:xfrm>
          <a:prstGeom prst="ellipse">
            <a:avLst/>
          </a:prstGeom>
          <a:solidFill>
            <a:srgbClr val="F3EEE3">
              <a:alpha val="28000"/>
            </a:srgbClr>
          </a:solidFill>
          <a:ln/>
        </p:spPr>
      </p:sp>
      <p:sp>
        <p:nvSpPr>
          <p:cNvPr id="22" name="Shape 20"/>
          <p:cNvSpPr/>
          <p:nvPr/>
        </p:nvSpPr>
        <p:spPr>
          <a:xfrm>
            <a:off x="3914775" y="9563100"/>
            <a:ext cx="114300" cy="114300"/>
          </a:xfrm>
          <a:prstGeom prst="ellipse">
            <a:avLst/>
          </a:prstGeom>
          <a:solidFill>
            <a:srgbClr val="F3EEE3">
              <a:alpha val="28000"/>
            </a:srgbClr>
          </a:solidFill>
          <a:ln/>
        </p:spPr>
      </p:sp>
      <p:sp>
        <p:nvSpPr>
          <p:cNvPr id="23" name="Shape 21"/>
          <p:cNvSpPr/>
          <p:nvPr/>
        </p:nvSpPr>
        <p:spPr>
          <a:xfrm>
            <a:off x="4124325" y="9544050"/>
            <a:ext cx="152400" cy="152400"/>
          </a:xfrm>
          <a:prstGeom prst="ellipse">
            <a:avLst/>
          </a:prstGeom>
          <a:solidFill>
            <a:srgbClr val="FF6A4D"/>
          </a:solidFill>
          <a:ln/>
        </p:spPr>
      </p:sp>
      <p:sp>
        <p:nvSpPr>
          <p:cNvPr id="24" name="Shape 22"/>
          <p:cNvSpPr/>
          <p:nvPr/>
        </p:nvSpPr>
        <p:spPr>
          <a:xfrm>
            <a:off x="4371975" y="9563100"/>
            <a:ext cx="114300" cy="114300"/>
          </a:xfrm>
          <a:prstGeom prst="ellipse">
            <a:avLst/>
          </a:prstGeom>
          <a:solidFill>
            <a:srgbClr val="F3EEE3">
              <a:alpha val="28000"/>
            </a:srgbClr>
          </a:solidFill>
          <a:ln/>
        </p:spPr>
      </p:sp>
      <p:sp>
        <p:nvSpPr>
          <p:cNvPr id="25" name="Shape 23"/>
          <p:cNvSpPr/>
          <p:nvPr/>
        </p:nvSpPr>
        <p:spPr>
          <a:xfrm>
            <a:off x="4600575" y="9563100"/>
            <a:ext cx="114300" cy="114300"/>
          </a:xfrm>
          <a:prstGeom prst="ellipse">
            <a:avLst/>
          </a:prstGeom>
          <a:solidFill>
            <a:srgbClr val="F3EEE3">
              <a:alpha val="28000"/>
            </a:srgbClr>
          </a:solidFill>
          <a:ln/>
        </p:spPr>
      </p:sp>
      <p:sp>
        <p:nvSpPr>
          <p:cNvPr id="26" name="Text 24"/>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Multiple-report</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0" kern="0">
                <a:solidFill>
                  <a:srgbClr val="9AA0B5"/>
                </a:solidFill>
                <a:latin typeface="Be Vietnam Pro" pitchFamily="34" charset="0"/>
                <a:ea typeface="Be Vietnam Pro" pitchFamily="34" charset="-122"/>
                <a:cs typeface="Be Vietnam Pro" pitchFamily="34" charset="-120"/>
              </a:rPr>
              <a:t> L17</a:t>
            </a:r>
            <a:r>
              <a:rPr lang="en-US" sz="1800" dirty="0" spc="-2" kern="0">
                <a:solidFill>
                  <a:srgbClr val="9AA0B5"/>
                </a:solidFill>
                <a:latin typeface="Be Vietnam Pro" pitchFamily="34" charset="0"/>
                <a:ea typeface="Be Vietnam Pro" pitchFamily="34" charset="-122"/>
                <a:cs typeface="Be Vietnam Pro" pitchFamily="34" charset="-120"/>
              </a:rPr>
              <a:t> ·</a:t>
            </a:r>
            <a:r>
              <a:rPr lang="en-US" sz="1800" dirty="0" spc="2" kern="0">
                <a:solidFill>
                  <a:srgbClr val="9AA0B5"/>
                </a:solidFill>
                <a:latin typeface="Be Vietnam Pro" pitchFamily="34" charset="0"/>
                <a:ea typeface="Be Vietnam Pro" pitchFamily="34" charset="-122"/>
                <a:cs typeface="Be Vietnam Pro" pitchFamily="34" charset="-120"/>
              </a:rPr>
              <a:t> 15/17</a:t>
            </a:r>
            <a:endParaRPr lang="en-US" sz="1800" dirty="0"/>
          </a:p>
        </p:txBody>
      </p:sp>
      <p:sp>
        <p:nvSpPr>
          <p:cNvPr id="27" name="Shape 25"/>
          <p:cNvSpPr/>
          <p:nvPr/>
        </p:nvSpPr>
        <p:spPr>
          <a:xfrm>
            <a:off x="15983712" y="9076331"/>
            <a:ext cx="1645920" cy="552301"/>
          </a:xfrm>
          <a:prstGeom prst="roundRect">
            <a:avLst>
              <a:gd name="adj" fmla="val 28000"/>
            </a:avLst>
          </a:prstGeom>
          <a:solidFill>
            <a:srgbClr val="FFFFFF">
              <a:alpha val="82000"/>
            </a:srgbClr>
          </a:solidFill>
          <a:ln/>
        </p:spPr>
      </p:sp>
      <p:pic>
        <p:nvPicPr>
          <p:cNvPr id="28" name="Moda image moda-export-watermark-7bd6c997-a989-4157-b91d-3ab2d2ae2fc4"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4" kern="0">
                <a:solidFill>
                  <a:srgbClr val="14161C"/>
                </a:solidFill>
                <a:latin typeface="Bricolage Grotesque ExtraBold" pitchFamily="34" charset="0"/>
                <a:ea typeface="Bricolage Grotesque ExtraBold" pitchFamily="34" charset="-122"/>
                <a:cs typeface="Bricolage Grotesque ExtraBold" pitchFamily="34" charset="-120"/>
              </a:rPr>
              <a:t>Số</a:t>
            </a:r>
            <a:r>
              <a:rPr lang="en-US" sz="5700" dirty="0" spc="0" kern="0">
                <a:solidFill>
                  <a:srgbClr val="14161C"/>
                </a:solidFill>
                <a:latin typeface="Bricolage Grotesque ExtraBold" pitchFamily="34" charset="0"/>
                <a:ea typeface="Bricolage Grotesque ExtraBold" pitchFamily="34" charset="-122"/>
                <a:cs typeface="Bricolage Grotesque ExtraBold" pitchFamily="34" charset="-120"/>
              </a:rPr>
              <a:t> liệu</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từ</a:t>
            </a:r>
            <a:r>
              <a:rPr lang="en-US" sz="5700" dirty="0" spc="-12" kern="0">
                <a:solidFill>
                  <a:srgbClr val="14161C"/>
                </a:solidFill>
                <a:latin typeface="Bricolage Grotesque ExtraBold" pitchFamily="34" charset="0"/>
                <a:ea typeface="Bricolage Grotesque ExtraBold" pitchFamily="34" charset="-122"/>
                <a:cs typeface="Bricolage Grotesque ExtraBold" pitchFamily="34" charset="-120"/>
              </a:rPr>
              <a:t> hình</a:t>
            </a:r>
            <a:r>
              <a:rPr lang="en-US" sz="5700" dirty="0" spc="-65" kern="0">
                <a:solidFill>
                  <a:srgbClr val="14161C"/>
                </a:solidFill>
                <a:latin typeface="Bricolage Grotesque ExtraBold" pitchFamily="34" charset="0"/>
                <a:ea typeface="Bricolage Grotesque ExtraBold" pitchFamily="34" charset="-122"/>
                <a:cs typeface="Bricolage Grotesque ExtraBold" pitchFamily="34" charset="-120"/>
              </a:rPr>
              <a:t> và</a:t>
            </a:r>
            <a:r>
              <a:rPr lang="en-US" sz="5700" dirty="0" spc="1" kern="0">
                <a:solidFill>
                  <a:srgbClr val="14161C"/>
                </a:solidFill>
                <a:latin typeface="Bricolage Grotesque ExtraBold" pitchFamily="34" charset="0"/>
                <a:ea typeface="Bricolage Grotesque ExtraBold" pitchFamily="34" charset="-122"/>
                <a:cs typeface="Bricolage Grotesque ExtraBold" pitchFamily="34" charset="-120"/>
              </a:rPr>
              <a:t> phần</a:t>
            </a:r>
            <a:r>
              <a:rPr lang="en-US" sz="5700" dirty="0" spc="-3" kern="0">
                <a:solidFill>
                  <a:srgbClr val="14161C"/>
                </a:solidFill>
                <a:latin typeface="Bricolage Grotesque ExtraBold" pitchFamily="34" charset="0"/>
                <a:ea typeface="Bricolage Grotesque ExtraBold" pitchFamily="34" charset="-122"/>
                <a:cs typeface="Bricolage Grotesque ExtraBold" pitchFamily="34" charset="-120"/>
              </a:rPr>
              <a:t> suy</a:t>
            </a:r>
            <a:r>
              <a:rPr lang="en-US" sz="5700" dirty="0" spc="-2" kern="0">
                <a:solidFill>
                  <a:srgbClr val="14161C"/>
                </a:solidFill>
                <a:latin typeface="Bricolage Grotesque ExtraBold" pitchFamily="34" charset="0"/>
                <a:ea typeface="Bricolage Grotesque ExtraBold" pitchFamily="34" charset="-122"/>
                <a:cs typeface="Bricolage Grotesque ExtraBold" pitchFamily="34" charset="-120"/>
              </a:rPr>
              <a:t> luận</a:t>
            </a:r>
            <a:endParaRPr lang="en-US" sz="5700" dirty="0"/>
          </a:p>
        </p:txBody>
      </p:sp>
      <p:sp>
        <p:nvSpPr>
          <p:cNvPr id="3" name="Shape 1"/>
          <p:cNvSpPr/>
          <p:nvPr/>
        </p:nvSpPr>
        <p:spPr>
          <a:xfrm>
            <a:off x="914400" y="2857500"/>
            <a:ext cx="8058150" cy="4191000"/>
          </a:xfrm>
          <a:prstGeom prst="roundRect">
            <a:avLst>
              <a:gd name="adj" fmla="val 6364"/>
            </a:avLst>
          </a:prstGeom>
          <a:solidFill>
            <a:srgbClr val="F3DFB8"/>
          </a:solidFill>
          <a:ln/>
        </p:spPr>
      </p:sp>
      <p:sp>
        <p:nvSpPr>
          <p:cNvPr id="4" name="Shape 2"/>
          <p:cNvSpPr/>
          <p:nvPr/>
        </p:nvSpPr>
        <p:spPr>
          <a:xfrm>
            <a:off x="914400" y="2857500"/>
            <a:ext cx="133350" cy="4191000"/>
          </a:xfrm>
          <a:prstGeom prst="roundRect">
            <a:avLst>
              <a:gd name="adj" fmla="val 50000"/>
            </a:avLst>
          </a:prstGeom>
          <a:solidFill>
            <a:srgbClr val="B45309"/>
          </a:solidFill>
          <a:ln/>
        </p:spPr>
      </p:sp>
      <p:sp>
        <p:nvSpPr>
          <p:cNvPr id="5" name="Text 3"/>
          <p:cNvSpPr/>
          <p:nvPr/>
        </p:nvSpPr>
        <p:spPr>
          <a:xfrm>
            <a:off x="1371600" y="3200400"/>
            <a:ext cx="7143750" cy="952500"/>
          </a:xfrm>
          <a:prstGeom prst="rect">
            <a:avLst/>
          </a:prstGeom>
          <a:noFill/>
          <a:ln/>
        </p:spPr>
        <p:txBody>
          <a:bodyPr wrap="square" lIns="0" tIns="0" rIns="0" bIns="0" rtlCol="0" anchor="t"/>
          <a:lstStyle/>
          <a:p>
            <a:pPr algn="l" indent="0" marL="0">
              <a:buNone/>
            </a:pPr>
            <a:r>
              <a:rPr lang="en-US" sz="4200" dirty="0" spc="-3" kern="0">
                <a:solidFill>
                  <a:srgbClr val="B45309"/>
                </a:solidFill>
                <a:latin typeface="Bricolage Grotesque ExtraBold" pitchFamily="34" charset="0"/>
                <a:ea typeface="Bricolage Grotesque ExtraBold" pitchFamily="34" charset="-122"/>
                <a:cs typeface="Bricolage Grotesque ExtraBold" pitchFamily="34" charset="-120"/>
              </a:rPr>
              <a:t>Đọc</a:t>
            </a:r>
            <a:r>
              <a:rPr lang="en-US" sz="4200" dirty="0" spc="1" kern="0">
                <a:solidFill>
                  <a:srgbClr val="B45309"/>
                </a:solidFill>
                <a:latin typeface="Bricolage Grotesque ExtraBold" pitchFamily="34" charset="0"/>
                <a:ea typeface="Bricolage Grotesque ExtraBold" pitchFamily="34" charset="-122"/>
                <a:cs typeface="Bricolage Grotesque ExtraBold" pitchFamily="34" charset="-120"/>
              </a:rPr>
              <a:t> từ</a:t>
            </a:r>
            <a:r>
              <a:rPr lang="en-US" sz="4200" dirty="0" spc="-11" kern="0">
                <a:solidFill>
                  <a:srgbClr val="B45309"/>
                </a:solidFill>
                <a:latin typeface="Bricolage Grotesque ExtraBold" pitchFamily="34" charset="0"/>
                <a:ea typeface="Bricolage Grotesque ExtraBold" pitchFamily="34" charset="-122"/>
                <a:cs typeface="Bricolage Grotesque ExtraBold" pitchFamily="34" charset="-120"/>
              </a:rPr>
              <a:t> hình</a:t>
            </a:r>
            <a:r>
              <a:rPr lang="en-US" sz="4200" dirty="0" spc="-43" kern="0">
                <a:solidFill>
                  <a:srgbClr val="B45309"/>
                </a:solidFill>
                <a:latin typeface="Bricolage Grotesque ExtraBold" pitchFamily="34" charset="0"/>
                <a:ea typeface="Bricolage Grotesque ExtraBold" pitchFamily="34" charset="-122"/>
                <a:cs typeface="Bricolage Grotesque ExtraBold" pitchFamily="34" charset="-120"/>
              </a:rPr>
              <a:t> (S1)</a:t>
            </a:r>
            <a:endParaRPr lang="en-US" sz="4200" dirty="0"/>
          </a:p>
        </p:txBody>
      </p:sp>
      <p:sp>
        <p:nvSpPr>
          <p:cNvPr id="6" name="Text 4"/>
          <p:cNvSpPr/>
          <p:nvPr/>
        </p:nvSpPr>
        <p:spPr>
          <a:xfrm>
            <a:off x="1371600" y="4286250"/>
            <a:ext cx="7143750" cy="2286000"/>
          </a:xfrm>
          <a:prstGeom prst="rect">
            <a:avLst/>
          </a:prstGeom>
          <a:noFill/>
          <a:ln/>
        </p:spPr>
        <p:txBody>
          <a:bodyPr wrap="square" lIns="0" tIns="17002" rIns="0" bIns="-17002" rtlCol="0" anchor="t"/>
          <a:lstStyle/>
          <a:p>
            <a:pPr algn="l" indent="0" marL="0">
              <a:lnSpc>
                <a:spcPts val="4095"/>
              </a:lnSpc>
              <a:buNone/>
            </a:pPr>
            <a:r>
              <a:rPr lang="en-US" sz="3150" dirty="0" spc="0" kern="0">
                <a:solidFill>
                  <a:srgbClr val="14161C"/>
                </a:solidFill>
                <a:latin typeface="Be Vietnam Pro" pitchFamily="34" charset="0"/>
                <a:ea typeface="Be Vietnam Pro" pitchFamily="34" charset="-122"/>
                <a:cs typeface="Be Vietnam Pro" pitchFamily="34" charset="-120"/>
              </a:rPr>
              <a:t>Phần</a:t>
            </a:r>
            <a:r>
              <a:rPr lang="en-US" sz="3150" dirty="0" spc="-27" kern="0">
                <a:solidFill>
                  <a:srgbClr val="14161C"/>
                </a:solidFill>
                <a:latin typeface="Be Vietnam Pro" pitchFamily="34" charset="0"/>
                <a:ea typeface="Be Vietnam Pro" pitchFamily="34" charset="-122"/>
                <a:cs typeface="Be Vietnam Pro" pitchFamily="34" charset="-120"/>
              </a:rPr>
              <a:t> trăm</a:t>
            </a:r>
            <a:r>
              <a:rPr lang="en-US" sz="3150" dirty="0" spc="-1" kern="0">
                <a:solidFill>
                  <a:srgbClr val="14161C"/>
                </a:solidFill>
                <a:latin typeface="Be Vietnam Pro" pitchFamily="34" charset="0"/>
                <a:ea typeface="Be Vietnam Pro" pitchFamily="34" charset="-122"/>
                <a:cs typeface="Be Vietnam Pro" pitchFamily="34" charset="-120"/>
              </a:rPr>
              <a:t> khối</a:t>
            </a:r>
            <a:r>
              <a:rPr lang="en-US" sz="3150" dirty="0" spc="10" kern="0">
                <a:solidFill>
                  <a:srgbClr val="14161C"/>
                </a:solidFill>
                <a:latin typeface="Be Vietnam Pro" pitchFamily="34" charset="0"/>
                <a:ea typeface="Be Vietnam Pro" pitchFamily="34" charset="-122"/>
                <a:cs typeface="Be Vietnam Pro" pitchFamily="34" charset="-120"/>
              </a:rPr>
              <a:t> lượng</a:t>
            </a:r>
            <a:r>
              <a:rPr lang="en-US" sz="3150" dirty="0" spc="1" kern="0">
                <a:solidFill>
                  <a:srgbClr val="14161C"/>
                </a:solidFill>
                <a:latin typeface="Be Vietnam Pro" pitchFamily="34" charset="0"/>
                <a:ea typeface="Be Vietnam Pro" pitchFamily="34" charset="-122"/>
                <a:cs typeface="Be Vietnam Pro" pitchFamily="34" charset="-120"/>
              </a:rPr>
              <a:t> của</a:t>
            </a:r>
            <a:r>
              <a:rPr lang="en-US" sz="3150" dirty="0" spc="-1" kern="0">
                <a:solidFill>
                  <a:srgbClr val="14161C"/>
                </a:solidFill>
                <a:latin typeface="Be Vietnam Pro" pitchFamily="34" charset="0"/>
                <a:ea typeface="Be Vietnam Pro" pitchFamily="34" charset="-122"/>
                <a:cs typeface="Be Vietnam Pro" pitchFamily="34" charset="-120"/>
              </a:rPr>
              <a:t> bốn</a:t>
            </a:r>
            <a:r>
              <a:rPr lang="en-US" sz="3150" dirty="0" spc="-13" kern="0">
                <a:solidFill>
                  <a:srgbClr val="14161C"/>
                </a:solidFill>
                <a:latin typeface="Be Vietnam Pro" pitchFamily="34" charset="0"/>
                <a:ea typeface="Be Vietnam Pro" pitchFamily="34" charset="-122"/>
                <a:cs typeface="Be Vietnam Pro" pitchFamily="34" charset="-120"/>
              </a:rPr>
              <a:t> chất</a:t>
            </a:r>
            <a:r>
              <a:rPr lang="en-US" sz="3150" dirty="0" spc="-23" kern="0">
                <a:solidFill>
                  <a:srgbClr val="14161C"/>
                </a:solidFill>
                <a:latin typeface="Be Vietnam Pro" pitchFamily="34" charset="0"/>
                <a:ea typeface="Be Vietnam Pro" pitchFamily="34" charset="-122"/>
                <a:cs typeface="Be Vietnam Pro" pitchFamily="34" charset="-120"/>
              </a:rPr>
              <a:t> và</a:t>
            </a:r>
            <a:r>
              <a:rPr lang="en-US" sz="3150" dirty="0" spc="-27" kern="0">
                <a:solidFill>
                  <a:srgbClr val="14161C"/>
                </a:solidFill>
                <a:latin typeface="Be Vietnam Pro" pitchFamily="34" charset="0"/>
                <a:ea typeface="Be Vietnam Pro" pitchFamily="34" charset="-122"/>
                <a:cs typeface="Be Vietnam Pro" pitchFamily="34" charset="-120"/>
              </a:rPr>
              <a:t> total</a:t>
            </a:r>
            <a:r>
              <a:rPr lang="en-US" sz="3150" dirty="0" spc="-30" kern="0">
                <a:solidFill>
                  <a:srgbClr val="14161C"/>
                </a:solidFill>
                <a:latin typeface="Be Vietnam Pro" pitchFamily="34" charset="0"/>
                <a:ea typeface="Be Vietnam Pro" pitchFamily="34" charset="-122"/>
                <a:cs typeface="Be Vietnam Pro" pitchFamily="34" charset="-120"/>
              </a:rPr>
              <a:t> recovery</a:t>
            </a:r>
            <a:r>
              <a:rPr lang="en-US" sz="3150" dirty="0" spc="-20" kern="0">
                <a:solidFill>
                  <a:srgbClr val="14161C"/>
                </a:solidFill>
                <a:latin typeface="Be Vietnam Pro" pitchFamily="34" charset="0"/>
                <a:ea typeface="Be Vietnam Pro" pitchFamily="34" charset="-122"/>
                <a:cs typeface="Be Vietnam Pro" pitchFamily="34" charset="-120"/>
              </a:rPr>
              <a:t> tại</a:t>
            </a:r>
            <a:r>
              <a:rPr lang="en-US" sz="3150" dirty="0" spc="1" kern="0">
                <a:solidFill>
                  <a:srgbClr val="14161C"/>
                </a:solidFill>
                <a:latin typeface="Be Vietnam Pro" pitchFamily="34" charset="0"/>
                <a:ea typeface="Be Vietnam Pro" pitchFamily="34" charset="-122"/>
                <a:cs typeface="Be Vietnam Pro" pitchFamily="34" charset="-120"/>
              </a:rPr>
              <a:t> chín</a:t>
            </a:r>
            <a:r>
              <a:rPr lang="en-US" sz="3150" dirty="0" spc="25" kern="0">
                <a:solidFill>
                  <a:srgbClr val="14161C"/>
                </a:solidFill>
                <a:latin typeface="Be Vietnam Pro" pitchFamily="34" charset="0"/>
                <a:ea typeface="Be Vietnam Pro" pitchFamily="34" charset="-122"/>
                <a:cs typeface="Be Vietnam Pro" pitchFamily="34" charset="-120"/>
              </a:rPr>
              <a:t> điểm</a:t>
            </a:r>
            <a:r>
              <a:rPr lang="en-US" sz="3150" dirty="0" spc="15" kern="0">
                <a:solidFill>
                  <a:srgbClr val="14161C"/>
                </a:solidFill>
                <a:latin typeface="Be Vietnam Pro" pitchFamily="34" charset="0"/>
                <a:ea typeface="Be Vietnam Pro" pitchFamily="34" charset="-122"/>
                <a:cs typeface="Be Vietnam Pro" pitchFamily="34" charset="-120"/>
              </a:rPr>
              <a:t> đo,</a:t>
            </a:r>
            <a:r>
              <a:rPr lang="en-US" sz="3150" dirty="0" spc="-10" kern="0">
                <a:solidFill>
                  <a:srgbClr val="14161C"/>
                </a:solidFill>
                <a:latin typeface="Be Vietnam Pro" pitchFamily="34" charset="0"/>
                <a:ea typeface="Be Vietnam Pro" pitchFamily="34" charset="-122"/>
                <a:cs typeface="Be Vietnam Pro" pitchFamily="34" charset="-120"/>
              </a:rPr>
              <a:t> sai</a:t>
            </a:r>
            <a:r>
              <a:rPr lang="en-US" sz="3150" dirty="0" spc="-9" kern="0">
                <a:solidFill>
                  <a:srgbClr val="14161C"/>
                </a:solidFill>
                <a:latin typeface="Be Vietnam Pro" pitchFamily="34" charset="0"/>
                <a:ea typeface="Be Vietnam Pro" pitchFamily="34" charset="-122"/>
                <a:cs typeface="Be Vietnam Pro" pitchFamily="34" charset="-120"/>
              </a:rPr>
              <a:t> số</a:t>
            </a:r>
            <a:r>
              <a:rPr lang="en-US" sz="3150" dirty="0" spc="-3" kern="0">
                <a:solidFill>
                  <a:srgbClr val="14161C"/>
                </a:solidFill>
                <a:latin typeface="Be Vietnam Pro" pitchFamily="34" charset="0"/>
                <a:ea typeface="Be Vietnam Pro" pitchFamily="34" charset="-122"/>
                <a:cs typeface="Be Vietnam Pro" pitchFamily="34" charset="-120"/>
              </a:rPr>
              <a:t> khoảng</a:t>
            </a:r>
            <a:r>
              <a:rPr lang="en-US" sz="3150" dirty="0" spc="0" kern="0">
                <a:solidFill>
                  <a:srgbClr val="14161C"/>
                </a:solidFill>
                <a:latin typeface="Be Vietnam Pro" pitchFamily="34" charset="0"/>
                <a:ea typeface="Be Vietnam Pro" pitchFamily="34" charset="-122"/>
                <a:cs typeface="Be Vietnam Pro" pitchFamily="34" charset="-120"/>
              </a:rPr>
              <a:t> ±2%</a:t>
            </a:r>
            <a:endParaRPr lang="en-US" sz="3150" dirty="0"/>
          </a:p>
        </p:txBody>
      </p:sp>
      <p:sp>
        <p:nvSpPr>
          <p:cNvPr id="7" name="Shape 5"/>
          <p:cNvSpPr/>
          <p:nvPr/>
        </p:nvSpPr>
        <p:spPr>
          <a:xfrm>
            <a:off x="9315450" y="2857500"/>
            <a:ext cx="8058150" cy="4191000"/>
          </a:xfrm>
          <a:prstGeom prst="roundRect">
            <a:avLst>
              <a:gd name="adj" fmla="val 6364"/>
            </a:avLst>
          </a:prstGeom>
          <a:solidFill>
            <a:srgbClr val="CFE8E2"/>
          </a:solidFill>
          <a:ln/>
        </p:spPr>
      </p:sp>
      <p:sp>
        <p:nvSpPr>
          <p:cNvPr id="8" name="Shape 6"/>
          <p:cNvSpPr/>
          <p:nvPr/>
        </p:nvSpPr>
        <p:spPr>
          <a:xfrm>
            <a:off x="9315450" y="2857500"/>
            <a:ext cx="133350" cy="4191000"/>
          </a:xfrm>
          <a:prstGeom prst="roundRect">
            <a:avLst>
              <a:gd name="adj" fmla="val 50000"/>
            </a:avLst>
          </a:prstGeom>
          <a:solidFill>
            <a:srgbClr val="0F766E"/>
          </a:solidFill>
          <a:ln/>
        </p:spPr>
      </p:sp>
      <p:sp>
        <p:nvSpPr>
          <p:cNvPr id="9" name="Text 7"/>
          <p:cNvSpPr/>
          <p:nvPr/>
        </p:nvSpPr>
        <p:spPr>
          <a:xfrm>
            <a:off x="9772650" y="3200400"/>
            <a:ext cx="7143750" cy="952500"/>
          </a:xfrm>
          <a:prstGeom prst="rect">
            <a:avLst/>
          </a:prstGeom>
          <a:noFill/>
          <a:ln/>
        </p:spPr>
        <p:txBody>
          <a:bodyPr wrap="square" lIns="0" tIns="0" rIns="0" bIns="0" rtlCol="0" anchor="t"/>
          <a:lstStyle/>
          <a:p>
            <a:pPr algn="l" indent="0" marL="0">
              <a:buNone/>
            </a:pPr>
            <a:r>
              <a:rPr lang="en-US" sz="4200" dirty="0" spc="-1" kern="0">
                <a:solidFill>
                  <a:srgbClr val="0F766E"/>
                </a:solidFill>
                <a:latin typeface="Bricolage Grotesque ExtraBold" pitchFamily="34" charset="0"/>
                <a:ea typeface="Bricolage Grotesque ExtraBold" pitchFamily="34" charset="-122"/>
                <a:cs typeface="Bricolage Grotesque ExtraBold" pitchFamily="34" charset="-120"/>
              </a:rPr>
              <a:t>Suy</a:t>
            </a:r>
            <a:r>
              <a:rPr lang="en-US" sz="4200" dirty="0" spc="1" kern="0">
                <a:solidFill>
                  <a:srgbClr val="0F766E"/>
                </a:solidFill>
                <a:latin typeface="Bricolage Grotesque ExtraBold" pitchFamily="34" charset="0"/>
                <a:ea typeface="Bricolage Grotesque ExtraBold" pitchFamily="34" charset="-122"/>
                <a:cs typeface="Bricolage Grotesque ExtraBold" pitchFamily="34" charset="-120"/>
              </a:rPr>
              <a:t> luận</a:t>
            </a:r>
            <a:r>
              <a:rPr lang="en-US" sz="4200" dirty="0" spc="3" kern="0">
                <a:solidFill>
                  <a:srgbClr val="0F766E"/>
                </a:solidFill>
                <a:latin typeface="Bricolage Grotesque ExtraBold" pitchFamily="34" charset="0"/>
                <a:ea typeface="Bricolage Grotesque ExtraBold" pitchFamily="34" charset="-122"/>
                <a:cs typeface="Bricolage Grotesque ExtraBold" pitchFamily="34" charset="-120"/>
              </a:rPr>
              <a:t> của</a:t>
            </a:r>
            <a:r>
              <a:rPr lang="en-US" sz="4200" dirty="0" spc="-3" kern="0">
                <a:solidFill>
                  <a:srgbClr val="0F766E"/>
                </a:solidFill>
                <a:latin typeface="Bricolage Grotesque ExtraBold" pitchFamily="34" charset="0"/>
                <a:ea typeface="Bricolage Grotesque ExtraBold" pitchFamily="34" charset="-122"/>
                <a:cs typeface="Bricolage Grotesque ExtraBold" pitchFamily="34" charset="-120"/>
              </a:rPr>
              <a:t> bài</a:t>
            </a:r>
            <a:endParaRPr lang="en-US" sz="4200" dirty="0"/>
          </a:p>
        </p:txBody>
      </p:sp>
      <p:sp>
        <p:nvSpPr>
          <p:cNvPr id="10" name="Text 8"/>
          <p:cNvSpPr/>
          <p:nvPr/>
        </p:nvSpPr>
        <p:spPr>
          <a:xfrm>
            <a:off x="9772650" y="4286250"/>
            <a:ext cx="7143750" cy="2286000"/>
          </a:xfrm>
          <a:prstGeom prst="rect">
            <a:avLst/>
          </a:prstGeom>
          <a:noFill/>
          <a:ln/>
        </p:spPr>
        <p:txBody>
          <a:bodyPr wrap="square" lIns="0" tIns="17002" rIns="0" bIns="-17002" rtlCol="0" anchor="t"/>
          <a:lstStyle/>
          <a:p>
            <a:pPr algn="l" indent="0" marL="0">
              <a:lnSpc>
                <a:spcPts val="4095"/>
              </a:lnSpc>
              <a:buNone/>
            </a:pPr>
            <a:r>
              <a:rPr lang="en-US" sz="3150" dirty="0" spc="-92" kern="0">
                <a:solidFill>
                  <a:srgbClr val="14161C"/>
                </a:solidFill>
                <a:latin typeface="Be Vietnam Pro" pitchFamily="34" charset="0"/>
                <a:ea typeface="Be Vietnam Pro" pitchFamily="34" charset="-122"/>
                <a:cs typeface="Be Vietnam Pro" pitchFamily="34" charset="-120"/>
              </a:rPr>
              <a:t>Tên</a:t>
            </a:r>
            <a:r>
              <a:rPr lang="en-US" sz="3150" dirty="0" spc="0" kern="0">
                <a:solidFill>
                  <a:srgbClr val="14161C"/>
                </a:solidFill>
                <a:latin typeface="Be Vietnam Pro" pitchFamily="34" charset="0"/>
                <a:ea typeface="Be Vietnam Pro" pitchFamily="34" charset="-122"/>
                <a:cs typeface="Be Vietnam Pro" pitchFamily="34" charset="-120"/>
              </a:rPr>
              <a:t> phản</a:t>
            </a:r>
            <a:r>
              <a:rPr lang="en-US" sz="3150" dirty="0" spc="27" kern="0">
                <a:solidFill>
                  <a:srgbClr val="14161C"/>
                </a:solidFill>
                <a:latin typeface="Be Vietnam Pro" pitchFamily="34" charset="0"/>
                <a:ea typeface="Be Vietnam Pro" pitchFamily="34" charset="-122"/>
                <a:cs typeface="Be Vietnam Pro" pitchFamily="34" charset="-120"/>
              </a:rPr>
              <a:t> ứng,</a:t>
            </a:r>
            <a:r>
              <a:rPr lang="en-US" sz="3150" dirty="0" spc="-23" kern="0">
                <a:solidFill>
                  <a:srgbClr val="14161C"/>
                </a:solidFill>
                <a:latin typeface="Be Vietnam Pro" pitchFamily="34" charset="0"/>
                <a:ea typeface="Be Vietnam Pro" pitchFamily="34" charset="-122"/>
                <a:cs typeface="Be Vietnam Pro" pitchFamily="34" charset="-120"/>
              </a:rPr>
              <a:t> tốt</a:t>
            </a:r>
            <a:r>
              <a:rPr lang="en-US" sz="3150" dirty="0" spc="-13" kern="0">
                <a:solidFill>
                  <a:srgbClr val="14161C"/>
                </a:solidFill>
                <a:latin typeface="Be Vietnam Pro" pitchFamily="34" charset="0"/>
                <a:ea typeface="Be Vietnam Pro" pitchFamily="34" charset="-122"/>
                <a:cs typeface="Be Vietnam Pro" pitchFamily="34" charset="-120"/>
              </a:rPr>
              <a:t> hay</a:t>
            </a:r>
            <a:r>
              <a:rPr lang="en-US" sz="3150" dirty="0" spc="-21" kern="0">
                <a:solidFill>
                  <a:srgbClr val="14161C"/>
                </a:solidFill>
                <a:latin typeface="Be Vietnam Pro" pitchFamily="34" charset="0"/>
                <a:ea typeface="Be Vietnam Pro" pitchFamily="34" charset="-122"/>
                <a:cs typeface="Be Vietnam Pro" pitchFamily="34" charset="-120"/>
              </a:rPr>
              <a:t> xấu,</a:t>
            </a:r>
            <a:r>
              <a:rPr lang="en-US" sz="3150" dirty="0" spc="1" kern="0">
                <a:solidFill>
                  <a:srgbClr val="14161C"/>
                </a:solidFill>
                <a:latin typeface="Be Vietnam Pro" pitchFamily="34" charset="0"/>
                <a:ea typeface="Be Vietnam Pro" pitchFamily="34" charset="-122"/>
                <a:cs typeface="Be Vietnam Pro" pitchFamily="34" charset="-120"/>
              </a:rPr>
              <a:t> vùng</a:t>
            </a:r>
            <a:r>
              <a:rPr lang="en-US" sz="3150" dirty="0" spc="-2" kern="0">
                <a:solidFill>
                  <a:srgbClr val="14161C"/>
                </a:solidFill>
                <a:latin typeface="Be Vietnam Pro" pitchFamily="34" charset="0"/>
                <a:ea typeface="Be Vietnam Pro" pitchFamily="34" charset="-122"/>
                <a:cs typeface="Be Vietnam Pro" pitchFamily="34" charset="-120"/>
              </a:rPr>
              <a:t> rủi</a:t>
            </a:r>
            <a:r>
              <a:rPr lang="en-US" sz="3150" dirty="0" spc="-32" kern="0">
                <a:solidFill>
                  <a:srgbClr val="14161C"/>
                </a:solidFill>
                <a:latin typeface="Be Vietnam Pro" pitchFamily="34" charset="0"/>
                <a:ea typeface="Be Vietnam Pro" pitchFamily="34" charset="-122"/>
                <a:cs typeface="Be Vietnam Pro" pitchFamily="34" charset="-120"/>
              </a:rPr>
              <a:t> ro,</a:t>
            </a:r>
            <a:r>
              <a:rPr lang="en-US" sz="3150" dirty="0" spc="2" kern="0">
                <a:solidFill>
                  <a:srgbClr val="14161C"/>
                </a:solidFill>
                <a:latin typeface="Be Vietnam Pro" pitchFamily="34" charset="0"/>
                <a:ea typeface="Be Vietnam Pro" pitchFamily="34" charset="-122"/>
                <a:cs typeface="Be Vietnam Pro" pitchFamily="34" charset="-120"/>
              </a:rPr>
              <a:t> biện</a:t>
            </a:r>
            <a:r>
              <a:rPr lang="en-US" sz="3150" dirty="0" spc="0" kern="0">
                <a:solidFill>
                  <a:srgbClr val="14161C"/>
                </a:solidFill>
                <a:latin typeface="Be Vietnam Pro" pitchFamily="34" charset="0"/>
                <a:ea typeface="Be Vietnam Pro" pitchFamily="34" charset="-122"/>
                <a:cs typeface="Be Vietnam Pro" pitchFamily="34" charset="-120"/>
              </a:rPr>
              <a:t> pháp</a:t>
            </a:r>
            <a:r>
              <a:rPr lang="en-US" sz="3150" dirty="0" spc="-23" kern="0">
                <a:solidFill>
                  <a:srgbClr val="14161C"/>
                </a:solidFill>
                <a:latin typeface="Be Vietnam Pro" pitchFamily="34" charset="0"/>
                <a:ea typeface="Be Vietnam Pro" pitchFamily="34" charset="-122"/>
                <a:cs typeface="Be Vietnam Pro" pitchFamily="34" charset="-120"/>
              </a:rPr>
              <a:t> và</a:t>
            </a:r>
            <a:r>
              <a:rPr lang="en-US" sz="3150" dirty="0" spc="2" kern="0">
                <a:solidFill>
                  <a:srgbClr val="14161C"/>
                </a:solidFill>
                <a:latin typeface="Be Vietnam Pro" pitchFamily="34" charset="0"/>
                <a:ea typeface="Be Vietnam Pro" pitchFamily="34" charset="-122"/>
                <a:cs typeface="Be Vietnam Pro" pitchFamily="34" charset="-120"/>
              </a:rPr>
              <a:t> các</a:t>
            </a:r>
            <a:r>
              <a:rPr lang="en-US" sz="3150" dirty="0" spc="-3" kern="0">
                <a:solidFill>
                  <a:srgbClr val="14161C"/>
                </a:solidFill>
                <a:latin typeface="Be Vietnam Pro" pitchFamily="34" charset="0"/>
                <a:ea typeface="Be Vietnam Pro" pitchFamily="34" charset="-122"/>
                <a:cs typeface="Be Vietnam Pro" pitchFamily="34" charset="-120"/>
              </a:rPr>
              <a:t> giá</a:t>
            </a:r>
            <a:r>
              <a:rPr lang="en-US" sz="3150" dirty="0" spc="13" kern="0">
                <a:solidFill>
                  <a:srgbClr val="14161C"/>
                </a:solidFill>
                <a:latin typeface="Be Vietnam Pro" pitchFamily="34" charset="0"/>
                <a:ea typeface="Be Vietnam Pro" pitchFamily="34" charset="-122"/>
                <a:cs typeface="Be Vietnam Pro" pitchFamily="34" charset="-120"/>
              </a:rPr>
              <a:t> trị</a:t>
            </a:r>
            <a:r>
              <a:rPr lang="en-US" sz="3150" dirty="0" spc="1" kern="0">
                <a:solidFill>
                  <a:srgbClr val="14161C"/>
                </a:solidFill>
                <a:latin typeface="Be Vietnam Pro" pitchFamily="34" charset="0"/>
                <a:ea typeface="Be Vietnam Pro" pitchFamily="34" charset="-122"/>
                <a:cs typeface="Be Vietnam Pro" pitchFamily="34" charset="-120"/>
              </a:rPr>
              <a:t> nội</a:t>
            </a:r>
            <a:r>
              <a:rPr lang="en-US" sz="3150" dirty="0" spc="-2" kern="0">
                <a:solidFill>
                  <a:srgbClr val="14161C"/>
                </a:solidFill>
                <a:latin typeface="Be Vietnam Pro" pitchFamily="34" charset="0"/>
                <a:ea typeface="Be Vietnam Pro" pitchFamily="34" charset="-122"/>
                <a:cs typeface="Be Vietnam Pro" pitchFamily="34" charset="-120"/>
              </a:rPr>
              <a:t> suy</a:t>
            </a:r>
            <a:r>
              <a:rPr lang="en-US" sz="3150" dirty="0" spc="2" kern="0">
                <a:solidFill>
                  <a:srgbClr val="14161C"/>
                </a:solidFill>
                <a:latin typeface="Be Vietnam Pro" pitchFamily="34" charset="0"/>
                <a:ea typeface="Be Vietnam Pro" pitchFamily="34" charset="-122"/>
                <a:cs typeface="Be Vietnam Pro" pitchFamily="34" charset="-120"/>
              </a:rPr>
              <a:t> ở</a:t>
            </a:r>
            <a:r>
              <a:rPr lang="en-US" sz="3150" dirty="0" spc="3" kern="0">
                <a:solidFill>
                  <a:srgbClr val="14161C"/>
                </a:solidFill>
                <a:latin typeface="Be Vietnam Pro" pitchFamily="34" charset="0"/>
                <a:ea typeface="Be Vietnam Pro" pitchFamily="34" charset="-122"/>
                <a:cs typeface="Be Vietnam Pro" pitchFamily="34" charset="-120"/>
              </a:rPr>
              <a:t> 160,</a:t>
            </a:r>
            <a:r>
              <a:rPr lang="en-US" sz="3150" dirty="0" spc="-27" kern="0">
                <a:solidFill>
                  <a:srgbClr val="14161C"/>
                </a:solidFill>
                <a:latin typeface="Be Vietnam Pro" pitchFamily="34" charset="0"/>
                <a:ea typeface="Be Vietnam Pro" pitchFamily="34" charset="-122"/>
                <a:cs typeface="Be Vietnam Pro" pitchFamily="34" charset="-120"/>
              </a:rPr>
              <a:t> 170°C</a:t>
            </a:r>
            <a:endParaRPr lang="en-US" sz="3150" dirty="0"/>
          </a:p>
        </p:txBody>
      </p:sp>
      <p:sp>
        <p:nvSpPr>
          <p:cNvPr id="11" name="Shape 9"/>
          <p:cNvSpPr/>
          <p:nvPr/>
        </p:nvSpPr>
        <p:spPr>
          <a:xfrm>
            <a:off x="914400" y="7429500"/>
            <a:ext cx="16459200" cy="1238250"/>
          </a:xfrm>
          <a:prstGeom prst="roundRect">
            <a:avLst>
              <a:gd name="adj" fmla="val 18462"/>
            </a:avLst>
          </a:prstGeom>
          <a:solidFill>
            <a:srgbClr val="E8E0CF"/>
          </a:solidFill>
          <a:ln/>
        </p:spPr>
      </p:sp>
      <p:sp>
        <p:nvSpPr>
          <p:cNvPr id="12" name="Text 10"/>
          <p:cNvSpPr/>
          <p:nvPr/>
        </p:nvSpPr>
        <p:spPr>
          <a:xfrm>
            <a:off x="1295400" y="7429500"/>
            <a:ext cx="15697200" cy="1238250"/>
          </a:xfrm>
          <a:prstGeom prst="rect">
            <a:avLst/>
          </a:prstGeom>
          <a:noFill/>
          <a:ln/>
        </p:spPr>
        <p:txBody>
          <a:bodyPr wrap="square" lIns="0" tIns="0" rIns="0" bIns="0" rtlCol="0" anchor="ctr"/>
          <a:lstStyle/>
          <a:p>
            <a:pPr algn="l" indent="0" marL="0">
              <a:buNone/>
            </a:pPr>
            <a:r>
              <a:rPr lang="en-US" sz="2700" dirty="0" spc="-15" kern="0">
                <a:solidFill>
                  <a:srgbClr val="14161C"/>
                </a:solidFill>
                <a:latin typeface="Be Vietnam Pro SemiBold" pitchFamily="34" charset="0"/>
                <a:ea typeface="Be Vietnam Pro SemiBold" pitchFamily="34" charset="-122"/>
                <a:cs typeface="Be Vietnam Pro SemiBold" pitchFamily="34" charset="-120"/>
              </a:rPr>
              <a:t>Đây</a:t>
            </a:r>
            <a:r>
              <a:rPr lang="en-US" sz="2700" dirty="0" spc="-7" kern="0">
                <a:solidFill>
                  <a:srgbClr val="14161C"/>
                </a:solidFill>
                <a:latin typeface="Be Vietnam Pro SemiBold" pitchFamily="34" charset="0"/>
                <a:ea typeface="Be Vietnam Pro SemiBold" pitchFamily="34" charset="-122"/>
                <a:cs typeface="Be Vietnam Pro SemiBold" pitchFamily="34" charset="-120"/>
              </a:rPr>
              <a:t> là</a:t>
            </a:r>
            <a:r>
              <a:rPr lang="en-US" sz="2700" dirty="0" spc="-5" kern="0">
                <a:solidFill>
                  <a:srgbClr val="14161C"/>
                </a:solidFill>
                <a:latin typeface="Be Vietnam Pro SemiBold" pitchFamily="34" charset="0"/>
                <a:ea typeface="Be Vietnam Pro SemiBold" pitchFamily="34" charset="-122"/>
                <a:cs typeface="Be Vietnam Pro SemiBold" pitchFamily="34" charset="-120"/>
              </a:rPr>
              <a:t> thí</a:t>
            </a:r>
            <a:r>
              <a:rPr lang="en-US" sz="2700" dirty="0" spc="-4" kern="0">
                <a:solidFill>
                  <a:srgbClr val="14161C"/>
                </a:solidFill>
                <a:latin typeface="Be Vietnam Pro SemiBold" pitchFamily="34" charset="0"/>
                <a:ea typeface="Be Vietnam Pro SemiBold" pitchFamily="34" charset="-122"/>
                <a:cs typeface="Be Vietnam Pro SemiBold" pitchFamily="34" charset="-120"/>
              </a:rPr>
              <a:t> nghiệm</a:t>
            </a:r>
            <a:r>
              <a:rPr lang="en-US" sz="2700" dirty="0" spc="-1" kern="0">
                <a:solidFill>
                  <a:srgbClr val="14161C"/>
                </a:solidFill>
                <a:latin typeface="Be Vietnam Pro SemiBold" pitchFamily="34" charset="0"/>
                <a:ea typeface="Be Vietnam Pro SemiBold" pitchFamily="34" charset="-122"/>
                <a:cs typeface="Be Vietnam Pro SemiBold" pitchFamily="34" charset="-120"/>
              </a:rPr>
              <a:t> gia</a:t>
            </a:r>
            <a:r>
              <a:rPr lang="en-US" sz="2700" dirty="0" spc="-7" kern="0">
                <a:solidFill>
                  <a:srgbClr val="14161C"/>
                </a:solidFill>
                <a:latin typeface="Be Vietnam Pro SemiBold" pitchFamily="34" charset="0"/>
                <a:ea typeface="Be Vietnam Pro SemiBold" pitchFamily="34" charset="-122"/>
                <a:cs typeface="Be Vietnam Pro SemiBold" pitchFamily="34" charset="-120"/>
              </a:rPr>
              <a:t> nhiệt</a:t>
            </a:r>
            <a:r>
              <a:rPr lang="en-US" sz="2700" dirty="0" spc="-18" kern="0">
                <a:solidFill>
                  <a:srgbClr val="14161C"/>
                </a:solidFill>
                <a:latin typeface="Be Vietnam Pro SemiBold" pitchFamily="34" charset="0"/>
                <a:ea typeface="Be Vietnam Pro SemiBold" pitchFamily="34" charset="-122"/>
                <a:cs typeface="Be Vietnam Pro SemiBold" pitchFamily="34" charset="-120"/>
              </a:rPr>
              <a:t> urea</a:t>
            </a:r>
            <a:r>
              <a:rPr lang="en-US" sz="2700" dirty="0" spc="-17" kern="0">
                <a:solidFill>
                  <a:srgbClr val="14161C"/>
                </a:solidFill>
                <a:latin typeface="Be Vietnam Pro SemiBold" pitchFamily="34" charset="0"/>
                <a:ea typeface="Be Vietnam Pro SemiBold" pitchFamily="34" charset="-122"/>
                <a:cs typeface="Be Vietnam Pro SemiBold" pitchFamily="34" charset="-120"/>
              </a:rPr>
              <a:t> trong</a:t>
            </a:r>
            <a:r>
              <a:rPr lang="en-US" sz="2700" dirty="0" spc="-8" kern="0">
                <a:solidFill>
                  <a:srgbClr val="14161C"/>
                </a:solidFill>
                <a:latin typeface="Be Vietnam Pro SemiBold" pitchFamily="34" charset="0"/>
                <a:ea typeface="Be Vietnam Pro SemiBold" pitchFamily="34" charset="-122"/>
                <a:cs typeface="Be Vietnam Pro SemiBold" pitchFamily="34" charset="-120"/>
              </a:rPr>
              <a:t> phòng</a:t>
            </a:r>
            <a:r>
              <a:rPr lang="en-US" sz="2700" dirty="0" spc="-4" kern="0">
                <a:solidFill>
                  <a:srgbClr val="14161C"/>
                </a:solidFill>
                <a:latin typeface="Be Vietnam Pro SemiBold" pitchFamily="34" charset="0"/>
                <a:ea typeface="Be Vietnam Pro SemiBold" pitchFamily="34" charset="-122"/>
                <a:cs typeface="Be Vietnam Pro SemiBold" pitchFamily="34" charset="-120"/>
              </a:rPr>
              <a:t> thí</a:t>
            </a:r>
            <a:r>
              <a:rPr lang="en-US" sz="2700" dirty="0" spc="-3" kern="0">
                <a:solidFill>
                  <a:srgbClr val="14161C"/>
                </a:solidFill>
                <a:latin typeface="Be Vietnam Pro SemiBold" pitchFamily="34" charset="0"/>
                <a:ea typeface="Be Vietnam Pro SemiBold" pitchFamily="34" charset="-122"/>
                <a:cs typeface="Be Vietnam Pro SemiBold" pitchFamily="34" charset="-120"/>
              </a:rPr>
              <a:t> nghiệm:</a:t>
            </a:r>
            <a:r>
              <a:rPr lang="en-US" sz="2700" dirty="0" spc="-17" kern="0">
                <a:solidFill>
                  <a:srgbClr val="14161C"/>
                </a:solidFill>
                <a:latin typeface="Be Vietnam Pro SemiBold" pitchFamily="34" charset="0"/>
                <a:ea typeface="Be Vietnam Pro SemiBold" pitchFamily="34" charset="-122"/>
                <a:cs typeface="Be Vietnam Pro SemiBold" pitchFamily="34" charset="-120"/>
              </a:rPr>
              <a:t> trong</a:t>
            </a:r>
            <a:r>
              <a:rPr lang="en-US" sz="2700" dirty="0" spc="-26" kern="0">
                <a:solidFill>
                  <a:srgbClr val="14161C"/>
                </a:solidFill>
                <a:latin typeface="Be Vietnam Pro SemiBold" pitchFamily="34" charset="0"/>
                <a:ea typeface="Be Vietnam Pro SemiBold" pitchFamily="34" charset="-122"/>
                <a:cs typeface="Be Vietnam Pro SemiBold" pitchFamily="34" charset="-120"/>
              </a:rPr>
              <a:t> xe,</a:t>
            </a:r>
            <a:r>
              <a:rPr lang="en-US" sz="2700" dirty="0" spc="-15" kern="0">
                <a:solidFill>
                  <a:srgbClr val="14161C"/>
                </a:solidFill>
                <a:latin typeface="Be Vietnam Pro SemiBold" pitchFamily="34" charset="0"/>
                <a:ea typeface="Be Vietnam Pro SemiBold" pitchFamily="34" charset="-122"/>
                <a:cs typeface="Be Vietnam Pro SemiBold" pitchFamily="34" charset="-120"/>
              </a:rPr>
              <a:t> tốc</a:t>
            </a:r>
            <a:r>
              <a:rPr lang="en-US" sz="2700" dirty="0" spc="9" kern="0">
                <a:solidFill>
                  <a:srgbClr val="14161C"/>
                </a:solidFill>
                <a:latin typeface="Be Vietnam Pro SemiBold" pitchFamily="34" charset="0"/>
                <a:ea typeface="Be Vietnam Pro SemiBold" pitchFamily="34" charset="-122"/>
                <a:cs typeface="Be Vietnam Pro SemiBold" pitchFamily="34" charset="-120"/>
              </a:rPr>
              <a:t> độ</a:t>
            </a:r>
            <a:r>
              <a:rPr lang="en-US" sz="2700" dirty="0" spc="-2" kern="0">
                <a:solidFill>
                  <a:srgbClr val="14161C"/>
                </a:solidFill>
                <a:latin typeface="Be Vietnam Pro SemiBold" pitchFamily="34" charset="0"/>
                <a:ea typeface="Be Vietnam Pro SemiBold" pitchFamily="34" charset="-122"/>
                <a:cs typeface="Be Vietnam Pro SemiBold" pitchFamily="34" charset="-120"/>
              </a:rPr>
              <a:t> gia</a:t>
            </a:r>
            <a:r>
              <a:rPr lang="en-US" sz="2700" dirty="0" spc="-6" kern="0">
                <a:solidFill>
                  <a:srgbClr val="14161C"/>
                </a:solidFill>
                <a:latin typeface="Be Vietnam Pro SemiBold" pitchFamily="34" charset="0"/>
                <a:ea typeface="Be Vietnam Pro SemiBold" pitchFamily="34" charset="-122"/>
                <a:cs typeface="Be Vietnam Pro SemiBold" pitchFamily="34" charset="-120"/>
              </a:rPr>
              <a:t> nhiệt,</a:t>
            </a:r>
            <a:r>
              <a:rPr lang="en-US" sz="2700" dirty="0" spc="-7" kern="0">
                <a:solidFill>
                  <a:srgbClr val="14161C"/>
                </a:solidFill>
                <a:latin typeface="Be Vietnam Pro SemiBold" pitchFamily="34" charset="0"/>
                <a:ea typeface="Be Vietnam Pro SemiBold" pitchFamily="34" charset="-122"/>
                <a:cs typeface="Be Vietnam Pro SemiBold" pitchFamily="34" charset="-120"/>
              </a:rPr>
              <a:t> dòng</a:t>
            </a:r>
            <a:r>
              <a:rPr lang="en-US" sz="2700" dirty="0" spc="-3" kern="0">
                <a:solidFill>
                  <a:srgbClr val="14161C"/>
                </a:solidFill>
                <a:latin typeface="Be Vietnam Pro SemiBold" pitchFamily="34" charset="0"/>
                <a:ea typeface="Be Vietnam Pro SemiBold" pitchFamily="34" charset="-122"/>
                <a:cs typeface="Be Vietnam Pro SemiBold" pitchFamily="34" charset="-120"/>
              </a:rPr>
              <a:t> khí, xúc</a:t>
            </a:r>
            <a:r>
              <a:rPr lang="en-US" sz="2700" dirty="0" spc="-9" kern="0">
                <a:solidFill>
                  <a:srgbClr val="14161C"/>
                </a:solidFill>
                <a:latin typeface="Be Vietnam Pro SemiBold" pitchFamily="34" charset="0"/>
                <a:ea typeface="Be Vietnam Pro SemiBold" pitchFamily="34" charset="-122"/>
                <a:cs typeface="Be Vietnam Pro SemiBold" pitchFamily="34" charset="-120"/>
              </a:rPr>
              <a:t> tác</a:t>
            </a:r>
            <a:r>
              <a:rPr lang="en-US" sz="2700" dirty="0" spc="-25" kern="0">
                <a:solidFill>
                  <a:srgbClr val="14161C"/>
                </a:solidFill>
                <a:latin typeface="Be Vietnam Pro SemiBold" pitchFamily="34" charset="0"/>
                <a:ea typeface="Be Vietnam Pro SemiBold" pitchFamily="34" charset="-122"/>
                <a:cs typeface="Be Vietnam Pro SemiBold" pitchFamily="34" charset="-120"/>
              </a:rPr>
              <a:t> và</a:t>
            </a:r>
            <a:r>
              <a:rPr lang="en-US" sz="2700" dirty="0" spc="-3" kern="0">
                <a:solidFill>
                  <a:srgbClr val="14161C"/>
                </a:solidFill>
                <a:latin typeface="Be Vietnam Pro SemiBold" pitchFamily="34" charset="0"/>
                <a:ea typeface="Be Vietnam Pro SemiBold" pitchFamily="34" charset="-122"/>
                <a:cs typeface="Be Vietnam Pro SemiBold" pitchFamily="34" charset="-120"/>
              </a:rPr>
              <a:t> dạng</a:t>
            </a:r>
            <a:r>
              <a:rPr lang="en-US" sz="2700" dirty="0" spc="-8" kern="0">
                <a:solidFill>
                  <a:srgbClr val="14161C"/>
                </a:solidFill>
                <a:latin typeface="Be Vietnam Pro SemiBold" pitchFamily="34" charset="0"/>
                <a:ea typeface="Be Vietnam Pro SemiBold" pitchFamily="34" charset="-122"/>
                <a:cs typeface="Be Vietnam Pro SemiBold" pitchFamily="34" charset="-120"/>
              </a:rPr>
              <a:t> giọt</a:t>
            </a:r>
            <a:r>
              <a:rPr lang="en-US" sz="2700" dirty="0" spc="-2" kern="0">
                <a:solidFill>
                  <a:srgbClr val="14161C"/>
                </a:solidFill>
                <a:latin typeface="Be Vietnam Pro SemiBold" pitchFamily="34" charset="0"/>
                <a:ea typeface="Be Vietnam Pro SemiBold" pitchFamily="34" charset="-122"/>
                <a:cs typeface="Be Vietnam Pro SemiBold" pitchFamily="34" charset="-120"/>
              </a:rPr>
              <a:t> phun</a:t>
            </a:r>
            <a:r>
              <a:rPr lang="en-US" sz="2700" dirty="0" spc="-3" kern="0">
                <a:solidFill>
                  <a:srgbClr val="14161C"/>
                </a:solidFill>
                <a:latin typeface="Be Vietnam Pro SemiBold" pitchFamily="34" charset="0"/>
                <a:ea typeface="Be Vietnam Pro SemiBold" pitchFamily="34" charset="-122"/>
                <a:cs typeface="Be Vietnam Pro SemiBold" pitchFamily="34" charset="-120"/>
              </a:rPr>
              <a:t> làm giá</a:t>
            </a:r>
            <a:r>
              <a:rPr lang="en-US" sz="2700" dirty="0" spc="7" kern="0">
                <a:solidFill>
                  <a:srgbClr val="14161C"/>
                </a:solidFill>
                <a:latin typeface="Be Vietnam Pro SemiBold" pitchFamily="34" charset="0"/>
                <a:ea typeface="Be Vietnam Pro SemiBold" pitchFamily="34" charset="-122"/>
                <a:cs typeface="Be Vietnam Pro SemiBold" pitchFamily="34" charset="-120"/>
              </a:rPr>
              <a:t> trị</a:t>
            </a:r>
            <a:r>
              <a:rPr lang="en-US" sz="2700" dirty="0" spc="-3" kern="0">
                <a:solidFill>
                  <a:srgbClr val="14161C"/>
                </a:solidFill>
                <a:latin typeface="Be Vietnam Pro SemiBold" pitchFamily="34" charset="0"/>
                <a:ea typeface="Be Vietnam Pro SemiBold" pitchFamily="34" charset="-122"/>
                <a:cs typeface="Be Vietnam Pro SemiBold" pitchFamily="34" charset="-120"/>
              </a:rPr>
              <a:t> khác</a:t>
            </a:r>
            <a:r>
              <a:rPr lang="en-US" sz="2700" dirty="0" spc="27" kern="0">
                <a:solidFill>
                  <a:srgbClr val="14161C"/>
                </a:solidFill>
                <a:latin typeface="Be Vietnam Pro SemiBold" pitchFamily="34" charset="0"/>
                <a:ea typeface="Be Vietnam Pro SemiBold" pitchFamily="34" charset="-122"/>
                <a:cs typeface="Be Vietnam Pro SemiBold" pitchFamily="34" charset="-120"/>
              </a:rPr>
              <a:t> đi</a:t>
            </a:r>
            <a:r>
              <a:rPr lang="en-US" sz="2700" dirty="0" spc="-1" kern="0">
                <a:solidFill>
                  <a:srgbClr val="14161C"/>
                </a:solidFill>
                <a:latin typeface="Be Vietnam Pro SemiBold" pitchFamily="34" charset="0"/>
                <a:ea typeface="Be Vietnam Pro SemiBold" pitchFamily="34" charset="-122"/>
                <a:cs typeface="Be Vietnam Pro SemiBold" pitchFamily="34" charset="-120"/>
              </a:rPr>
              <a:t> ·</a:t>
            </a:r>
            <a:r>
              <a:rPr lang="en-US" sz="2700" dirty="0" spc="-58" kern="0">
                <a:solidFill>
                  <a:srgbClr val="14161C"/>
                </a:solidFill>
                <a:latin typeface="Be Vietnam Pro SemiBold" pitchFamily="34" charset="0"/>
                <a:ea typeface="Be Vietnam Pro SemiBold" pitchFamily="34" charset="-122"/>
                <a:cs typeface="Be Vietnam Pro SemiBold" pitchFamily="34" charset="-120"/>
              </a:rPr>
              <a:t> Tổng</a:t>
            </a:r>
            <a:r>
              <a:rPr lang="en-US" sz="2700" dirty="0" spc="-5" kern="0">
                <a:solidFill>
                  <a:srgbClr val="14161C"/>
                </a:solidFill>
                <a:latin typeface="Be Vietnam Pro SemiBold" pitchFamily="34" charset="0"/>
                <a:ea typeface="Be Vietnam Pro SemiBold" pitchFamily="34" charset="-122"/>
                <a:cs typeface="Be Vietnam Pro SemiBold" pitchFamily="34" charset="-120"/>
              </a:rPr>
              <a:t> ở</a:t>
            </a:r>
            <a:r>
              <a:rPr lang="en-US" sz="2700" dirty="0" spc="1" kern="0">
                <a:solidFill>
                  <a:srgbClr val="14161C"/>
                </a:solidFill>
                <a:latin typeface="Be Vietnam Pro SemiBold" pitchFamily="34" charset="0"/>
                <a:ea typeface="Be Vietnam Pro SemiBold" pitchFamily="34" charset="-122"/>
                <a:cs typeface="Be Vietnam Pro SemiBold" pitchFamily="34" charset="-120"/>
              </a:rPr>
              <a:t> 400°C</a:t>
            </a:r>
            <a:r>
              <a:rPr lang="en-US" sz="2700" dirty="0" spc="-17" kern="0">
                <a:solidFill>
                  <a:srgbClr val="14161C"/>
                </a:solidFill>
                <a:latin typeface="Be Vietnam Pro SemiBold" pitchFamily="34" charset="0"/>
                <a:ea typeface="Be Vietnam Pro SemiBold" pitchFamily="34" charset="-122"/>
                <a:cs typeface="Be Vietnam Pro SemiBold" pitchFamily="34" charset="-120"/>
              </a:rPr>
              <a:t> trong</a:t>
            </a:r>
            <a:r>
              <a:rPr lang="en-US" sz="2700" dirty="0" spc="-3" kern="0">
                <a:solidFill>
                  <a:srgbClr val="14161C"/>
                </a:solidFill>
                <a:latin typeface="Be Vietnam Pro SemiBold" pitchFamily="34" charset="0"/>
                <a:ea typeface="Be Vietnam Pro SemiBold" pitchFamily="34" charset="-122"/>
                <a:cs typeface="Be Vietnam Pro SemiBold" pitchFamily="34" charset="-120"/>
              </a:rPr>
              <a:t> hình</a:t>
            </a:r>
            <a:r>
              <a:rPr lang="en-US" sz="2700" dirty="0" spc="-1" kern="0">
                <a:solidFill>
                  <a:srgbClr val="14161C"/>
                </a:solidFill>
                <a:latin typeface="Be Vietnam Pro SemiBold" pitchFamily="34" charset="0"/>
                <a:ea typeface="Be Vietnam Pro SemiBold" pitchFamily="34" charset="-122"/>
                <a:cs typeface="Be Vietnam Pro SemiBold" pitchFamily="34" charset="-120"/>
              </a:rPr>
              <a:t> (~2,5%)</a:t>
            </a:r>
            <a:r>
              <a:rPr lang="en-US" sz="2700" dirty="0" spc="-3" kern="0">
                <a:solidFill>
                  <a:srgbClr val="14161C"/>
                </a:solidFill>
                <a:latin typeface="Be Vietnam Pro SemiBold" pitchFamily="34" charset="0"/>
                <a:ea typeface="Be Vietnam Pro SemiBold" pitchFamily="34" charset="-122"/>
                <a:cs typeface="Be Vietnam Pro SemiBold" pitchFamily="34" charset="-120"/>
              </a:rPr>
              <a:t> cao</a:t>
            </a:r>
            <a:r>
              <a:rPr lang="en-US" sz="2700" dirty="0" spc="-5" kern="0">
                <a:solidFill>
                  <a:srgbClr val="14161C"/>
                </a:solidFill>
                <a:latin typeface="Be Vietnam Pro SemiBold" pitchFamily="34" charset="0"/>
                <a:ea typeface="Be Vietnam Pro SemiBold" pitchFamily="34" charset="-122"/>
                <a:cs typeface="Be Vietnam Pro SemiBold" pitchFamily="34" charset="-120"/>
              </a:rPr>
              <a:t> hơn</a:t>
            </a:r>
            <a:r>
              <a:rPr lang="en-US" sz="2700" dirty="0" spc="-11" kern="0">
                <a:solidFill>
                  <a:srgbClr val="14161C"/>
                </a:solidFill>
                <a:latin typeface="Be Vietnam Pro SemiBold" pitchFamily="34" charset="0"/>
                <a:ea typeface="Be Vietnam Pro SemiBold" pitchFamily="34" charset="-122"/>
                <a:cs typeface="Be Vietnam Pro SemiBold" pitchFamily="34" charset="-120"/>
              </a:rPr>
              <a:t> tổng</a:t>
            </a:r>
            <a:r>
              <a:rPr lang="en-US" sz="2700" dirty="0" spc="-7" kern="0">
                <a:solidFill>
                  <a:srgbClr val="14161C"/>
                </a:solidFill>
                <a:latin typeface="Be Vietnam Pro SemiBold" pitchFamily="34" charset="0"/>
                <a:ea typeface="Be Vietnam Pro SemiBold" pitchFamily="34" charset="-122"/>
                <a:cs typeface="Be Vietnam Pro SemiBold" pitchFamily="34" charset="-120"/>
              </a:rPr>
              <a:t> bốn</a:t>
            </a:r>
            <a:r>
              <a:rPr lang="en-US" sz="2700" dirty="0" spc="-12" kern="0">
                <a:solidFill>
                  <a:srgbClr val="14161C"/>
                </a:solidFill>
                <a:latin typeface="Be Vietnam Pro SemiBold" pitchFamily="34" charset="0"/>
                <a:ea typeface="Be Vietnam Pro SemiBold" pitchFamily="34" charset="-122"/>
                <a:cs typeface="Be Vietnam Pro SemiBold" pitchFamily="34" charset="-120"/>
              </a:rPr>
              <a:t> chất</a:t>
            </a:r>
            <a:r>
              <a:rPr lang="en-US" sz="2700" dirty="0" spc="2" kern="0">
                <a:solidFill>
                  <a:srgbClr val="14161C"/>
                </a:solidFill>
                <a:latin typeface="Be Vietnam Pro SemiBold" pitchFamily="34" charset="0"/>
                <a:ea typeface="Be Vietnam Pro SemiBold" pitchFamily="34" charset="-122"/>
                <a:cs typeface="Be Vietnam Pro SemiBold" pitchFamily="34" charset="-120"/>
              </a:rPr>
              <a:t> đọc</a:t>
            </a:r>
            <a:r>
              <a:rPr lang="en-US" sz="2700" dirty="0" spc="8" kern="0">
                <a:solidFill>
                  <a:srgbClr val="14161C"/>
                </a:solidFill>
                <a:latin typeface="Be Vietnam Pro SemiBold" pitchFamily="34" charset="0"/>
                <a:ea typeface="Be Vietnam Pro SemiBold" pitchFamily="34" charset="-122"/>
                <a:cs typeface="Be Vietnam Pro SemiBold" pitchFamily="34" charset="-120"/>
              </a:rPr>
              <a:t> được</a:t>
            </a:r>
            <a:r>
              <a:rPr lang="en-US" sz="2700" dirty="0" spc="0" kern="0">
                <a:solidFill>
                  <a:srgbClr val="14161C"/>
                </a:solidFill>
                <a:latin typeface="Be Vietnam Pro SemiBold" pitchFamily="34" charset="0"/>
                <a:ea typeface="Be Vietnam Pro SemiBold" pitchFamily="34" charset="-122"/>
                <a:cs typeface="Be Vietnam Pro SemiBold" pitchFamily="34" charset="-120"/>
              </a:rPr>
              <a:t> (~1%)</a:t>
            </a:r>
            <a:endParaRPr lang="en-US" sz="2700" dirty="0"/>
          </a:p>
        </p:txBody>
      </p:sp>
      <p:sp>
        <p:nvSpPr>
          <p:cNvPr id="13" name="Text 11"/>
          <p:cNvSpPr/>
          <p:nvPr/>
        </p:nvSpPr>
        <p:spPr>
          <a:xfrm>
            <a:off x="914400" y="8991600"/>
            <a:ext cx="16459200" cy="342900"/>
          </a:xfrm>
          <a:prstGeom prst="rect">
            <a:avLst/>
          </a:prstGeom>
          <a:noFill/>
          <a:ln/>
        </p:spPr>
        <p:txBody>
          <a:bodyPr wrap="square" lIns="0" tIns="0" rIns="0" bIns="0" rtlCol="0" anchor="ctr"/>
          <a:lstStyle/>
          <a:p>
            <a:pPr algn="l" indent="0" marL="0">
              <a:buNone/>
            </a:pPr>
            <a:r>
              <a:rPr lang="en-US" sz="1800" dirty="0" spc="-2" kern="0">
                <a:solidFill>
                  <a:srgbClr val="6B6A66"/>
                </a:solidFill>
                <a:latin typeface="Be Vietnam Pro" pitchFamily="34" charset="0"/>
                <a:ea typeface="Be Vietnam Pro" pitchFamily="34" charset="-122"/>
                <a:cs typeface="Be Vietnam Pro" pitchFamily="34" charset="-120"/>
              </a:rPr>
              <a:t>Nguồn:</a:t>
            </a:r>
            <a:r>
              <a:rPr lang="en-US" sz="1800" dirty="0" spc="3" kern="0">
                <a:solidFill>
                  <a:srgbClr val="6B6A66"/>
                </a:solidFill>
                <a:latin typeface="Be Vietnam Pro" pitchFamily="34" charset="0"/>
                <a:ea typeface="Be Vietnam Pro" pitchFamily="34" charset="-122"/>
                <a:cs typeface="Be Vietnam Pro" pitchFamily="34" charset="-120"/>
              </a:rPr>
              <a:t> [S1]</a:t>
            </a:r>
            <a:r>
              <a:rPr lang="en-US" sz="1800" dirty="0" spc="2" kern="0">
                <a:solidFill>
                  <a:srgbClr val="6B6A66"/>
                </a:solidFill>
                <a:latin typeface="Be Vietnam Pro" pitchFamily="34" charset="0"/>
                <a:ea typeface="Be Vietnam Pro" pitchFamily="34" charset="-122"/>
                <a:cs typeface="Be Vietnam Pro" pitchFamily="34" charset="-120"/>
              </a:rPr>
              <a:t> [S3]</a:t>
            </a:r>
            <a:endParaRPr lang="en-US" sz="1800" dirty="0"/>
          </a:p>
        </p:txBody>
      </p:sp>
      <p:sp>
        <p:nvSpPr>
          <p:cNvPr id="14" name="Shape 12"/>
          <p:cNvSpPr/>
          <p:nvPr/>
        </p:nvSpPr>
        <p:spPr>
          <a:xfrm>
            <a:off x="942975" y="9563100"/>
            <a:ext cx="114300" cy="114300"/>
          </a:xfrm>
          <a:prstGeom prst="ellipse">
            <a:avLst/>
          </a:prstGeom>
          <a:solidFill>
            <a:srgbClr val="14161C">
              <a:alpha val="28000"/>
            </a:srgbClr>
          </a:solidFill>
          <a:ln/>
        </p:spPr>
      </p:sp>
      <p:sp>
        <p:nvSpPr>
          <p:cNvPr id="15" name="Shape 13"/>
          <p:cNvSpPr/>
          <p:nvPr/>
        </p:nvSpPr>
        <p:spPr>
          <a:xfrm>
            <a:off x="1171575" y="9563100"/>
            <a:ext cx="114300" cy="114300"/>
          </a:xfrm>
          <a:prstGeom prst="ellipse">
            <a:avLst/>
          </a:prstGeom>
          <a:solidFill>
            <a:srgbClr val="14161C">
              <a:alpha val="28000"/>
            </a:srgbClr>
          </a:solidFill>
          <a:ln/>
        </p:spPr>
      </p:sp>
      <p:sp>
        <p:nvSpPr>
          <p:cNvPr id="16" name="Shape 14"/>
          <p:cNvSpPr/>
          <p:nvPr/>
        </p:nvSpPr>
        <p:spPr>
          <a:xfrm>
            <a:off x="1400175" y="9563100"/>
            <a:ext cx="114300" cy="114300"/>
          </a:xfrm>
          <a:prstGeom prst="ellipse">
            <a:avLst/>
          </a:prstGeom>
          <a:solidFill>
            <a:srgbClr val="14161C">
              <a:alpha val="28000"/>
            </a:srgbClr>
          </a:solidFill>
          <a:ln/>
        </p:spPr>
      </p:sp>
      <p:sp>
        <p:nvSpPr>
          <p:cNvPr id="17" name="Shape 15"/>
          <p:cNvSpPr/>
          <p:nvPr/>
        </p:nvSpPr>
        <p:spPr>
          <a:xfrm>
            <a:off x="1628775" y="9563100"/>
            <a:ext cx="114300" cy="114300"/>
          </a:xfrm>
          <a:prstGeom prst="ellipse">
            <a:avLst/>
          </a:prstGeom>
          <a:solidFill>
            <a:srgbClr val="14161C">
              <a:alpha val="28000"/>
            </a:srgbClr>
          </a:solidFill>
          <a:ln/>
        </p:spPr>
      </p:sp>
      <p:sp>
        <p:nvSpPr>
          <p:cNvPr id="18" name="Shape 16"/>
          <p:cNvSpPr/>
          <p:nvPr/>
        </p:nvSpPr>
        <p:spPr>
          <a:xfrm>
            <a:off x="1857375" y="9563100"/>
            <a:ext cx="114300" cy="114300"/>
          </a:xfrm>
          <a:prstGeom prst="ellipse">
            <a:avLst/>
          </a:prstGeom>
          <a:solidFill>
            <a:srgbClr val="14161C">
              <a:alpha val="28000"/>
            </a:srgbClr>
          </a:solidFill>
          <a:ln/>
        </p:spPr>
      </p:sp>
      <p:sp>
        <p:nvSpPr>
          <p:cNvPr id="19" name="Shape 17"/>
          <p:cNvSpPr/>
          <p:nvPr/>
        </p:nvSpPr>
        <p:spPr>
          <a:xfrm>
            <a:off x="2085975" y="9563100"/>
            <a:ext cx="114300" cy="114300"/>
          </a:xfrm>
          <a:prstGeom prst="ellipse">
            <a:avLst/>
          </a:prstGeom>
          <a:solidFill>
            <a:srgbClr val="14161C">
              <a:alpha val="28000"/>
            </a:srgbClr>
          </a:solidFill>
          <a:ln/>
        </p:spPr>
      </p:sp>
      <p:sp>
        <p:nvSpPr>
          <p:cNvPr id="20" name="Shape 18"/>
          <p:cNvSpPr/>
          <p:nvPr/>
        </p:nvSpPr>
        <p:spPr>
          <a:xfrm>
            <a:off x="2314575" y="9563100"/>
            <a:ext cx="114300" cy="114300"/>
          </a:xfrm>
          <a:prstGeom prst="ellipse">
            <a:avLst/>
          </a:prstGeom>
          <a:solidFill>
            <a:srgbClr val="14161C">
              <a:alpha val="28000"/>
            </a:srgbClr>
          </a:solidFill>
          <a:ln/>
        </p:spPr>
      </p:sp>
      <p:sp>
        <p:nvSpPr>
          <p:cNvPr id="21" name="Shape 19"/>
          <p:cNvSpPr/>
          <p:nvPr/>
        </p:nvSpPr>
        <p:spPr>
          <a:xfrm>
            <a:off x="2543175" y="9563100"/>
            <a:ext cx="114300" cy="114300"/>
          </a:xfrm>
          <a:prstGeom prst="ellipse">
            <a:avLst/>
          </a:prstGeom>
          <a:solidFill>
            <a:srgbClr val="14161C">
              <a:alpha val="28000"/>
            </a:srgbClr>
          </a:solidFill>
          <a:ln/>
        </p:spPr>
      </p:sp>
      <p:sp>
        <p:nvSpPr>
          <p:cNvPr id="22" name="Shape 20"/>
          <p:cNvSpPr/>
          <p:nvPr/>
        </p:nvSpPr>
        <p:spPr>
          <a:xfrm>
            <a:off x="2771775" y="9563100"/>
            <a:ext cx="114300" cy="114300"/>
          </a:xfrm>
          <a:prstGeom prst="ellipse">
            <a:avLst/>
          </a:prstGeom>
          <a:solidFill>
            <a:srgbClr val="14161C">
              <a:alpha val="28000"/>
            </a:srgbClr>
          </a:solidFill>
          <a:ln/>
        </p:spPr>
      </p:sp>
      <p:sp>
        <p:nvSpPr>
          <p:cNvPr id="23" name="Shape 21"/>
          <p:cNvSpPr/>
          <p:nvPr/>
        </p:nvSpPr>
        <p:spPr>
          <a:xfrm>
            <a:off x="3000375" y="9563100"/>
            <a:ext cx="114300" cy="114300"/>
          </a:xfrm>
          <a:prstGeom prst="ellipse">
            <a:avLst/>
          </a:prstGeom>
          <a:solidFill>
            <a:srgbClr val="14161C">
              <a:alpha val="28000"/>
            </a:srgbClr>
          </a:solidFill>
          <a:ln/>
        </p:spPr>
      </p:sp>
      <p:sp>
        <p:nvSpPr>
          <p:cNvPr id="24" name="Shape 22"/>
          <p:cNvSpPr/>
          <p:nvPr/>
        </p:nvSpPr>
        <p:spPr>
          <a:xfrm>
            <a:off x="3228975" y="9563100"/>
            <a:ext cx="114300" cy="114300"/>
          </a:xfrm>
          <a:prstGeom prst="ellipse">
            <a:avLst/>
          </a:prstGeom>
          <a:solidFill>
            <a:srgbClr val="14161C">
              <a:alpha val="28000"/>
            </a:srgbClr>
          </a:solidFill>
          <a:ln/>
        </p:spPr>
      </p:sp>
      <p:sp>
        <p:nvSpPr>
          <p:cNvPr id="25" name="Shape 23"/>
          <p:cNvSpPr/>
          <p:nvPr/>
        </p:nvSpPr>
        <p:spPr>
          <a:xfrm>
            <a:off x="3457575" y="9563100"/>
            <a:ext cx="114300" cy="114300"/>
          </a:xfrm>
          <a:prstGeom prst="ellipse">
            <a:avLst/>
          </a:prstGeom>
          <a:solidFill>
            <a:srgbClr val="14161C">
              <a:alpha val="28000"/>
            </a:srgbClr>
          </a:solidFill>
          <a:ln/>
        </p:spPr>
      </p:sp>
      <p:sp>
        <p:nvSpPr>
          <p:cNvPr id="26" name="Shape 24"/>
          <p:cNvSpPr/>
          <p:nvPr/>
        </p:nvSpPr>
        <p:spPr>
          <a:xfrm>
            <a:off x="3686175" y="9563100"/>
            <a:ext cx="114300" cy="114300"/>
          </a:xfrm>
          <a:prstGeom prst="ellipse">
            <a:avLst/>
          </a:prstGeom>
          <a:solidFill>
            <a:srgbClr val="14161C">
              <a:alpha val="28000"/>
            </a:srgbClr>
          </a:solidFill>
          <a:ln/>
        </p:spPr>
      </p:sp>
      <p:sp>
        <p:nvSpPr>
          <p:cNvPr id="27" name="Shape 25"/>
          <p:cNvSpPr/>
          <p:nvPr/>
        </p:nvSpPr>
        <p:spPr>
          <a:xfrm>
            <a:off x="3914775" y="9563100"/>
            <a:ext cx="114300" cy="114300"/>
          </a:xfrm>
          <a:prstGeom prst="ellipse">
            <a:avLst/>
          </a:prstGeom>
          <a:solidFill>
            <a:srgbClr val="14161C">
              <a:alpha val="28000"/>
            </a:srgbClr>
          </a:solidFill>
          <a:ln/>
        </p:spPr>
      </p:sp>
      <p:sp>
        <p:nvSpPr>
          <p:cNvPr id="28" name="Shape 26"/>
          <p:cNvSpPr/>
          <p:nvPr/>
        </p:nvSpPr>
        <p:spPr>
          <a:xfrm>
            <a:off x="4143375" y="9563100"/>
            <a:ext cx="114300" cy="114300"/>
          </a:xfrm>
          <a:prstGeom prst="ellipse">
            <a:avLst/>
          </a:prstGeom>
          <a:solidFill>
            <a:srgbClr val="14161C">
              <a:alpha val="28000"/>
            </a:srgbClr>
          </a:solidFill>
          <a:ln/>
        </p:spPr>
      </p:sp>
      <p:sp>
        <p:nvSpPr>
          <p:cNvPr id="29" name="Shape 27"/>
          <p:cNvSpPr/>
          <p:nvPr/>
        </p:nvSpPr>
        <p:spPr>
          <a:xfrm>
            <a:off x="4352925" y="9544050"/>
            <a:ext cx="152400" cy="152400"/>
          </a:xfrm>
          <a:prstGeom prst="ellipse">
            <a:avLst/>
          </a:prstGeom>
          <a:solidFill>
            <a:srgbClr val="E8472B"/>
          </a:solidFill>
          <a:ln/>
        </p:spPr>
      </p:sp>
      <p:sp>
        <p:nvSpPr>
          <p:cNvPr id="30" name="Shape 28"/>
          <p:cNvSpPr/>
          <p:nvPr/>
        </p:nvSpPr>
        <p:spPr>
          <a:xfrm>
            <a:off x="4600575" y="9563100"/>
            <a:ext cx="114300" cy="114300"/>
          </a:xfrm>
          <a:prstGeom prst="ellipse">
            <a:avLst/>
          </a:prstGeom>
          <a:solidFill>
            <a:srgbClr val="14161C">
              <a:alpha val="28000"/>
            </a:srgbClr>
          </a:solidFill>
          <a:ln/>
        </p:spPr>
      </p:sp>
      <p:sp>
        <p:nvSpPr>
          <p:cNvPr id="31" name="Text 29"/>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6B6A66"/>
                </a:solidFill>
                <a:latin typeface="Be Vietnam Pro" pitchFamily="34" charset="0"/>
                <a:ea typeface="Be Vietnam Pro" pitchFamily="34" charset="-122"/>
                <a:cs typeface="Be Vietnam Pro" pitchFamily="34" charset="-120"/>
              </a:rPr>
              <a:t>Multiple-report</a:t>
            </a:r>
            <a:r>
              <a:rPr lang="en-US" sz="1800" dirty="0" spc="-1" kern="0">
                <a:solidFill>
                  <a:srgbClr val="6B6A66"/>
                </a:solidFill>
                <a:latin typeface="Be Vietnam Pro" pitchFamily="34" charset="0"/>
                <a:ea typeface="Be Vietnam Pro" pitchFamily="34" charset="-122"/>
                <a:cs typeface="Be Vietnam Pro" pitchFamily="34" charset="-120"/>
              </a:rPr>
              <a:t> ·</a:t>
            </a:r>
            <a:r>
              <a:rPr lang="en-US" sz="1800" dirty="0" spc="0" kern="0">
                <a:solidFill>
                  <a:srgbClr val="6B6A66"/>
                </a:solidFill>
                <a:latin typeface="Be Vietnam Pro" pitchFamily="34" charset="0"/>
                <a:ea typeface="Be Vietnam Pro" pitchFamily="34" charset="-122"/>
                <a:cs typeface="Be Vietnam Pro" pitchFamily="34" charset="-120"/>
              </a:rPr>
              <a:t> L17</a:t>
            </a:r>
            <a:r>
              <a:rPr lang="en-US" sz="1800" dirty="0" spc="-2" kern="0">
                <a:solidFill>
                  <a:srgbClr val="6B6A66"/>
                </a:solidFill>
                <a:latin typeface="Be Vietnam Pro" pitchFamily="34" charset="0"/>
                <a:ea typeface="Be Vietnam Pro" pitchFamily="34" charset="-122"/>
                <a:cs typeface="Be Vietnam Pro" pitchFamily="34" charset="-120"/>
              </a:rPr>
              <a:t> ·</a:t>
            </a:r>
            <a:r>
              <a:rPr lang="en-US" sz="1800" dirty="0" spc="2" kern="0">
                <a:solidFill>
                  <a:srgbClr val="6B6A66"/>
                </a:solidFill>
                <a:latin typeface="Be Vietnam Pro" pitchFamily="34" charset="0"/>
                <a:ea typeface="Be Vietnam Pro" pitchFamily="34" charset="-122"/>
                <a:cs typeface="Be Vietnam Pro" pitchFamily="34" charset="-120"/>
              </a:rPr>
              <a:t> 16/17</a:t>
            </a:r>
            <a:endParaRPr lang="en-US" sz="1800" dirty="0"/>
          </a:p>
        </p:txBody>
      </p:sp>
      <p:sp>
        <p:nvSpPr>
          <p:cNvPr id="32" name="Shape 30"/>
          <p:cNvSpPr/>
          <p:nvPr/>
        </p:nvSpPr>
        <p:spPr>
          <a:xfrm>
            <a:off x="15983712" y="9076331"/>
            <a:ext cx="1645920" cy="552301"/>
          </a:xfrm>
          <a:prstGeom prst="roundRect">
            <a:avLst>
              <a:gd name="adj" fmla="val 28000"/>
            </a:avLst>
          </a:prstGeom>
          <a:solidFill>
            <a:srgbClr val="FFFFFF">
              <a:alpha val="82000"/>
            </a:srgbClr>
          </a:solidFill>
          <a:ln/>
        </p:spPr>
      </p:sp>
      <p:pic>
        <p:nvPicPr>
          <p:cNvPr id="33" name="Moda image moda-export-watermark-8d0f6f7f-28e7-4a97-9e31-6d8987715f10"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61C"/>
        </a:solidFill>
      </p:bgPr>
    </p:bg>
    <p:spTree>
      <p:nvGrpSpPr>
        <p:cNvPr id="1" name=""/>
        <p:cNvGrpSpPr/>
        <p:nvPr/>
      </p:nvGrpSpPr>
      <p:grpSpPr>
        <a:xfrm>
          <a:off x="0" y="0"/>
          <a:ext cx="0" cy="0"/>
          <a:chOff x="0" y="0"/>
          <a:chExt cx="0" cy="0"/>
        </a:xfrm>
      </p:grpSpPr>
      <p:sp>
        <p:nvSpPr>
          <p:cNvPr id="2" name="Text 0"/>
          <p:cNvSpPr/>
          <p:nvPr/>
        </p:nvSpPr>
        <p:spPr>
          <a:xfrm>
            <a:off x="914400" y="685800"/>
            <a:ext cx="16459200" cy="1809750"/>
          </a:xfrm>
          <a:prstGeom prst="rect">
            <a:avLst/>
          </a:prstGeom>
          <a:noFill/>
          <a:ln/>
        </p:spPr>
        <p:txBody>
          <a:bodyPr wrap="square" lIns="0" tIns="43434" rIns="0" bIns="-43434" rtlCol="0" anchor="t"/>
          <a:lstStyle/>
          <a:p>
            <a:pPr algn="l" indent="0" marL="0">
              <a:lnSpc>
                <a:spcPts val="6156"/>
              </a:lnSpc>
              <a:buNone/>
            </a:pP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Nguồn</a:t>
            </a:r>
            <a:r>
              <a:rPr lang="en-US" sz="5700" dirty="0" spc="-1" kern="0">
                <a:solidFill>
                  <a:srgbClr val="F3EEE3"/>
                </a:solidFill>
                <a:latin typeface="Bricolage Grotesque ExtraBold" pitchFamily="34" charset="0"/>
                <a:ea typeface="Bricolage Grotesque ExtraBold" pitchFamily="34" charset="-122"/>
                <a:cs typeface="Bricolage Grotesque ExtraBold" pitchFamily="34" charset="-120"/>
              </a:rPr>
              <a:t> tham</a:t>
            </a:r>
            <a:r>
              <a:rPr lang="en-US" sz="5700" dirty="0" spc="-2" kern="0">
                <a:solidFill>
                  <a:srgbClr val="F3EEE3"/>
                </a:solidFill>
                <a:latin typeface="Bricolage Grotesque ExtraBold" pitchFamily="34" charset="0"/>
                <a:ea typeface="Bricolage Grotesque ExtraBold" pitchFamily="34" charset="-122"/>
                <a:cs typeface="Bricolage Grotesque ExtraBold" pitchFamily="34" charset="-120"/>
              </a:rPr>
              <a:t> khảo</a:t>
            </a:r>
            <a:endParaRPr lang="en-US" sz="5700" dirty="0"/>
          </a:p>
        </p:txBody>
      </p:sp>
      <p:sp>
        <p:nvSpPr>
          <p:cNvPr id="3" name="Shape 1"/>
          <p:cNvSpPr/>
          <p:nvPr/>
        </p:nvSpPr>
        <p:spPr>
          <a:xfrm>
            <a:off x="914400" y="2571750"/>
            <a:ext cx="8039100" cy="1333500"/>
          </a:xfrm>
          <a:prstGeom prst="roundRect">
            <a:avLst>
              <a:gd name="adj" fmla="val 11429"/>
            </a:avLst>
          </a:prstGeom>
          <a:solidFill>
            <a:srgbClr val="1E212B"/>
          </a:solidFill>
          <a:ln/>
        </p:spPr>
      </p:sp>
      <p:sp>
        <p:nvSpPr>
          <p:cNvPr id="4" name="Text 2"/>
          <p:cNvSpPr/>
          <p:nvPr/>
        </p:nvSpPr>
        <p:spPr>
          <a:xfrm>
            <a:off x="1143000" y="2571750"/>
            <a:ext cx="876300" cy="1333500"/>
          </a:xfrm>
          <a:prstGeom prst="rect">
            <a:avLst/>
          </a:prstGeom>
          <a:noFill/>
          <a:ln/>
        </p:spPr>
        <p:txBody>
          <a:bodyPr wrap="square" lIns="0" tIns="0" rIns="0" bIns="0" rtlCol="0" anchor="ctr"/>
          <a:lstStyle/>
          <a:p>
            <a:pPr algn="l" indent="0" marL="0">
              <a:buNone/>
            </a:pPr>
            <a:r>
              <a:rPr lang="en-US" sz="1950" dirty="0" spc="-5" kern="0">
                <a:solidFill>
                  <a:srgbClr val="FFB454"/>
                </a:solidFill>
                <a:latin typeface="Be Vietnam Pro ExtraBold" pitchFamily="34" charset="0"/>
                <a:ea typeface="Be Vietnam Pro ExtraBold" pitchFamily="34" charset="-122"/>
                <a:cs typeface="Be Vietnam Pro ExtraBold" pitchFamily="34" charset="-120"/>
              </a:rPr>
              <a:t>S1</a:t>
            </a:r>
            <a:endParaRPr lang="en-US" sz="1950" dirty="0"/>
          </a:p>
        </p:txBody>
      </p:sp>
      <p:sp>
        <p:nvSpPr>
          <p:cNvPr id="5" name="Text 3"/>
          <p:cNvSpPr/>
          <p:nvPr/>
        </p:nvSpPr>
        <p:spPr>
          <a:xfrm>
            <a:off x="2057400" y="2571750"/>
            <a:ext cx="6667500" cy="1333500"/>
          </a:xfrm>
          <a:prstGeom prst="rect">
            <a:avLst/>
          </a:prstGeom>
          <a:noFill/>
          <a:ln/>
        </p:spPr>
        <p:txBody>
          <a:bodyPr wrap="square" lIns="0" tIns="7703" rIns="0" bIns="-7703" rtlCol="0" anchor="ctr"/>
          <a:lstStyle/>
          <a:p>
            <a:pPr algn="l" indent="0" marL="0">
              <a:lnSpc>
                <a:spcPts val="2478"/>
              </a:lnSpc>
              <a:buNone/>
            </a:pPr>
            <a:r>
              <a:rPr lang="en-US" sz="2100" dirty="0" spc="3" kern="0">
                <a:solidFill>
                  <a:srgbClr val="F3EEE3"/>
                </a:solidFill>
                <a:latin typeface="Be Vietnam Pro" pitchFamily="34" charset="0"/>
                <a:ea typeface="Be Vietnam Pro" pitchFamily="34" charset="-122"/>
                <a:cs typeface="Be Vietnam Pro" pitchFamily="34" charset="-120"/>
              </a:rPr>
              <a:t>Biểu</a:t>
            </a:r>
            <a:r>
              <a:rPr lang="en-US" sz="2100" dirty="0" spc="12" kern="0">
                <a:solidFill>
                  <a:srgbClr val="F3EEE3"/>
                </a:solidFill>
                <a:latin typeface="Be Vietnam Pro" pitchFamily="34" charset="0"/>
                <a:ea typeface="Be Vietnam Pro" pitchFamily="34" charset="-122"/>
                <a:cs typeface="Be Vietnam Pro" pitchFamily="34" charset="-120"/>
              </a:rPr>
              <a:t> đồ</a:t>
            </a:r>
            <a:r>
              <a:rPr lang="en-US" sz="2100" dirty="0" spc="-12" kern="0">
                <a:solidFill>
                  <a:srgbClr val="F3EEE3"/>
                </a:solidFill>
                <a:latin typeface="Be Vietnam Pro" pitchFamily="34" charset="0"/>
                <a:ea typeface="Be Vietnam Pro" pitchFamily="34" charset="-122"/>
                <a:cs typeface="Be Vietnam Pro" pitchFamily="34" charset="-120"/>
              </a:rPr>
              <a:t> "Source</a:t>
            </a:r>
            <a:r>
              <a:rPr lang="en-US" sz="2100" dirty="0" spc="-3" kern="0">
                <a:solidFill>
                  <a:srgbClr val="F3EEE3"/>
                </a:solidFill>
                <a:latin typeface="Be Vietnam Pro" pitchFamily="34" charset="0"/>
                <a:ea typeface="Be Vietnam Pro" pitchFamily="34" charset="-122"/>
                <a:cs typeface="Be Vietnam Pro" pitchFamily="34" charset="-120"/>
              </a:rPr>
              <a:t> number</a:t>
            </a:r>
            <a:r>
              <a:rPr lang="en-US" sz="2100" dirty="0" spc="0" kern="0">
                <a:solidFill>
                  <a:srgbClr val="F3EEE3"/>
                </a:solidFill>
                <a:latin typeface="Be Vietnam Pro" pitchFamily="34" charset="0"/>
                <a:ea typeface="Be Vietnam Pro" pitchFamily="34" charset="-122"/>
                <a:cs typeface="Be Vietnam Pro" pitchFamily="34" charset="-120"/>
              </a:rPr>
              <a:t> 3":</a:t>
            </a:r>
            <a:r>
              <a:rPr lang="en-US" sz="2100" dirty="0" spc="-1" kern="0">
                <a:solidFill>
                  <a:srgbClr val="F3EEE3"/>
                </a:solidFill>
                <a:latin typeface="Be Vietnam Pro" pitchFamily="34" charset="0"/>
                <a:ea typeface="Be Vietnam Pro" pitchFamily="34" charset="-122"/>
                <a:cs typeface="Be Vietnam Pro" pitchFamily="34" charset="-120"/>
              </a:rPr>
              <a:t> gia</a:t>
            </a:r>
            <a:r>
              <a:rPr lang="en-US" sz="2100" dirty="0" spc="-2" kern="0">
                <a:solidFill>
                  <a:srgbClr val="F3EEE3"/>
                </a:solidFill>
                <a:latin typeface="Be Vietnam Pro" pitchFamily="34" charset="0"/>
                <a:ea typeface="Be Vietnam Pro" pitchFamily="34" charset="-122"/>
                <a:cs typeface="Be Vietnam Pro" pitchFamily="34" charset="-120"/>
              </a:rPr>
              <a:t> nhiệt</a:t>
            </a:r>
            <a:r>
              <a:rPr lang="en-US" sz="2100" dirty="0" spc="-18" kern="0">
                <a:solidFill>
                  <a:srgbClr val="F3EEE3"/>
                </a:solidFill>
                <a:latin typeface="Be Vietnam Pro" pitchFamily="34" charset="0"/>
                <a:ea typeface="Be Vietnam Pro" pitchFamily="34" charset="-122"/>
                <a:cs typeface="Be Vietnam Pro" pitchFamily="34" charset="-120"/>
              </a:rPr>
              <a:t> urea,</a:t>
            </a:r>
            <a:r>
              <a:rPr lang="en-US" sz="2100" dirty="0" spc="-5" kern="0">
                <a:solidFill>
                  <a:srgbClr val="F3EEE3"/>
                </a:solidFill>
                <a:latin typeface="Be Vietnam Pro" pitchFamily="34" charset="0"/>
                <a:ea typeface="Be Vietnam Pro" pitchFamily="34" charset="-122"/>
                <a:cs typeface="Be Vietnam Pro" pitchFamily="34" charset="-120"/>
              </a:rPr>
              <a:t> do</a:t>
            </a:r>
            <a:r>
              <a:rPr lang="en-US" sz="2100" dirty="0" spc="0" kern="0">
                <a:solidFill>
                  <a:srgbClr val="F3EEE3"/>
                </a:solidFill>
                <a:latin typeface="Be Vietnam Pro" pitchFamily="34" charset="0"/>
                <a:ea typeface="Be Vietnam Pro" pitchFamily="34" charset="-122"/>
                <a:cs typeface="Be Vietnam Pro" pitchFamily="34" charset="-120"/>
              </a:rPr>
              <a:t> chủ</a:t>
            </a:r>
            <a:r>
              <a:rPr lang="en-US" sz="2100" dirty="0" spc="-23" kern="0">
                <a:solidFill>
                  <a:srgbClr val="F3EEE3"/>
                </a:solidFill>
                <a:latin typeface="Be Vietnam Pro" pitchFamily="34" charset="0"/>
                <a:ea typeface="Be Vietnam Pro" pitchFamily="34" charset="-122"/>
                <a:cs typeface="Be Vietnam Pro" pitchFamily="34" charset="-120"/>
              </a:rPr>
              <a:t> repo</a:t>
            </a:r>
            <a:r>
              <a:rPr lang="en-US" sz="2100" dirty="0" spc="0" kern="0">
                <a:solidFill>
                  <a:srgbClr val="F3EEE3"/>
                </a:solidFill>
                <a:latin typeface="Be Vietnam Pro" pitchFamily="34" charset="0"/>
                <a:ea typeface="Be Vietnam Pro" pitchFamily="34" charset="-122"/>
                <a:cs typeface="Be Vietnam Pro" pitchFamily="34" charset="-120"/>
              </a:rPr>
              <a:t> cung</a:t>
            </a:r>
            <a:r>
              <a:rPr lang="en-US" sz="2100" dirty="0" spc="-3" kern="0">
                <a:solidFill>
                  <a:srgbClr val="F3EEE3"/>
                </a:solidFill>
                <a:latin typeface="Be Vietnam Pro" pitchFamily="34" charset="0"/>
                <a:ea typeface="Be Vietnam Pro" pitchFamily="34" charset="-122"/>
                <a:cs typeface="Be Vietnam Pro" pitchFamily="34" charset="-120"/>
              </a:rPr>
              <a:t> cấp</a:t>
            </a:r>
            <a:r>
              <a:rPr lang="en-US" sz="2100" dirty="0" spc="-11" kern="0">
                <a:solidFill>
                  <a:srgbClr val="F3EEE3"/>
                </a:solidFill>
                <a:latin typeface="Be Vietnam Pro" pitchFamily="34" charset="0"/>
                <a:ea typeface="Be Vietnam Pro" pitchFamily="34" charset="-122"/>
                <a:cs typeface="Be Vietnam Pro" pitchFamily="34" charset="-120"/>
              </a:rPr>
              <a:t> (tác</a:t>
            </a:r>
            <a:r>
              <a:rPr lang="en-US" sz="2100" dirty="0" spc="-1" kern="0">
                <a:solidFill>
                  <a:srgbClr val="F3EEE3"/>
                </a:solidFill>
                <a:latin typeface="Be Vietnam Pro" pitchFamily="34" charset="0"/>
                <a:ea typeface="Be Vietnam Pro" pitchFamily="34" charset="-122"/>
                <a:cs typeface="Be Vietnam Pro" pitchFamily="34" charset="-120"/>
              </a:rPr>
              <a:t> giả, năm</a:t>
            </a:r>
            <a:r>
              <a:rPr lang="en-US" sz="2100" dirty="0" spc="4" kern="0">
                <a:solidFill>
                  <a:srgbClr val="F3EEE3"/>
                </a:solidFill>
                <a:latin typeface="Be Vietnam Pro" pitchFamily="34" charset="0"/>
                <a:ea typeface="Be Vietnam Pro" pitchFamily="34" charset="-122"/>
                <a:cs typeface="Be Vietnam Pro" pitchFamily="34" charset="-120"/>
              </a:rPr>
              <a:t> chưa</a:t>
            </a:r>
            <a:r>
              <a:rPr lang="en-US" sz="2100" dirty="0" spc="-25" kern="0">
                <a:solidFill>
                  <a:srgbClr val="F3EEE3"/>
                </a:solidFill>
                <a:latin typeface="Be Vietnam Pro" pitchFamily="34" charset="0"/>
                <a:ea typeface="Be Vietnam Pro" pitchFamily="34" charset="-122"/>
                <a:cs typeface="Be Vietnam Pro" pitchFamily="34" charset="-120"/>
              </a:rPr>
              <a:t> rõ)</a:t>
            </a:r>
            <a:endParaRPr lang="en-US" sz="2100" dirty="0"/>
          </a:p>
        </p:txBody>
      </p:sp>
      <p:sp>
        <p:nvSpPr>
          <p:cNvPr id="6" name="Shape 4"/>
          <p:cNvSpPr/>
          <p:nvPr/>
        </p:nvSpPr>
        <p:spPr>
          <a:xfrm>
            <a:off x="914400" y="4019550"/>
            <a:ext cx="8039100" cy="1333500"/>
          </a:xfrm>
          <a:prstGeom prst="roundRect">
            <a:avLst>
              <a:gd name="adj" fmla="val 11429"/>
            </a:avLst>
          </a:prstGeom>
          <a:solidFill>
            <a:srgbClr val="1E212B"/>
          </a:solidFill>
          <a:ln/>
        </p:spPr>
      </p:sp>
      <p:sp>
        <p:nvSpPr>
          <p:cNvPr id="7" name="Text 5"/>
          <p:cNvSpPr/>
          <p:nvPr/>
        </p:nvSpPr>
        <p:spPr>
          <a:xfrm>
            <a:off x="1143000" y="4019550"/>
            <a:ext cx="876300" cy="1333500"/>
          </a:xfrm>
          <a:prstGeom prst="rect">
            <a:avLst/>
          </a:prstGeom>
          <a:noFill/>
          <a:ln/>
        </p:spPr>
        <p:txBody>
          <a:bodyPr wrap="square" lIns="0" tIns="0" rIns="0" bIns="0" rtlCol="0" anchor="ctr"/>
          <a:lstStyle/>
          <a:p>
            <a:pPr algn="l" indent="0" marL="0">
              <a:buNone/>
            </a:pPr>
            <a:r>
              <a:rPr lang="en-US" sz="1950" dirty="0" kern="0">
                <a:solidFill>
                  <a:srgbClr val="3DD6A0"/>
                </a:solidFill>
                <a:latin typeface="Be Vietnam Pro ExtraBold" pitchFamily="34" charset="0"/>
                <a:ea typeface="Be Vietnam Pro ExtraBold" pitchFamily="34" charset="-122"/>
                <a:cs typeface="Be Vietnam Pro ExtraBold" pitchFamily="34" charset="-120"/>
              </a:rPr>
              <a:t>S2</a:t>
            </a:r>
            <a:endParaRPr lang="en-US" sz="1950" dirty="0"/>
          </a:p>
        </p:txBody>
      </p:sp>
      <p:sp>
        <p:nvSpPr>
          <p:cNvPr id="8" name="Text 6"/>
          <p:cNvSpPr/>
          <p:nvPr/>
        </p:nvSpPr>
        <p:spPr>
          <a:xfrm>
            <a:off x="2057400" y="4019550"/>
            <a:ext cx="6667500" cy="1333500"/>
          </a:xfrm>
          <a:prstGeom prst="rect">
            <a:avLst/>
          </a:prstGeom>
          <a:noFill/>
          <a:ln/>
        </p:spPr>
        <p:txBody>
          <a:bodyPr wrap="square" lIns="0" tIns="7703" rIns="0" bIns="-7703" rtlCol="0" anchor="ctr"/>
          <a:lstStyle/>
          <a:p>
            <a:pPr algn="l" indent="0" marL="0">
              <a:lnSpc>
                <a:spcPts val="2478"/>
              </a:lnSpc>
              <a:buNone/>
            </a:pPr>
            <a:r>
              <a:rPr lang="en-US" sz="2100" dirty="0" spc="-21" kern="0">
                <a:solidFill>
                  <a:srgbClr val="F3EEE3"/>
                </a:solidFill>
                <a:latin typeface="Be Vietnam Pro" pitchFamily="34" charset="0"/>
                <a:ea typeface="Be Vietnam Pro" pitchFamily="34" charset="-122"/>
                <a:cs typeface="Be Vietnam Pro" pitchFamily="34" charset="-120"/>
              </a:rPr>
              <a:t>Koebel,</a:t>
            </a:r>
            <a:r>
              <a:rPr lang="en-US" sz="2100" dirty="0" spc="-1" kern="0">
                <a:solidFill>
                  <a:srgbClr val="F3EEE3"/>
                </a:solidFill>
                <a:latin typeface="Be Vietnam Pro" pitchFamily="34" charset="0"/>
                <a:ea typeface="Be Vietnam Pro" pitchFamily="34" charset="-122"/>
                <a:cs typeface="Be Vietnam Pro" pitchFamily="34" charset="-120"/>
              </a:rPr>
              <a:t> Strutz,</a:t>
            </a:r>
            <a:r>
              <a:rPr lang="en-US" sz="2100" dirty="0" spc="-2" kern="0">
                <a:solidFill>
                  <a:srgbClr val="F3EEE3"/>
                </a:solidFill>
                <a:latin typeface="Be Vietnam Pro" pitchFamily="34" charset="0"/>
                <a:ea typeface="Be Vietnam Pro" pitchFamily="34" charset="-122"/>
                <a:cs typeface="Be Vietnam Pro" pitchFamily="34" charset="-120"/>
              </a:rPr>
              <a:t> 2003,</a:t>
            </a:r>
            <a:r>
              <a:rPr lang="en-US" sz="2100" dirty="0" spc="0" kern="0">
                <a:solidFill>
                  <a:srgbClr val="F3EEE3"/>
                </a:solidFill>
                <a:latin typeface="Be Vietnam Pro" pitchFamily="34" charset="0"/>
                <a:ea typeface="Be Vietnam Pro" pitchFamily="34" charset="-122"/>
                <a:cs typeface="Be Vietnam Pro" pitchFamily="34" charset="-120"/>
              </a:rPr>
              <a:t> Ind. Eng.</a:t>
            </a:r>
            <a:r>
              <a:rPr lang="en-US" sz="2100" dirty="0" spc="-1" kern="0">
                <a:solidFill>
                  <a:srgbClr val="F3EEE3"/>
                </a:solidFill>
                <a:latin typeface="Be Vietnam Pro" pitchFamily="34" charset="0"/>
                <a:ea typeface="Be Vietnam Pro" pitchFamily="34" charset="-122"/>
                <a:cs typeface="Be Vietnam Pro" pitchFamily="34" charset="-120"/>
              </a:rPr>
              <a:t> Chem.</a:t>
            </a:r>
            <a:r>
              <a:rPr lang="en-US" sz="2100" dirty="0" spc="-21" kern="0">
                <a:solidFill>
                  <a:srgbClr val="F3EEE3"/>
                </a:solidFill>
                <a:latin typeface="Be Vietnam Pro" pitchFamily="34" charset="0"/>
                <a:ea typeface="Be Vietnam Pro" pitchFamily="34" charset="-122"/>
                <a:cs typeface="Be Vietnam Pro" pitchFamily="34" charset="-120"/>
              </a:rPr>
              <a:t> Res.</a:t>
            </a:r>
            <a:r>
              <a:rPr lang="en-US" sz="2100" dirty="0" spc="-10" kern="0">
                <a:solidFill>
                  <a:srgbClr val="F3EEE3"/>
                </a:solidFill>
                <a:latin typeface="Be Vietnam Pro" pitchFamily="34" charset="0"/>
                <a:ea typeface="Be Vietnam Pro" pitchFamily="34" charset="-122"/>
                <a:cs typeface="Be Vietnam Pro" pitchFamily="34" charset="-120"/>
              </a:rPr>
              <a:t> 42,</a:t>
            </a:r>
            <a:r>
              <a:rPr lang="en-US" sz="2100" dirty="0" spc="-2" kern="0">
                <a:solidFill>
                  <a:srgbClr val="F3EEE3"/>
                </a:solidFill>
                <a:latin typeface="Be Vietnam Pro" pitchFamily="34" charset="0"/>
                <a:ea typeface="Be Vietnam Pro" pitchFamily="34" charset="-122"/>
                <a:cs typeface="Be Vietnam Pro" pitchFamily="34" charset="-120"/>
              </a:rPr>
              <a:t> 2093–2100, doi 10.1021/ie020950o</a:t>
            </a:r>
            <a:endParaRPr lang="en-US" sz="2100" dirty="0"/>
          </a:p>
        </p:txBody>
      </p:sp>
      <p:sp>
        <p:nvSpPr>
          <p:cNvPr id="9" name="Shape 7"/>
          <p:cNvSpPr/>
          <p:nvPr/>
        </p:nvSpPr>
        <p:spPr>
          <a:xfrm>
            <a:off x="914400" y="5467350"/>
            <a:ext cx="8039100" cy="1333500"/>
          </a:xfrm>
          <a:prstGeom prst="roundRect">
            <a:avLst>
              <a:gd name="adj" fmla="val 11429"/>
            </a:avLst>
          </a:prstGeom>
          <a:solidFill>
            <a:srgbClr val="1E212B"/>
          </a:solidFill>
          <a:ln/>
        </p:spPr>
      </p:sp>
      <p:sp>
        <p:nvSpPr>
          <p:cNvPr id="10" name="Text 8"/>
          <p:cNvSpPr/>
          <p:nvPr/>
        </p:nvSpPr>
        <p:spPr>
          <a:xfrm>
            <a:off x="1143000" y="5467350"/>
            <a:ext cx="876300" cy="1333500"/>
          </a:xfrm>
          <a:prstGeom prst="rect">
            <a:avLst/>
          </a:prstGeom>
          <a:noFill/>
          <a:ln/>
        </p:spPr>
        <p:txBody>
          <a:bodyPr wrap="square" lIns="0" tIns="0" rIns="0" bIns="0" rtlCol="0" anchor="ctr"/>
          <a:lstStyle/>
          <a:p>
            <a:pPr algn="l" indent="0" marL="0">
              <a:buNone/>
            </a:pPr>
            <a:r>
              <a:rPr lang="en-US" sz="1950" dirty="0" spc="-1" kern="0">
                <a:solidFill>
                  <a:srgbClr val="FF6A4D"/>
                </a:solidFill>
                <a:latin typeface="Be Vietnam Pro ExtraBold" pitchFamily="34" charset="0"/>
                <a:ea typeface="Be Vietnam Pro ExtraBold" pitchFamily="34" charset="-122"/>
                <a:cs typeface="Be Vietnam Pro ExtraBold" pitchFamily="34" charset="-120"/>
              </a:rPr>
              <a:t>S3</a:t>
            </a:r>
            <a:endParaRPr lang="en-US" sz="1950" dirty="0"/>
          </a:p>
        </p:txBody>
      </p:sp>
      <p:sp>
        <p:nvSpPr>
          <p:cNvPr id="11" name="Text 9"/>
          <p:cNvSpPr/>
          <p:nvPr/>
        </p:nvSpPr>
        <p:spPr>
          <a:xfrm>
            <a:off x="2057400" y="5467350"/>
            <a:ext cx="6667500" cy="1333500"/>
          </a:xfrm>
          <a:prstGeom prst="rect">
            <a:avLst/>
          </a:prstGeom>
          <a:noFill/>
          <a:ln/>
        </p:spPr>
        <p:txBody>
          <a:bodyPr wrap="square" lIns="0" tIns="7703" rIns="0" bIns="-7703" rtlCol="0" anchor="ctr"/>
          <a:lstStyle/>
          <a:p>
            <a:pPr algn="l" indent="0" marL="0">
              <a:lnSpc>
                <a:spcPts val="2478"/>
              </a:lnSpc>
              <a:buNone/>
            </a:pPr>
            <a:r>
              <a:rPr lang="en-US" sz="2100" dirty="0" spc="-4" kern="0">
                <a:solidFill>
                  <a:srgbClr val="F3EEE3"/>
                </a:solidFill>
                <a:latin typeface="Be Vietnam Pro" pitchFamily="34" charset="0"/>
                <a:ea typeface="Be Vietnam Pro" pitchFamily="34" charset="-122"/>
                <a:cs typeface="Be Vietnam Pro" pitchFamily="34" charset="-120"/>
              </a:rPr>
              <a:t>Schaber</a:t>
            </a:r>
            <a:r>
              <a:rPr lang="en-US" sz="2100" dirty="0" spc="-18" kern="0">
                <a:solidFill>
                  <a:srgbClr val="F3EEE3"/>
                </a:solidFill>
                <a:latin typeface="Be Vietnam Pro" pitchFamily="34" charset="0"/>
                <a:ea typeface="Be Vietnam Pro" pitchFamily="34" charset="-122"/>
                <a:cs typeface="Be Vietnam Pro" pitchFamily="34" charset="-120"/>
              </a:rPr>
              <a:t> và</a:t>
            </a:r>
            <a:r>
              <a:rPr lang="en-US" sz="2100" dirty="0" spc="-9" kern="0">
                <a:solidFill>
                  <a:srgbClr val="F3EEE3"/>
                </a:solidFill>
                <a:latin typeface="Be Vietnam Pro" pitchFamily="34" charset="0"/>
                <a:ea typeface="Be Vietnam Pro" pitchFamily="34" charset="-122"/>
                <a:cs typeface="Be Vietnam Pro" pitchFamily="34" charset="-120"/>
              </a:rPr>
              <a:t> cs.,</a:t>
            </a:r>
            <a:r>
              <a:rPr lang="en-US" sz="2100" dirty="0" spc="-1" kern="0">
                <a:solidFill>
                  <a:srgbClr val="F3EEE3"/>
                </a:solidFill>
                <a:latin typeface="Be Vietnam Pro" pitchFamily="34" charset="0"/>
                <a:ea typeface="Be Vietnam Pro" pitchFamily="34" charset="-122"/>
                <a:cs typeface="Be Vietnam Pro" pitchFamily="34" charset="-120"/>
              </a:rPr>
              <a:t> 2004, Thermochimica</a:t>
            </a:r>
            <a:r>
              <a:rPr lang="en-US" sz="2100" dirty="0" spc="-20" kern="0">
                <a:solidFill>
                  <a:srgbClr val="F3EEE3"/>
                </a:solidFill>
                <a:latin typeface="Be Vietnam Pro" pitchFamily="34" charset="0"/>
                <a:ea typeface="Be Vietnam Pro" pitchFamily="34" charset="-122"/>
                <a:cs typeface="Be Vietnam Pro" pitchFamily="34" charset="-120"/>
              </a:rPr>
              <a:t> Acta</a:t>
            </a:r>
            <a:r>
              <a:rPr lang="en-US" sz="2100" dirty="0" spc="-19" kern="0">
                <a:solidFill>
                  <a:srgbClr val="F3EEE3"/>
                </a:solidFill>
                <a:latin typeface="Be Vietnam Pro" pitchFamily="34" charset="0"/>
                <a:ea typeface="Be Vietnam Pro" pitchFamily="34" charset="-122"/>
                <a:cs typeface="Be Vietnam Pro" pitchFamily="34" charset="-120"/>
              </a:rPr>
              <a:t> 424,</a:t>
            </a:r>
            <a:r>
              <a:rPr lang="en-US" sz="2100" dirty="0" spc="-7" kern="0">
                <a:solidFill>
                  <a:srgbClr val="F3EEE3"/>
                </a:solidFill>
                <a:latin typeface="Be Vietnam Pro" pitchFamily="34" charset="0"/>
                <a:ea typeface="Be Vietnam Pro" pitchFamily="34" charset="-122"/>
                <a:cs typeface="Be Vietnam Pro" pitchFamily="34" charset="-120"/>
              </a:rPr>
              <a:t> 131–142,</a:t>
            </a:r>
            <a:r>
              <a:rPr lang="en-US" sz="2100" dirty="0" spc="-1" kern="0">
                <a:solidFill>
                  <a:srgbClr val="F3EEE3"/>
                </a:solidFill>
                <a:latin typeface="Be Vietnam Pro" pitchFamily="34" charset="0"/>
                <a:ea typeface="Be Vietnam Pro" pitchFamily="34" charset="-122"/>
                <a:cs typeface="Be Vietnam Pro" pitchFamily="34" charset="-120"/>
              </a:rPr>
              <a:t> doi</a:t>
            </a:r>
            <a:r>
              <a:rPr lang="en-US" sz="2100" dirty="0" spc="-4" kern="0">
                <a:solidFill>
                  <a:srgbClr val="F3EEE3"/>
                </a:solidFill>
                <a:latin typeface="Be Vietnam Pro" pitchFamily="34" charset="0"/>
                <a:ea typeface="Be Vietnam Pro" pitchFamily="34" charset="-122"/>
                <a:cs typeface="Be Vietnam Pro" pitchFamily="34" charset="-120"/>
              </a:rPr>
              <a:t> 10.1016/j.tca.2004.05.018</a:t>
            </a:r>
            <a:endParaRPr lang="en-US" sz="2100" dirty="0"/>
          </a:p>
        </p:txBody>
      </p:sp>
      <p:sp>
        <p:nvSpPr>
          <p:cNvPr id="12" name="Shape 10"/>
          <p:cNvSpPr/>
          <p:nvPr/>
        </p:nvSpPr>
        <p:spPr>
          <a:xfrm>
            <a:off x="914400" y="6915150"/>
            <a:ext cx="8039100" cy="1333500"/>
          </a:xfrm>
          <a:prstGeom prst="roundRect">
            <a:avLst>
              <a:gd name="adj" fmla="val 11429"/>
            </a:avLst>
          </a:prstGeom>
          <a:solidFill>
            <a:srgbClr val="1E212B"/>
          </a:solidFill>
          <a:ln/>
        </p:spPr>
      </p:sp>
      <p:sp>
        <p:nvSpPr>
          <p:cNvPr id="13" name="Text 11"/>
          <p:cNvSpPr/>
          <p:nvPr/>
        </p:nvSpPr>
        <p:spPr>
          <a:xfrm>
            <a:off x="1143000" y="6915150"/>
            <a:ext cx="876300" cy="1333500"/>
          </a:xfrm>
          <a:prstGeom prst="rect">
            <a:avLst/>
          </a:prstGeom>
          <a:noFill/>
          <a:ln/>
        </p:spPr>
        <p:txBody>
          <a:bodyPr wrap="square" lIns="0" tIns="0" rIns="0" bIns="0" rtlCol="0" anchor="ctr"/>
          <a:lstStyle/>
          <a:p>
            <a:pPr algn="l" indent="0" marL="0">
              <a:buNone/>
            </a:pPr>
            <a:r>
              <a:rPr lang="en-US" sz="1950" dirty="0" spc="-4" kern="0">
                <a:solidFill>
                  <a:srgbClr val="7C93FF"/>
                </a:solidFill>
                <a:latin typeface="Be Vietnam Pro ExtraBold" pitchFamily="34" charset="0"/>
                <a:ea typeface="Be Vietnam Pro ExtraBold" pitchFamily="34" charset="-122"/>
                <a:cs typeface="Be Vietnam Pro ExtraBold" pitchFamily="34" charset="-120"/>
              </a:rPr>
              <a:t>S4</a:t>
            </a:r>
            <a:endParaRPr lang="en-US" sz="1950" dirty="0"/>
          </a:p>
        </p:txBody>
      </p:sp>
      <p:sp>
        <p:nvSpPr>
          <p:cNvPr id="14" name="Text 12"/>
          <p:cNvSpPr/>
          <p:nvPr/>
        </p:nvSpPr>
        <p:spPr>
          <a:xfrm>
            <a:off x="2057400" y="6915150"/>
            <a:ext cx="6667500" cy="1333500"/>
          </a:xfrm>
          <a:prstGeom prst="rect">
            <a:avLst/>
          </a:prstGeom>
          <a:noFill/>
          <a:ln/>
        </p:spPr>
        <p:txBody>
          <a:bodyPr wrap="square" lIns="0" tIns="7703" rIns="0" bIns="-7703" rtlCol="0" anchor="ctr"/>
          <a:lstStyle/>
          <a:p>
            <a:pPr algn="l" indent="0" marL="0">
              <a:lnSpc>
                <a:spcPts val="2478"/>
              </a:lnSpc>
              <a:buNone/>
            </a:pPr>
            <a:r>
              <a:rPr lang="en-US" sz="2100" dirty="0" spc="-28" kern="0">
                <a:solidFill>
                  <a:srgbClr val="F3EEE3"/>
                </a:solidFill>
                <a:latin typeface="Be Vietnam Pro" pitchFamily="34" charset="0"/>
                <a:ea typeface="Be Vietnam Pro" pitchFamily="34" charset="-122"/>
                <a:cs typeface="Be Vietnam Pro" pitchFamily="34" charset="-120"/>
              </a:rPr>
              <a:t>Kuntz</a:t>
            </a:r>
            <a:r>
              <a:rPr lang="en-US" sz="2100" dirty="0" spc="-17" kern="0">
                <a:solidFill>
                  <a:srgbClr val="F3EEE3"/>
                </a:solidFill>
                <a:latin typeface="Be Vietnam Pro" pitchFamily="34" charset="0"/>
                <a:ea typeface="Be Vietnam Pro" pitchFamily="34" charset="-122"/>
                <a:cs typeface="Be Vietnam Pro" pitchFamily="34" charset="-120"/>
              </a:rPr>
              <a:t> và</a:t>
            </a:r>
            <a:r>
              <a:rPr lang="en-US" sz="2100" dirty="0" spc="-9" kern="0">
                <a:solidFill>
                  <a:srgbClr val="F3EEE3"/>
                </a:solidFill>
                <a:latin typeface="Be Vietnam Pro" pitchFamily="34" charset="0"/>
                <a:ea typeface="Be Vietnam Pro" pitchFamily="34" charset="-122"/>
                <a:cs typeface="Be Vietnam Pro" pitchFamily="34" charset="-120"/>
              </a:rPr>
              <a:t> cs.,</a:t>
            </a:r>
            <a:r>
              <a:rPr lang="en-US" sz="2100" dirty="0" spc="-1" kern="0">
                <a:solidFill>
                  <a:srgbClr val="F3EEE3"/>
                </a:solidFill>
                <a:latin typeface="Be Vietnam Pro" pitchFamily="34" charset="0"/>
                <a:ea typeface="Be Vietnam Pro" pitchFamily="34" charset="-122"/>
                <a:cs typeface="Be Vietnam Pro" pitchFamily="34" charset="-120"/>
              </a:rPr>
              <a:t> 2021, Chem.</a:t>
            </a:r>
            <a:r>
              <a:rPr lang="en-US" sz="2100" dirty="0" spc="1" kern="0">
                <a:solidFill>
                  <a:srgbClr val="F3EEE3"/>
                </a:solidFill>
                <a:latin typeface="Be Vietnam Pro" pitchFamily="34" charset="0"/>
                <a:ea typeface="Be Vietnam Pro" pitchFamily="34" charset="-122"/>
                <a:cs typeface="Be Vietnam Pro" pitchFamily="34" charset="-120"/>
              </a:rPr>
              <a:t> Eng.</a:t>
            </a:r>
            <a:r>
              <a:rPr lang="en-US" sz="2100" dirty="0" spc="-1" kern="0">
                <a:solidFill>
                  <a:srgbClr val="F3EEE3"/>
                </a:solidFill>
                <a:latin typeface="Be Vietnam Pro" pitchFamily="34" charset="0"/>
                <a:ea typeface="Be Vietnam Pro" pitchFamily="34" charset="-122"/>
                <a:cs typeface="Be Vietnam Pro" pitchFamily="34" charset="-120"/>
              </a:rPr>
              <a:t> Sci.</a:t>
            </a:r>
            <a:r>
              <a:rPr lang="en-US" sz="2100" dirty="0" spc="-12" kern="0">
                <a:solidFill>
                  <a:srgbClr val="F3EEE3"/>
                </a:solidFill>
                <a:latin typeface="Be Vietnam Pro" pitchFamily="34" charset="0"/>
                <a:ea typeface="Be Vietnam Pro" pitchFamily="34" charset="-122"/>
                <a:cs typeface="Be Vietnam Pro" pitchFamily="34" charset="-120"/>
              </a:rPr>
              <a:t> 246,</a:t>
            </a:r>
            <a:r>
              <a:rPr lang="en-US" sz="2100" dirty="0" spc="-18" kern="0">
                <a:solidFill>
                  <a:srgbClr val="F3EEE3"/>
                </a:solidFill>
                <a:latin typeface="Be Vietnam Pro" pitchFamily="34" charset="0"/>
                <a:ea typeface="Be Vietnam Pro" pitchFamily="34" charset="-122"/>
                <a:cs typeface="Be Vietnam Pro" pitchFamily="34" charset="-120"/>
              </a:rPr>
              <a:t> 116876,</a:t>
            </a:r>
            <a:r>
              <a:rPr lang="en-US" sz="2100" dirty="0" spc="-1" kern="0">
                <a:solidFill>
                  <a:srgbClr val="F3EEE3"/>
                </a:solidFill>
                <a:latin typeface="Be Vietnam Pro" pitchFamily="34" charset="0"/>
                <a:ea typeface="Be Vietnam Pro" pitchFamily="34" charset="-122"/>
                <a:cs typeface="Be Vietnam Pro" pitchFamily="34" charset="-120"/>
              </a:rPr>
              <a:t> doi</a:t>
            </a:r>
            <a:r>
              <a:rPr lang="en-US" sz="2100" dirty="0" spc="-6" kern="0">
                <a:solidFill>
                  <a:srgbClr val="F3EEE3"/>
                </a:solidFill>
                <a:latin typeface="Be Vietnam Pro" pitchFamily="34" charset="0"/>
                <a:ea typeface="Be Vietnam Pro" pitchFamily="34" charset="-122"/>
                <a:cs typeface="Be Vietnam Pro" pitchFamily="34" charset="-120"/>
              </a:rPr>
              <a:t> 10.1016/j.ces.2021.116876</a:t>
            </a:r>
            <a:endParaRPr lang="en-US" sz="2100" dirty="0"/>
          </a:p>
        </p:txBody>
      </p:sp>
      <p:sp>
        <p:nvSpPr>
          <p:cNvPr id="15" name="Shape 13"/>
          <p:cNvSpPr/>
          <p:nvPr/>
        </p:nvSpPr>
        <p:spPr>
          <a:xfrm>
            <a:off x="9334500" y="2571750"/>
            <a:ext cx="8039100" cy="1333500"/>
          </a:xfrm>
          <a:prstGeom prst="roundRect">
            <a:avLst>
              <a:gd name="adj" fmla="val 11429"/>
            </a:avLst>
          </a:prstGeom>
          <a:solidFill>
            <a:srgbClr val="1E212B"/>
          </a:solidFill>
          <a:ln/>
        </p:spPr>
      </p:sp>
      <p:sp>
        <p:nvSpPr>
          <p:cNvPr id="16" name="Text 14"/>
          <p:cNvSpPr/>
          <p:nvPr/>
        </p:nvSpPr>
        <p:spPr>
          <a:xfrm>
            <a:off x="9563100" y="2571750"/>
            <a:ext cx="876300" cy="1333500"/>
          </a:xfrm>
          <a:prstGeom prst="rect">
            <a:avLst/>
          </a:prstGeom>
          <a:noFill/>
          <a:ln/>
        </p:spPr>
        <p:txBody>
          <a:bodyPr wrap="square" lIns="0" tIns="0" rIns="0" bIns="0" rtlCol="0" anchor="ctr"/>
          <a:lstStyle/>
          <a:p>
            <a:pPr algn="l" indent="0" marL="0">
              <a:buNone/>
            </a:pPr>
            <a:r>
              <a:rPr lang="en-US" sz="1950" dirty="0" spc="1" kern="0">
                <a:solidFill>
                  <a:srgbClr val="FFB454"/>
                </a:solidFill>
                <a:latin typeface="Be Vietnam Pro ExtraBold" pitchFamily="34" charset="0"/>
                <a:ea typeface="Be Vietnam Pro ExtraBold" pitchFamily="34" charset="-122"/>
                <a:cs typeface="Be Vietnam Pro ExtraBold" pitchFamily="34" charset="-120"/>
              </a:rPr>
              <a:t>S5</a:t>
            </a:r>
            <a:endParaRPr lang="en-US" sz="1950" dirty="0"/>
          </a:p>
        </p:txBody>
      </p:sp>
      <p:sp>
        <p:nvSpPr>
          <p:cNvPr id="17" name="Text 15"/>
          <p:cNvSpPr/>
          <p:nvPr/>
        </p:nvSpPr>
        <p:spPr>
          <a:xfrm>
            <a:off x="10477500" y="2571750"/>
            <a:ext cx="6667500" cy="1333500"/>
          </a:xfrm>
          <a:prstGeom prst="rect">
            <a:avLst/>
          </a:prstGeom>
          <a:noFill/>
          <a:ln/>
        </p:spPr>
        <p:txBody>
          <a:bodyPr wrap="square" lIns="0" tIns="7703" rIns="0" bIns="-7703" rtlCol="0" anchor="ctr"/>
          <a:lstStyle/>
          <a:p>
            <a:pPr algn="l" indent="0" marL="0">
              <a:lnSpc>
                <a:spcPts val="2478"/>
              </a:lnSpc>
              <a:buNone/>
            </a:pPr>
            <a:r>
              <a:rPr lang="en-US" sz="2100" dirty="0" spc="1" kern="0">
                <a:solidFill>
                  <a:srgbClr val="F3EEE3"/>
                </a:solidFill>
                <a:latin typeface="Be Vietnam Pro" pitchFamily="34" charset="0"/>
                <a:ea typeface="Be Vietnam Pro" pitchFamily="34" charset="-122"/>
                <a:cs typeface="Be Vietnam Pro" pitchFamily="34" charset="-120"/>
              </a:rPr>
              <a:t>Li</a:t>
            </a:r>
            <a:r>
              <a:rPr lang="en-US" sz="2100" dirty="0" spc="-18" kern="0">
                <a:solidFill>
                  <a:srgbClr val="F3EEE3"/>
                </a:solidFill>
                <a:latin typeface="Be Vietnam Pro" pitchFamily="34" charset="0"/>
                <a:ea typeface="Be Vietnam Pro" pitchFamily="34" charset="-122"/>
                <a:cs typeface="Be Vietnam Pro" pitchFamily="34" charset="-120"/>
              </a:rPr>
              <a:t> và</a:t>
            </a:r>
            <a:r>
              <a:rPr lang="en-US" sz="2100" dirty="0" spc="-8" kern="0">
                <a:solidFill>
                  <a:srgbClr val="F3EEE3"/>
                </a:solidFill>
                <a:latin typeface="Be Vietnam Pro" pitchFamily="34" charset="0"/>
                <a:ea typeface="Be Vietnam Pro" pitchFamily="34" charset="-122"/>
                <a:cs typeface="Be Vietnam Pro" pitchFamily="34" charset="-120"/>
              </a:rPr>
              <a:t> cs.,</a:t>
            </a:r>
            <a:r>
              <a:rPr lang="en-US" sz="2100" dirty="0" spc="-1" kern="0">
                <a:solidFill>
                  <a:srgbClr val="F3EEE3"/>
                </a:solidFill>
                <a:latin typeface="Be Vietnam Pro" pitchFamily="34" charset="0"/>
                <a:ea typeface="Be Vietnam Pro" pitchFamily="34" charset="-122"/>
                <a:cs typeface="Be Vietnam Pro" pitchFamily="34" charset="-120"/>
              </a:rPr>
              <a:t> 2021,</a:t>
            </a:r>
            <a:r>
              <a:rPr lang="en-US" sz="2100" dirty="0" spc="-24" kern="0">
                <a:solidFill>
                  <a:srgbClr val="F3EEE3"/>
                </a:solidFill>
                <a:latin typeface="Be Vietnam Pro" pitchFamily="34" charset="0"/>
                <a:ea typeface="Be Vietnam Pro" pitchFamily="34" charset="-122"/>
                <a:cs typeface="Be Vietnam Pro" pitchFamily="34" charset="-120"/>
              </a:rPr>
              <a:t> ACS</a:t>
            </a:r>
            <a:r>
              <a:rPr lang="en-US" sz="2100" dirty="0" spc="-11" kern="0">
                <a:solidFill>
                  <a:srgbClr val="F3EEE3"/>
                </a:solidFill>
                <a:latin typeface="Be Vietnam Pro" pitchFamily="34" charset="0"/>
                <a:ea typeface="Be Vietnam Pro" pitchFamily="34" charset="-122"/>
                <a:cs typeface="Be Vietnam Pro" pitchFamily="34" charset="-120"/>
              </a:rPr>
              <a:t> Omega</a:t>
            </a:r>
            <a:r>
              <a:rPr lang="en-US" sz="2100" dirty="0" spc="-2" kern="0">
                <a:solidFill>
                  <a:srgbClr val="F3EEE3"/>
                </a:solidFill>
                <a:latin typeface="Be Vietnam Pro" pitchFamily="34" charset="0"/>
                <a:ea typeface="Be Vietnam Pro" pitchFamily="34" charset="-122"/>
                <a:cs typeface="Be Vietnam Pro" pitchFamily="34" charset="-120"/>
              </a:rPr>
              <a:t> 6(8),</a:t>
            </a:r>
            <a:r>
              <a:rPr lang="en-US" sz="2100" dirty="0" spc="-8" kern="0">
                <a:solidFill>
                  <a:srgbClr val="F3EEE3"/>
                </a:solidFill>
                <a:latin typeface="Be Vietnam Pro" pitchFamily="34" charset="0"/>
                <a:ea typeface="Be Vietnam Pro" pitchFamily="34" charset="-122"/>
                <a:cs typeface="Be Vietnam Pro" pitchFamily="34" charset="-120"/>
              </a:rPr>
              <a:t> 5921–5932,</a:t>
            </a:r>
            <a:r>
              <a:rPr lang="en-US" sz="2100" dirty="0" spc="-3" kern="0">
                <a:solidFill>
                  <a:srgbClr val="F3EEE3"/>
                </a:solidFill>
                <a:latin typeface="Be Vietnam Pro" pitchFamily="34" charset="0"/>
                <a:ea typeface="Be Vietnam Pro" pitchFamily="34" charset="-122"/>
                <a:cs typeface="Be Vietnam Pro" pitchFamily="34" charset="-120"/>
              </a:rPr>
              <a:t> doi</a:t>
            </a:r>
            <a:r>
              <a:rPr lang="en-US" sz="2100" dirty="0" spc="-10" kern="0">
                <a:solidFill>
                  <a:srgbClr val="F3EEE3"/>
                </a:solidFill>
                <a:latin typeface="Be Vietnam Pro" pitchFamily="34" charset="0"/>
                <a:ea typeface="Be Vietnam Pro" pitchFamily="34" charset="-122"/>
                <a:cs typeface="Be Vietnam Pro" pitchFamily="34" charset="-120"/>
              </a:rPr>
              <a:t> 10.1021/acsomega.1c00021</a:t>
            </a:r>
            <a:endParaRPr lang="en-US" sz="2100" dirty="0"/>
          </a:p>
        </p:txBody>
      </p:sp>
      <p:sp>
        <p:nvSpPr>
          <p:cNvPr id="18" name="Shape 16"/>
          <p:cNvSpPr/>
          <p:nvPr/>
        </p:nvSpPr>
        <p:spPr>
          <a:xfrm>
            <a:off x="9334500" y="4019550"/>
            <a:ext cx="8039100" cy="1333500"/>
          </a:xfrm>
          <a:prstGeom prst="roundRect">
            <a:avLst>
              <a:gd name="adj" fmla="val 11429"/>
            </a:avLst>
          </a:prstGeom>
          <a:solidFill>
            <a:srgbClr val="1E212B"/>
          </a:solidFill>
          <a:ln/>
        </p:spPr>
      </p:sp>
      <p:sp>
        <p:nvSpPr>
          <p:cNvPr id="19" name="Text 17"/>
          <p:cNvSpPr/>
          <p:nvPr/>
        </p:nvSpPr>
        <p:spPr>
          <a:xfrm>
            <a:off x="9563100" y="4019550"/>
            <a:ext cx="876300" cy="1333500"/>
          </a:xfrm>
          <a:prstGeom prst="rect">
            <a:avLst/>
          </a:prstGeom>
          <a:noFill/>
          <a:ln/>
        </p:spPr>
        <p:txBody>
          <a:bodyPr wrap="square" lIns="0" tIns="0" rIns="0" bIns="0" rtlCol="0" anchor="ctr"/>
          <a:lstStyle/>
          <a:p>
            <a:pPr algn="l" indent="0" marL="0">
              <a:buNone/>
            </a:pPr>
            <a:r>
              <a:rPr lang="en-US" sz="1950" dirty="0" spc="-2" kern="0">
                <a:solidFill>
                  <a:srgbClr val="3DD6A0"/>
                </a:solidFill>
                <a:latin typeface="Be Vietnam Pro ExtraBold" pitchFamily="34" charset="0"/>
                <a:ea typeface="Be Vietnam Pro ExtraBold" pitchFamily="34" charset="-122"/>
                <a:cs typeface="Be Vietnam Pro ExtraBold" pitchFamily="34" charset="-120"/>
              </a:rPr>
              <a:t>S6</a:t>
            </a:r>
            <a:endParaRPr lang="en-US" sz="1950" dirty="0"/>
          </a:p>
        </p:txBody>
      </p:sp>
      <p:sp>
        <p:nvSpPr>
          <p:cNvPr id="20" name="Text 18"/>
          <p:cNvSpPr/>
          <p:nvPr/>
        </p:nvSpPr>
        <p:spPr>
          <a:xfrm>
            <a:off x="10477500" y="4019550"/>
            <a:ext cx="6667500" cy="1333500"/>
          </a:xfrm>
          <a:prstGeom prst="rect">
            <a:avLst/>
          </a:prstGeom>
          <a:noFill/>
          <a:ln/>
        </p:spPr>
        <p:txBody>
          <a:bodyPr wrap="square" lIns="0" tIns="7703" rIns="0" bIns="-7703" rtlCol="0" anchor="ctr"/>
          <a:lstStyle/>
          <a:p>
            <a:pPr algn="l" indent="0" marL="0">
              <a:lnSpc>
                <a:spcPts val="2478"/>
              </a:lnSpc>
              <a:buNone/>
            </a:pPr>
            <a:r>
              <a:rPr lang="en-US" sz="2100" dirty="0" spc="-5" kern="0">
                <a:solidFill>
                  <a:srgbClr val="F3EEE3"/>
                </a:solidFill>
                <a:latin typeface="Be Vietnam Pro" pitchFamily="34" charset="0"/>
                <a:ea typeface="Be Vietnam Pro" pitchFamily="34" charset="-122"/>
                <a:cs typeface="Be Vietnam Pro" pitchFamily="34" charset="-120"/>
              </a:rPr>
              <a:t>Eakle</a:t>
            </a:r>
            <a:r>
              <a:rPr lang="en-US" sz="2100" dirty="0" spc="-17" kern="0">
                <a:solidFill>
                  <a:srgbClr val="F3EEE3"/>
                </a:solidFill>
                <a:latin typeface="Be Vietnam Pro" pitchFamily="34" charset="0"/>
                <a:ea typeface="Be Vietnam Pro" pitchFamily="34" charset="-122"/>
                <a:cs typeface="Be Vietnam Pro" pitchFamily="34" charset="-120"/>
              </a:rPr>
              <a:t> và</a:t>
            </a:r>
            <a:r>
              <a:rPr lang="en-US" sz="2100" dirty="0" spc="-9" kern="0">
                <a:solidFill>
                  <a:srgbClr val="F3EEE3"/>
                </a:solidFill>
                <a:latin typeface="Be Vietnam Pro" pitchFamily="34" charset="0"/>
                <a:ea typeface="Be Vietnam Pro" pitchFamily="34" charset="-122"/>
                <a:cs typeface="Be Vietnam Pro" pitchFamily="34" charset="-120"/>
              </a:rPr>
              <a:t> cs.,</a:t>
            </a:r>
            <a:r>
              <a:rPr lang="en-US" sz="2100" dirty="0" spc="-1" kern="0">
                <a:solidFill>
                  <a:srgbClr val="F3EEE3"/>
                </a:solidFill>
                <a:latin typeface="Be Vietnam Pro" pitchFamily="34" charset="0"/>
                <a:ea typeface="Be Vietnam Pro" pitchFamily="34" charset="-122"/>
                <a:cs typeface="Be Vietnam Pro" pitchFamily="34" charset="-120"/>
              </a:rPr>
              <a:t> 2016,</a:t>
            </a:r>
            <a:r>
              <a:rPr lang="en-US" sz="2100" dirty="0" spc="-13" kern="0">
                <a:solidFill>
                  <a:srgbClr val="F3EEE3"/>
                </a:solidFill>
                <a:latin typeface="Be Vietnam Pro" pitchFamily="34" charset="0"/>
                <a:ea typeface="Be Vietnam Pro" pitchFamily="34" charset="-122"/>
                <a:cs typeface="Be Vietnam Pro" pitchFamily="34" charset="-120"/>
              </a:rPr>
              <a:t> SAE</a:t>
            </a:r>
            <a:r>
              <a:rPr lang="en-US" sz="2100" dirty="0" spc="-21" kern="0">
                <a:solidFill>
                  <a:srgbClr val="F3EEE3"/>
                </a:solidFill>
                <a:latin typeface="Be Vietnam Pro" pitchFamily="34" charset="0"/>
                <a:ea typeface="Be Vietnam Pro" pitchFamily="34" charset="-122"/>
                <a:cs typeface="Be Vietnam Pro" pitchFamily="34" charset="-120"/>
              </a:rPr>
              <a:t> Technical</a:t>
            </a:r>
            <a:r>
              <a:rPr lang="en-US" sz="2100" dirty="0" spc="-11" kern="0">
                <a:solidFill>
                  <a:srgbClr val="F3EEE3"/>
                </a:solidFill>
                <a:latin typeface="Be Vietnam Pro" pitchFamily="34" charset="0"/>
                <a:ea typeface="Be Vietnam Pro" pitchFamily="34" charset="-122"/>
                <a:cs typeface="Be Vietnam Pro" pitchFamily="34" charset="-120"/>
              </a:rPr>
              <a:t> Paper</a:t>
            </a:r>
            <a:r>
              <a:rPr lang="en-US" sz="2100" dirty="0" spc="-2" kern="0">
                <a:solidFill>
                  <a:srgbClr val="F3EEE3"/>
                </a:solidFill>
                <a:latin typeface="Be Vietnam Pro" pitchFamily="34" charset="0"/>
                <a:ea typeface="Be Vietnam Pro" pitchFamily="34" charset="-122"/>
                <a:cs typeface="Be Vietnam Pro" pitchFamily="34" charset="-120"/>
              </a:rPr>
              <a:t> 2016-01-2327</a:t>
            </a:r>
            <a:endParaRPr lang="en-US" sz="2100" dirty="0"/>
          </a:p>
        </p:txBody>
      </p:sp>
      <p:sp>
        <p:nvSpPr>
          <p:cNvPr id="21" name="Shape 19"/>
          <p:cNvSpPr/>
          <p:nvPr/>
        </p:nvSpPr>
        <p:spPr>
          <a:xfrm>
            <a:off x="9334500" y="5467350"/>
            <a:ext cx="8039100" cy="1333500"/>
          </a:xfrm>
          <a:prstGeom prst="roundRect">
            <a:avLst>
              <a:gd name="adj" fmla="val 11429"/>
            </a:avLst>
          </a:prstGeom>
          <a:solidFill>
            <a:srgbClr val="1E212B"/>
          </a:solidFill>
          <a:ln/>
        </p:spPr>
      </p:sp>
      <p:sp>
        <p:nvSpPr>
          <p:cNvPr id="22" name="Text 20"/>
          <p:cNvSpPr/>
          <p:nvPr/>
        </p:nvSpPr>
        <p:spPr>
          <a:xfrm>
            <a:off x="9563100" y="5467350"/>
            <a:ext cx="876300" cy="1333500"/>
          </a:xfrm>
          <a:prstGeom prst="rect">
            <a:avLst/>
          </a:prstGeom>
          <a:noFill/>
          <a:ln/>
        </p:spPr>
        <p:txBody>
          <a:bodyPr wrap="square" lIns="0" tIns="0" rIns="0" bIns="0" rtlCol="0" anchor="ctr"/>
          <a:lstStyle/>
          <a:p>
            <a:pPr algn="l" indent="0" marL="0">
              <a:buNone/>
            </a:pPr>
            <a:r>
              <a:rPr lang="en-US" sz="1950" dirty="0" spc="16" kern="0">
                <a:solidFill>
                  <a:srgbClr val="FF6A4D"/>
                </a:solidFill>
                <a:latin typeface="Be Vietnam Pro ExtraBold" pitchFamily="34" charset="0"/>
                <a:ea typeface="Be Vietnam Pro ExtraBold" pitchFamily="34" charset="-122"/>
                <a:cs typeface="Be Vietnam Pro ExtraBold" pitchFamily="34" charset="-120"/>
              </a:rPr>
              <a:t>S7</a:t>
            </a:r>
            <a:endParaRPr lang="en-US" sz="1950" dirty="0"/>
          </a:p>
        </p:txBody>
      </p:sp>
      <p:sp>
        <p:nvSpPr>
          <p:cNvPr id="23" name="Text 21"/>
          <p:cNvSpPr/>
          <p:nvPr/>
        </p:nvSpPr>
        <p:spPr>
          <a:xfrm>
            <a:off x="10477500" y="5467350"/>
            <a:ext cx="6667500" cy="1333500"/>
          </a:xfrm>
          <a:prstGeom prst="rect">
            <a:avLst/>
          </a:prstGeom>
          <a:noFill/>
          <a:ln/>
        </p:spPr>
        <p:txBody>
          <a:bodyPr wrap="square" lIns="0" tIns="7703" rIns="0" bIns="-7703" rtlCol="0" anchor="ctr"/>
          <a:lstStyle/>
          <a:p>
            <a:pPr algn="l" indent="0" marL="0">
              <a:lnSpc>
                <a:spcPts val="2478"/>
              </a:lnSpc>
              <a:buNone/>
            </a:pPr>
            <a:r>
              <a:rPr lang="en-US" sz="2100" dirty="0" spc="-12" kern="0">
                <a:solidFill>
                  <a:srgbClr val="F3EEE3"/>
                </a:solidFill>
                <a:latin typeface="Be Vietnam Pro" pitchFamily="34" charset="0"/>
                <a:ea typeface="Be Vietnam Pro" pitchFamily="34" charset="-122"/>
                <a:cs typeface="Be Vietnam Pro" pitchFamily="34" charset="-120"/>
              </a:rPr>
              <a:t>Vauxhall,</a:t>
            </a:r>
            <a:r>
              <a:rPr lang="en-US" sz="2100" dirty="0" spc="-11" kern="0">
                <a:solidFill>
                  <a:srgbClr val="F3EEE3"/>
                </a:solidFill>
                <a:latin typeface="Be Vietnam Pro" pitchFamily="34" charset="0"/>
                <a:ea typeface="Be Vietnam Pro" pitchFamily="34" charset="-122"/>
                <a:cs typeface="Be Vietnam Pro" pitchFamily="34" charset="-120"/>
              </a:rPr>
              <a:t> What</a:t>
            </a:r>
            <a:r>
              <a:rPr lang="en-US" sz="2100" dirty="0" spc="2" kern="0">
                <a:solidFill>
                  <a:srgbClr val="F3EEE3"/>
                </a:solidFill>
                <a:latin typeface="Be Vietnam Pro" pitchFamily="34" charset="0"/>
                <a:ea typeface="Be Vietnam Pro" pitchFamily="34" charset="-122"/>
                <a:cs typeface="Be Vietnam Pro" pitchFamily="34" charset="-120"/>
              </a:rPr>
              <a:t> is</a:t>
            </a:r>
            <a:r>
              <a:rPr lang="en-US" sz="2100" dirty="0" spc="7" kern="0">
                <a:solidFill>
                  <a:srgbClr val="F3EEE3"/>
                </a:solidFill>
                <a:latin typeface="Be Vietnam Pro" pitchFamily="34" charset="0"/>
                <a:ea typeface="Be Vietnam Pro" pitchFamily="34" charset="-122"/>
                <a:cs typeface="Be Vietnam Pro" pitchFamily="34" charset="-120"/>
              </a:rPr>
              <a:t> SCR</a:t>
            </a:r>
            <a:r>
              <a:rPr lang="en-US" sz="2100" dirty="0" spc="-6" kern="0">
                <a:solidFill>
                  <a:srgbClr val="F3EEE3"/>
                </a:solidFill>
                <a:latin typeface="Be Vietnam Pro" pitchFamily="34" charset="0"/>
                <a:ea typeface="Be Vietnam Pro" pitchFamily="34" charset="-122"/>
                <a:cs typeface="Be Vietnam Pro" pitchFamily="34" charset="-120"/>
              </a:rPr>
              <a:t> technology?</a:t>
            </a:r>
            <a:r>
              <a:rPr lang="en-US" sz="2100" dirty="0" spc="-7" kern="0">
                <a:solidFill>
                  <a:srgbClr val="F3EEE3"/>
                </a:solidFill>
                <a:latin typeface="Be Vietnam Pro" pitchFamily="34" charset="0"/>
                <a:ea typeface="Be Vietnam Pro" pitchFamily="34" charset="-122"/>
                <a:cs typeface="Be Vietnam Pro" pitchFamily="34" charset="-120"/>
              </a:rPr>
              <a:t> (AdBlue,</a:t>
            </a:r>
            <a:r>
              <a:rPr lang="en-US" sz="2100" dirty="0" spc="-22" kern="0">
                <a:solidFill>
                  <a:srgbClr val="F3EEE3"/>
                </a:solidFill>
                <a:latin typeface="Be Vietnam Pro" pitchFamily="34" charset="0"/>
                <a:ea typeface="Be Vietnam Pro" pitchFamily="34" charset="-122"/>
                <a:cs typeface="Be Vietnam Pro" pitchFamily="34" charset="-120"/>
              </a:rPr>
              <a:t> urea</a:t>
            </a:r>
            <a:r>
              <a:rPr lang="en-US" sz="2100" dirty="0" spc="-1" kern="0">
                <a:solidFill>
                  <a:srgbClr val="F3EEE3"/>
                </a:solidFill>
                <a:latin typeface="Be Vietnam Pro" pitchFamily="34" charset="0"/>
                <a:ea typeface="Be Vietnam Pro" pitchFamily="34" charset="-122"/>
                <a:cs typeface="Be Vietnam Pro" pitchFamily="34" charset="-120"/>
              </a:rPr>
              <a:t> 32,5%)</a:t>
            </a:r>
            <a:endParaRPr lang="en-US" sz="2100" dirty="0"/>
          </a:p>
        </p:txBody>
      </p:sp>
      <p:sp>
        <p:nvSpPr>
          <p:cNvPr id="24" name="Shape 22"/>
          <p:cNvSpPr/>
          <p:nvPr/>
        </p:nvSpPr>
        <p:spPr>
          <a:xfrm>
            <a:off x="9334500" y="6915150"/>
            <a:ext cx="8039100" cy="1333500"/>
          </a:xfrm>
          <a:prstGeom prst="roundRect">
            <a:avLst>
              <a:gd name="adj" fmla="val 11429"/>
            </a:avLst>
          </a:prstGeom>
          <a:solidFill>
            <a:srgbClr val="1E212B"/>
          </a:solidFill>
          <a:ln/>
        </p:spPr>
      </p:sp>
      <p:sp>
        <p:nvSpPr>
          <p:cNvPr id="25" name="Text 23"/>
          <p:cNvSpPr/>
          <p:nvPr/>
        </p:nvSpPr>
        <p:spPr>
          <a:xfrm>
            <a:off x="9563100" y="6915150"/>
            <a:ext cx="876300" cy="1333500"/>
          </a:xfrm>
          <a:prstGeom prst="rect">
            <a:avLst/>
          </a:prstGeom>
          <a:noFill/>
          <a:ln/>
        </p:spPr>
        <p:txBody>
          <a:bodyPr wrap="square" lIns="0" tIns="0" rIns="0" bIns="0" rtlCol="0" anchor="ctr"/>
          <a:lstStyle/>
          <a:p>
            <a:pPr algn="l" indent="0" marL="0">
              <a:buNone/>
            </a:pPr>
            <a:r>
              <a:rPr lang="en-US" sz="1950" dirty="0" spc="13" kern="0">
                <a:solidFill>
                  <a:srgbClr val="7C93FF"/>
                </a:solidFill>
                <a:latin typeface="Be Vietnam Pro ExtraBold" pitchFamily="34" charset="0"/>
                <a:ea typeface="Be Vietnam Pro ExtraBold" pitchFamily="34" charset="-122"/>
                <a:cs typeface="Be Vietnam Pro ExtraBold" pitchFamily="34" charset="-120"/>
              </a:rPr>
              <a:t>S8</a:t>
            </a:r>
            <a:endParaRPr lang="en-US" sz="1950" dirty="0"/>
          </a:p>
        </p:txBody>
      </p:sp>
      <p:sp>
        <p:nvSpPr>
          <p:cNvPr id="26" name="Text 24"/>
          <p:cNvSpPr/>
          <p:nvPr/>
        </p:nvSpPr>
        <p:spPr>
          <a:xfrm>
            <a:off x="10477500" y="6915150"/>
            <a:ext cx="6667500" cy="1333500"/>
          </a:xfrm>
          <a:prstGeom prst="rect">
            <a:avLst/>
          </a:prstGeom>
          <a:noFill/>
          <a:ln/>
        </p:spPr>
        <p:txBody>
          <a:bodyPr wrap="square" lIns="0" tIns="7703" rIns="0" bIns="-7703" rtlCol="0" anchor="ctr"/>
          <a:lstStyle/>
          <a:p>
            <a:pPr algn="l" indent="0" marL="0">
              <a:lnSpc>
                <a:spcPts val="2478"/>
              </a:lnSpc>
              <a:buNone/>
            </a:pPr>
            <a:r>
              <a:rPr lang="en-US" sz="2100" dirty="0" spc="-1" kern="0">
                <a:solidFill>
                  <a:srgbClr val="F3EEE3"/>
                </a:solidFill>
                <a:latin typeface="Be Vietnam Pro" pitchFamily="34" charset="0"/>
                <a:ea typeface="Be Vietnam Pro" pitchFamily="34" charset="-122"/>
                <a:cs typeface="Be Vietnam Pro" pitchFamily="34" charset="-120"/>
              </a:rPr>
              <a:t>Wikimedia</a:t>
            </a:r>
            <a:r>
              <a:rPr lang="en-US" sz="2100" dirty="0" spc="0" kern="0">
                <a:solidFill>
                  <a:srgbClr val="F3EEE3"/>
                </a:solidFill>
                <a:latin typeface="Be Vietnam Pro" pitchFamily="34" charset="0"/>
                <a:ea typeface="Be Vietnam Pro" pitchFamily="34" charset="-122"/>
                <a:cs typeface="Be Vietnam Pro" pitchFamily="34" charset="-120"/>
              </a:rPr>
              <a:t> Commons:</a:t>
            </a:r>
            <a:r>
              <a:rPr lang="en-US" sz="2100" dirty="0" spc="-5" kern="0">
                <a:solidFill>
                  <a:srgbClr val="F3EEE3"/>
                </a:solidFill>
                <a:latin typeface="Be Vietnam Pro" pitchFamily="34" charset="0"/>
                <a:ea typeface="Be Vietnam Pro" pitchFamily="34" charset="-122"/>
                <a:cs typeface="Be Vietnam Pro" pitchFamily="34" charset="-120"/>
              </a:rPr>
              <a:t> bốn</a:t>
            </a:r>
            <a:r>
              <a:rPr lang="en-US" sz="2100" dirty="0" spc="-2" kern="0">
                <a:solidFill>
                  <a:srgbClr val="F3EEE3"/>
                </a:solidFill>
                <a:latin typeface="Be Vietnam Pro" pitchFamily="34" charset="0"/>
                <a:ea typeface="Be Vietnam Pro" pitchFamily="34" charset="-122"/>
                <a:cs typeface="Be Vietnam Pro" pitchFamily="34" charset="-120"/>
              </a:rPr>
              <a:t> cấu</a:t>
            </a:r>
            <a:r>
              <a:rPr lang="en-US" sz="2100" dirty="0" spc="-1" kern="0">
                <a:solidFill>
                  <a:srgbClr val="F3EEE3"/>
                </a:solidFill>
                <a:latin typeface="Be Vietnam Pro" pitchFamily="34" charset="0"/>
                <a:ea typeface="Be Vietnam Pro" pitchFamily="34" charset="-122"/>
                <a:cs typeface="Be Vietnam Pro" pitchFamily="34" charset="-120"/>
              </a:rPr>
              <a:t> trúc public domain;</a:t>
            </a:r>
            <a:r>
              <a:rPr lang="en-US" sz="2100" dirty="0" spc="-2" kern="0">
                <a:solidFill>
                  <a:srgbClr val="F3EEE3"/>
                </a:solidFill>
                <a:latin typeface="Be Vietnam Pro" pitchFamily="34" charset="0"/>
                <a:ea typeface="Be Vietnam Pro" pitchFamily="34" charset="-122"/>
                <a:cs typeface="Be Vietnam Pro" pitchFamily="34" charset="-120"/>
              </a:rPr>
              <a:t> ảnh</a:t>
            </a:r>
            <a:r>
              <a:rPr lang="en-US" sz="2100" dirty="0" spc="1" kern="0">
                <a:solidFill>
                  <a:srgbClr val="F3EEE3"/>
                </a:solidFill>
                <a:latin typeface="Be Vietnam Pro" pitchFamily="34" charset="0"/>
                <a:ea typeface="Be Vietnam Pro" pitchFamily="34" charset="-122"/>
                <a:cs typeface="Be Vietnam Pro" pitchFamily="34" charset="-120"/>
              </a:rPr>
              <a:t> Hino</a:t>
            </a:r>
            <a:r>
              <a:rPr lang="en-US" sz="2100" dirty="0" spc="6" kern="0">
                <a:solidFill>
                  <a:srgbClr val="F3EEE3"/>
                </a:solidFill>
                <a:latin typeface="Be Vietnam Pro" pitchFamily="34" charset="0"/>
                <a:ea typeface="Be Vietnam Pro" pitchFamily="34" charset="-122"/>
                <a:cs typeface="Be Vietnam Pro" pitchFamily="34" charset="-120"/>
              </a:rPr>
              <a:t> SCR</a:t>
            </a:r>
            <a:r>
              <a:rPr lang="en-US" sz="2100" dirty="0" spc="0" kern="0">
                <a:solidFill>
                  <a:srgbClr val="F3EEE3"/>
                </a:solidFill>
                <a:latin typeface="Be Vietnam Pro" pitchFamily="34" charset="0"/>
                <a:ea typeface="Be Vietnam Pro" pitchFamily="34" charset="-122"/>
                <a:cs typeface="Be Vietnam Pro" pitchFamily="34" charset="-120"/>
              </a:rPr>
              <a:t> Unit</a:t>
            </a:r>
            <a:r>
              <a:rPr lang="en-US" sz="2100" dirty="0" spc="1" kern="0">
                <a:solidFill>
                  <a:srgbClr val="F3EEE3"/>
                </a:solidFill>
                <a:latin typeface="Be Vietnam Pro" pitchFamily="34" charset="0"/>
                <a:ea typeface="Be Vietnam Pro" pitchFamily="34" charset="-122"/>
                <a:cs typeface="Be Vietnam Pro" pitchFamily="34" charset="-120"/>
              </a:rPr>
              <a:t> (z22,</a:t>
            </a:r>
            <a:r>
              <a:rPr lang="en-US" sz="2100" dirty="0" spc="0" kern="0">
                <a:solidFill>
                  <a:srgbClr val="F3EEE3"/>
                </a:solidFill>
                <a:latin typeface="Be Vietnam Pro" pitchFamily="34" charset="0"/>
                <a:ea typeface="Be Vietnam Pro" pitchFamily="34" charset="-122"/>
                <a:cs typeface="Be Vietnam Pro" pitchFamily="34" charset="-120"/>
              </a:rPr>
              <a:t> CC</a:t>
            </a:r>
            <a:r>
              <a:rPr lang="en-US" sz="2100" dirty="0" spc="-23" kern="0">
                <a:solidFill>
                  <a:srgbClr val="F3EEE3"/>
                </a:solidFill>
                <a:latin typeface="Be Vietnam Pro" pitchFamily="34" charset="0"/>
                <a:ea typeface="Be Vietnam Pro" pitchFamily="34" charset="-122"/>
                <a:cs typeface="Be Vietnam Pro" pitchFamily="34" charset="-120"/>
              </a:rPr>
              <a:t> BY-SA</a:t>
            </a:r>
            <a:r>
              <a:rPr lang="en-US" sz="2100" dirty="0" spc="-3" kern="0">
                <a:solidFill>
                  <a:srgbClr val="F3EEE3"/>
                </a:solidFill>
                <a:latin typeface="Be Vietnam Pro" pitchFamily="34" charset="0"/>
                <a:ea typeface="Be Vietnam Pro" pitchFamily="34" charset="-122"/>
                <a:cs typeface="Be Vietnam Pro" pitchFamily="34" charset="-120"/>
              </a:rPr>
              <a:t> 3.0)</a:t>
            </a:r>
            <a:endParaRPr lang="en-US" sz="2100" dirty="0"/>
          </a:p>
        </p:txBody>
      </p:sp>
      <p:sp>
        <p:nvSpPr>
          <p:cNvPr id="27" name="Shape 25"/>
          <p:cNvSpPr/>
          <p:nvPr/>
        </p:nvSpPr>
        <p:spPr>
          <a:xfrm>
            <a:off x="942975" y="9563100"/>
            <a:ext cx="114300" cy="114300"/>
          </a:xfrm>
          <a:prstGeom prst="ellipse">
            <a:avLst/>
          </a:prstGeom>
          <a:solidFill>
            <a:srgbClr val="F3EEE3">
              <a:alpha val="28000"/>
            </a:srgbClr>
          </a:solidFill>
          <a:ln/>
        </p:spPr>
      </p:sp>
      <p:sp>
        <p:nvSpPr>
          <p:cNvPr id="28" name="Shape 26"/>
          <p:cNvSpPr/>
          <p:nvPr/>
        </p:nvSpPr>
        <p:spPr>
          <a:xfrm>
            <a:off x="1171575" y="9563100"/>
            <a:ext cx="114300" cy="114300"/>
          </a:xfrm>
          <a:prstGeom prst="ellipse">
            <a:avLst/>
          </a:prstGeom>
          <a:solidFill>
            <a:srgbClr val="F3EEE3">
              <a:alpha val="28000"/>
            </a:srgbClr>
          </a:solidFill>
          <a:ln/>
        </p:spPr>
      </p:sp>
      <p:sp>
        <p:nvSpPr>
          <p:cNvPr id="29" name="Shape 27"/>
          <p:cNvSpPr/>
          <p:nvPr/>
        </p:nvSpPr>
        <p:spPr>
          <a:xfrm>
            <a:off x="1400175" y="9563100"/>
            <a:ext cx="114300" cy="114300"/>
          </a:xfrm>
          <a:prstGeom prst="ellipse">
            <a:avLst/>
          </a:prstGeom>
          <a:solidFill>
            <a:srgbClr val="F3EEE3">
              <a:alpha val="28000"/>
            </a:srgbClr>
          </a:solidFill>
          <a:ln/>
        </p:spPr>
      </p:sp>
      <p:sp>
        <p:nvSpPr>
          <p:cNvPr id="30" name="Shape 28"/>
          <p:cNvSpPr/>
          <p:nvPr/>
        </p:nvSpPr>
        <p:spPr>
          <a:xfrm>
            <a:off x="1628775" y="9563100"/>
            <a:ext cx="114300" cy="114300"/>
          </a:xfrm>
          <a:prstGeom prst="ellipse">
            <a:avLst/>
          </a:prstGeom>
          <a:solidFill>
            <a:srgbClr val="F3EEE3">
              <a:alpha val="28000"/>
            </a:srgbClr>
          </a:solidFill>
          <a:ln/>
        </p:spPr>
      </p:sp>
      <p:sp>
        <p:nvSpPr>
          <p:cNvPr id="31" name="Shape 29"/>
          <p:cNvSpPr/>
          <p:nvPr/>
        </p:nvSpPr>
        <p:spPr>
          <a:xfrm>
            <a:off x="1857375" y="9563100"/>
            <a:ext cx="114300" cy="114300"/>
          </a:xfrm>
          <a:prstGeom prst="ellipse">
            <a:avLst/>
          </a:prstGeom>
          <a:solidFill>
            <a:srgbClr val="F3EEE3">
              <a:alpha val="28000"/>
            </a:srgbClr>
          </a:solidFill>
          <a:ln/>
        </p:spPr>
      </p:sp>
      <p:sp>
        <p:nvSpPr>
          <p:cNvPr id="32" name="Shape 30"/>
          <p:cNvSpPr/>
          <p:nvPr/>
        </p:nvSpPr>
        <p:spPr>
          <a:xfrm>
            <a:off x="2085975" y="9563100"/>
            <a:ext cx="114300" cy="114300"/>
          </a:xfrm>
          <a:prstGeom prst="ellipse">
            <a:avLst/>
          </a:prstGeom>
          <a:solidFill>
            <a:srgbClr val="F3EEE3">
              <a:alpha val="28000"/>
            </a:srgbClr>
          </a:solidFill>
          <a:ln/>
        </p:spPr>
      </p:sp>
      <p:sp>
        <p:nvSpPr>
          <p:cNvPr id="33" name="Shape 31"/>
          <p:cNvSpPr/>
          <p:nvPr/>
        </p:nvSpPr>
        <p:spPr>
          <a:xfrm>
            <a:off x="2314575" y="9563100"/>
            <a:ext cx="114300" cy="114300"/>
          </a:xfrm>
          <a:prstGeom prst="ellipse">
            <a:avLst/>
          </a:prstGeom>
          <a:solidFill>
            <a:srgbClr val="F3EEE3">
              <a:alpha val="28000"/>
            </a:srgbClr>
          </a:solidFill>
          <a:ln/>
        </p:spPr>
      </p:sp>
      <p:sp>
        <p:nvSpPr>
          <p:cNvPr id="34" name="Shape 32"/>
          <p:cNvSpPr/>
          <p:nvPr/>
        </p:nvSpPr>
        <p:spPr>
          <a:xfrm>
            <a:off x="2543175" y="9563100"/>
            <a:ext cx="114300" cy="114300"/>
          </a:xfrm>
          <a:prstGeom prst="ellipse">
            <a:avLst/>
          </a:prstGeom>
          <a:solidFill>
            <a:srgbClr val="F3EEE3">
              <a:alpha val="28000"/>
            </a:srgbClr>
          </a:solidFill>
          <a:ln/>
        </p:spPr>
      </p:sp>
      <p:sp>
        <p:nvSpPr>
          <p:cNvPr id="35" name="Shape 33"/>
          <p:cNvSpPr/>
          <p:nvPr/>
        </p:nvSpPr>
        <p:spPr>
          <a:xfrm>
            <a:off x="2771775" y="9563100"/>
            <a:ext cx="114300" cy="114300"/>
          </a:xfrm>
          <a:prstGeom prst="ellipse">
            <a:avLst/>
          </a:prstGeom>
          <a:solidFill>
            <a:srgbClr val="F3EEE3">
              <a:alpha val="28000"/>
            </a:srgbClr>
          </a:solidFill>
          <a:ln/>
        </p:spPr>
      </p:sp>
      <p:sp>
        <p:nvSpPr>
          <p:cNvPr id="36" name="Shape 34"/>
          <p:cNvSpPr/>
          <p:nvPr/>
        </p:nvSpPr>
        <p:spPr>
          <a:xfrm>
            <a:off x="3000375" y="9563100"/>
            <a:ext cx="114300" cy="114300"/>
          </a:xfrm>
          <a:prstGeom prst="ellipse">
            <a:avLst/>
          </a:prstGeom>
          <a:solidFill>
            <a:srgbClr val="F3EEE3">
              <a:alpha val="28000"/>
            </a:srgbClr>
          </a:solidFill>
          <a:ln/>
        </p:spPr>
      </p:sp>
      <p:sp>
        <p:nvSpPr>
          <p:cNvPr id="37" name="Shape 35"/>
          <p:cNvSpPr/>
          <p:nvPr/>
        </p:nvSpPr>
        <p:spPr>
          <a:xfrm>
            <a:off x="3228975" y="9563100"/>
            <a:ext cx="114300" cy="114300"/>
          </a:xfrm>
          <a:prstGeom prst="ellipse">
            <a:avLst/>
          </a:prstGeom>
          <a:solidFill>
            <a:srgbClr val="F3EEE3">
              <a:alpha val="28000"/>
            </a:srgbClr>
          </a:solidFill>
          <a:ln/>
        </p:spPr>
      </p:sp>
      <p:sp>
        <p:nvSpPr>
          <p:cNvPr id="38" name="Shape 36"/>
          <p:cNvSpPr/>
          <p:nvPr/>
        </p:nvSpPr>
        <p:spPr>
          <a:xfrm>
            <a:off x="3457575" y="9563100"/>
            <a:ext cx="114300" cy="114300"/>
          </a:xfrm>
          <a:prstGeom prst="ellipse">
            <a:avLst/>
          </a:prstGeom>
          <a:solidFill>
            <a:srgbClr val="F3EEE3">
              <a:alpha val="28000"/>
            </a:srgbClr>
          </a:solidFill>
          <a:ln/>
        </p:spPr>
      </p:sp>
      <p:sp>
        <p:nvSpPr>
          <p:cNvPr id="39" name="Shape 37"/>
          <p:cNvSpPr/>
          <p:nvPr/>
        </p:nvSpPr>
        <p:spPr>
          <a:xfrm>
            <a:off x="3686175" y="9563100"/>
            <a:ext cx="114300" cy="114300"/>
          </a:xfrm>
          <a:prstGeom prst="ellipse">
            <a:avLst/>
          </a:prstGeom>
          <a:solidFill>
            <a:srgbClr val="F3EEE3">
              <a:alpha val="28000"/>
            </a:srgbClr>
          </a:solidFill>
          <a:ln/>
        </p:spPr>
      </p:sp>
      <p:sp>
        <p:nvSpPr>
          <p:cNvPr id="40" name="Shape 38"/>
          <p:cNvSpPr/>
          <p:nvPr/>
        </p:nvSpPr>
        <p:spPr>
          <a:xfrm>
            <a:off x="3914775" y="9563100"/>
            <a:ext cx="114300" cy="114300"/>
          </a:xfrm>
          <a:prstGeom prst="ellipse">
            <a:avLst/>
          </a:prstGeom>
          <a:solidFill>
            <a:srgbClr val="F3EEE3">
              <a:alpha val="28000"/>
            </a:srgbClr>
          </a:solidFill>
          <a:ln/>
        </p:spPr>
      </p:sp>
      <p:sp>
        <p:nvSpPr>
          <p:cNvPr id="41" name="Shape 39"/>
          <p:cNvSpPr/>
          <p:nvPr/>
        </p:nvSpPr>
        <p:spPr>
          <a:xfrm>
            <a:off x="4143375" y="9563100"/>
            <a:ext cx="114300" cy="114300"/>
          </a:xfrm>
          <a:prstGeom prst="ellipse">
            <a:avLst/>
          </a:prstGeom>
          <a:solidFill>
            <a:srgbClr val="F3EEE3">
              <a:alpha val="28000"/>
            </a:srgbClr>
          </a:solidFill>
          <a:ln/>
        </p:spPr>
      </p:sp>
      <p:sp>
        <p:nvSpPr>
          <p:cNvPr id="42" name="Shape 40"/>
          <p:cNvSpPr/>
          <p:nvPr/>
        </p:nvSpPr>
        <p:spPr>
          <a:xfrm>
            <a:off x="4371975" y="9563100"/>
            <a:ext cx="114300" cy="114300"/>
          </a:xfrm>
          <a:prstGeom prst="ellipse">
            <a:avLst/>
          </a:prstGeom>
          <a:solidFill>
            <a:srgbClr val="F3EEE3">
              <a:alpha val="28000"/>
            </a:srgbClr>
          </a:solidFill>
          <a:ln/>
        </p:spPr>
      </p:sp>
      <p:sp>
        <p:nvSpPr>
          <p:cNvPr id="43" name="Shape 41"/>
          <p:cNvSpPr/>
          <p:nvPr/>
        </p:nvSpPr>
        <p:spPr>
          <a:xfrm>
            <a:off x="4581525" y="9544050"/>
            <a:ext cx="152400" cy="152400"/>
          </a:xfrm>
          <a:prstGeom prst="ellipse">
            <a:avLst/>
          </a:prstGeom>
          <a:solidFill>
            <a:srgbClr val="FF6A4D"/>
          </a:solidFill>
          <a:ln/>
        </p:spPr>
      </p:sp>
      <p:sp>
        <p:nvSpPr>
          <p:cNvPr id="44" name="Text 42"/>
          <p:cNvSpPr/>
          <p:nvPr/>
        </p:nvSpPr>
        <p:spPr>
          <a:xfrm>
            <a:off x="5029200" y="9467850"/>
            <a:ext cx="4953000" cy="304800"/>
          </a:xfrm>
          <a:prstGeom prst="rect">
            <a:avLst/>
          </a:prstGeom>
          <a:noFill/>
          <a:ln/>
        </p:spPr>
        <p:txBody>
          <a:bodyPr wrap="square" lIns="0" tIns="0" rIns="0" bIns="0" rtlCol="0" anchor="ctr"/>
          <a:lstStyle/>
          <a:p>
            <a:pPr algn="l" indent="0" marL="0">
              <a:buNone/>
            </a:pPr>
            <a:r>
              <a:rPr lang="en-US" sz="1800" dirty="0" spc="-6" kern="0">
                <a:solidFill>
                  <a:srgbClr val="9AA0B5"/>
                </a:solidFill>
                <a:latin typeface="Be Vietnam Pro" pitchFamily="34" charset="0"/>
                <a:ea typeface="Be Vietnam Pro" pitchFamily="34" charset="-122"/>
                <a:cs typeface="Be Vietnam Pro" pitchFamily="34" charset="-120"/>
              </a:rPr>
              <a:t>Multiple-report</a:t>
            </a:r>
            <a:r>
              <a:rPr lang="en-US" sz="1800" dirty="0" spc="-1" kern="0">
                <a:solidFill>
                  <a:srgbClr val="9AA0B5"/>
                </a:solidFill>
                <a:latin typeface="Be Vietnam Pro" pitchFamily="34" charset="0"/>
                <a:ea typeface="Be Vietnam Pro" pitchFamily="34" charset="-122"/>
                <a:cs typeface="Be Vietnam Pro" pitchFamily="34" charset="-120"/>
              </a:rPr>
              <a:t> ·</a:t>
            </a:r>
            <a:r>
              <a:rPr lang="en-US" sz="1800" dirty="0" spc="0" kern="0">
                <a:solidFill>
                  <a:srgbClr val="9AA0B5"/>
                </a:solidFill>
                <a:latin typeface="Be Vietnam Pro" pitchFamily="34" charset="0"/>
                <a:ea typeface="Be Vietnam Pro" pitchFamily="34" charset="-122"/>
                <a:cs typeface="Be Vietnam Pro" pitchFamily="34" charset="-120"/>
              </a:rPr>
              <a:t> L17</a:t>
            </a:r>
            <a:r>
              <a:rPr lang="en-US" sz="1800" dirty="0" spc="-2" kern="0">
                <a:solidFill>
                  <a:srgbClr val="9AA0B5"/>
                </a:solidFill>
                <a:latin typeface="Be Vietnam Pro" pitchFamily="34" charset="0"/>
                <a:ea typeface="Be Vietnam Pro" pitchFamily="34" charset="-122"/>
                <a:cs typeface="Be Vietnam Pro" pitchFamily="34" charset="-120"/>
              </a:rPr>
              <a:t> ·</a:t>
            </a:r>
            <a:r>
              <a:rPr lang="en-US" sz="1800" dirty="0" spc="-11" kern="0">
                <a:solidFill>
                  <a:srgbClr val="9AA0B5"/>
                </a:solidFill>
                <a:latin typeface="Be Vietnam Pro" pitchFamily="34" charset="0"/>
                <a:ea typeface="Be Vietnam Pro" pitchFamily="34" charset="-122"/>
                <a:cs typeface="Be Vietnam Pro" pitchFamily="34" charset="-120"/>
              </a:rPr>
              <a:t> 17/17</a:t>
            </a:r>
            <a:endParaRPr lang="en-US" sz="1800" dirty="0"/>
          </a:p>
        </p:txBody>
      </p:sp>
      <p:sp>
        <p:nvSpPr>
          <p:cNvPr id="45" name="Shape 43"/>
          <p:cNvSpPr/>
          <p:nvPr/>
        </p:nvSpPr>
        <p:spPr>
          <a:xfrm>
            <a:off x="15983712" y="9076331"/>
            <a:ext cx="1645920" cy="552301"/>
          </a:xfrm>
          <a:prstGeom prst="roundRect">
            <a:avLst>
              <a:gd name="adj" fmla="val 28000"/>
            </a:avLst>
          </a:prstGeom>
          <a:solidFill>
            <a:srgbClr val="FFFFFF">
              <a:alpha val="82000"/>
            </a:srgbClr>
          </a:solidFill>
          <a:ln/>
        </p:spPr>
      </p:sp>
      <p:pic>
        <p:nvPicPr>
          <p:cNvPr id="46" name="Moda image moda-export-watermark-5ed21714-a51e-4535-9a98-73e8b5b97ae8" descr="">    </p:cNvPr>
          <p:cNvPicPr>
            <a:picLocks noChangeAspect="1"/>
          </p:cNvPicPr>
          <p:nvPr/>
        </p:nvPicPr>
        <p:blipFill>
          <a:blip r:embed="rId1"/>
          <a:srcRect l="0" r="0" t="0" b="0"/>
          <a:stretch/>
        </p:blipFill>
        <p:spPr>
          <a:xfrm>
            <a:off x="16109781" y="9202400"/>
            <a:ext cx="1393783" cy="3001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2026-10-27T10:42:58Z</dcterms:created>
  <dcterms:modified xsi:type="dcterms:W3CDTF">2026-10-27T10:42:58Z</dcterms:modified>
</cp:coreProperties>
</file>