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</p:sldIdLst>
  <p:notesMasterIdLst>
    <p:notesMasterId r:id="rId47"/>
  </p:notesMasterIdLst>
  <p:sldSz cx="18288000" cy="10287000"/>
  <p:notesSz cx="10287000" cy="18288000"/>
  <p:embeddedFontLst>
    <p:embeddedFont>
      <p:font typeface="Be Vietnam Pro"/>
      <p:regular r:id="rId55"/>
      <p:bold r:id="rId52"/>
    </p:embeddedFont>
    <p:embeddedFont>
      <p:font typeface="Bricolage Grotesque ExtraBold"/>
      <p:regular r:id="rId53"/>
    </p:embeddedFont>
    <p:embeddedFont>
      <p:font typeface="Be Vietnam Pro SemiBold"/>
      <p:regular r:id="rId54"/>
    </p:embeddedFont>
    <p:embeddedFont>
      <p:font typeface="Be Vietnam Pro ExtraBold"/>
      <p:regular r:id="rId56"/>
    </p:embeddedFont>
    <p:embeddedFont>
      <p:font typeface="Be Vietnam Pro Medium"/>
      <p:regular r:id="rId5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notesMaster" Target="notesMasters/notesMaster1.xml"/><Relationship Id="rId48" Type="http://schemas.openxmlformats.org/officeDocument/2006/relationships/presProps" Target="presProps.xml"/><Relationship Id="rId49" Type="http://schemas.openxmlformats.org/officeDocument/2006/relationships/viewProps" Target="viewProps.xml"/><Relationship Id="rId50" Type="http://schemas.openxmlformats.org/officeDocument/2006/relationships/theme" Target="theme/theme1.xml"/><Relationship Id="rId51" Type="http://schemas.openxmlformats.org/officeDocument/2006/relationships/tableStyles" Target="tableStyles.xml"/><Relationship Id="rId52" Type="http://schemas.openxmlformats.org/officeDocument/2006/relationships/font" Target="fonts/font1.fntdata"/><Relationship Id="rId53" Type="http://schemas.openxmlformats.org/officeDocument/2006/relationships/font" Target="fonts/font2.fntdata"/><Relationship Id="rId54" Type="http://schemas.openxmlformats.org/officeDocument/2006/relationships/font" Target="fonts/font3.fntdata"/><Relationship Id="rId55" Type="http://schemas.openxmlformats.org/officeDocument/2006/relationships/font" Target="fonts/font4.fntdata"/><Relationship Id="rId56" Type="http://schemas.openxmlformats.org/officeDocument/2006/relationships/font" Target="fonts/font5.fntdata"/><Relationship Id="rId57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e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e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430250" y="3714750"/>
            <a:ext cx="1714500" cy="1714500"/>
          </a:xfrm>
          <a:prstGeom prst="ellipse">
            <a:avLst/>
          </a:prstGeom>
          <a:noFill/>
          <a:ln w="38100">
            <a:solidFill>
              <a:srgbClr val="2C30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2620625" y="2905125"/>
            <a:ext cx="3333750" cy="3333750"/>
          </a:xfrm>
          <a:prstGeom prst="ellipse">
            <a:avLst/>
          </a:prstGeom>
          <a:noFill/>
          <a:ln w="38100">
            <a:solidFill>
              <a:srgbClr val="2C30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11000" y="2095500"/>
            <a:ext cx="4953000" cy="4953000"/>
          </a:xfrm>
          <a:prstGeom prst="ellipse">
            <a:avLst/>
          </a:prstGeom>
          <a:noFill/>
          <a:ln w="38100">
            <a:solidFill>
              <a:srgbClr val="2C30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001375" y="1285875"/>
            <a:ext cx="6572250" cy="6572250"/>
          </a:xfrm>
          <a:prstGeom prst="ellipse">
            <a:avLst/>
          </a:prstGeom>
          <a:noFill/>
          <a:ln w="38100">
            <a:solidFill>
              <a:srgbClr val="2C30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191750" y="476250"/>
            <a:ext cx="8191500" cy="8191500"/>
          </a:xfrm>
          <a:prstGeom prst="ellipse">
            <a:avLst/>
          </a:prstGeom>
          <a:noFill/>
          <a:ln w="38100">
            <a:solidFill>
              <a:srgbClr val="2C30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382125" y="-333375"/>
            <a:ext cx="9810750" cy="9810750"/>
          </a:xfrm>
          <a:prstGeom prst="ellipse">
            <a:avLst/>
          </a:prstGeom>
          <a:noFill/>
          <a:ln w="38100">
            <a:solidFill>
              <a:srgbClr val="2C304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039850" y="4324350"/>
            <a:ext cx="495300" cy="495300"/>
          </a:xfrm>
          <a:prstGeom prst="ellipse">
            <a:avLst/>
          </a:prstGeom>
          <a:solidFill>
            <a:srgbClr val="FF6A4D">
              <a:alpha val="7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9144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spc="427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NÃO</a:t>
            </a:r>
            <a:r>
              <a:rPr lang="en-US" sz="2100" b="1" spc="440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100" b="1" spc="449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100" b="1" spc="444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100" b="1" spc="423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L07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914400" y="1619250"/>
            <a:ext cx="14287500" cy="3810000"/>
          </a:xfrm>
          <a:prstGeom prst="rect">
            <a:avLst/>
          </a:prstGeom>
          <a:noFill/>
          <a:ln/>
        </p:spPr>
        <p:txBody>
          <a:bodyPr wrap="square" lIns="0" tIns="72009" rIns="0" bIns="-72009" rtlCol="0" anchor="t"/>
          <a:lstStyle/>
          <a:p>
            <a:pPr algn="l" indent="0" marL="0">
              <a:lnSpc>
                <a:spcPts val="8424"/>
              </a:lnSpc>
              <a:buNone/>
            </a:pPr>
            <a:r>
              <a:rPr lang="en-US" sz="81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Hệ</a:t>
            </a:r>
            <a:r>
              <a:rPr lang="en-US" sz="81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viền</a:t>
            </a:r>
            <a:r>
              <a:rPr lang="en-US" sz="8100" dirty="0" spc="-8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81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các</a:t>
            </a:r>
            <a:r>
              <a:rPr lang="en-US" sz="81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nhân</a:t>
            </a:r>
            <a:r>
              <a:rPr lang="en-US" sz="81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nằm</a:t>
            </a:r>
            <a:r>
              <a:rPr lang="en-US" sz="81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sâu</a:t>
            </a:r>
            <a:r>
              <a:rPr lang="en-US" sz="81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của</a:t>
            </a:r>
            <a:r>
              <a:rPr lang="en-US" sz="81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não</a:t>
            </a:r>
            <a:endParaRPr lang="en-US" sz="8100" dirty="0"/>
          </a:p>
        </p:txBody>
      </p:sp>
      <p:sp>
        <p:nvSpPr>
          <p:cNvPr id="11" name="Text 9"/>
          <p:cNvSpPr/>
          <p:nvPr/>
        </p:nvSpPr>
        <p:spPr>
          <a:xfrm>
            <a:off x="914400" y="5619750"/>
            <a:ext cx="13335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68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Vì</a:t>
            </a:r>
            <a:r>
              <a:rPr lang="en-US" sz="3300" dirty="0" spc="-1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sao</a:t>
            </a:r>
            <a:r>
              <a:rPr lang="en-US" sz="3300" dirty="0" spc="22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những</a:t>
            </a:r>
            <a:r>
              <a:rPr lang="en-US" sz="3300" dirty="0" spc="0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khối</a:t>
            </a:r>
            <a:r>
              <a:rPr lang="en-US" sz="3300" dirty="0" spc="-4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nhỏ</a:t>
            </a:r>
            <a:r>
              <a:rPr lang="en-US" sz="3300" dirty="0" spc="-1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nằm</a:t>
            </a:r>
            <a:r>
              <a:rPr lang="en-US" sz="3300" dirty="0" spc="0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sâu</a:t>
            </a:r>
            <a:r>
              <a:rPr lang="en-US" sz="3300" dirty="0" spc="-23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trong</a:t>
            </a:r>
            <a:r>
              <a:rPr lang="en-US" sz="3300" dirty="0" spc="0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não</a:t>
            </a:r>
            <a:r>
              <a:rPr lang="en-US" sz="3300" dirty="0" spc="-1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lại</a:t>
            </a:r>
            <a:r>
              <a:rPr lang="en-US" sz="3300" dirty="0" spc="-2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dính</a:t>
            </a:r>
            <a:r>
              <a:rPr lang="en-US" sz="3300" dirty="0" spc="6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đến</a:t>
            </a:r>
            <a:r>
              <a:rPr lang="en-US" sz="3300" dirty="0" spc="-6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sợ,</a:t>
            </a:r>
            <a:r>
              <a:rPr lang="en-US" sz="3300" dirty="0" spc="-3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nhớ</a:t>
            </a:r>
            <a:r>
              <a:rPr lang="en-US" sz="3300" dirty="0" spc="-26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3300" dirty="0" spc="-2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thói</a:t>
            </a:r>
            <a:r>
              <a:rPr lang="en-US" sz="3300" dirty="0" spc="-3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quen?</a:t>
            </a:r>
            <a:endParaRPr lang="en-US" sz="3300" dirty="0"/>
          </a:p>
        </p:txBody>
      </p:sp>
      <p:sp>
        <p:nvSpPr>
          <p:cNvPr id="12" name="Shape 10"/>
          <p:cNvSpPr/>
          <p:nvPr/>
        </p:nvSpPr>
        <p:spPr>
          <a:xfrm>
            <a:off x="914400" y="7429500"/>
            <a:ext cx="3914775" cy="1619250"/>
          </a:xfrm>
          <a:prstGeom prst="roundRect">
            <a:avLst>
              <a:gd name="adj" fmla="val 16471"/>
            </a:avLst>
          </a:prstGeom>
          <a:solidFill>
            <a:srgbClr val="1E212B"/>
          </a:solidFill>
          <a:ln w="38100">
            <a:solidFill>
              <a:srgbClr val="FF6A4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81100" y="7429500"/>
            <a:ext cx="3381375" cy="161925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b="1" dirty="0" spc="-3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Trí</a:t>
            </a: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r>
              <a:rPr lang="en-US" sz="2550" b="1" dirty="0" spc="-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cảm xúc</a:t>
            </a:r>
            <a:endParaRPr lang="en-US" sz="2550" dirty="0"/>
          </a:p>
        </p:txBody>
      </p:sp>
      <p:sp>
        <p:nvSpPr>
          <p:cNvPr id="14" name="Shape 12"/>
          <p:cNvSpPr/>
          <p:nvPr/>
        </p:nvSpPr>
        <p:spPr>
          <a:xfrm>
            <a:off x="5095875" y="7429500"/>
            <a:ext cx="3914775" cy="1619250"/>
          </a:xfrm>
          <a:prstGeom prst="roundRect">
            <a:avLst>
              <a:gd name="adj" fmla="val 16471"/>
            </a:avLst>
          </a:prstGeom>
          <a:solidFill>
            <a:srgbClr val="1E212B"/>
          </a:solidFill>
          <a:ln w="38100">
            <a:solidFill>
              <a:srgbClr val="7C93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62575" y="7429500"/>
            <a:ext cx="3381375" cy="161925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b="1" dirty="0" spc="-4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Trạm</a:t>
            </a:r>
            <a:r>
              <a:rPr lang="en-US" sz="2550" b="1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hormone</a:t>
            </a:r>
            <a:endParaRPr lang="en-US" sz="2550" dirty="0"/>
          </a:p>
        </p:txBody>
      </p:sp>
      <p:sp>
        <p:nvSpPr>
          <p:cNvPr id="16" name="Shape 14"/>
          <p:cNvSpPr/>
          <p:nvPr/>
        </p:nvSpPr>
        <p:spPr>
          <a:xfrm>
            <a:off x="9277350" y="7429500"/>
            <a:ext cx="3914775" cy="1619250"/>
          </a:xfrm>
          <a:prstGeom prst="roundRect">
            <a:avLst>
              <a:gd name="adj" fmla="val 16471"/>
            </a:avLst>
          </a:prstGeom>
          <a:solidFill>
            <a:srgbClr val="1E212B"/>
          </a:solidFill>
          <a:ln w="38100">
            <a:solidFill>
              <a:srgbClr val="FFB45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544050" y="7429500"/>
            <a:ext cx="3381375" cy="161925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Hành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550" b="1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thói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quen</a:t>
            </a:r>
            <a:endParaRPr lang="en-US" sz="2550" dirty="0"/>
          </a:p>
        </p:txBody>
      </p:sp>
      <p:sp>
        <p:nvSpPr>
          <p:cNvPr id="18" name="Shape 16"/>
          <p:cNvSpPr/>
          <p:nvPr/>
        </p:nvSpPr>
        <p:spPr>
          <a:xfrm>
            <a:off x="13458825" y="7429500"/>
            <a:ext cx="3914775" cy="1619250"/>
          </a:xfrm>
          <a:prstGeom prst="roundRect">
            <a:avLst>
              <a:gd name="adj" fmla="val 16471"/>
            </a:avLst>
          </a:prstGeom>
          <a:solidFill>
            <a:srgbClr val="1E212B"/>
          </a:solidFill>
          <a:ln w="38100">
            <a:solidFill>
              <a:srgbClr val="3DD6A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725525" y="7429500"/>
            <a:ext cx="3381375" cy="161925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Cơ</a:t>
            </a: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550" b="1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chú ý</a:t>
            </a:r>
            <a:endParaRPr lang="en-US" sz="2550" dirty="0"/>
          </a:p>
        </p:txBody>
      </p:sp>
      <p:sp>
        <p:nvSpPr>
          <p:cNvPr id="20" name="Shape 1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1" name="Moda image moda-export-watermark-9fc00381-1d09-42db-8fdc-a84786af7e0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Câu hỏi của</a:t>
            </a:r>
            <a:r>
              <a:rPr lang="en-US" sz="5700" dirty="0" spc="-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bài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952750"/>
            <a:ext cx="152400" cy="40005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4" name="Text 2"/>
          <p:cNvSpPr/>
          <p:nvPr/>
        </p:nvSpPr>
        <p:spPr>
          <a:xfrm>
            <a:off x="1485900" y="2857500"/>
            <a:ext cx="15811500" cy="4191000"/>
          </a:xfrm>
          <a:prstGeom prst="rect">
            <a:avLst/>
          </a:prstGeom>
          <a:noFill/>
          <a:ln/>
        </p:spPr>
        <p:txBody>
          <a:bodyPr wrap="square" lIns="0" tIns="35052" rIns="0" bIns="-35052" rtlCol="0" anchor="ctr"/>
          <a:lstStyle/>
          <a:p>
            <a:pPr algn="l" indent="0" marL="0">
              <a:lnSpc>
                <a:spcPts val="7728"/>
              </a:lnSpc>
              <a:buNone/>
            </a:pP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Vì sao</a:t>
            </a:r>
            <a:r>
              <a:rPr lang="en-US" sz="6900" dirty="0" spc="-5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vài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khối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nhỏ nằm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sâu</a:t>
            </a:r>
            <a:r>
              <a:rPr lang="en-US" sz="6900" dirty="0" spc="-1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trong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não lại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dính</a:t>
            </a:r>
            <a:r>
              <a:rPr lang="en-US" sz="6900" dirty="0" spc="1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đến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</a:t>
            </a:r>
            <a:pPr algn="l" indent="0" marL="0">
              <a:lnSpc>
                <a:spcPts val="7728"/>
              </a:lnSpc>
              <a:buNone/>
            </a:pPr>
            <a:r>
              <a:rPr lang="en-US" sz="6900" dirty="0" spc="2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nỗi</a:t>
            </a:r>
            <a:r>
              <a:rPr lang="en-US" sz="6900" dirty="0" spc="-73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sợ,</a:t>
            </a:r>
            <a:r>
              <a:rPr lang="en-US" sz="6900" dirty="0" spc="0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trí</a:t>
            </a:r>
            <a:r>
              <a:rPr lang="en-US" sz="6900" dirty="0" spc="-58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nhớ,</a:t>
            </a:r>
            <a:r>
              <a:rPr lang="en-US" sz="6900" dirty="0" spc="-44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cơn</a:t>
            </a:r>
            <a:r>
              <a:rPr lang="en-US" sz="6900" dirty="0" spc="13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đói</a:t>
            </a:r>
            <a:r>
              <a:rPr lang="en-US" sz="6900" dirty="0" spc="-76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6900" dirty="0" spc="2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thói</a:t>
            </a:r>
            <a:r>
              <a:rPr lang="en-US" sz="6900" dirty="0" spc="5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quen</a:t>
            </a:r>
            <a:pPr algn="l" indent="0" marL="0">
              <a:lnSpc>
                <a:spcPts val="7728"/>
              </a:lnSpc>
              <a:buNone/>
            </a:pPr>
            <a:r>
              <a:rPr lang="en-US" sz="69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?</a:t>
            </a:r>
            <a:endParaRPr lang="en-US" sz="6900" dirty="0"/>
          </a:p>
        </p:txBody>
      </p:sp>
      <p:sp>
        <p:nvSpPr>
          <p:cNvPr id="5" name="Text 3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 [S4]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4932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35591" y="9552517"/>
            <a:ext cx="135467" cy="135467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8" name="Shape 6"/>
          <p:cNvSpPr/>
          <p:nvPr/>
        </p:nvSpPr>
        <p:spPr>
          <a:xfrm>
            <a:off x="135572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55892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76212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96532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216852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237172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25749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27781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29813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31845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338772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359092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379412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3997320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4200520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4403720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4606919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4810119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5013319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5216518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5419718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5622918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5826117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6029317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6232517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64357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66389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68421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70453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724851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745171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765491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785811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806131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826451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846771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867091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887411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907731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928051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948371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968691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989011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Text 49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3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L07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02/45</a:t>
            </a:r>
            <a:endParaRPr lang="en-US" sz="1800" dirty="0"/>
          </a:p>
        </p:txBody>
      </p:sp>
      <p:sp>
        <p:nvSpPr>
          <p:cNvPr id="52" name="Shape 5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3" name="Moda image moda-export-watermark-e191848a-a828-4b75-807c-b29de6fdeb3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Bảy</a:t>
            </a:r>
            <a:r>
              <a:rPr lang="en-US" sz="57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bộ</a:t>
            </a:r>
            <a:r>
              <a:rPr lang="en-US" sz="57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phận,</a:t>
            </a:r>
            <a:r>
              <a:rPr lang="en-US" sz="5700" dirty="0" spc="-6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xếp</a:t>
            </a:r>
            <a:r>
              <a:rPr lang="en-US" sz="57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thành</a:t>
            </a: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bốn</a:t>
            </a: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nhóm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3048000"/>
            <a:ext cx="3857625" cy="4953000"/>
          </a:xfrm>
          <a:prstGeom prst="roundRect">
            <a:avLst>
              <a:gd name="adj" fmla="val 6914"/>
            </a:avLst>
          </a:prstGeom>
          <a:solidFill>
            <a:srgbClr val="E8E0CF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3048000"/>
            <a:ext cx="3857625" cy="1524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543300"/>
            <a:ext cx="3095625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23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01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1295400" y="4857750"/>
            <a:ext cx="3095625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3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Trí</a:t>
            </a: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r>
              <a:rPr lang="en-US" sz="2700" b="1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cảm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xúc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1295400" y="6000750"/>
            <a:ext cx="3095625" cy="1905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hạnh</a:t>
            </a:r>
            <a:r>
              <a:rPr lang="en-US" sz="25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nhân,</a:t>
            </a:r>
            <a:r>
              <a:rPr lang="en-US" sz="25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hải</a:t>
            </a:r>
            <a:r>
              <a:rPr lang="en-US" sz="25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5114925" y="3048000"/>
            <a:ext cx="3857625" cy="4953000"/>
          </a:xfrm>
          <a:prstGeom prst="roundRect">
            <a:avLst>
              <a:gd name="adj" fmla="val 6914"/>
            </a:avLst>
          </a:prstGeom>
          <a:solidFill>
            <a:srgbClr val="E8E0CF"/>
          </a:solidFill>
          <a:ln/>
        </p:spPr>
      </p:sp>
      <p:sp>
        <p:nvSpPr>
          <p:cNvPr id="9" name="Shape 7"/>
          <p:cNvSpPr/>
          <p:nvPr/>
        </p:nvSpPr>
        <p:spPr>
          <a:xfrm>
            <a:off x="5114925" y="3048000"/>
            <a:ext cx="3857625" cy="1524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10" name="Text 8"/>
          <p:cNvSpPr/>
          <p:nvPr/>
        </p:nvSpPr>
        <p:spPr>
          <a:xfrm>
            <a:off x="5495925" y="3543300"/>
            <a:ext cx="3095625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4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02</a:t>
            </a:r>
            <a:endParaRPr lang="en-US" sz="7200" dirty="0"/>
          </a:p>
        </p:txBody>
      </p:sp>
      <p:sp>
        <p:nvSpPr>
          <p:cNvPr id="11" name="Text 9"/>
          <p:cNvSpPr/>
          <p:nvPr/>
        </p:nvSpPr>
        <p:spPr>
          <a:xfrm>
            <a:off x="5495925" y="4857750"/>
            <a:ext cx="3095625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4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Trạm</a:t>
            </a:r>
            <a:r>
              <a:rPr lang="en-US" sz="2700" b="1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7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hormone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5495925" y="6000750"/>
            <a:ext cx="3095625" cy="1905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1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đồi</a:t>
            </a:r>
            <a:r>
              <a:rPr lang="en-US" sz="25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thị,</a:t>
            </a:r>
            <a:r>
              <a:rPr lang="en-US" sz="25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vùng</a:t>
            </a:r>
            <a:r>
              <a:rPr lang="en-US" sz="2550" dirty="0" spc="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dưới</a:t>
            </a:r>
            <a:r>
              <a:rPr lang="en-US" sz="2550" dirty="0" spc="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đồi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9315450" y="3048000"/>
            <a:ext cx="3857625" cy="4953000"/>
          </a:xfrm>
          <a:prstGeom prst="roundRect">
            <a:avLst>
              <a:gd name="adj" fmla="val 6914"/>
            </a:avLst>
          </a:prstGeom>
          <a:solidFill>
            <a:srgbClr val="E8E0CF"/>
          </a:solidFill>
          <a:ln/>
        </p:spPr>
      </p:sp>
      <p:sp>
        <p:nvSpPr>
          <p:cNvPr id="14" name="Shape 12"/>
          <p:cNvSpPr/>
          <p:nvPr/>
        </p:nvSpPr>
        <p:spPr>
          <a:xfrm>
            <a:off x="9315450" y="3048000"/>
            <a:ext cx="3857625" cy="1524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15" name="Text 13"/>
          <p:cNvSpPr/>
          <p:nvPr/>
        </p:nvSpPr>
        <p:spPr>
          <a:xfrm>
            <a:off x="9696450" y="3543300"/>
            <a:ext cx="3095625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11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03</a:t>
            </a:r>
            <a:endParaRPr lang="en-US" sz="7200" dirty="0"/>
          </a:p>
        </p:txBody>
      </p:sp>
      <p:sp>
        <p:nvSpPr>
          <p:cNvPr id="16" name="Text 14"/>
          <p:cNvSpPr/>
          <p:nvPr/>
        </p:nvSpPr>
        <p:spPr>
          <a:xfrm>
            <a:off x="9696450" y="4857750"/>
            <a:ext cx="3095625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Hành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700" b="1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thói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quen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9696450" y="6000750"/>
            <a:ext cx="3095625" cy="1905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hạch nền,</a:t>
            </a:r>
            <a:r>
              <a:rPr lang="en-US" sz="25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 accumbens</a:t>
            </a:r>
            <a:endParaRPr lang="en-US" sz="2550" dirty="0"/>
          </a:p>
        </p:txBody>
      </p:sp>
      <p:sp>
        <p:nvSpPr>
          <p:cNvPr id="18" name="Shape 16"/>
          <p:cNvSpPr/>
          <p:nvPr/>
        </p:nvSpPr>
        <p:spPr>
          <a:xfrm>
            <a:off x="13515975" y="3048000"/>
            <a:ext cx="3857625" cy="4953000"/>
          </a:xfrm>
          <a:prstGeom prst="roundRect">
            <a:avLst>
              <a:gd name="adj" fmla="val 6914"/>
            </a:avLst>
          </a:prstGeom>
          <a:solidFill>
            <a:srgbClr val="E8E0CF"/>
          </a:solidFill>
          <a:ln/>
        </p:spPr>
      </p:sp>
      <p:sp>
        <p:nvSpPr>
          <p:cNvPr id="19" name="Shape 17"/>
          <p:cNvSpPr/>
          <p:nvPr/>
        </p:nvSpPr>
        <p:spPr>
          <a:xfrm>
            <a:off x="13515975" y="3048000"/>
            <a:ext cx="3857625" cy="1524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20" name="Text 18"/>
          <p:cNvSpPr/>
          <p:nvPr/>
        </p:nvSpPr>
        <p:spPr>
          <a:xfrm>
            <a:off x="13896975" y="3543300"/>
            <a:ext cx="3095625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1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04</a:t>
            </a:r>
            <a:endParaRPr lang="en-US" sz="7200" dirty="0"/>
          </a:p>
        </p:txBody>
      </p:sp>
      <p:sp>
        <p:nvSpPr>
          <p:cNvPr id="21" name="Text 19"/>
          <p:cNvSpPr/>
          <p:nvPr/>
        </p:nvSpPr>
        <p:spPr>
          <a:xfrm>
            <a:off x="13896975" y="4857750"/>
            <a:ext cx="3095625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Cơ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700" b="1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chú</a:t>
            </a: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13896975" y="6000750"/>
            <a:ext cx="3095625" cy="1905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thùy</a:t>
            </a:r>
            <a:r>
              <a:rPr lang="en-US" sz="2550" dirty="0" spc="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đảo,</a:t>
            </a:r>
            <a:r>
              <a:rPr lang="en-US" sz="2550" dirty="0" spc="-1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vỏ</a:t>
            </a:r>
            <a:r>
              <a:rPr lang="en-US" sz="25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vòng</a:t>
            </a:r>
            <a:r>
              <a:rPr lang="en-US" sz="2550" dirty="0" spc="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đai</a:t>
            </a:r>
            <a:r>
              <a:rPr lang="en-US" sz="2550" dirty="0" spc="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endParaRPr lang="en-US" sz="2550" dirty="0"/>
          </a:p>
        </p:txBody>
      </p:sp>
      <p:sp>
        <p:nvSpPr>
          <p:cNvPr id="23" name="Text 21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94932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15252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338791" y="9552517"/>
            <a:ext cx="135467" cy="135467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7" name="Shape 25"/>
          <p:cNvSpPr/>
          <p:nvPr/>
        </p:nvSpPr>
        <p:spPr>
          <a:xfrm>
            <a:off x="155892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76212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96532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216852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237172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25749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27781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29813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31845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338772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359092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379412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3997320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4200520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4403720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4606919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4810119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5013319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5216518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5419718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5622918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5826117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6029317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6232517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64357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66389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68421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70453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724851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745171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765491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785811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806131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826451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846771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867091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887411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907731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928051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948371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968691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989011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9" name="Text 67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3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L07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03/45</a:t>
            </a:r>
            <a:endParaRPr lang="en-US" sz="1800" dirty="0"/>
          </a:p>
        </p:txBody>
      </p:sp>
      <p:sp>
        <p:nvSpPr>
          <p:cNvPr id="70" name="Shape 6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71" name="Moda image moda-export-watermark-e47fed85-e67a-40d5-b0cd-a751a790bfd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Hệ</a:t>
            </a:r>
            <a:r>
              <a:rPr lang="en-US" sz="57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viền:</a:t>
            </a:r>
            <a:r>
              <a:rPr lang="en-US" sz="5700" dirty="0" spc="-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cái</a:t>
            </a:r>
            <a:r>
              <a:rPr lang="en-US" sz="57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nhãn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chỉ khu</a:t>
            </a:r>
            <a:r>
              <a:rPr lang="en-US" sz="5700" dirty="0" spc="-5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vực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819400"/>
            <a:ext cx="95250" cy="550545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4" name="Text 2"/>
          <p:cNvSpPr/>
          <p:nvPr/>
        </p:nvSpPr>
        <p:spPr>
          <a:xfrm>
            <a:off x="1295400" y="2762250"/>
            <a:ext cx="10572750" cy="5619750"/>
          </a:xfrm>
          <a:prstGeom prst="rect">
            <a:avLst/>
          </a:prstGeom>
          <a:noFill/>
          <a:ln/>
        </p:spPr>
        <p:txBody>
          <a:bodyPr wrap="square" lIns="0" tIns="10843" rIns="0" bIns="-10843" rtlCol="0" anchor="t"/>
          <a:lstStyle/>
          <a:p>
            <a:pPr algn="l" indent="0" marL="0">
              <a:lnSpc>
                <a:spcPts val="3848"/>
              </a:lnSpc>
              <a:buNone/>
            </a:pPr>
            <a:r>
              <a:rPr lang="en-US" sz="2850" b="1" dirty="0" spc="-10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Hệ</a:t>
            </a:r>
            <a:r>
              <a:rPr lang="en-US" sz="2850" b="1" dirty="0" spc="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viền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(limbic</a:t>
            </a:r>
            <a:r>
              <a:rPr lang="en-US" sz="2850" dirty="0" spc="-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system)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8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tập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 cấu trúc, có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cái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nằm</a:t>
            </a:r>
            <a:r>
              <a:rPr lang="en-US" sz="285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dưới</a:t>
            </a:r>
            <a:r>
              <a:rPr lang="en-US" sz="28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vỏ</a:t>
            </a:r>
            <a:r>
              <a:rPr lang="en-US" sz="285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cái</a:t>
            </a:r>
            <a:r>
              <a:rPr lang="en-US" sz="28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thuộc</a:t>
            </a:r>
            <a:r>
              <a:rPr lang="en-US" sz="285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vỏ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não, ở phía</a:t>
            </a:r>
            <a:r>
              <a:rPr lang="en-US" sz="2850" dirty="0" spc="-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thân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não</a:t>
            </a:r>
            <a:r>
              <a:rPr lang="en-US" sz="28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[S1]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850" dirty="0" spc="-6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285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850" dirty="0" spc="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đến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8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Paul</a:t>
            </a:r>
            <a:r>
              <a:rPr lang="en-US" sz="28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Broca: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"limbus"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8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đường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viền, chỉ</a:t>
            </a:r>
            <a:r>
              <a:rPr lang="en-US" sz="28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dãy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cấu trúc</a:t>
            </a:r>
            <a:r>
              <a:rPr lang="en-US" sz="28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gần</a:t>
            </a:r>
            <a:r>
              <a:rPr lang="en-US" sz="2850" dirty="0" spc="-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ranh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giới</a:t>
            </a:r>
            <a:r>
              <a:rPr lang="en-US" sz="285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giữa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thân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não</a:t>
            </a:r>
            <a:r>
              <a:rPr lang="en-US" sz="285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8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bán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28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[S1]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viền liên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850" dirty="0" spc="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đến</a:t>
            </a:r>
            <a:r>
              <a:rPr lang="en-US" sz="2850" dirty="0" spc="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trí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nhớ,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cảm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xúc,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r>
              <a:rPr lang="en-US" sz="28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vi,</a:t>
            </a:r>
            <a:r>
              <a:rPr lang="en-US" sz="285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850" dirty="0" spc="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lực</a:t>
            </a:r>
            <a:r>
              <a:rPr lang="en-US" sz="285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khứu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giác</a:t>
            </a:r>
            <a:r>
              <a:rPr lang="en-US" sz="28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[S1]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Danh</a:t>
            </a:r>
            <a:r>
              <a:rPr lang="en-US" sz="28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cấu trúc</a:t>
            </a:r>
            <a:r>
              <a:rPr lang="en-US" sz="2850" dirty="0" spc="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850" dirty="0" spc="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 nhiều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lần;</a:t>
            </a:r>
            <a:r>
              <a:rPr lang="en-US" sz="28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 phần chính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8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b="1" dirty="0" spc="-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hải mã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,</a:t>
            </a:r>
            <a:r>
              <a:rPr lang="en-US" sz="28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b="1" dirty="0" spc="-3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hạnh</a:t>
            </a:r>
            <a:r>
              <a:rPr lang="en-US" sz="2850" b="1" dirty="0" spc="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b="1" dirty="0" spc="-34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vỏ</a:t>
            </a:r>
            <a:r>
              <a:rPr lang="en-US" sz="2850" b="1" dirty="0" spc="-18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vòng</a:t>
            </a:r>
            <a:r>
              <a:rPr lang="en-US" sz="2850" b="1" dirty="0" spc="1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đai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[S1]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endParaRPr lang="en-US" sz="2850" dirty="0"/>
          </a:p>
        </p:txBody>
      </p:sp>
      <p:sp>
        <p:nvSpPr>
          <p:cNvPr id="5" name="Shape 3"/>
          <p:cNvSpPr/>
          <p:nvPr/>
        </p:nvSpPr>
        <p:spPr>
          <a:xfrm>
            <a:off x="12325350" y="2762250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1E212B"/>
          </a:solidFill>
          <a:ln/>
        </p:spPr>
      </p:sp>
      <p:sp>
        <p:nvSpPr>
          <p:cNvPr id="6" name="Shape 4"/>
          <p:cNvSpPr/>
          <p:nvPr/>
        </p:nvSpPr>
        <p:spPr>
          <a:xfrm>
            <a:off x="12325350" y="2762250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7" name="Text 5"/>
          <p:cNvSpPr/>
          <p:nvPr/>
        </p:nvSpPr>
        <p:spPr>
          <a:xfrm>
            <a:off x="12630150" y="3028950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4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Ở</a:t>
            </a:r>
            <a:r>
              <a:rPr lang="en-US" sz="1950" dirty="0" spc="5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đâu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2630150" y="3486150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quanh</a:t>
            </a:r>
            <a:r>
              <a:rPr lang="en-US" sz="2400" dirty="0" spc="-1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ranh</a:t>
            </a:r>
            <a:r>
              <a:rPr lang="en-US" sz="240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giới</a:t>
            </a:r>
            <a:r>
              <a:rPr lang="en-US" sz="24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thân</a:t>
            </a:r>
            <a:r>
              <a:rPr lang="en-US" sz="240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não</a:t>
            </a:r>
            <a:r>
              <a:rPr lang="en-US" sz="2400" dirty="0" spc="-2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24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bán</a:t>
            </a:r>
            <a:r>
              <a:rPr lang="en-US" sz="24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cầu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2325350" y="4714875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1E212B"/>
          </a:solidFill>
          <a:ln/>
        </p:spPr>
      </p:sp>
      <p:sp>
        <p:nvSpPr>
          <p:cNvPr id="10" name="Shape 8"/>
          <p:cNvSpPr/>
          <p:nvPr/>
        </p:nvSpPr>
        <p:spPr>
          <a:xfrm>
            <a:off x="12325350" y="4714875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11" name="Text 9"/>
          <p:cNvSpPr/>
          <p:nvPr/>
        </p:nvSpPr>
        <p:spPr>
          <a:xfrm>
            <a:off x="12630150" y="4981575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11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Làm</a:t>
            </a:r>
            <a:r>
              <a:rPr lang="en-US" sz="1950" dirty="0" spc="-4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gì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2630150" y="5438775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1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trí</a:t>
            </a:r>
            <a:r>
              <a:rPr lang="en-US" sz="24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nhớ,</a:t>
            </a:r>
            <a:r>
              <a:rPr lang="en-US" sz="24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cảm</a:t>
            </a:r>
            <a:r>
              <a:rPr lang="en-US" sz="24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xúc,</a:t>
            </a:r>
            <a:r>
              <a:rPr lang="en-US" sz="240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động</a:t>
            </a:r>
            <a:r>
              <a:rPr lang="en-US" sz="2400" dirty="0" spc="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lực,</a:t>
            </a:r>
            <a:r>
              <a:rPr lang="en-US" sz="2400" dirty="0" spc="2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khứu</a:t>
            </a:r>
            <a:r>
              <a:rPr lang="en-US" sz="24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giác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12325350" y="6657975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1E212B"/>
          </a:solidFill>
          <a:ln/>
        </p:spPr>
      </p:sp>
      <p:sp>
        <p:nvSpPr>
          <p:cNvPr id="14" name="Shape 12"/>
          <p:cNvSpPr/>
          <p:nvPr/>
        </p:nvSpPr>
        <p:spPr>
          <a:xfrm>
            <a:off x="12325350" y="6657975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15" name="Text 13"/>
          <p:cNvSpPr/>
          <p:nvPr/>
        </p:nvSpPr>
        <p:spPr>
          <a:xfrm>
            <a:off x="12630150" y="6924675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23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Đừng</a:t>
            </a:r>
            <a:r>
              <a:rPr lang="en-US" sz="1950" dirty="0" spc="0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hiểu</a:t>
            </a:r>
            <a:r>
              <a:rPr lang="en-US" sz="1950" dirty="0" spc="-3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nhầm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2630150" y="7381875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không</a:t>
            </a:r>
            <a:r>
              <a:rPr lang="en-US" sz="24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có</a:t>
            </a:r>
            <a:r>
              <a:rPr lang="en-US" sz="2400" dirty="0" spc="-1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ranh</a:t>
            </a:r>
            <a:r>
              <a:rPr lang="en-US" sz="240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giới</a:t>
            </a:r>
            <a:r>
              <a:rPr lang="en-US" sz="24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cố</a:t>
            </a:r>
            <a:r>
              <a:rPr lang="en-US" sz="2400" dirty="0" spc="1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định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4932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15252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35572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541991" y="9552517"/>
            <a:ext cx="135467" cy="135467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2" name="Shape 20"/>
          <p:cNvSpPr/>
          <p:nvPr/>
        </p:nvSpPr>
        <p:spPr>
          <a:xfrm>
            <a:off x="176212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96532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16852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37172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5749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27781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29813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1845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38772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59092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79412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997320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200520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403720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4606919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4810119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5013319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5216518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5419718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5622918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5826117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029317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6232517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64357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66389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8421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70453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724851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745171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765491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785811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806131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826451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846771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867091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887411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907731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928051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948371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968691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989011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3" name="Text 61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3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L07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04/45</a:t>
            </a:r>
            <a:endParaRPr lang="en-US" sz="1800" dirty="0"/>
          </a:p>
        </p:txBody>
      </p:sp>
      <p:sp>
        <p:nvSpPr>
          <p:cNvPr id="64" name="Shape 6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5" name="Moda image moda-export-watermark-2f5bc6fd-4c04-44a9-b25a-31e950178e4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Hệ</a:t>
            </a:r>
            <a:r>
              <a:rPr lang="en-US" sz="57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viền</a:t>
            </a:r>
            <a:r>
              <a:rPr lang="en-US" sz="5700" dirty="0" spc="-1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nhìn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 mặt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cắt</a:t>
            </a:r>
            <a:r>
              <a:rPr lang="en-US" sz="5700" dirty="0" spc="-3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giữa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247900"/>
            <a:ext cx="10096500" cy="609600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28575">
            <a:solidFill>
              <a:srgbClr val="2C3040"/>
            </a:solidFill>
            <a:prstDash val="solid"/>
          </a:ln>
        </p:spPr>
      </p:sp>
      <p:pic>
        <p:nvPicPr>
          <p:cNvPr id="4" name="Moda image rect-1792598330514-98412131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49442" y="2438400"/>
            <a:ext cx="8626415" cy="5715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8477250"/>
            <a:ext cx="16459200" cy="495300"/>
          </a:xfrm>
          <a:prstGeom prst="rect">
            <a:avLst/>
          </a:prstGeom>
          <a:noFill/>
          <a:ln/>
        </p:spPr>
        <p:txBody>
          <a:bodyPr wrap="square" lIns="0" tIns="14435" rIns="0" bIns="-14435" rtlCol="0" anchor="t"/>
          <a:lstStyle/>
          <a:p>
            <a:pPr algn="l" indent="0" marL="0">
              <a:lnSpc>
                <a:spcPts val="1815"/>
              </a:lnSpc>
              <a:buNone/>
            </a:pPr>
            <a:r>
              <a:rPr lang="en-US" sz="16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Hình: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Wikimedia,</a:t>
            </a:r>
            <a:r>
              <a:rPr lang="en-US" sz="16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giấy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16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</a:t>
            </a:r>
            <a:r>
              <a:rPr lang="en-US" sz="1650" dirty="0" spc="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CC</a:t>
            </a:r>
            <a:r>
              <a:rPr lang="en-US" sz="165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BY-NC-SA;</a:t>
            </a:r>
            <a:r>
              <a:rPr lang="en-US" sz="165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Hove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&amp;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Martinez,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(chương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2.6)</a:t>
            </a:r>
            <a:endParaRPr lang="en-US" sz="1650" dirty="0"/>
          </a:p>
        </p:txBody>
      </p:sp>
      <p:sp>
        <p:nvSpPr>
          <p:cNvPr id="6" name="Shape 3"/>
          <p:cNvSpPr/>
          <p:nvPr/>
        </p:nvSpPr>
        <p:spPr>
          <a:xfrm>
            <a:off x="11391900" y="2247900"/>
            <a:ext cx="5981700" cy="1352550"/>
          </a:xfrm>
          <a:prstGeom prst="roundRect">
            <a:avLst>
              <a:gd name="adj" fmla="val 14085"/>
            </a:avLst>
          </a:prstGeom>
          <a:solidFill>
            <a:srgbClr val="1E212B"/>
          </a:solidFill>
          <a:ln/>
        </p:spPr>
      </p:sp>
      <p:sp>
        <p:nvSpPr>
          <p:cNvPr id="7" name="Shape 4"/>
          <p:cNvSpPr/>
          <p:nvPr/>
        </p:nvSpPr>
        <p:spPr>
          <a:xfrm>
            <a:off x="11391900" y="2247900"/>
            <a:ext cx="114300" cy="135255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8" name="Text 5"/>
          <p:cNvSpPr/>
          <p:nvPr/>
        </p:nvSpPr>
        <p:spPr>
          <a:xfrm>
            <a:off x="11734800" y="2343150"/>
            <a:ext cx="5448300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5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Cingulate</a:t>
            </a:r>
            <a:r>
              <a:rPr lang="en-US" sz="2250" dirty="0" spc="3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gyrus</a:t>
            </a:r>
            <a:endParaRPr lang="en-US" sz="2250" dirty="0"/>
          </a:p>
        </p:txBody>
      </p:sp>
      <p:sp>
        <p:nvSpPr>
          <p:cNvPr id="9" name="Text 6"/>
          <p:cNvSpPr/>
          <p:nvPr/>
        </p:nvSpPr>
        <p:spPr>
          <a:xfrm>
            <a:off x="11734800" y="2790825"/>
            <a:ext cx="5448300" cy="76200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hồi</a:t>
            </a:r>
            <a:r>
              <a:rPr lang="en-US" sz="2550" dirty="0" spc="1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đai</a:t>
            </a:r>
            <a:endParaRPr lang="en-US" sz="2550" dirty="0"/>
          </a:p>
        </p:txBody>
      </p:sp>
      <p:sp>
        <p:nvSpPr>
          <p:cNvPr id="10" name="Shape 7"/>
          <p:cNvSpPr/>
          <p:nvPr/>
        </p:nvSpPr>
        <p:spPr>
          <a:xfrm>
            <a:off x="11391900" y="3829050"/>
            <a:ext cx="5981700" cy="1352550"/>
          </a:xfrm>
          <a:prstGeom prst="roundRect">
            <a:avLst>
              <a:gd name="adj" fmla="val 14085"/>
            </a:avLst>
          </a:prstGeom>
          <a:solidFill>
            <a:srgbClr val="1E212B"/>
          </a:solidFill>
          <a:ln/>
        </p:spPr>
      </p:sp>
      <p:sp>
        <p:nvSpPr>
          <p:cNvPr id="11" name="Shape 8"/>
          <p:cNvSpPr/>
          <p:nvPr/>
        </p:nvSpPr>
        <p:spPr>
          <a:xfrm>
            <a:off x="11391900" y="3829050"/>
            <a:ext cx="114300" cy="135255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12" name="Text 9"/>
          <p:cNvSpPr/>
          <p:nvPr/>
        </p:nvSpPr>
        <p:spPr>
          <a:xfrm>
            <a:off x="11734800" y="3924300"/>
            <a:ext cx="5448300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0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Thalamus,</a:t>
            </a:r>
            <a:r>
              <a:rPr lang="en-US" sz="2250" dirty="0" spc="-4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hypothalamus</a:t>
            </a:r>
            <a:endParaRPr lang="en-US" sz="2250" dirty="0"/>
          </a:p>
        </p:txBody>
      </p:sp>
      <p:sp>
        <p:nvSpPr>
          <p:cNvPr id="13" name="Text 10"/>
          <p:cNvSpPr/>
          <p:nvPr/>
        </p:nvSpPr>
        <p:spPr>
          <a:xfrm>
            <a:off x="11734800" y="4371975"/>
            <a:ext cx="5448300" cy="76200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dirty="0" spc="1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đồi</a:t>
            </a:r>
            <a:r>
              <a:rPr lang="en-US" sz="25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thị,</a:t>
            </a:r>
            <a:r>
              <a:rPr lang="en-US" sz="25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vùng</a:t>
            </a:r>
            <a:r>
              <a:rPr lang="en-US" sz="2550" dirty="0" spc="1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dưới</a:t>
            </a:r>
            <a:r>
              <a:rPr lang="en-US" sz="2550" dirty="0" spc="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đồi</a:t>
            </a:r>
            <a:endParaRPr lang="en-US" sz="2550" dirty="0"/>
          </a:p>
        </p:txBody>
      </p:sp>
      <p:sp>
        <p:nvSpPr>
          <p:cNvPr id="14" name="Shape 11"/>
          <p:cNvSpPr/>
          <p:nvPr/>
        </p:nvSpPr>
        <p:spPr>
          <a:xfrm>
            <a:off x="11391900" y="5410200"/>
            <a:ext cx="5981700" cy="1352550"/>
          </a:xfrm>
          <a:prstGeom prst="roundRect">
            <a:avLst>
              <a:gd name="adj" fmla="val 14085"/>
            </a:avLst>
          </a:prstGeom>
          <a:solidFill>
            <a:srgbClr val="1E212B"/>
          </a:solidFill>
          <a:ln/>
        </p:spPr>
      </p:sp>
      <p:sp>
        <p:nvSpPr>
          <p:cNvPr id="15" name="Shape 12"/>
          <p:cNvSpPr/>
          <p:nvPr/>
        </p:nvSpPr>
        <p:spPr>
          <a:xfrm>
            <a:off x="11391900" y="5410200"/>
            <a:ext cx="114300" cy="13525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16" name="Text 13"/>
          <p:cNvSpPr/>
          <p:nvPr/>
        </p:nvSpPr>
        <p:spPr>
          <a:xfrm>
            <a:off x="11734800" y="5505450"/>
            <a:ext cx="5448300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16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Amygdala</a:t>
            </a:r>
            <a:endParaRPr lang="en-US" sz="2250" dirty="0"/>
          </a:p>
        </p:txBody>
      </p:sp>
      <p:sp>
        <p:nvSpPr>
          <p:cNvPr id="17" name="Text 14"/>
          <p:cNvSpPr/>
          <p:nvPr/>
        </p:nvSpPr>
        <p:spPr>
          <a:xfrm>
            <a:off x="11734800" y="5953125"/>
            <a:ext cx="5448300" cy="76200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hạnh nhân</a:t>
            </a:r>
            <a:endParaRPr lang="en-US" sz="2550" dirty="0"/>
          </a:p>
        </p:txBody>
      </p:sp>
      <p:sp>
        <p:nvSpPr>
          <p:cNvPr id="18" name="Shape 15"/>
          <p:cNvSpPr/>
          <p:nvPr/>
        </p:nvSpPr>
        <p:spPr>
          <a:xfrm>
            <a:off x="11391900" y="6991350"/>
            <a:ext cx="5981700" cy="1352550"/>
          </a:xfrm>
          <a:prstGeom prst="roundRect">
            <a:avLst>
              <a:gd name="adj" fmla="val 14085"/>
            </a:avLst>
          </a:prstGeom>
          <a:solidFill>
            <a:srgbClr val="1E212B"/>
          </a:solidFill>
          <a:ln/>
        </p:spPr>
      </p:sp>
      <p:sp>
        <p:nvSpPr>
          <p:cNvPr id="19" name="Shape 16"/>
          <p:cNvSpPr/>
          <p:nvPr/>
        </p:nvSpPr>
        <p:spPr>
          <a:xfrm>
            <a:off x="11391900" y="6991350"/>
            <a:ext cx="114300" cy="13525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20" name="Text 17"/>
          <p:cNvSpPr/>
          <p:nvPr/>
        </p:nvSpPr>
        <p:spPr>
          <a:xfrm>
            <a:off x="11734800" y="7086600"/>
            <a:ext cx="5448300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1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Hippocampus</a:t>
            </a:r>
            <a:endParaRPr lang="en-US" sz="2250" dirty="0"/>
          </a:p>
        </p:txBody>
      </p:sp>
      <p:sp>
        <p:nvSpPr>
          <p:cNvPr id="21" name="Text 18"/>
          <p:cNvSpPr/>
          <p:nvPr/>
        </p:nvSpPr>
        <p:spPr>
          <a:xfrm>
            <a:off x="11734800" y="7534275"/>
            <a:ext cx="5448300" cy="76200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hải</a:t>
            </a:r>
            <a:r>
              <a:rPr lang="en-US" sz="255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mã</a:t>
            </a:r>
            <a:endParaRPr lang="en-US" sz="2550" dirty="0"/>
          </a:p>
        </p:txBody>
      </p:sp>
      <p:sp>
        <p:nvSpPr>
          <p:cNvPr id="22" name="Text 19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94932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1"/>
          <p:cNvSpPr/>
          <p:nvPr/>
        </p:nvSpPr>
        <p:spPr>
          <a:xfrm>
            <a:off x="115252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2"/>
          <p:cNvSpPr/>
          <p:nvPr/>
        </p:nvSpPr>
        <p:spPr>
          <a:xfrm>
            <a:off x="135572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3"/>
          <p:cNvSpPr/>
          <p:nvPr/>
        </p:nvSpPr>
        <p:spPr>
          <a:xfrm>
            <a:off x="155892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4"/>
          <p:cNvSpPr/>
          <p:nvPr/>
        </p:nvSpPr>
        <p:spPr>
          <a:xfrm>
            <a:off x="1745190" y="9552517"/>
            <a:ext cx="135467" cy="135467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8" name="Shape 25"/>
          <p:cNvSpPr/>
          <p:nvPr/>
        </p:nvSpPr>
        <p:spPr>
          <a:xfrm>
            <a:off x="196532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6"/>
          <p:cNvSpPr/>
          <p:nvPr/>
        </p:nvSpPr>
        <p:spPr>
          <a:xfrm>
            <a:off x="216852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7"/>
          <p:cNvSpPr/>
          <p:nvPr/>
        </p:nvSpPr>
        <p:spPr>
          <a:xfrm>
            <a:off x="237172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8"/>
          <p:cNvSpPr/>
          <p:nvPr/>
        </p:nvSpPr>
        <p:spPr>
          <a:xfrm>
            <a:off x="25749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29"/>
          <p:cNvSpPr/>
          <p:nvPr/>
        </p:nvSpPr>
        <p:spPr>
          <a:xfrm>
            <a:off x="27781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0"/>
          <p:cNvSpPr/>
          <p:nvPr/>
        </p:nvSpPr>
        <p:spPr>
          <a:xfrm>
            <a:off x="29813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1"/>
          <p:cNvSpPr/>
          <p:nvPr/>
        </p:nvSpPr>
        <p:spPr>
          <a:xfrm>
            <a:off x="31845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2"/>
          <p:cNvSpPr/>
          <p:nvPr/>
        </p:nvSpPr>
        <p:spPr>
          <a:xfrm>
            <a:off x="338772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3"/>
          <p:cNvSpPr/>
          <p:nvPr/>
        </p:nvSpPr>
        <p:spPr>
          <a:xfrm>
            <a:off x="359092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4"/>
          <p:cNvSpPr/>
          <p:nvPr/>
        </p:nvSpPr>
        <p:spPr>
          <a:xfrm>
            <a:off x="379412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5"/>
          <p:cNvSpPr/>
          <p:nvPr/>
        </p:nvSpPr>
        <p:spPr>
          <a:xfrm>
            <a:off x="3997320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6"/>
          <p:cNvSpPr/>
          <p:nvPr/>
        </p:nvSpPr>
        <p:spPr>
          <a:xfrm>
            <a:off x="4200520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7"/>
          <p:cNvSpPr/>
          <p:nvPr/>
        </p:nvSpPr>
        <p:spPr>
          <a:xfrm>
            <a:off x="4403720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8"/>
          <p:cNvSpPr/>
          <p:nvPr/>
        </p:nvSpPr>
        <p:spPr>
          <a:xfrm>
            <a:off x="4606919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39"/>
          <p:cNvSpPr/>
          <p:nvPr/>
        </p:nvSpPr>
        <p:spPr>
          <a:xfrm>
            <a:off x="4810119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0"/>
          <p:cNvSpPr/>
          <p:nvPr/>
        </p:nvSpPr>
        <p:spPr>
          <a:xfrm>
            <a:off x="5013319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1"/>
          <p:cNvSpPr/>
          <p:nvPr/>
        </p:nvSpPr>
        <p:spPr>
          <a:xfrm>
            <a:off x="5216518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2"/>
          <p:cNvSpPr/>
          <p:nvPr/>
        </p:nvSpPr>
        <p:spPr>
          <a:xfrm>
            <a:off x="5419718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3"/>
          <p:cNvSpPr/>
          <p:nvPr/>
        </p:nvSpPr>
        <p:spPr>
          <a:xfrm>
            <a:off x="5622918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4"/>
          <p:cNvSpPr/>
          <p:nvPr/>
        </p:nvSpPr>
        <p:spPr>
          <a:xfrm>
            <a:off x="5826117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5"/>
          <p:cNvSpPr/>
          <p:nvPr/>
        </p:nvSpPr>
        <p:spPr>
          <a:xfrm>
            <a:off x="6029317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6"/>
          <p:cNvSpPr/>
          <p:nvPr/>
        </p:nvSpPr>
        <p:spPr>
          <a:xfrm>
            <a:off x="6232517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7"/>
          <p:cNvSpPr/>
          <p:nvPr/>
        </p:nvSpPr>
        <p:spPr>
          <a:xfrm>
            <a:off x="64357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8"/>
          <p:cNvSpPr/>
          <p:nvPr/>
        </p:nvSpPr>
        <p:spPr>
          <a:xfrm>
            <a:off x="66389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49"/>
          <p:cNvSpPr/>
          <p:nvPr/>
        </p:nvSpPr>
        <p:spPr>
          <a:xfrm>
            <a:off x="68421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0"/>
          <p:cNvSpPr/>
          <p:nvPr/>
        </p:nvSpPr>
        <p:spPr>
          <a:xfrm>
            <a:off x="70453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1"/>
          <p:cNvSpPr/>
          <p:nvPr/>
        </p:nvSpPr>
        <p:spPr>
          <a:xfrm>
            <a:off x="724851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Shape 52"/>
          <p:cNvSpPr/>
          <p:nvPr/>
        </p:nvSpPr>
        <p:spPr>
          <a:xfrm>
            <a:off x="745171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Shape 53"/>
          <p:cNvSpPr/>
          <p:nvPr/>
        </p:nvSpPr>
        <p:spPr>
          <a:xfrm>
            <a:off x="765491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7" name="Shape 54"/>
          <p:cNvSpPr/>
          <p:nvPr/>
        </p:nvSpPr>
        <p:spPr>
          <a:xfrm>
            <a:off x="785811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Shape 55"/>
          <p:cNvSpPr/>
          <p:nvPr/>
        </p:nvSpPr>
        <p:spPr>
          <a:xfrm>
            <a:off x="806131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9" name="Shape 56"/>
          <p:cNvSpPr/>
          <p:nvPr/>
        </p:nvSpPr>
        <p:spPr>
          <a:xfrm>
            <a:off x="826451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0" name="Shape 57"/>
          <p:cNvSpPr/>
          <p:nvPr/>
        </p:nvSpPr>
        <p:spPr>
          <a:xfrm>
            <a:off x="846771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1" name="Shape 58"/>
          <p:cNvSpPr/>
          <p:nvPr/>
        </p:nvSpPr>
        <p:spPr>
          <a:xfrm>
            <a:off x="867091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2" name="Shape 59"/>
          <p:cNvSpPr/>
          <p:nvPr/>
        </p:nvSpPr>
        <p:spPr>
          <a:xfrm>
            <a:off x="887411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3" name="Shape 60"/>
          <p:cNvSpPr/>
          <p:nvPr/>
        </p:nvSpPr>
        <p:spPr>
          <a:xfrm>
            <a:off x="907731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4" name="Shape 61"/>
          <p:cNvSpPr/>
          <p:nvPr/>
        </p:nvSpPr>
        <p:spPr>
          <a:xfrm>
            <a:off x="928051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5" name="Shape 62"/>
          <p:cNvSpPr/>
          <p:nvPr/>
        </p:nvSpPr>
        <p:spPr>
          <a:xfrm>
            <a:off x="948371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6" name="Shape 63"/>
          <p:cNvSpPr/>
          <p:nvPr/>
        </p:nvSpPr>
        <p:spPr>
          <a:xfrm>
            <a:off x="968691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7" name="Shape 64"/>
          <p:cNvSpPr/>
          <p:nvPr/>
        </p:nvSpPr>
        <p:spPr>
          <a:xfrm>
            <a:off x="989011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8" name="Text 65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3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L07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05/45</a:t>
            </a:r>
            <a:endParaRPr lang="en-US" sz="1800" dirty="0"/>
          </a:p>
        </p:txBody>
      </p:sp>
      <p:sp>
        <p:nvSpPr>
          <p:cNvPr id="69" name="Shape 6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70" name="Moda image moda-export-watermark-af2c4c74-be8c-4d1f-9233-982e1a05c117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Hai cách</a:t>
            </a: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chia</a:t>
            </a:r>
            <a:r>
              <a:rPr lang="en-US" sz="5700" dirty="0" spc="-1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não,</a:t>
            </a: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hai</a:t>
            </a: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danh</a:t>
            </a: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sách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857500"/>
            <a:ext cx="8058150" cy="5334000"/>
          </a:xfrm>
          <a:prstGeom prst="roundRect">
            <a:avLst>
              <a:gd name="adj" fmla="val 5000"/>
            </a:avLst>
          </a:prstGeom>
          <a:solidFill>
            <a:srgbClr val="F8D9D0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2857500"/>
            <a:ext cx="133350" cy="53340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3200400"/>
            <a:ext cx="71437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Theo phôi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371600" y="4286250"/>
            <a:ext cx="7143750" cy="3143250"/>
          </a:xfrm>
          <a:prstGeom prst="rect">
            <a:avLst/>
          </a:prstGeom>
          <a:noFill/>
          <a:ln/>
        </p:spPr>
        <p:txBody>
          <a:bodyPr wrap="square" lIns="0" tIns="17002" rIns="0" bIns="-17002" rtlCol="0" anchor="t"/>
          <a:lstStyle/>
          <a:p>
            <a:pPr algn="l" indent="0" marL="0">
              <a:lnSpc>
                <a:spcPts val="4095"/>
              </a:lnSpc>
              <a:buNone/>
            </a:pPr>
            <a:r>
              <a:rPr lang="en-US" sz="3150" dirty="0" spc="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đồi</a:t>
            </a:r>
            <a:r>
              <a:rPr lang="en-US" sz="31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thị,</a:t>
            </a:r>
            <a:r>
              <a:rPr lang="en-US" sz="31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vùng</a:t>
            </a:r>
            <a:r>
              <a:rPr lang="en-US" sz="315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dưới</a:t>
            </a:r>
            <a:r>
              <a:rPr lang="en-US" sz="3150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đồi</a:t>
            </a:r>
            <a:r>
              <a:rPr lang="en-US" sz="31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thuộc</a:t>
            </a:r>
            <a:r>
              <a:rPr lang="en-US" sz="31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não</a:t>
            </a:r>
            <a:r>
              <a:rPr lang="en-US" sz="31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trung</a:t>
            </a:r>
            <a:r>
              <a:rPr lang="en-US" sz="31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gian;</a:t>
            </a:r>
            <a:r>
              <a:rPr lang="en-US" sz="31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hải</a:t>
            </a:r>
            <a:r>
              <a:rPr lang="en-US" sz="31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mã,</a:t>
            </a:r>
            <a:r>
              <a:rPr lang="en-US" sz="31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hạnh</a:t>
            </a:r>
            <a:r>
              <a:rPr lang="en-US" sz="31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nhân,</a:t>
            </a:r>
            <a:r>
              <a:rPr lang="en-US" sz="31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hạch</a:t>
            </a:r>
            <a:r>
              <a:rPr lang="en-US" sz="31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nền</a:t>
            </a:r>
            <a:r>
              <a:rPr lang="en-US" sz="31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thuộc</a:t>
            </a:r>
            <a:r>
              <a:rPr lang="en-US" sz="3150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đại</a:t>
            </a:r>
            <a:r>
              <a:rPr lang="en-US" sz="31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não</a:t>
            </a:r>
            <a:endParaRPr lang="en-US" sz="3150" dirty="0"/>
          </a:p>
        </p:txBody>
      </p:sp>
      <p:sp>
        <p:nvSpPr>
          <p:cNvPr id="7" name="Shape 5"/>
          <p:cNvSpPr/>
          <p:nvPr/>
        </p:nvSpPr>
        <p:spPr>
          <a:xfrm>
            <a:off x="9315450" y="2857500"/>
            <a:ext cx="8058150" cy="5334000"/>
          </a:xfrm>
          <a:prstGeom prst="roundRect">
            <a:avLst>
              <a:gd name="adj" fmla="val 5000"/>
            </a:avLst>
          </a:prstGeom>
          <a:solidFill>
            <a:srgbClr val="DDE3FA"/>
          </a:solidFill>
          <a:ln/>
        </p:spPr>
      </p:sp>
      <p:sp>
        <p:nvSpPr>
          <p:cNvPr id="8" name="Shape 6"/>
          <p:cNvSpPr/>
          <p:nvPr/>
        </p:nvSpPr>
        <p:spPr>
          <a:xfrm>
            <a:off x="9315450" y="2857500"/>
            <a:ext cx="133350" cy="53340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9" name="Text 7"/>
          <p:cNvSpPr/>
          <p:nvPr/>
        </p:nvSpPr>
        <p:spPr>
          <a:xfrm>
            <a:off x="9772650" y="3200400"/>
            <a:ext cx="71437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0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Theo</a:t>
            </a:r>
            <a:r>
              <a:rPr lang="en-US" sz="4200" dirty="0" spc="-32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chức</a:t>
            </a:r>
            <a:r>
              <a:rPr lang="en-US" sz="4200" dirty="0" spc="3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năng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9772650" y="4286250"/>
            <a:ext cx="7143750" cy="3143250"/>
          </a:xfrm>
          <a:prstGeom prst="rect">
            <a:avLst/>
          </a:prstGeom>
          <a:noFill/>
          <a:ln/>
        </p:spPr>
        <p:txBody>
          <a:bodyPr wrap="square" lIns="0" tIns="17002" rIns="0" bIns="-17002" rtlCol="0" anchor="t"/>
          <a:lstStyle/>
          <a:p>
            <a:pPr algn="l" indent="0" marL="0">
              <a:lnSpc>
                <a:spcPts val="4095"/>
              </a:lnSpc>
              <a:buNone/>
            </a:pPr>
            <a:r>
              <a:rPr lang="en-US" sz="3150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gom</a:t>
            </a:r>
            <a:r>
              <a:rPr lang="en-US" sz="3150" dirty="0" spc="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những</a:t>
            </a:r>
            <a:r>
              <a:rPr lang="en-US" sz="31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cấu</a:t>
            </a:r>
            <a:r>
              <a:rPr lang="en-US" sz="31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trúc</a:t>
            </a:r>
            <a:r>
              <a:rPr lang="en-US" sz="31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31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31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tham</a:t>
            </a:r>
            <a:r>
              <a:rPr lang="en-US" sz="31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</a:t>
            </a:r>
            <a:r>
              <a:rPr lang="en-US" sz="31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cảm</a:t>
            </a:r>
            <a:r>
              <a:rPr lang="en-US" sz="31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xúc</a:t>
            </a:r>
            <a:r>
              <a:rPr lang="en-US" sz="3150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3150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trí</a:t>
            </a:r>
            <a:r>
              <a:rPr lang="en-US" sz="31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3150" dirty="0"/>
          </a:p>
        </p:txBody>
      </p:sp>
      <p:sp>
        <p:nvSpPr>
          <p:cNvPr id="11" name="Text 9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4932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15252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35572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55892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76212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948390" y="9552517"/>
            <a:ext cx="135467" cy="135467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8" name="Shape 16"/>
          <p:cNvSpPr/>
          <p:nvPr/>
        </p:nvSpPr>
        <p:spPr>
          <a:xfrm>
            <a:off x="216852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237172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25749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7781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29813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31845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338772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359092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379412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3997320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4200520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4403720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4606919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4810119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5013319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5216518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5419718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5622918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5826117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6029317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6232517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64357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66389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68421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70453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724851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745171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765491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785811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806131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826451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846771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867091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887411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907731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928051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948371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968691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989011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7" name="Text 55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3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L07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06/45</a:t>
            </a:r>
            <a:endParaRPr lang="en-US" sz="1800" dirty="0"/>
          </a:p>
        </p:txBody>
      </p:sp>
      <p:sp>
        <p:nvSpPr>
          <p:cNvPr id="58" name="Shape 5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9" name="Moda image moda-export-watermark-c27cf4ed-e4c2-4e68-a201-e142df86a13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Hạnh</a:t>
            </a:r>
            <a:r>
              <a:rPr lang="en-US" sz="57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nhân:</a:t>
            </a:r>
            <a:r>
              <a:rPr lang="en-US" sz="5700" dirty="0" spc="-1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gắn</a:t>
            </a:r>
            <a:r>
              <a:rPr lang="en-US" sz="57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nhãn</a:t>
            </a:r>
            <a:r>
              <a:rPr lang="en-US" sz="5700" dirty="0" spc="-1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"đáng</a:t>
            </a: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chú</a:t>
            </a:r>
            <a:r>
              <a:rPr lang="en-US" sz="57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ý</a:t>
            </a:r>
            <a:r>
              <a:rPr lang="en-US" sz="5700" dirty="0" spc="-6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về</a:t>
            </a: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cảm</a:t>
            </a:r>
            <a:r>
              <a:rPr lang="en-US" sz="5700" dirty="0" spc="-3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xúc"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819400"/>
            <a:ext cx="95250" cy="550545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4" name="Text 2"/>
          <p:cNvSpPr/>
          <p:nvPr/>
        </p:nvSpPr>
        <p:spPr>
          <a:xfrm>
            <a:off x="1295400" y="2762250"/>
            <a:ext cx="10572750" cy="5619750"/>
          </a:xfrm>
          <a:prstGeom prst="rect">
            <a:avLst/>
          </a:prstGeom>
          <a:noFill/>
          <a:ln/>
        </p:spPr>
        <p:txBody>
          <a:bodyPr wrap="square" lIns="0" tIns="10843" rIns="0" bIns="-10843" rtlCol="0" anchor="t"/>
          <a:lstStyle/>
          <a:p>
            <a:pPr algn="l" indent="0" marL="0">
              <a:lnSpc>
                <a:spcPts val="3848"/>
              </a:lnSpc>
              <a:buNone/>
            </a:pPr>
            <a:r>
              <a:rPr lang="en-US" sz="2850" b="1" dirty="0" spc="-2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Hạnh</a:t>
            </a:r>
            <a:r>
              <a:rPr lang="en-US" sz="2850" b="1" dirty="0" spc="1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(amygdala)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mang</a:t>
            </a:r>
            <a:r>
              <a:rPr lang="en-US" sz="28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hạnh, nằm cạnh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hải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mã,</a:t>
            </a:r>
            <a:r>
              <a:rPr lang="en-US" sz="28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dưới</a:t>
            </a:r>
            <a:r>
              <a:rPr lang="en-US" sz="28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vỏ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não</a:t>
            </a:r>
            <a:r>
              <a:rPr lang="en-US" sz="28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[S1]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Giáo</a:t>
            </a:r>
            <a:r>
              <a:rPr lang="en-US" sz="28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8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xử</a:t>
            </a: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cảm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xúc,</a:t>
            </a:r>
            <a:r>
              <a:rPr lang="en-US" sz="28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tạo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phản</a:t>
            </a:r>
            <a:r>
              <a:rPr lang="en-US" sz="2850" dirty="0" spc="2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</a:t>
            </a:r>
            <a:r>
              <a:rPr lang="en-US" sz="28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sợ,</a:t>
            </a:r>
            <a:r>
              <a:rPr lang="en-US" sz="28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âu,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hung hăng,</a:t>
            </a:r>
            <a:r>
              <a:rPr lang="en-US" sz="28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giúp</a:t>
            </a:r>
            <a:r>
              <a:rPr lang="en-US" sz="28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học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cảm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xúc như</a:t>
            </a:r>
            <a:r>
              <a:rPr lang="en-US" sz="28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b="1" dirty="0" spc="21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điều</a:t>
            </a:r>
            <a:r>
              <a:rPr lang="en-US" sz="2850" b="1" dirty="0" spc="-1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</a:t>
            </a:r>
            <a:r>
              <a:rPr lang="en-US" sz="2850" b="1" dirty="0" spc="-8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</a:t>
            </a:r>
            <a:r>
              <a:rPr lang="en-US" sz="2850" b="1" dirty="0" spc="0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sợ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(fear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conditioning)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[S1]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8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LeDoux tổng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r>
              <a:rPr lang="en-US" sz="2850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rằng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hạnh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8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 phần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85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trọng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 nhận,</a:t>
            </a:r>
            <a:r>
              <a:rPr lang="en-US" sz="2850" dirty="0" spc="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8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 hiện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r>
              <a:rPr lang="en-US" sz="2850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ức</a:t>
            </a:r>
            <a:r>
              <a:rPr lang="en-US" sz="28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sợ</a:t>
            </a:r>
            <a:r>
              <a:rPr lang="en-US" sz="28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[S6]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8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8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chuột,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8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chết</a:t>
            </a:r>
            <a:r>
              <a:rPr lang="en-US" sz="28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tế</a:t>
            </a: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bào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</a:t>
            </a:r>
            <a:r>
              <a:rPr lang="en-US" sz="28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hạnh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 thì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r>
              <a:rPr lang="en-US" sz="2850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ức</a:t>
            </a:r>
            <a:r>
              <a:rPr lang="en-US" sz="28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sợ</a:t>
            </a:r>
            <a:r>
              <a:rPr lang="en-US" sz="28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âm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thanh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mờ</a:t>
            </a:r>
            <a:r>
              <a:rPr lang="en-US" sz="2850" dirty="0" spc="4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28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[S2]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endParaRPr lang="en-US" sz="2850" dirty="0"/>
          </a:p>
        </p:txBody>
      </p:sp>
      <p:sp>
        <p:nvSpPr>
          <p:cNvPr id="5" name="Shape 3"/>
          <p:cNvSpPr/>
          <p:nvPr/>
        </p:nvSpPr>
        <p:spPr>
          <a:xfrm>
            <a:off x="12325350" y="2762250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E8E0CF"/>
          </a:solidFill>
          <a:ln/>
        </p:spPr>
      </p:sp>
      <p:sp>
        <p:nvSpPr>
          <p:cNvPr id="6" name="Shape 4"/>
          <p:cNvSpPr/>
          <p:nvPr/>
        </p:nvSpPr>
        <p:spPr>
          <a:xfrm>
            <a:off x="12325350" y="2762250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7" name="Text 5"/>
          <p:cNvSpPr/>
          <p:nvPr/>
        </p:nvSpPr>
        <p:spPr>
          <a:xfrm>
            <a:off x="12630150" y="3028950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4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Ở</a:t>
            </a:r>
            <a:r>
              <a:rPr lang="en-US" sz="1950" dirty="0" spc="5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đâu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2630150" y="3486150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cạnh</a:t>
            </a:r>
            <a:r>
              <a:rPr lang="en-US" sz="24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hải</a:t>
            </a:r>
            <a:r>
              <a:rPr lang="en-US" sz="24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mã,</a:t>
            </a:r>
            <a:r>
              <a:rPr lang="en-US" sz="24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thùy thái</a:t>
            </a:r>
            <a:r>
              <a:rPr lang="en-US" sz="2400" dirty="0" spc="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dương</a:t>
            </a:r>
            <a:r>
              <a:rPr lang="en-US" sz="2400" dirty="0" spc="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giữa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2325350" y="4714875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E8E0CF"/>
          </a:solidFill>
          <a:ln/>
        </p:spPr>
      </p:sp>
      <p:sp>
        <p:nvSpPr>
          <p:cNvPr id="10" name="Shape 8"/>
          <p:cNvSpPr/>
          <p:nvPr/>
        </p:nvSpPr>
        <p:spPr>
          <a:xfrm>
            <a:off x="12325350" y="4714875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11" name="Text 9"/>
          <p:cNvSpPr/>
          <p:nvPr/>
        </p:nvSpPr>
        <p:spPr>
          <a:xfrm>
            <a:off x="12630150" y="4981575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11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Làm</a:t>
            </a:r>
            <a:r>
              <a:rPr lang="en-US" sz="1950" dirty="0" spc="-4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gì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2630150" y="5438775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học</a:t>
            </a:r>
            <a:r>
              <a:rPr lang="en-US" sz="24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sợ,</a:t>
            </a:r>
            <a:r>
              <a:rPr lang="en-US" sz="24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ký</a:t>
            </a:r>
            <a:r>
              <a:rPr lang="en-US" sz="2400" dirty="0" spc="1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ức</a:t>
            </a:r>
            <a:r>
              <a:rPr lang="en-US" sz="24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cảm</a:t>
            </a:r>
            <a:r>
              <a:rPr lang="en-US" sz="24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xúc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12325350" y="6657975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E8E0CF"/>
          </a:solidFill>
          <a:ln/>
        </p:spPr>
      </p:sp>
      <p:sp>
        <p:nvSpPr>
          <p:cNvPr id="14" name="Shape 12"/>
          <p:cNvSpPr/>
          <p:nvPr/>
        </p:nvSpPr>
        <p:spPr>
          <a:xfrm>
            <a:off x="12325350" y="6657975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15" name="Text 13"/>
          <p:cNvSpPr/>
          <p:nvPr/>
        </p:nvSpPr>
        <p:spPr>
          <a:xfrm>
            <a:off x="12630150" y="6924675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23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Đừng</a:t>
            </a:r>
            <a:r>
              <a:rPr lang="en-US" sz="1950" dirty="0" spc="0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hiểu</a:t>
            </a:r>
            <a:r>
              <a:rPr lang="en-US" sz="1950" dirty="0" spc="-3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nhầm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2630150" y="7381875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không</a:t>
            </a:r>
            <a:r>
              <a:rPr lang="en-US" sz="24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chỉ</a:t>
            </a:r>
            <a:r>
              <a:rPr lang="en-US" sz="24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lo</a:t>
            </a:r>
            <a:r>
              <a:rPr lang="en-US" sz="24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nỗi</a:t>
            </a:r>
            <a:r>
              <a:rPr lang="en-US" sz="24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sợ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[S6]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4932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15252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35572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55892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76212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96532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151590" y="9552517"/>
            <a:ext cx="135467" cy="135467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5" name="Shape 23"/>
          <p:cNvSpPr/>
          <p:nvPr/>
        </p:nvSpPr>
        <p:spPr>
          <a:xfrm>
            <a:off x="237172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5749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27781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29813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1845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38772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59092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79412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997320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200520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403720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4606919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4810119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5013319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5216518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5419718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5622918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5826117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029317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6232517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64357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66389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8421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70453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724851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745171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765491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785811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806131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826451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846771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867091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887411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907731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928051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948371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968691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989011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3" name="Text 61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3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L07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3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07/45</a:t>
            </a:r>
            <a:endParaRPr lang="en-US" sz="1800" dirty="0"/>
          </a:p>
        </p:txBody>
      </p:sp>
      <p:sp>
        <p:nvSpPr>
          <p:cNvPr id="64" name="Shape 6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5" name="Moda image moda-export-watermark-5685c28e-49f5-418d-99ff-acd105c6142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Hạnh</a:t>
            </a:r>
            <a:r>
              <a:rPr lang="en-US" sz="57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nhân: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thẻ hồ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sơ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72415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1E212B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272415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93370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3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Ở</a:t>
            </a:r>
            <a:r>
              <a:rPr lang="en-US" sz="2100" dirty="0" spc="7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đâu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295400" y="344805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Cạnh</a:t>
            </a: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hải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mã,</a:t>
            </a:r>
            <a:r>
              <a:rPr lang="en-US" sz="2550" dirty="0" spc="1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dưới</a:t>
            </a:r>
            <a:r>
              <a:rPr lang="en-US" sz="2550" dirty="0" spc="-18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vỏ</a:t>
            </a: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não,</a:t>
            </a:r>
            <a:r>
              <a:rPr lang="en-US" sz="2550" dirty="0" spc="-16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trong</a:t>
            </a:r>
            <a:r>
              <a:rPr lang="en-US" sz="25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thùy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thái</a:t>
            </a:r>
            <a:r>
              <a:rPr lang="en-US" sz="2550" dirty="0" spc="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dương</a:t>
            </a:r>
            <a:r>
              <a:rPr lang="en-US" sz="2550" dirty="0" spc="7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giữa;</a:t>
            </a:r>
            <a:r>
              <a:rPr lang="en-US" sz="2550" dirty="0" spc="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mỗi</a:t>
            </a:r>
            <a:r>
              <a:rPr lang="en-US" sz="2550" dirty="0" spc="-7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bên</a:t>
            </a:r>
            <a:r>
              <a:rPr lang="en-US" sz="2550" dirty="0" spc="-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một</a:t>
            </a:r>
            <a:r>
              <a:rPr lang="en-US" sz="25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khối</a:t>
            </a:r>
            <a:r>
              <a:rPr lang="en-US" sz="255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4" kern="0">
                <a:solidFill>
                  <a:srgbClr val="9AA0B5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[S1] [S2]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6486525" y="272415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1E212B"/>
          </a:solidFill>
          <a:ln/>
        </p:spPr>
      </p:sp>
      <p:sp>
        <p:nvSpPr>
          <p:cNvPr id="8" name="Shape 6"/>
          <p:cNvSpPr/>
          <p:nvPr/>
        </p:nvSpPr>
        <p:spPr>
          <a:xfrm>
            <a:off x="6486525" y="272415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9" name="Text 7"/>
          <p:cNvSpPr/>
          <p:nvPr/>
        </p:nvSpPr>
        <p:spPr>
          <a:xfrm>
            <a:off x="6867525" y="293370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6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Gồm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6867525" y="344805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1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Phức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hợp;</a:t>
            </a:r>
            <a:r>
              <a:rPr lang="en-US" sz="255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ở</a:t>
            </a:r>
            <a:r>
              <a:rPr lang="en-US" sz="25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linh</a:t>
            </a:r>
            <a:r>
              <a:rPr lang="en-US" sz="2550" dirty="0" spc="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trưởng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13</a:t>
            </a:r>
            <a:r>
              <a:rPr lang="en-US" sz="255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nhân</a:t>
            </a:r>
            <a:r>
              <a:rPr lang="en-US" sz="2550" dirty="0" spc="-2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và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vùng</a:t>
            </a:r>
            <a:r>
              <a:rPr lang="en-US" sz="2550" dirty="0" spc="-1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vỏ:</a:t>
            </a:r>
            <a:r>
              <a:rPr lang="en-US" sz="2550" dirty="0" spc="-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nhân</a:t>
            </a:r>
            <a:r>
              <a:rPr lang="en-US" sz="2550" dirty="0" spc="-6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bên,</a:t>
            </a:r>
            <a:r>
              <a:rPr lang="en-US" sz="2550" dirty="0" spc="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đáy</a:t>
            </a:r>
            <a:r>
              <a:rPr lang="en-US" sz="2550" dirty="0" spc="-6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bên,</a:t>
            </a:r>
            <a:r>
              <a:rPr lang="en-US" sz="25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trung</a:t>
            </a:r>
            <a:r>
              <a:rPr lang="en-US" sz="2550" dirty="0" spc="-8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tâm,</a:t>
            </a:r>
            <a:r>
              <a:rPr lang="en-US" sz="255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đáy</a:t>
            </a:r>
            <a:r>
              <a:rPr lang="en-US" sz="25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4" kern="0">
                <a:solidFill>
                  <a:srgbClr val="9AA0B5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[S2]</a:t>
            </a:r>
            <a:r>
              <a:rPr lang="en-US" sz="2550" dirty="0" spc="-2" kern="0">
                <a:solidFill>
                  <a:srgbClr val="9AA0B5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[S4]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12068175" y="272415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1E212B"/>
          </a:solidFill>
          <a:ln/>
        </p:spPr>
      </p:sp>
      <p:sp>
        <p:nvSpPr>
          <p:cNvPr id="12" name="Shape 10"/>
          <p:cNvSpPr/>
          <p:nvPr/>
        </p:nvSpPr>
        <p:spPr>
          <a:xfrm>
            <a:off x="12068175" y="272415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13" name="Text 11"/>
          <p:cNvSpPr/>
          <p:nvPr/>
        </p:nvSpPr>
        <p:spPr>
          <a:xfrm>
            <a:off x="12449175" y="293370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33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Kết</a:t>
            </a:r>
            <a:r>
              <a:rPr lang="en-US" sz="2100" dirty="0" spc="-5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nối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2449175" y="344805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Nhận</a:t>
            </a:r>
            <a:r>
              <a:rPr lang="en-US" sz="25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từ</a:t>
            </a:r>
            <a:r>
              <a:rPr lang="en-US" sz="2550" dirty="0" spc="-18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vỏ</a:t>
            </a:r>
            <a:r>
              <a:rPr lang="en-US" sz="25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cảm giác,</a:t>
            </a:r>
            <a:r>
              <a:rPr lang="en-US" sz="2550" dirty="0" spc="8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trước</a:t>
            </a:r>
            <a:r>
              <a:rPr lang="en-US" sz="2550" dirty="0" spc="-1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trán,</a:t>
            </a: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hải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mã,</a:t>
            </a:r>
            <a:r>
              <a:rPr lang="en-US" sz="255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thân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não;</a:t>
            </a:r>
            <a:r>
              <a:rPr lang="en-US" sz="2550" dirty="0" spc="4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gửi</a:t>
            </a:r>
            <a:r>
              <a:rPr lang="en-US" sz="2550" dirty="0" spc="-7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tới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vùng</a:t>
            </a:r>
            <a:r>
              <a:rPr lang="en-US" sz="2550" dirty="0" spc="1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dưới đồi,</a:t>
            </a: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hạch</a:t>
            </a:r>
            <a:r>
              <a:rPr lang="en-US" sz="2550" dirty="0" spc="-6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nền,</a:t>
            </a:r>
            <a:r>
              <a:rPr lang="en-US" sz="2550" dirty="0" spc="1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đồi</a:t>
            </a:r>
            <a:r>
              <a:rPr lang="en-US" sz="25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thị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4" kern="0">
                <a:solidFill>
                  <a:srgbClr val="9AA0B5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[S1]</a:t>
            </a:r>
            <a:endParaRPr lang="en-US" sz="2550" dirty="0"/>
          </a:p>
        </p:txBody>
      </p:sp>
      <p:sp>
        <p:nvSpPr>
          <p:cNvPr id="15" name="Shape 13"/>
          <p:cNvSpPr/>
          <p:nvPr/>
        </p:nvSpPr>
        <p:spPr>
          <a:xfrm>
            <a:off x="914400" y="582930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1E212B"/>
          </a:solidFill>
          <a:ln/>
        </p:spPr>
      </p:sp>
      <p:sp>
        <p:nvSpPr>
          <p:cNvPr id="16" name="Shape 14"/>
          <p:cNvSpPr/>
          <p:nvPr/>
        </p:nvSpPr>
        <p:spPr>
          <a:xfrm>
            <a:off x="914400" y="582930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17" name="Text 15"/>
          <p:cNvSpPr/>
          <p:nvPr/>
        </p:nvSpPr>
        <p:spPr>
          <a:xfrm>
            <a:off x="1295400" y="603885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6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Chất</a:t>
            </a:r>
            <a:r>
              <a:rPr lang="en-US" sz="2100" dirty="0" spc="-3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dẫn</a:t>
            </a:r>
            <a:r>
              <a:rPr lang="en-US" sz="2100" dirty="0" spc="-11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truyền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295400" y="655320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1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Noradrenaline</a:t>
            </a:r>
            <a:r>
              <a:rPr lang="en-US" sz="2550" dirty="0" spc="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ở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vùng</a:t>
            </a:r>
            <a:r>
              <a:rPr lang="en-US" sz="2550" dirty="0" spc="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đáy</a:t>
            </a:r>
            <a:r>
              <a:rPr lang="en-US" sz="2550" dirty="0" spc="-7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bên</a:t>
            </a:r>
            <a:r>
              <a:rPr lang="en-US" sz="255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giúp</a:t>
            </a:r>
            <a:r>
              <a:rPr lang="en-US" sz="25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củng</a:t>
            </a:r>
            <a:r>
              <a:rPr lang="en-US" sz="25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cố ký</a:t>
            </a:r>
            <a:r>
              <a:rPr lang="en-US" sz="2550" dirty="0" spc="1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ức</a:t>
            </a:r>
            <a:r>
              <a:rPr lang="en-US" sz="25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cảm</a:t>
            </a:r>
            <a:r>
              <a:rPr lang="en-US" sz="2550" dirty="0" spc="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xúc</a:t>
            </a:r>
            <a:r>
              <a:rPr lang="en-US" sz="2550" dirty="0" spc="-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(chuột);</a:t>
            </a:r>
            <a:r>
              <a:rPr lang="en-US" sz="2550" dirty="0" spc="-18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xem</a:t>
            </a:r>
            <a:r>
              <a:rPr lang="en-US" sz="2550" dirty="0" spc="-4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L03</a:t>
            </a:r>
            <a:r>
              <a:rPr lang="en-US" sz="25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4" kern="0">
                <a:solidFill>
                  <a:srgbClr val="9AA0B5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[S2]</a:t>
            </a:r>
            <a:endParaRPr lang="en-US" sz="2550" dirty="0"/>
          </a:p>
        </p:txBody>
      </p:sp>
      <p:sp>
        <p:nvSpPr>
          <p:cNvPr id="19" name="Shape 17"/>
          <p:cNvSpPr/>
          <p:nvPr/>
        </p:nvSpPr>
        <p:spPr>
          <a:xfrm>
            <a:off x="6486525" y="582930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1E212B"/>
          </a:solidFill>
          <a:ln/>
        </p:spPr>
      </p:sp>
      <p:sp>
        <p:nvSpPr>
          <p:cNvPr id="20" name="Shape 18"/>
          <p:cNvSpPr/>
          <p:nvPr/>
        </p:nvSpPr>
        <p:spPr>
          <a:xfrm>
            <a:off x="6486525" y="582930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21" name="Text 19"/>
          <p:cNvSpPr/>
          <p:nvPr/>
        </p:nvSpPr>
        <p:spPr>
          <a:xfrm>
            <a:off x="6867525" y="603885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2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Khi</a:t>
            </a:r>
            <a:r>
              <a:rPr lang="en-US" sz="2100" dirty="0" spc="-8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tổn</a:t>
            </a:r>
            <a:r>
              <a:rPr lang="en-US" sz="2100" dirty="0" spc="4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thương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867525" y="655320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Cảm</a:t>
            </a:r>
            <a:r>
              <a:rPr lang="en-US" sz="255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xúc</a:t>
            </a:r>
            <a:r>
              <a:rPr lang="en-US" sz="255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phẳng</a:t>
            </a:r>
            <a:r>
              <a:rPr lang="en-US" sz="2550" dirty="0" spc="-8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(flat</a:t>
            </a:r>
            <a:r>
              <a:rPr lang="en-US" sz="2550" dirty="0" spc="-18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affect),</a:t>
            </a:r>
            <a:r>
              <a:rPr lang="en-US" sz="25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khó</a:t>
            </a:r>
            <a:r>
              <a:rPr lang="en-US" sz="255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học</a:t>
            </a:r>
            <a:r>
              <a:rPr lang="en-US" sz="2550" dirty="0" spc="-2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về</a:t>
            </a:r>
            <a:r>
              <a:rPr lang="en-US" sz="25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kích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thích</a:t>
            </a:r>
            <a:r>
              <a:rPr lang="en-US" sz="2550" dirty="0" spc="8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đáng</a:t>
            </a:r>
            <a:r>
              <a:rPr lang="en-US" sz="2550" dirty="0" spc="-7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sợ</a:t>
            </a:r>
            <a:r>
              <a:rPr lang="en-US" sz="25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4" kern="0">
                <a:solidFill>
                  <a:srgbClr val="9AA0B5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[S1]</a:t>
            </a:r>
            <a:endParaRPr lang="en-US" sz="2550" dirty="0"/>
          </a:p>
        </p:txBody>
      </p:sp>
      <p:sp>
        <p:nvSpPr>
          <p:cNvPr id="23" name="Shape 21"/>
          <p:cNvSpPr/>
          <p:nvPr/>
        </p:nvSpPr>
        <p:spPr>
          <a:xfrm>
            <a:off x="12068175" y="582930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1E212B"/>
          </a:solidFill>
          <a:ln/>
        </p:spPr>
      </p:sp>
      <p:sp>
        <p:nvSpPr>
          <p:cNvPr id="24" name="Shape 22"/>
          <p:cNvSpPr/>
          <p:nvPr/>
        </p:nvSpPr>
        <p:spPr>
          <a:xfrm>
            <a:off x="12068175" y="582930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25" name="Text 23"/>
          <p:cNvSpPr/>
          <p:nvPr/>
        </p:nvSpPr>
        <p:spPr>
          <a:xfrm>
            <a:off x="12449175" y="603885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22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Đừng</a:t>
            </a:r>
            <a:r>
              <a:rPr lang="en-US" sz="2100" dirty="0" spc="0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hiểu</a:t>
            </a:r>
            <a:r>
              <a:rPr lang="en-US" sz="2100" dirty="0" spc="-4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nhầm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12449175" y="655320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Còn</a:t>
            </a:r>
            <a:r>
              <a:rPr lang="en-US" sz="2550" dirty="0" spc="-1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hoạt</a:t>
            </a:r>
            <a:r>
              <a:rPr lang="en-US" sz="2550" dirty="0" spc="8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động</a:t>
            </a:r>
            <a:r>
              <a:rPr lang="en-US" sz="25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khi</a:t>
            </a: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không</a:t>
            </a:r>
            <a:r>
              <a:rPr lang="en-US" sz="25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chắc</a:t>
            </a: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chắn</a:t>
            </a:r>
            <a:r>
              <a:rPr lang="en-US" sz="2550" dirty="0" spc="-2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và</a:t>
            </a:r>
            <a:r>
              <a:rPr lang="en-US" sz="2550" dirty="0" spc="-1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với</a:t>
            </a:r>
            <a:r>
              <a:rPr lang="en-US" sz="25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cảm</a:t>
            </a:r>
            <a:r>
              <a:rPr lang="en-US" sz="2550" dirty="0" spc="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xúc</a:t>
            </a:r>
            <a:r>
              <a:rPr lang="en-US" sz="25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tích</a:t>
            </a:r>
            <a:r>
              <a:rPr lang="en-US" sz="2550" dirty="0" spc="1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cực</a:t>
            </a:r>
            <a:r>
              <a:rPr lang="en-US" sz="255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2" kern="0">
                <a:solidFill>
                  <a:srgbClr val="9AA0B5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[S4]</a:t>
            </a:r>
            <a:endParaRPr lang="en-US" sz="2550" dirty="0"/>
          </a:p>
        </p:txBody>
      </p:sp>
      <p:sp>
        <p:nvSpPr>
          <p:cNvPr id="27" name="Text 2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[S4]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94932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15252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35572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55892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76212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196532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216852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2354789" y="9552517"/>
            <a:ext cx="135467" cy="135467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36" name="Shape 34"/>
          <p:cNvSpPr/>
          <p:nvPr/>
        </p:nvSpPr>
        <p:spPr>
          <a:xfrm>
            <a:off x="25749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27781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29813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31845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338772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359092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379412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3997320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4200520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4403720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4606919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4810119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5013319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5216518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5419718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5622918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5826117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6029317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6232517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64357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66389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68421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70453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724851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745171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765491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785811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806131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826451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846771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867091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887411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907731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928051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948371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968691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2" name="Shape 70"/>
          <p:cNvSpPr/>
          <p:nvPr/>
        </p:nvSpPr>
        <p:spPr>
          <a:xfrm>
            <a:off x="989011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3" name="Text 71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3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L07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08/45</a:t>
            </a:r>
            <a:endParaRPr lang="en-US" sz="1800" dirty="0"/>
          </a:p>
        </p:txBody>
      </p:sp>
      <p:sp>
        <p:nvSpPr>
          <p:cNvPr id="74" name="Shape 7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75" name="Moda image moda-export-watermark-6c59f438-642f-464a-aa0f-285db5b7850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1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Tín</a:t>
            </a:r>
            <a:r>
              <a:rPr lang="en-US" sz="57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hiệu</a:t>
            </a:r>
            <a:r>
              <a:rPr lang="en-US" sz="5700" dirty="0" spc="-5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vào</a:t>
            </a:r>
            <a:r>
              <a:rPr lang="en-US" sz="5700" dirty="0" spc="-6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5700" dirty="0" spc="-3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ra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khỏi</a:t>
            </a:r>
            <a:r>
              <a:rPr lang="en-US" sz="57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hạnh</a:t>
            </a:r>
            <a:r>
              <a:rPr lang="en-US" sz="57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nhân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3429000"/>
            <a:ext cx="2762250" cy="3810000"/>
          </a:xfrm>
          <a:prstGeom prst="roundRect">
            <a:avLst>
              <a:gd name="adj" fmla="val 9655"/>
            </a:avLst>
          </a:prstGeom>
          <a:solidFill>
            <a:srgbClr val="1E212B"/>
          </a:solidFill>
          <a:ln w="28575">
            <a:solidFill>
              <a:srgbClr val="2C30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00150" y="3714750"/>
            <a:ext cx="647700" cy="6477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5" name="Text 3"/>
          <p:cNvSpPr/>
          <p:nvPr/>
        </p:nvSpPr>
        <p:spPr>
          <a:xfrm>
            <a:off x="1200150" y="3714750"/>
            <a:ext cx="6477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1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219200" y="4572000"/>
            <a:ext cx="2152650" cy="24765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3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Vào:</a:t>
            </a:r>
            <a:r>
              <a:rPr lang="en-US" sz="2550" dirty="0" spc="-2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vỏ</a:t>
            </a:r>
            <a:r>
              <a:rPr lang="en-US" sz="255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cảm</a:t>
            </a:r>
            <a:r>
              <a:rPr lang="en-US" sz="25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giác,</a:t>
            </a:r>
            <a:r>
              <a:rPr lang="en-US" sz="2550" dirty="0" spc="-2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vỏ</a:t>
            </a:r>
            <a:r>
              <a:rPr lang="en-US" sz="2550" dirty="0" spc="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trước</a:t>
            </a:r>
            <a:r>
              <a:rPr lang="en-US" sz="2550" dirty="0" spc="-1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trán,</a:t>
            </a:r>
            <a:r>
              <a:rPr lang="en-US" sz="25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hải</a:t>
            </a:r>
            <a:r>
              <a:rPr lang="en-US" sz="255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mã,</a:t>
            </a:r>
            <a:r>
              <a:rPr lang="en-US" sz="25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thân</a:t>
            </a:r>
            <a:r>
              <a:rPr lang="en-US" sz="25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não</a:t>
            </a:r>
            <a:endParaRPr lang="en-US" sz="2550" dirty="0"/>
          </a:p>
        </p:txBody>
      </p:sp>
      <p:sp>
        <p:nvSpPr>
          <p:cNvPr id="7" name="Connector line-1792598378204-243835082"/>
          <p:cNvSpPr/>
          <p:nvPr/>
        </p:nvSpPr>
        <p:spPr>
          <a:xfrm>
            <a:off x="3752850" y="5334000"/>
            <a:ext cx="514350" cy="0"/>
          </a:xfrm>
          <a:prstGeom prst="line">
            <a:avLst/>
          </a:prstGeom>
          <a:noFill/>
          <a:ln w="47625">
            <a:solidFill>
              <a:srgbClr val="9AA0B5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343400" y="3429000"/>
            <a:ext cx="2762250" cy="3810000"/>
          </a:xfrm>
          <a:prstGeom prst="roundRect">
            <a:avLst>
              <a:gd name="adj" fmla="val 9655"/>
            </a:avLst>
          </a:prstGeom>
          <a:solidFill>
            <a:srgbClr val="1E212B"/>
          </a:solidFill>
          <a:ln w="28575">
            <a:solidFill>
              <a:srgbClr val="2C30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29150" y="3714750"/>
            <a:ext cx="647700" cy="647700"/>
          </a:xfrm>
          <a:prstGeom prst="ellipse">
            <a:avLst/>
          </a:prstGeom>
          <a:solidFill>
            <a:srgbClr val="7C93FF"/>
          </a:solidFill>
          <a:ln/>
        </p:spPr>
      </p:sp>
      <p:sp>
        <p:nvSpPr>
          <p:cNvPr id="10" name="Text 8"/>
          <p:cNvSpPr/>
          <p:nvPr/>
        </p:nvSpPr>
        <p:spPr>
          <a:xfrm>
            <a:off x="4629150" y="3714750"/>
            <a:ext cx="6477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6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2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4648200" y="4572000"/>
            <a:ext cx="2152650" cy="24765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Ghép:</a:t>
            </a:r>
            <a:r>
              <a:rPr lang="en-US" sz="27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tình huống,</a:t>
            </a:r>
            <a:r>
              <a:rPr lang="en-US" sz="270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bối</a:t>
            </a:r>
            <a:r>
              <a:rPr lang="en-US" sz="27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cảnh,</a:t>
            </a:r>
            <a:r>
              <a:rPr lang="en-US" sz="27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ký</a:t>
            </a:r>
            <a:r>
              <a:rPr lang="en-US" sz="2700" dirty="0" spc="1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ức,</a:t>
            </a:r>
            <a:r>
              <a:rPr lang="en-US" sz="2700" dirty="0" spc="-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cơ</a:t>
            </a:r>
            <a:r>
              <a:rPr lang="en-US" sz="270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thể</a:t>
            </a:r>
            <a:endParaRPr lang="en-US" sz="2700" dirty="0"/>
          </a:p>
        </p:txBody>
      </p:sp>
      <p:sp>
        <p:nvSpPr>
          <p:cNvPr id="12" name="Connector line-1792598378209-106468962"/>
          <p:cNvSpPr/>
          <p:nvPr/>
        </p:nvSpPr>
        <p:spPr>
          <a:xfrm>
            <a:off x="7172325" y="5334000"/>
            <a:ext cx="514350" cy="0"/>
          </a:xfrm>
          <a:prstGeom prst="line">
            <a:avLst/>
          </a:prstGeom>
          <a:noFill/>
          <a:ln w="47625">
            <a:solidFill>
              <a:srgbClr val="9AA0B5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762875" y="3429000"/>
            <a:ext cx="2762250" cy="3810000"/>
          </a:xfrm>
          <a:prstGeom prst="roundRect">
            <a:avLst>
              <a:gd name="adj" fmla="val 9655"/>
            </a:avLst>
          </a:prstGeom>
          <a:solidFill>
            <a:srgbClr val="1E212B"/>
          </a:solidFill>
          <a:ln w="28575">
            <a:solidFill>
              <a:srgbClr val="2C304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48625" y="3714750"/>
            <a:ext cx="647700" cy="647700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15" name="Text 13"/>
          <p:cNvSpPr/>
          <p:nvPr/>
        </p:nvSpPr>
        <p:spPr>
          <a:xfrm>
            <a:off x="8048625" y="3714750"/>
            <a:ext cx="6477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3</a:t>
            </a:r>
            <a:endParaRPr lang="en-US" sz="2550" dirty="0"/>
          </a:p>
        </p:txBody>
      </p:sp>
      <p:sp>
        <p:nvSpPr>
          <p:cNvPr id="16" name="Text 14"/>
          <p:cNvSpPr/>
          <p:nvPr/>
        </p:nvSpPr>
        <p:spPr>
          <a:xfrm>
            <a:off x="8067675" y="4572000"/>
            <a:ext cx="2152650" cy="24765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 spc="-4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Ra:</a:t>
            </a:r>
            <a:r>
              <a:rPr lang="en-US" sz="27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vùng</a:t>
            </a:r>
            <a:r>
              <a:rPr lang="en-US" sz="2700" dirty="0" spc="1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dưới</a:t>
            </a:r>
            <a:r>
              <a:rPr lang="en-US" sz="270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đồi,</a:t>
            </a:r>
            <a:r>
              <a:rPr lang="en-US" sz="2700" dirty="0" spc="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đổi</a:t>
            </a:r>
            <a:r>
              <a:rPr lang="en-US" sz="270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việc</a:t>
            </a:r>
            <a:r>
              <a:rPr lang="en-US" sz="2700" dirty="0" spc="-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tiết</a:t>
            </a:r>
            <a:r>
              <a:rPr lang="en-US" sz="270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hormone</a:t>
            </a:r>
            <a:endParaRPr lang="en-US" sz="2700" dirty="0"/>
          </a:p>
        </p:txBody>
      </p:sp>
      <p:sp>
        <p:nvSpPr>
          <p:cNvPr id="17" name="Connector line-1792598378214-987055281"/>
          <p:cNvSpPr/>
          <p:nvPr/>
        </p:nvSpPr>
        <p:spPr>
          <a:xfrm>
            <a:off x="10601325" y="5334000"/>
            <a:ext cx="514350" cy="0"/>
          </a:xfrm>
          <a:prstGeom prst="line">
            <a:avLst/>
          </a:prstGeom>
          <a:noFill/>
          <a:ln w="47625">
            <a:solidFill>
              <a:srgbClr val="9AA0B5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11191875" y="3429000"/>
            <a:ext cx="2762250" cy="3810000"/>
          </a:xfrm>
          <a:prstGeom prst="roundRect">
            <a:avLst>
              <a:gd name="adj" fmla="val 9655"/>
            </a:avLst>
          </a:prstGeom>
          <a:solidFill>
            <a:srgbClr val="1E212B"/>
          </a:solidFill>
          <a:ln w="28575">
            <a:solidFill>
              <a:srgbClr val="2C304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477625" y="3714750"/>
            <a:ext cx="647700" cy="647700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20" name="Text 18"/>
          <p:cNvSpPr/>
          <p:nvPr/>
        </p:nvSpPr>
        <p:spPr>
          <a:xfrm>
            <a:off x="11477625" y="3714750"/>
            <a:ext cx="6477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6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4</a:t>
            </a:r>
            <a:endParaRPr lang="en-US" sz="2550" dirty="0"/>
          </a:p>
        </p:txBody>
      </p:sp>
      <p:sp>
        <p:nvSpPr>
          <p:cNvPr id="21" name="Text 19"/>
          <p:cNvSpPr/>
          <p:nvPr/>
        </p:nvSpPr>
        <p:spPr>
          <a:xfrm>
            <a:off x="11496675" y="4572000"/>
            <a:ext cx="2152650" cy="24765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 spc="-4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Ra:</a:t>
            </a:r>
            <a:r>
              <a:rPr lang="en-US" sz="27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thân</a:t>
            </a:r>
            <a:r>
              <a:rPr lang="en-US" sz="27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não,</a:t>
            </a:r>
            <a:r>
              <a:rPr lang="en-US" sz="2700" dirty="0" spc="2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đứng sững</a:t>
            </a:r>
            <a:r>
              <a:rPr lang="en-US" sz="2700" dirty="0" spc="-2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270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hệ</a:t>
            </a:r>
            <a:r>
              <a:rPr lang="en-US" sz="27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giao</a:t>
            </a:r>
            <a:r>
              <a:rPr lang="en-US" sz="27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cảm</a:t>
            </a:r>
            <a:endParaRPr lang="en-US" sz="2700" dirty="0"/>
          </a:p>
        </p:txBody>
      </p:sp>
      <p:sp>
        <p:nvSpPr>
          <p:cNvPr id="22" name="Connector line-1792598378219-883489621"/>
          <p:cNvSpPr/>
          <p:nvPr/>
        </p:nvSpPr>
        <p:spPr>
          <a:xfrm>
            <a:off x="14020800" y="5334000"/>
            <a:ext cx="514350" cy="0"/>
          </a:xfrm>
          <a:prstGeom prst="line">
            <a:avLst/>
          </a:prstGeom>
          <a:noFill/>
          <a:ln w="47625">
            <a:solidFill>
              <a:srgbClr val="9AA0B5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14611350" y="3429000"/>
            <a:ext cx="2762250" cy="3810000"/>
          </a:xfrm>
          <a:prstGeom prst="roundRect">
            <a:avLst>
              <a:gd name="adj" fmla="val 9655"/>
            </a:avLst>
          </a:prstGeom>
          <a:solidFill>
            <a:srgbClr val="1E212B"/>
          </a:solidFill>
          <a:ln w="28575">
            <a:solidFill>
              <a:srgbClr val="2C304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4897100" y="3714750"/>
            <a:ext cx="647700" cy="6477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5" name="Text 23"/>
          <p:cNvSpPr/>
          <p:nvPr/>
        </p:nvSpPr>
        <p:spPr>
          <a:xfrm>
            <a:off x="14897100" y="3714750"/>
            <a:ext cx="6477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-6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5</a:t>
            </a:r>
            <a:endParaRPr lang="en-US" sz="2550" dirty="0"/>
          </a:p>
        </p:txBody>
      </p:sp>
      <p:sp>
        <p:nvSpPr>
          <p:cNvPr id="26" name="Text 24"/>
          <p:cNvSpPr/>
          <p:nvPr/>
        </p:nvSpPr>
        <p:spPr>
          <a:xfrm>
            <a:off x="14916150" y="4572000"/>
            <a:ext cx="2152650" cy="24765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 spc="-4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Ra:</a:t>
            </a:r>
            <a:r>
              <a:rPr lang="en-US" sz="27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thùy</a:t>
            </a:r>
            <a:r>
              <a:rPr lang="en-US" sz="2700" dirty="0" spc="-1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trán,</a:t>
            </a:r>
            <a:r>
              <a:rPr lang="en-US" sz="270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hải</a:t>
            </a:r>
            <a:r>
              <a:rPr lang="en-US" sz="27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mã, hạch</a:t>
            </a:r>
            <a:r>
              <a:rPr lang="en-US" sz="27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nền,</a:t>
            </a:r>
            <a:r>
              <a:rPr lang="en-US" sz="2700" dirty="0" spc="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đồi</a:t>
            </a:r>
            <a:r>
              <a:rPr lang="en-US" sz="27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thị</a:t>
            </a:r>
            <a:endParaRPr lang="en-US" sz="2700" dirty="0"/>
          </a:p>
        </p:txBody>
      </p:sp>
      <p:sp>
        <p:nvSpPr>
          <p:cNvPr id="27" name="Text 2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94932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15252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35572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55892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76212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196532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216852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237172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2557989" y="9552517"/>
            <a:ext cx="135467" cy="135467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37" name="Shape 35"/>
          <p:cNvSpPr/>
          <p:nvPr/>
        </p:nvSpPr>
        <p:spPr>
          <a:xfrm>
            <a:off x="27781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29813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31845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338772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359092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379412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3997320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4200520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4403720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4606919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4810119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5013319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5216518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5419718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5622918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5826117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6029317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6232517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64357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66389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68421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70453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724851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745171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765491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785811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806131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826451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846771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867091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887411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907731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928051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948371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968691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2" name="Shape 70"/>
          <p:cNvSpPr/>
          <p:nvPr/>
        </p:nvSpPr>
        <p:spPr>
          <a:xfrm>
            <a:off x="989011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3" name="Text 71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3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L07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09/45</a:t>
            </a:r>
            <a:endParaRPr lang="en-US" sz="1800" dirty="0"/>
          </a:p>
        </p:txBody>
      </p:sp>
      <p:sp>
        <p:nvSpPr>
          <p:cNvPr id="74" name="Shape 7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75" name="Moda image moda-export-watermark-8dcfb9c9-b213-4b8f-8833-b6390a0a4ba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Hạnh</a:t>
            </a:r>
            <a:r>
              <a:rPr lang="en-US" sz="57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nhân</a:t>
            </a:r>
            <a:r>
              <a:rPr lang="en-US" sz="5700" dirty="0" spc="-1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trên</a:t>
            </a:r>
            <a:r>
              <a:rPr lang="en-US" sz="57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lát</a:t>
            </a: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cắt</a:t>
            </a:r>
            <a:r>
              <a:rPr lang="en-US" sz="5700" dirty="0" spc="1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đứng</a:t>
            </a:r>
            <a:r>
              <a:rPr lang="en-US" sz="5700" dirty="0" spc="-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ngang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247900"/>
            <a:ext cx="8953500" cy="609600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28575">
            <a:solidFill>
              <a:srgbClr val="DDD5C1"/>
            </a:solidFill>
            <a:prstDash val="solid"/>
          </a:ln>
        </p:spPr>
      </p:sp>
      <p:pic>
        <p:nvPicPr>
          <p:cNvPr id="4" name="Moda image rect-1792598381754-17430685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27379" y="2438400"/>
            <a:ext cx="5327542" cy="5715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8477250"/>
            <a:ext cx="16459200" cy="495300"/>
          </a:xfrm>
          <a:prstGeom prst="rect">
            <a:avLst/>
          </a:prstGeom>
          <a:noFill/>
          <a:ln/>
        </p:spPr>
        <p:txBody>
          <a:bodyPr wrap="square" lIns="0" tIns="14435" rIns="0" bIns="-14435" rtlCol="0" anchor="t"/>
          <a:lstStyle/>
          <a:p>
            <a:pPr algn="l" indent="0" marL="0">
              <a:lnSpc>
                <a:spcPts val="1815"/>
              </a:lnSpc>
              <a:buNone/>
            </a:pPr>
            <a:r>
              <a:rPr lang="en-US" sz="16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Hình: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Henry</a:t>
            </a:r>
            <a:r>
              <a:rPr lang="en-US" sz="1650" dirty="0" spc="-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Gray,</a:t>
            </a:r>
            <a:r>
              <a:rPr lang="en-US" sz="1650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Anatomy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of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</a:t>
            </a:r>
            <a:r>
              <a:rPr lang="en-US" sz="16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Human Body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(1918), Public Domain;</a:t>
            </a:r>
            <a:r>
              <a:rPr lang="en-US" sz="165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Hove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&amp;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Martinez,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 (chương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8.3)</a:t>
            </a:r>
            <a:endParaRPr lang="en-US" sz="1650" dirty="0"/>
          </a:p>
        </p:txBody>
      </p:sp>
      <p:sp>
        <p:nvSpPr>
          <p:cNvPr id="6" name="Shape 3"/>
          <p:cNvSpPr/>
          <p:nvPr/>
        </p:nvSpPr>
        <p:spPr>
          <a:xfrm>
            <a:off x="10248900" y="2247900"/>
            <a:ext cx="7124700" cy="990600"/>
          </a:xfrm>
          <a:prstGeom prst="roundRect">
            <a:avLst>
              <a:gd name="adj" fmla="val 19231"/>
            </a:avLst>
          </a:prstGeom>
          <a:solidFill>
            <a:srgbClr val="E8E0CF"/>
          </a:solidFill>
          <a:ln/>
        </p:spPr>
      </p:sp>
      <p:sp>
        <p:nvSpPr>
          <p:cNvPr id="7" name="Shape 4"/>
          <p:cNvSpPr/>
          <p:nvPr/>
        </p:nvSpPr>
        <p:spPr>
          <a:xfrm>
            <a:off x="10248900" y="2247900"/>
            <a:ext cx="114300" cy="9906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8" name="Text 5"/>
          <p:cNvSpPr/>
          <p:nvPr/>
        </p:nvSpPr>
        <p:spPr>
          <a:xfrm>
            <a:off x="10591800" y="2343150"/>
            <a:ext cx="65913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7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Coronal</a:t>
            </a:r>
            <a:endParaRPr lang="en-US" sz="2250" dirty="0"/>
          </a:p>
        </p:txBody>
      </p:sp>
      <p:sp>
        <p:nvSpPr>
          <p:cNvPr id="9" name="Text 6"/>
          <p:cNvSpPr/>
          <p:nvPr/>
        </p:nvSpPr>
        <p:spPr>
          <a:xfrm>
            <a:off x="10591800" y="2647950"/>
            <a:ext cx="6591300" cy="55245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dirty="0" spc="-1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lát</a:t>
            </a:r>
            <a:r>
              <a:rPr lang="en-US" sz="2550" dirty="0" spc="-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cắt</a:t>
            </a:r>
            <a:r>
              <a:rPr lang="en-US" sz="2550" dirty="0" spc="2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đứng</a:t>
            </a:r>
            <a:r>
              <a:rPr lang="en-US" sz="25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ngang</a:t>
            </a:r>
            <a:endParaRPr lang="en-US" sz="2550" dirty="0"/>
          </a:p>
        </p:txBody>
      </p:sp>
      <p:sp>
        <p:nvSpPr>
          <p:cNvPr id="10" name="Shape 7"/>
          <p:cNvSpPr/>
          <p:nvPr/>
        </p:nvSpPr>
        <p:spPr>
          <a:xfrm>
            <a:off x="10248900" y="3390900"/>
            <a:ext cx="7124700" cy="990600"/>
          </a:xfrm>
          <a:prstGeom prst="roundRect">
            <a:avLst>
              <a:gd name="adj" fmla="val 19231"/>
            </a:avLst>
          </a:prstGeom>
          <a:solidFill>
            <a:srgbClr val="E8E0CF"/>
          </a:solidFill>
          <a:ln/>
        </p:spPr>
      </p:sp>
      <p:sp>
        <p:nvSpPr>
          <p:cNvPr id="11" name="Shape 8"/>
          <p:cNvSpPr/>
          <p:nvPr/>
        </p:nvSpPr>
        <p:spPr>
          <a:xfrm>
            <a:off x="10248900" y="3390900"/>
            <a:ext cx="114300" cy="9906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12" name="Text 9"/>
          <p:cNvSpPr/>
          <p:nvPr/>
        </p:nvSpPr>
        <p:spPr>
          <a:xfrm>
            <a:off x="10591800" y="3486150"/>
            <a:ext cx="65913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16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Amygdala</a:t>
            </a:r>
            <a:endParaRPr lang="en-US" sz="2250" dirty="0"/>
          </a:p>
        </p:txBody>
      </p:sp>
      <p:sp>
        <p:nvSpPr>
          <p:cNvPr id="13" name="Text 10"/>
          <p:cNvSpPr/>
          <p:nvPr/>
        </p:nvSpPr>
        <p:spPr>
          <a:xfrm>
            <a:off x="10591800" y="3790950"/>
            <a:ext cx="6591300" cy="55245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hạnh</a:t>
            </a:r>
            <a:r>
              <a:rPr lang="en-US" sz="25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nhân,</a:t>
            </a:r>
            <a:r>
              <a:rPr lang="en-US" sz="25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màu</a:t>
            </a:r>
            <a:r>
              <a:rPr lang="en-US" sz="25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tím</a:t>
            </a:r>
            <a:endParaRPr lang="en-US" sz="2550" dirty="0"/>
          </a:p>
        </p:txBody>
      </p:sp>
      <p:sp>
        <p:nvSpPr>
          <p:cNvPr id="14" name="Shape 11"/>
          <p:cNvSpPr/>
          <p:nvPr/>
        </p:nvSpPr>
        <p:spPr>
          <a:xfrm>
            <a:off x="10248900" y="4533900"/>
            <a:ext cx="7124700" cy="3810000"/>
          </a:xfrm>
          <a:prstGeom prst="roundRect">
            <a:avLst>
              <a:gd name="adj" fmla="val 5000"/>
            </a:avLst>
          </a:prstGeom>
          <a:solidFill>
            <a:srgbClr val="DDE3FA"/>
          </a:solidFill>
          <a:ln/>
        </p:spPr>
      </p:sp>
      <p:sp>
        <p:nvSpPr>
          <p:cNvPr id="15" name="Text 12"/>
          <p:cNvSpPr/>
          <p:nvPr/>
        </p:nvSpPr>
        <p:spPr>
          <a:xfrm>
            <a:off x="10553700" y="4800600"/>
            <a:ext cx="6515100" cy="32766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-4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Lát</a:t>
            </a:r>
            <a:r>
              <a:rPr lang="en-US" sz="240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cắt</a:t>
            </a:r>
            <a:r>
              <a:rPr lang="en-US" sz="2400" dirty="0" spc="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đứng</a:t>
            </a:r>
            <a:r>
              <a:rPr lang="en-US" sz="24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ngang</a:t>
            </a:r>
            <a:r>
              <a:rPr lang="en-US" sz="24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(coronal)</a:t>
            </a:r>
            <a:r>
              <a:rPr lang="en-US" sz="240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4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 phẫu</a:t>
            </a:r>
            <a:r>
              <a:rPr lang="en-US" sz="2400" dirty="0" spc="-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Gray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(1918);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mũi</a:t>
            </a:r>
            <a:r>
              <a:rPr lang="en-US" sz="240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120"/>
              </a:lnSpc>
              <a:buNone/>
            </a:pPr>
            <a:r>
              <a:rPr lang="en-US" sz="2400" b="1" dirty="0" spc="-3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hạnh</a:t>
            </a:r>
            <a:r>
              <a:rPr lang="en-US" sz="2400" b="1" dirty="0" spc="-2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</a:t>
            </a:r>
            <a:pPr algn="l" indent="0" marL="0">
              <a:lnSpc>
                <a:spcPts val="3120"/>
              </a:lnSpc>
              <a:buNone/>
            </a:pPr>
            <a:r>
              <a:rPr lang="en-US" sz="240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tô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tím, nằm</a:t>
            </a:r>
            <a:r>
              <a:rPr lang="en-US" sz="24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r>
              <a:rPr lang="en-US" sz="24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thùy thái</a:t>
            </a:r>
            <a:r>
              <a:rPr lang="en-US" sz="240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dương</a:t>
            </a:r>
            <a:r>
              <a:rPr lang="en-US" sz="240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120"/>
              </a:lnSpc>
              <a:buNone/>
            </a:pPr>
            <a:r>
              <a:rPr lang="en-US" sz="24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[S2]</a:t>
            </a:r>
            <a:pPr algn="l" indent="0" marL="0">
              <a:lnSpc>
                <a:spcPts val="3120"/>
              </a:lnSpc>
              <a:buNone/>
            </a:pP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Giáo</a:t>
            </a:r>
            <a:r>
              <a:rPr lang="en-US" sz="240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đặt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4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r>
              <a:rPr lang="en-US" sz="2400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ức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cảm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xúc:</a:t>
            </a:r>
            <a:r>
              <a:rPr lang="en-US" sz="240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noradrenaline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vùng</a:t>
            </a:r>
            <a:r>
              <a:rPr lang="en-US" sz="240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đáy</a:t>
            </a: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giúp củng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r>
              <a:rPr lang="en-US" sz="2400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ức</a:t>
            </a:r>
            <a:r>
              <a:rPr lang="en-US" sz="240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</a:t>
            </a: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</a:t>
            </a:r>
            <a:r>
              <a:rPr lang="en-US" sz="240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gây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xúc</a:t>
            </a:r>
            <a:r>
              <a:rPr lang="en-US" sz="2400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120"/>
              </a:lnSpc>
              <a:buNone/>
            </a:pPr>
            <a:r>
              <a:rPr lang="en-US" sz="24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[S2]</a:t>
            </a:r>
            <a:pPr algn="l" indent="0" marL="0">
              <a:lnSpc>
                <a:spcPts val="3120"/>
              </a:lnSpc>
              <a:buNone/>
            </a:pP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94932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8" name="Shape 15"/>
          <p:cNvSpPr/>
          <p:nvPr/>
        </p:nvSpPr>
        <p:spPr>
          <a:xfrm>
            <a:off x="115252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9" name="Shape 16"/>
          <p:cNvSpPr/>
          <p:nvPr/>
        </p:nvSpPr>
        <p:spPr>
          <a:xfrm>
            <a:off x="135572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0" name="Shape 17"/>
          <p:cNvSpPr/>
          <p:nvPr/>
        </p:nvSpPr>
        <p:spPr>
          <a:xfrm>
            <a:off x="155892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8"/>
          <p:cNvSpPr/>
          <p:nvPr/>
        </p:nvSpPr>
        <p:spPr>
          <a:xfrm>
            <a:off x="176212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19"/>
          <p:cNvSpPr/>
          <p:nvPr/>
        </p:nvSpPr>
        <p:spPr>
          <a:xfrm>
            <a:off x="196532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0"/>
          <p:cNvSpPr/>
          <p:nvPr/>
        </p:nvSpPr>
        <p:spPr>
          <a:xfrm>
            <a:off x="216852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1"/>
          <p:cNvSpPr/>
          <p:nvPr/>
        </p:nvSpPr>
        <p:spPr>
          <a:xfrm>
            <a:off x="237172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2"/>
          <p:cNvSpPr/>
          <p:nvPr/>
        </p:nvSpPr>
        <p:spPr>
          <a:xfrm>
            <a:off x="25749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3"/>
          <p:cNvSpPr/>
          <p:nvPr/>
        </p:nvSpPr>
        <p:spPr>
          <a:xfrm>
            <a:off x="2761189" y="9552517"/>
            <a:ext cx="135467" cy="135467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7" name="Shape 24"/>
          <p:cNvSpPr/>
          <p:nvPr/>
        </p:nvSpPr>
        <p:spPr>
          <a:xfrm>
            <a:off x="29813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5"/>
          <p:cNvSpPr/>
          <p:nvPr/>
        </p:nvSpPr>
        <p:spPr>
          <a:xfrm>
            <a:off x="31845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6"/>
          <p:cNvSpPr/>
          <p:nvPr/>
        </p:nvSpPr>
        <p:spPr>
          <a:xfrm>
            <a:off x="338772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7"/>
          <p:cNvSpPr/>
          <p:nvPr/>
        </p:nvSpPr>
        <p:spPr>
          <a:xfrm>
            <a:off x="359092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8"/>
          <p:cNvSpPr/>
          <p:nvPr/>
        </p:nvSpPr>
        <p:spPr>
          <a:xfrm>
            <a:off x="379412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29"/>
          <p:cNvSpPr/>
          <p:nvPr/>
        </p:nvSpPr>
        <p:spPr>
          <a:xfrm>
            <a:off x="3997320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0"/>
          <p:cNvSpPr/>
          <p:nvPr/>
        </p:nvSpPr>
        <p:spPr>
          <a:xfrm>
            <a:off x="4200520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1"/>
          <p:cNvSpPr/>
          <p:nvPr/>
        </p:nvSpPr>
        <p:spPr>
          <a:xfrm>
            <a:off x="4403720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2"/>
          <p:cNvSpPr/>
          <p:nvPr/>
        </p:nvSpPr>
        <p:spPr>
          <a:xfrm>
            <a:off x="4606919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3"/>
          <p:cNvSpPr/>
          <p:nvPr/>
        </p:nvSpPr>
        <p:spPr>
          <a:xfrm>
            <a:off x="4810119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4"/>
          <p:cNvSpPr/>
          <p:nvPr/>
        </p:nvSpPr>
        <p:spPr>
          <a:xfrm>
            <a:off x="5013319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5"/>
          <p:cNvSpPr/>
          <p:nvPr/>
        </p:nvSpPr>
        <p:spPr>
          <a:xfrm>
            <a:off x="5216518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6"/>
          <p:cNvSpPr/>
          <p:nvPr/>
        </p:nvSpPr>
        <p:spPr>
          <a:xfrm>
            <a:off x="5419718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7"/>
          <p:cNvSpPr/>
          <p:nvPr/>
        </p:nvSpPr>
        <p:spPr>
          <a:xfrm>
            <a:off x="5622918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8"/>
          <p:cNvSpPr/>
          <p:nvPr/>
        </p:nvSpPr>
        <p:spPr>
          <a:xfrm>
            <a:off x="5826117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39"/>
          <p:cNvSpPr/>
          <p:nvPr/>
        </p:nvSpPr>
        <p:spPr>
          <a:xfrm>
            <a:off x="6029317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0"/>
          <p:cNvSpPr/>
          <p:nvPr/>
        </p:nvSpPr>
        <p:spPr>
          <a:xfrm>
            <a:off x="6232517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1"/>
          <p:cNvSpPr/>
          <p:nvPr/>
        </p:nvSpPr>
        <p:spPr>
          <a:xfrm>
            <a:off x="64357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2"/>
          <p:cNvSpPr/>
          <p:nvPr/>
        </p:nvSpPr>
        <p:spPr>
          <a:xfrm>
            <a:off x="66389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3"/>
          <p:cNvSpPr/>
          <p:nvPr/>
        </p:nvSpPr>
        <p:spPr>
          <a:xfrm>
            <a:off x="68421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4"/>
          <p:cNvSpPr/>
          <p:nvPr/>
        </p:nvSpPr>
        <p:spPr>
          <a:xfrm>
            <a:off x="70453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5"/>
          <p:cNvSpPr/>
          <p:nvPr/>
        </p:nvSpPr>
        <p:spPr>
          <a:xfrm>
            <a:off x="724851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6"/>
          <p:cNvSpPr/>
          <p:nvPr/>
        </p:nvSpPr>
        <p:spPr>
          <a:xfrm>
            <a:off x="745171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7"/>
          <p:cNvSpPr/>
          <p:nvPr/>
        </p:nvSpPr>
        <p:spPr>
          <a:xfrm>
            <a:off x="765491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8"/>
          <p:cNvSpPr/>
          <p:nvPr/>
        </p:nvSpPr>
        <p:spPr>
          <a:xfrm>
            <a:off x="785811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49"/>
          <p:cNvSpPr/>
          <p:nvPr/>
        </p:nvSpPr>
        <p:spPr>
          <a:xfrm>
            <a:off x="806131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0"/>
          <p:cNvSpPr/>
          <p:nvPr/>
        </p:nvSpPr>
        <p:spPr>
          <a:xfrm>
            <a:off x="826451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1"/>
          <p:cNvSpPr/>
          <p:nvPr/>
        </p:nvSpPr>
        <p:spPr>
          <a:xfrm>
            <a:off x="846771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2"/>
          <p:cNvSpPr/>
          <p:nvPr/>
        </p:nvSpPr>
        <p:spPr>
          <a:xfrm>
            <a:off x="867091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Shape 53"/>
          <p:cNvSpPr/>
          <p:nvPr/>
        </p:nvSpPr>
        <p:spPr>
          <a:xfrm>
            <a:off x="887411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7" name="Shape 54"/>
          <p:cNvSpPr/>
          <p:nvPr/>
        </p:nvSpPr>
        <p:spPr>
          <a:xfrm>
            <a:off x="907731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8" name="Shape 55"/>
          <p:cNvSpPr/>
          <p:nvPr/>
        </p:nvSpPr>
        <p:spPr>
          <a:xfrm>
            <a:off x="928051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9" name="Shape 56"/>
          <p:cNvSpPr/>
          <p:nvPr/>
        </p:nvSpPr>
        <p:spPr>
          <a:xfrm>
            <a:off x="948371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0" name="Shape 57"/>
          <p:cNvSpPr/>
          <p:nvPr/>
        </p:nvSpPr>
        <p:spPr>
          <a:xfrm>
            <a:off x="968691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1" name="Shape 58"/>
          <p:cNvSpPr/>
          <p:nvPr/>
        </p:nvSpPr>
        <p:spPr>
          <a:xfrm>
            <a:off x="989011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2" name="Text 59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3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L07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10/45</a:t>
            </a:r>
            <a:endParaRPr lang="en-US" sz="1800" dirty="0"/>
          </a:p>
        </p:txBody>
      </p:sp>
      <p:sp>
        <p:nvSpPr>
          <p:cNvPr id="63" name="Shape 6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4" name="Moda image moda-export-watermark-9318904b-282d-4771-aa31-3b607627925b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Bằng</a:t>
            </a:r>
            <a:r>
              <a:rPr lang="en-US" sz="5700" dirty="0" spc="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chứng</a:t>
            </a: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</a:t>
            </a:r>
            <a:r>
              <a:rPr lang="en-US" sz="5700" dirty="0" spc="-5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người</a:t>
            </a:r>
            <a:r>
              <a:rPr lang="en-US" sz="57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bị</a:t>
            </a:r>
            <a:r>
              <a:rPr lang="en-US" sz="5700" dirty="0" spc="-2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tổn</a:t>
            </a:r>
            <a:r>
              <a:rPr lang="en-US" sz="5700" dirty="0" spc="-5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thương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857500"/>
            <a:ext cx="8058150" cy="5334000"/>
          </a:xfrm>
          <a:prstGeom prst="roundRect">
            <a:avLst>
              <a:gd name="adj" fmla="val 5000"/>
            </a:avLst>
          </a:prstGeom>
          <a:solidFill>
            <a:srgbClr val="F8D9D0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2857500"/>
            <a:ext cx="133350" cy="53340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3200400"/>
            <a:ext cx="71437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6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Bechara 1995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371600" y="4286250"/>
            <a:ext cx="7143750" cy="3143250"/>
          </a:xfrm>
          <a:prstGeom prst="rect">
            <a:avLst/>
          </a:prstGeom>
          <a:noFill/>
          <a:ln/>
        </p:spPr>
        <p:txBody>
          <a:bodyPr wrap="square" lIns="0" tIns="17002" rIns="0" bIns="-17002" rtlCol="0" anchor="t"/>
          <a:lstStyle/>
          <a:p>
            <a:pPr algn="l" indent="0" marL="0">
              <a:lnSpc>
                <a:spcPts val="4095"/>
              </a:lnSpc>
              <a:buNone/>
            </a:pPr>
            <a:r>
              <a:rPr lang="en-US" sz="31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tổn</a:t>
            </a:r>
            <a:r>
              <a:rPr lang="en-US" sz="31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thương</a:t>
            </a:r>
            <a:r>
              <a:rPr lang="en-US" sz="31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hạnh</a:t>
            </a:r>
            <a:r>
              <a:rPr lang="en-US" sz="31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</a:t>
            </a:r>
            <a:r>
              <a:rPr lang="en-US" sz="31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31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bên, không</a:t>
            </a:r>
            <a:r>
              <a:rPr lang="en-US" sz="31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học</a:t>
            </a:r>
            <a:r>
              <a:rPr lang="en-US" sz="31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phản</a:t>
            </a:r>
            <a:r>
              <a:rPr lang="en-US" sz="3150" dirty="0" spc="3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31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3150" dirty="0" spc="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31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</a:t>
            </a:r>
            <a:r>
              <a:rPr lang="en-US" sz="3150" dirty="0" spc="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nhưng</a:t>
            </a:r>
            <a:r>
              <a:rPr lang="en-US" sz="31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r>
              <a:rPr lang="en-US" sz="31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</a:t>
            </a:r>
            <a:r>
              <a:rPr lang="en-US" sz="31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việc;</a:t>
            </a:r>
            <a:r>
              <a:rPr lang="en-US" sz="31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tổn</a:t>
            </a:r>
            <a:r>
              <a:rPr lang="en-US" sz="31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thương</a:t>
            </a:r>
            <a:r>
              <a:rPr lang="en-US" sz="31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hải</a:t>
            </a:r>
            <a:r>
              <a:rPr lang="en-US" sz="31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 thì</a:t>
            </a:r>
            <a:r>
              <a:rPr lang="en-US" sz="315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ngược</a:t>
            </a:r>
            <a:r>
              <a:rPr lang="en-US" sz="31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endParaRPr lang="en-US" sz="3150" dirty="0"/>
          </a:p>
        </p:txBody>
      </p:sp>
      <p:sp>
        <p:nvSpPr>
          <p:cNvPr id="7" name="Shape 5"/>
          <p:cNvSpPr/>
          <p:nvPr/>
        </p:nvSpPr>
        <p:spPr>
          <a:xfrm>
            <a:off x="9315450" y="2857500"/>
            <a:ext cx="8058150" cy="5334000"/>
          </a:xfrm>
          <a:prstGeom prst="roundRect">
            <a:avLst>
              <a:gd name="adj" fmla="val 5000"/>
            </a:avLst>
          </a:prstGeom>
          <a:solidFill>
            <a:srgbClr val="DDE3FA"/>
          </a:solidFill>
          <a:ln/>
        </p:spPr>
      </p:sp>
      <p:sp>
        <p:nvSpPr>
          <p:cNvPr id="8" name="Shape 6"/>
          <p:cNvSpPr/>
          <p:nvPr/>
        </p:nvSpPr>
        <p:spPr>
          <a:xfrm>
            <a:off x="9315450" y="2857500"/>
            <a:ext cx="133350" cy="53340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9" name="Text 7"/>
          <p:cNvSpPr/>
          <p:nvPr/>
        </p:nvSpPr>
        <p:spPr>
          <a:xfrm>
            <a:off x="9772650" y="3200400"/>
            <a:ext cx="71437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17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Feinstein</a:t>
            </a:r>
            <a:r>
              <a:rPr lang="en-US" sz="4200" dirty="0" spc="-7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2011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9772650" y="4286250"/>
            <a:ext cx="7143750" cy="3143250"/>
          </a:xfrm>
          <a:prstGeom prst="rect">
            <a:avLst/>
          </a:prstGeom>
          <a:noFill/>
          <a:ln/>
        </p:spPr>
        <p:txBody>
          <a:bodyPr wrap="square" lIns="0" tIns="17002" rIns="0" bIns="-17002" rtlCol="0" anchor="t"/>
          <a:lstStyle/>
          <a:p>
            <a:pPr algn="l" indent="0" marL="0">
              <a:lnSpc>
                <a:spcPts val="4095"/>
              </a:lnSpc>
              <a:buNone/>
            </a:pPr>
            <a:r>
              <a:rPr lang="en-US" sz="31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SM,</a:t>
            </a:r>
            <a:r>
              <a:rPr lang="en-US" sz="31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tổn</a:t>
            </a:r>
            <a:r>
              <a:rPr lang="en-US" sz="31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thương</a:t>
            </a:r>
            <a:r>
              <a:rPr lang="en-US" sz="31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hạnh</a:t>
            </a:r>
            <a:r>
              <a:rPr lang="en-US" sz="31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</a:t>
            </a:r>
            <a:r>
              <a:rPr lang="en-US" sz="31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31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bên, không</a:t>
            </a:r>
            <a:r>
              <a:rPr lang="en-US" sz="31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biểu hiện</a:t>
            </a:r>
            <a:r>
              <a:rPr lang="en-US" sz="31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sợ</a:t>
            </a:r>
            <a:r>
              <a:rPr lang="en-US" sz="3150" dirty="0" spc="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nhưng</a:t>
            </a:r>
            <a:r>
              <a:rPr lang="en-US" sz="31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31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31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31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cảm</a:t>
            </a:r>
            <a:r>
              <a:rPr lang="en-US" sz="31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xúc</a:t>
            </a:r>
            <a:r>
              <a:rPr lang="en-US" sz="31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endParaRPr lang="en-US" sz="3150" dirty="0"/>
          </a:p>
        </p:txBody>
      </p:sp>
      <p:sp>
        <p:nvSpPr>
          <p:cNvPr id="11" name="Text 9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[S7]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[S8]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4932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15252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35572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55892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76212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96532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216852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237172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25749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7781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2964389" y="9552517"/>
            <a:ext cx="135467" cy="135467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3" name="Shape 21"/>
          <p:cNvSpPr/>
          <p:nvPr/>
        </p:nvSpPr>
        <p:spPr>
          <a:xfrm>
            <a:off x="31845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338772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359092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379412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3997320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4200520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4403720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4606919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4810119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5013319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5216518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5419718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5622918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5826117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6029317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6232517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64357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66389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68421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70453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724851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745171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765491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785811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806131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826451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846771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867091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887411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907731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928051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948371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968691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989011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7" name="Text 55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3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L07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11/45</a:t>
            </a:r>
            <a:endParaRPr lang="en-US" sz="1800" dirty="0"/>
          </a:p>
        </p:txBody>
      </p:sp>
      <p:sp>
        <p:nvSpPr>
          <p:cNvPr id="58" name="Shape 5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9" name="Moda image moda-export-watermark-a83214c1-902f-4619-a55a-4c55c186a7a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Hải</a:t>
            </a:r>
            <a:r>
              <a:rPr lang="en-US" sz="57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mã:</a:t>
            </a:r>
            <a:r>
              <a:rPr lang="en-US" sz="5700" dirty="0" spc="-1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gắn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sự</a:t>
            </a:r>
            <a:r>
              <a:rPr lang="en-US" sz="57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việc</a:t>
            </a:r>
            <a:r>
              <a:rPr lang="en-US" sz="5700" dirty="0" spc="-5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vào</a:t>
            </a:r>
            <a:r>
              <a:rPr lang="en-US" sz="57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bối</a:t>
            </a:r>
            <a:r>
              <a:rPr lang="en-US" sz="57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cảnh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819400"/>
            <a:ext cx="95250" cy="550545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4" name="Text 2"/>
          <p:cNvSpPr/>
          <p:nvPr/>
        </p:nvSpPr>
        <p:spPr>
          <a:xfrm>
            <a:off x="1295400" y="2762250"/>
            <a:ext cx="10572750" cy="5619750"/>
          </a:xfrm>
          <a:prstGeom prst="rect">
            <a:avLst/>
          </a:prstGeom>
          <a:noFill/>
          <a:ln/>
        </p:spPr>
        <p:txBody>
          <a:bodyPr wrap="square" lIns="0" tIns="10843" rIns="0" bIns="-10843" rtlCol="0" anchor="t"/>
          <a:lstStyle/>
          <a:p>
            <a:pPr algn="l" indent="0" marL="0">
              <a:lnSpc>
                <a:spcPts val="3848"/>
              </a:lnSpc>
              <a:buNone/>
            </a:pPr>
            <a:r>
              <a:rPr lang="en-US" sz="2850" b="1" dirty="0" spc="-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Hải</a:t>
            </a:r>
            <a:r>
              <a:rPr lang="en-US" sz="2850" b="1" dirty="0" spc="-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(hippocampus) mang</a:t>
            </a:r>
            <a:r>
              <a:rPr lang="en-US" sz="28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tiếng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Hy</a:t>
            </a:r>
            <a:r>
              <a:rPr lang="en-US" sz="2850" dirty="0" spc="-2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Lạp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nghĩa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</a:t>
            </a:r>
            <a:r>
              <a:rPr lang="en-US" sz="285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ngựa,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nằm</a:t>
            </a:r>
            <a:r>
              <a:rPr lang="en-US" sz="28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r>
              <a:rPr lang="en-US" sz="285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thùy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thái</a:t>
            </a:r>
            <a:r>
              <a:rPr lang="en-US" sz="285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dương</a:t>
            </a:r>
            <a:r>
              <a:rPr lang="en-US" sz="2850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giữa</a:t>
            </a:r>
            <a:r>
              <a:rPr lang="en-US" sz="28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[S2]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 tham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</a:t>
            </a:r>
            <a:r>
              <a:rPr lang="en-US" sz="2850" dirty="0" spc="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trí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nhớ,</a:t>
            </a:r>
            <a:r>
              <a:rPr lang="en-US" sz="28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học</a:t>
            </a:r>
            <a:r>
              <a:rPr lang="en-US" sz="28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tập và</a:t>
            </a: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xử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</a:t>
            </a:r>
            <a:r>
              <a:rPr lang="en-US" sz="28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[S1]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: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củng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28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b="1" dirty="0" spc="1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trí</a:t>
            </a:r>
            <a:r>
              <a:rPr lang="en-US" sz="2850" b="1" dirty="0" spc="-3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r>
              <a:rPr lang="en-US" sz="2850" b="1" dirty="0" spc="9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tường</a:t>
            </a:r>
            <a:r>
              <a:rPr lang="en-US" sz="2850" b="1" dirty="0" spc="-4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thuật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,</a:t>
            </a:r>
            <a:r>
              <a:rPr lang="en-US" sz="28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gắn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8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8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bối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cảnh</a:t>
            </a:r>
            <a:r>
              <a:rPr lang="en-US" sz="28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</a:t>
            </a:r>
            <a:r>
              <a:rPr lang="en-US" sz="28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</a:t>
            </a: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</a:t>
            </a:r>
            <a:pPr algn="l" indent="0" marL="0">
              <a:lnSpc>
                <a:spcPts val="3848"/>
              </a:lnSpc>
              <a:buNone/>
            </a:pPr>
            <a:r>
              <a:rPr lang="en-US" sz="2850" b="1" dirty="0" spc="-2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gắn</a:t>
            </a:r>
            <a:r>
              <a:rPr lang="en-US" sz="2850" b="1" dirty="0" spc="-35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850" b="1" dirty="0" spc="4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850" b="1" dirty="0" spc="-5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,</a:t>
            </a:r>
            <a:r>
              <a:rPr lang="en-US" sz="285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relational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binding)</a:t>
            </a:r>
            <a:r>
              <a:rPr lang="en-US" sz="285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tạo</a:t>
            </a:r>
            <a:r>
              <a:rPr lang="en-US" sz="28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850" dirty="0" spc="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r>
              <a:rPr lang="en-US" sz="285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850" dirty="0" spc="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285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thế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giới</a:t>
            </a: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[S2]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8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8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chuột,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85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nơron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hải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8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b="1" dirty="0" spc="-13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tế</a:t>
            </a:r>
            <a:r>
              <a:rPr lang="en-US" sz="2850" b="1" dirty="0" spc="4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bào</a:t>
            </a:r>
            <a:r>
              <a:rPr lang="en-US" sz="2850" b="1" dirty="0" spc="3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vị</a:t>
            </a:r>
            <a:r>
              <a:rPr lang="en-US" sz="2850" b="1" dirty="0" spc="10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trí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(place cells),</a:t>
            </a:r>
            <a:r>
              <a:rPr lang="en-US" sz="28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xung khi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</a:t>
            </a:r>
            <a:r>
              <a:rPr lang="en-US" sz="2850" dirty="0" spc="-2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vật</a:t>
            </a:r>
            <a:r>
              <a:rPr lang="en-US" sz="2850" dirty="0" spc="4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28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chỗ</a:t>
            </a:r>
            <a:r>
              <a:rPr lang="en-US" sz="28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r>
              <a:rPr lang="en-US" sz="2850" dirty="0" spc="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8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[S1]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endParaRPr lang="en-US" sz="2850" dirty="0"/>
          </a:p>
        </p:txBody>
      </p:sp>
      <p:sp>
        <p:nvSpPr>
          <p:cNvPr id="5" name="Shape 3"/>
          <p:cNvSpPr/>
          <p:nvPr/>
        </p:nvSpPr>
        <p:spPr>
          <a:xfrm>
            <a:off x="12325350" y="2762250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1E212B"/>
          </a:solidFill>
          <a:ln/>
        </p:spPr>
      </p:sp>
      <p:sp>
        <p:nvSpPr>
          <p:cNvPr id="6" name="Shape 4"/>
          <p:cNvSpPr/>
          <p:nvPr/>
        </p:nvSpPr>
        <p:spPr>
          <a:xfrm>
            <a:off x="12325350" y="2762250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7" name="Text 5"/>
          <p:cNvSpPr/>
          <p:nvPr/>
        </p:nvSpPr>
        <p:spPr>
          <a:xfrm>
            <a:off x="12630150" y="3028950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4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Ở</a:t>
            </a:r>
            <a:r>
              <a:rPr lang="en-US" sz="1950" dirty="0" spc="5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đâu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2630150" y="3486150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sâu</a:t>
            </a:r>
            <a:r>
              <a:rPr lang="en-US" sz="2400" dirty="0" spc="-1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trong</a:t>
            </a:r>
            <a:r>
              <a:rPr lang="en-US" sz="240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thùy</a:t>
            </a:r>
            <a:r>
              <a:rPr lang="en-US" sz="24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thái</a:t>
            </a:r>
            <a:r>
              <a:rPr lang="en-US" sz="2400" dirty="0" spc="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dương</a:t>
            </a:r>
            <a:r>
              <a:rPr lang="en-US" sz="2400" dirty="0" spc="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giữa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2325350" y="4714875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1E212B"/>
          </a:solidFill>
          <a:ln/>
        </p:spPr>
      </p:sp>
      <p:sp>
        <p:nvSpPr>
          <p:cNvPr id="10" name="Shape 8"/>
          <p:cNvSpPr/>
          <p:nvPr/>
        </p:nvSpPr>
        <p:spPr>
          <a:xfrm>
            <a:off x="12325350" y="4714875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11" name="Text 9"/>
          <p:cNvSpPr/>
          <p:nvPr/>
        </p:nvSpPr>
        <p:spPr>
          <a:xfrm>
            <a:off x="12630150" y="4981575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11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Làm</a:t>
            </a:r>
            <a:r>
              <a:rPr lang="en-US" sz="1950" dirty="0" spc="-4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gì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2630150" y="5438775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tạo</a:t>
            </a:r>
            <a:r>
              <a:rPr lang="en-US" sz="2400" dirty="0" spc="1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trí</a:t>
            </a:r>
            <a:r>
              <a:rPr lang="en-US" sz="24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nhớ</a:t>
            </a:r>
            <a:r>
              <a:rPr lang="en-US" sz="2400" dirty="0" spc="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tường</a:t>
            </a:r>
            <a:r>
              <a:rPr lang="en-US" sz="24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thuật,</a:t>
            </a:r>
            <a:r>
              <a:rPr lang="en-US" sz="2400" dirty="0" spc="1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định</a:t>
            </a:r>
            <a:r>
              <a:rPr lang="en-US" sz="2400" dirty="0" spc="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hướng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12325350" y="6657975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1E212B"/>
          </a:solidFill>
          <a:ln/>
        </p:spPr>
      </p:sp>
      <p:sp>
        <p:nvSpPr>
          <p:cNvPr id="14" name="Shape 12"/>
          <p:cNvSpPr/>
          <p:nvPr/>
        </p:nvSpPr>
        <p:spPr>
          <a:xfrm>
            <a:off x="12325350" y="6657975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15" name="Text 13"/>
          <p:cNvSpPr/>
          <p:nvPr/>
        </p:nvSpPr>
        <p:spPr>
          <a:xfrm>
            <a:off x="12630150" y="6924675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23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Đừng</a:t>
            </a:r>
            <a:r>
              <a:rPr lang="en-US" sz="1950" dirty="0" spc="0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hiểu</a:t>
            </a:r>
            <a:r>
              <a:rPr lang="en-US" sz="1950" dirty="0" spc="-3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nhầm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2630150" y="7381875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không</a:t>
            </a:r>
            <a:r>
              <a:rPr lang="en-US" sz="24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phải</a:t>
            </a:r>
            <a:r>
              <a:rPr lang="en-US" sz="24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kho</a:t>
            </a:r>
            <a:r>
              <a:rPr lang="en-US" sz="2400" dirty="0" spc="1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chứa</a:t>
            </a:r>
            <a:r>
              <a:rPr lang="en-US" sz="24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mãi mãi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4932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15252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35572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55892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76212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96532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16852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37172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5749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27781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29813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167588" y="9552517"/>
            <a:ext cx="135467" cy="135467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30" name="Shape 28"/>
          <p:cNvSpPr/>
          <p:nvPr/>
        </p:nvSpPr>
        <p:spPr>
          <a:xfrm>
            <a:off x="338772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59092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79412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997320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200520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403720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4606919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4810119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5013319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5216518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5419718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5622918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5826117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029317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6232517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64357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66389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8421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70453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724851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745171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765491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785811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806131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826451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846771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867091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887411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907731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928051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948371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968691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989011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3" name="Text 61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3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L07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12/45</a:t>
            </a:r>
            <a:endParaRPr lang="en-US" sz="1800" dirty="0"/>
          </a:p>
        </p:txBody>
      </p:sp>
      <p:sp>
        <p:nvSpPr>
          <p:cNvPr id="64" name="Shape 6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5" name="Moda image moda-export-watermark-66e48f75-c1bc-4cbe-add6-87049432548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Hải</a:t>
            </a:r>
            <a:r>
              <a:rPr lang="en-US" sz="57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mã: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thẻ hồ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sơ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72415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1E212B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272415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93370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3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Ở</a:t>
            </a:r>
            <a:r>
              <a:rPr lang="en-US" sz="2100" dirty="0" spc="7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đâu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295400" y="344805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1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Mặt</a:t>
            </a:r>
            <a:r>
              <a:rPr lang="en-US" sz="2550" dirty="0" spc="8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dưới,</a:t>
            </a:r>
            <a:r>
              <a:rPr lang="en-US" sz="2550" dirty="0" spc="-1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mặt</a:t>
            </a:r>
            <a:r>
              <a:rPr lang="en-US" sz="2550" dirty="0" spc="-16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trong</a:t>
            </a: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não,</a:t>
            </a:r>
            <a:r>
              <a:rPr lang="en-US" sz="2550" dirty="0" spc="-6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sâu</a:t>
            </a:r>
            <a:r>
              <a:rPr lang="en-US" sz="2550" dirty="0" spc="-16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trong</a:t>
            </a:r>
            <a:r>
              <a:rPr lang="en-US" sz="25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thùy</a:t>
            </a: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thái</a:t>
            </a:r>
            <a:r>
              <a:rPr lang="en-US" sz="2550" dirty="0" spc="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dương</a:t>
            </a:r>
            <a:r>
              <a:rPr lang="en-US" sz="2550" dirty="0" spc="7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giữa;</a:t>
            </a:r>
            <a:r>
              <a:rPr lang="en-US" sz="255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mỗi</a:t>
            </a:r>
            <a:r>
              <a:rPr lang="en-US" sz="2550" dirty="0" spc="-6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bên một</a:t>
            </a:r>
            <a:r>
              <a:rPr lang="en-US" sz="25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cái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4" kern="0">
                <a:solidFill>
                  <a:srgbClr val="9AA0B5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[S2]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6486525" y="272415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1E212B"/>
          </a:solidFill>
          <a:ln/>
        </p:spPr>
      </p:sp>
      <p:sp>
        <p:nvSpPr>
          <p:cNvPr id="8" name="Shape 6"/>
          <p:cNvSpPr/>
          <p:nvPr/>
        </p:nvSpPr>
        <p:spPr>
          <a:xfrm>
            <a:off x="6486525" y="272415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9" name="Text 7"/>
          <p:cNvSpPr/>
          <p:nvPr/>
        </p:nvSpPr>
        <p:spPr>
          <a:xfrm>
            <a:off x="6867525" y="293370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6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Gồm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6867525" y="344805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Thuộc</a:t>
            </a:r>
            <a:r>
              <a:rPr lang="en-US" sz="25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thùy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thái</a:t>
            </a:r>
            <a:r>
              <a:rPr lang="en-US" sz="2550" dirty="0" spc="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dương</a:t>
            </a:r>
            <a:r>
              <a:rPr lang="en-US" sz="2550" dirty="0" spc="1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giữa</a:t>
            </a:r>
            <a:r>
              <a:rPr lang="en-US" sz="25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cùng</a:t>
            </a:r>
            <a:r>
              <a:rPr lang="en-US" sz="2550" dirty="0" spc="-19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vỏ</a:t>
            </a:r>
            <a:r>
              <a:rPr lang="en-US" sz="2550" dirty="0" spc="19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khứu</a:t>
            </a:r>
            <a:r>
              <a:rPr lang="en-US" sz="2550" dirty="0" spc="-1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trong,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quanh</a:t>
            </a:r>
            <a:r>
              <a:rPr lang="en-US" sz="2550" dirty="0" spc="1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khứu,</a:t>
            </a:r>
            <a:r>
              <a:rPr lang="en-US" sz="255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cạnh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hải</a:t>
            </a:r>
            <a:r>
              <a:rPr lang="en-US" sz="25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mã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4" kern="0">
                <a:solidFill>
                  <a:srgbClr val="9AA0B5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[S2]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12068175" y="272415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1E212B"/>
          </a:solidFill>
          <a:ln/>
        </p:spPr>
      </p:sp>
      <p:sp>
        <p:nvSpPr>
          <p:cNvPr id="12" name="Shape 10"/>
          <p:cNvSpPr/>
          <p:nvPr/>
        </p:nvSpPr>
        <p:spPr>
          <a:xfrm>
            <a:off x="12068175" y="272415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13" name="Text 11"/>
          <p:cNvSpPr/>
          <p:nvPr/>
        </p:nvSpPr>
        <p:spPr>
          <a:xfrm>
            <a:off x="12449175" y="293370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33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Kết</a:t>
            </a:r>
            <a:r>
              <a:rPr lang="en-US" sz="2100" dirty="0" spc="-5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nối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2449175" y="344805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Nhiều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vùng</a:t>
            </a:r>
            <a:r>
              <a:rPr lang="en-US" sz="2550" dirty="0" spc="-18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vỏ</a:t>
            </a:r>
            <a:r>
              <a:rPr lang="en-US" sz="2550" dirty="0" spc="-2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và</a:t>
            </a:r>
            <a:r>
              <a:rPr lang="en-US" sz="2550" dirty="0" spc="1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dưới</a:t>
            </a:r>
            <a:r>
              <a:rPr lang="en-US" sz="2550" dirty="0" spc="-1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vỏ;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hai</a:t>
            </a:r>
            <a:r>
              <a:rPr lang="en-US" sz="25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chiều</a:t>
            </a:r>
            <a:r>
              <a:rPr lang="en-US" sz="2550" dirty="0" spc="-1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với</a:t>
            </a:r>
            <a:r>
              <a:rPr lang="en-US" sz="255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hạnh</a:t>
            </a:r>
            <a:r>
              <a:rPr lang="en-US" sz="2550" dirty="0" spc="-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nhân;</a:t>
            </a:r>
            <a:r>
              <a:rPr lang="en-US" sz="2550" dirty="0" spc="-7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tới</a:t>
            </a: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thể</a:t>
            </a:r>
            <a:r>
              <a:rPr lang="en-US" sz="2550" dirty="0" spc="-17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vân</a:t>
            </a:r>
            <a:r>
              <a:rPr lang="en-US" sz="25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bụng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4" kern="0">
                <a:solidFill>
                  <a:srgbClr val="9AA0B5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[S1]</a:t>
            </a:r>
            <a:r>
              <a:rPr lang="en-US" sz="2550" dirty="0" spc="-3" kern="0">
                <a:solidFill>
                  <a:srgbClr val="9AA0B5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[S14]</a:t>
            </a:r>
            <a:endParaRPr lang="en-US" sz="2550" dirty="0"/>
          </a:p>
        </p:txBody>
      </p:sp>
      <p:sp>
        <p:nvSpPr>
          <p:cNvPr id="15" name="Shape 13"/>
          <p:cNvSpPr/>
          <p:nvPr/>
        </p:nvSpPr>
        <p:spPr>
          <a:xfrm>
            <a:off x="914400" y="582930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1E212B"/>
          </a:solidFill>
          <a:ln/>
        </p:spPr>
      </p:sp>
      <p:sp>
        <p:nvSpPr>
          <p:cNvPr id="16" name="Shape 14"/>
          <p:cNvSpPr/>
          <p:nvPr/>
        </p:nvSpPr>
        <p:spPr>
          <a:xfrm>
            <a:off x="914400" y="582930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17" name="Text 15"/>
          <p:cNvSpPr/>
          <p:nvPr/>
        </p:nvSpPr>
        <p:spPr>
          <a:xfrm>
            <a:off x="1295400" y="603885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6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Chất</a:t>
            </a:r>
            <a:r>
              <a:rPr lang="en-US" sz="2100" dirty="0" spc="-3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dẫn</a:t>
            </a:r>
            <a:r>
              <a:rPr lang="en-US" sz="2100" dirty="0" spc="-11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truyền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295400" y="655320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Nguồn</a:t>
            </a:r>
            <a:r>
              <a:rPr lang="en-US" sz="2550" dirty="0" spc="1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đã</a:t>
            </a:r>
            <a:r>
              <a:rPr lang="en-US" sz="2550" dirty="0" spc="1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đọc</a:t>
            </a: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không nêu</a:t>
            </a:r>
            <a:r>
              <a:rPr lang="en-US" sz="2550" dirty="0" spc="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riêng;</a:t>
            </a:r>
            <a:r>
              <a:rPr lang="en-US" sz="255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giả</a:t>
            </a:r>
            <a:r>
              <a:rPr lang="en-US" sz="2550" dirty="0" spc="-18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thuyết</a:t>
            </a:r>
            <a:r>
              <a:rPr lang="en-US" sz="2550" dirty="0" spc="-2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về</a:t>
            </a:r>
            <a:r>
              <a:rPr lang="en-US" sz="2550" dirty="0" spc="-1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noradrenaline</a:t>
            </a:r>
            <a:r>
              <a:rPr lang="en-US" sz="25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khi</a:t>
            </a:r>
            <a:r>
              <a:rPr lang="en-US" sz="255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bị</a:t>
            </a:r>
            <a:r>
              <a:rPr lang="en-US" sz="2550" dirty="0" spc="17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đe</a:t>
            </a:r>
            <a:r>
              <a:rPr lang="en-US" sz="255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dọa</a:t>
            </a:r>
            <a:r>
              <a:rPr lang="en-US" sz="255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3" kern="0">
                <a:solidFill>
                  <a:srgbClr val="9AA0B5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[S5]</a:t>
            </a:r>
            <a:endParaRPr lang="en-US" sz="2550" dirty="0"/>
          </a:p>
        </p:txBody>
      </p:sp>
      <p:sp>
        <p:nvSpPr>
          <p:cNvPr id="19" name="Shape 17"/>
          <p:cNvSpPr/>
          <p:nvPr/>
        </p:nvSpPr>
        <p:spPr>
          <a:xfrm>
            <a:off x="6486525" y="582930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1E212B"/>
          </a:solidFill>
          <a:ln/>
        </p:spPr>
      </p:sp>
      <p:sp>
        <p:nvSpPr>
          <p:cNvPr id="20" name="Shape 18"/>
          <p:cNvSpPr/>
          <p:nvPr/>
        </p:nvSpPr>
        <p:spPr>
          <a:xfrm>
            <a:off x="6486525" y="582930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21" name="Text 19"/>
          <p:cNvSpPr/>
          <p:nvPr/>
        </p:nvSpPr>
        <p:spPr>
          <a:xfrm>
            <a:off x="6867525" y="603885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2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Khi</a:t>
            </a:r>
            <a:r>
              <a:rPr lang="en-US" sz="2100" dirty="0" spc="-8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tổn</a:t>
            </a:r>
            <a:r>
              <a:rPr lang="en-US" sz="2100" dirty="0" spc="4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thương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867525" y="655320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Quên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thuận chiều</a:t>
            </a:r>
            <a:r>
              <a:rPr lang="en-US" sz="255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như</a:t>
            </a:r>
            <a:r>
              <a:rPr lang="en-US" sz="25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H.M.;</a:t>
            </a:r>
            <a:r>
              <a:rPr lang="en-US" sz="2550" dirty="0" spc="-1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tổn</a:t>
            </a:r>
            <a:r>
              <a:rPr lang="en-US" sz="2550" dirty="0" spc="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thương</a:t>
            </a:r>
            <a:r>
              <a:rPr lang="en-US" sz="2550" dirty="0" spc="-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sớm</a:t>
            </a:r>
            <a:r>
              <a:rPr lang="en-US" sz="2550" dirty="0" spc="-16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trong</a:t>
            </a:r>
            <a:r>
              <a:rPr lang="en-US" sz="255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Alzheimer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4" kern="0">
                <a:solidFill>
                  <a:srgbClr val="9AA0B5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[S1] [S2]</a:t>
            </a:r>
            <a:endParaRPr lang="en-US" sz="2550" dirty="0"/>
          </a:p>
        </p:txBody>
      </p:sp>
      <p:sp>
        <p:nvSpPr>
          <p:cNvPr id="23" name="Shape 21"/>
          <p:cNvSpPr/>
          <p:nvPr/>
        </p:nvSpPr>
        <p:spPr>
          <a:xfrm>
            <a:off x="12068175" y="582930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1E212B"/>
          </a:solidFill>
          <a:ln/>
        </p:spPr>
      </p:sp>
      <p:sp>
        <p:nvSpPr>
          <p:cNvPr id="24" name="Shape 22"/>
          <p:cNvSpPr/>
          <p:nvPr/>
        </p:nvSpPr>
        <p:spPr>
          <a:xfrm>
            <a:off x="12068175" y="582930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25" name="Text 23"/>
          <p:cNvSpPr/>
          <p:nvPr/>
        </p:nvSpPr>
        <p:spPr>
          <a:xfrm>
            <a:off x="12449175" y="603885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22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Đừng</a:t>
            </a:r>
            <a:r>
              <a:rPr lang="en-US" sz="2100" dirty="0" spc="0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hiểu</a:t>
            </a:r>
            <a:r>
              <a:rPr lang="en-US" sz="2100" dirty="0" spc="-4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nhầm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12449175" y="655320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87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Ký</a:t>
            </a:r>
            <a:r>
              <a:rPr lang="en-US" sz="2550" dirty="0" spc="1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ức</a:t>
            </a:r>
            <a:r>
              <a:rPr lang="en-US" sz="25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lâu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năm</a:t>
            </a: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dần</a:t>
            </a:r>
            <a:r>
              <a:rPr lang="en-US" sz="2550" dirty="0" spc="1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dựa</a:t>
            </a:r>
            <a:r>
              <a:rPr lang="en-US" sz="2550" dirty="0" spc="-1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vào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mạng</a:t>
            </a:r>
            <a:r>
              <a:rPr lang="en-US" sz="2550" dirty="0" spc="1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lưới</a:t>
            </a:r>
            <a:r>
              <a:rPr lang="en-US" sz="2550" dirty="0" spc="-19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vỏ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não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4" kern="0">
                <a:solidFill>
                  <a:srgbClr val="9AA0B5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[S2]</a:t>
            </a:r>
            <a:r>
              <a:rPr lang="en-US" sz="2550" dirty="0" spc="-3" kern="0">
                <a:solidFill>
                  <a:srgbClr val="9AA0B5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[S9]</a:t>
            </a:r>
            <a:endParaRPr lang="en-US" sz="2550" dirty="0"/>
          </a:p>
        </p:txBody>
      </p:sp>
      <p:sp>
        <p:nvSpPr>
          <p:cNvPr id="27" name="Text 2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[S5] [S9]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[S14]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94932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15252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35572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55892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76212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196532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216852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237172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25749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27781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29813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31845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3370788" y="9552517"/>
            <a:ext cx="135467" cy="135467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41" name="Shape 39"/>
          <p:cNvSpPr/>
          <p:nvPr/>
        </p:nvSpPr>
        <p:spPr>
          <a:xfrm>
            <a:off x="359092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379412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3997320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4200520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4403720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4606919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4810119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5013319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5216518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5419718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5622918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5826117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6029317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6232517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64357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66389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68421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70453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724851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745171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765491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785811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806131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826451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846771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867091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887411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907731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928051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948371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968691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2" name="Shape 70"/>
          <p:cNvSpPr/>
          <p:nvPr/>
        </p:nvSpPr>
        <p:spPr>
          <a:xfrm>
            <a:off x="989011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3" name="Text 71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3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L07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13/45</a:t>
            </a:r>
            <a:endParaRPr lang="en-US" sz="1800" dirty="0"/>
          </a:p>
        </p:txBody>
      </p:sp>
      <p:sp>
        <p:nvSpPr>
          <p:cNvPr id="74" name="Shape 7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75" name="Moda image moda-export-watermark-33f1a337-134f-499d-abfa-2bc43e21bcd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Bệnh</a:t>
            </a:r>
            <a:r>
              <a:rPr lang="en-US" sz="57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nhân</a:t>
            </a: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H.M.:</a:t>
            </a:r>
            <a:r>
              <a:rPr lang="en-US" sz="5700" dirty="0" spc="-1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ca</a:t>
            </a: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thay</a:t>
            </a:r>
            <a:r>
              <a:rPr lang="en-US" sz="5700" dirty="0" spc="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đổi</a:t>
            </a:r>
            <a:r>
              <a:rPr lang="en-US" sz="5700" dirty="0" spc="-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ngành</a:t>
            </a: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trí</a:t>
            </a:r>
            <a:r>
              <a:rPr lang="en-US" sz="57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5700" dirty="0"/>
          </a:p>
        </p:txBody>
      </p:sp>
      <p:sp>
        <p:nvSpPr>
          <p:cNvPr id="3" name="Connector line-1792598430532-619726380"/>
          <p:cNvSpPr/>
          <p:nvPr/>
        </p:nvSpPr>
        <p:spPr>
          <a:xfrm>
            <a:off x="914400" y="5810250"/>
            <a:ext cx="16459200" cy="0"/>
          </a:xfrm>
          <a:prstGeom prst="line">
            <a:avLst/>
          </a:prstGeom>
          <a:noFill/>
          <a:ln w="57150">
            <a:solidFill>
              <a:srgbClr val="6B6A66"/>
            </a:solidFill>
            <a:prstDash val="solid"/>
            <a:headEnd type="none"/>
            <a:tailEnd type="none"/>
          </a:ln>
        </p:spPr>
      </p:sp>
      <p:sp>
        <p:nvSpPr>
          <p:cNvPr id="4" name="Shape 2"/>
          <p:cNvSpPr/>
          <p:nvPr/>
        </p:nvSpPr>
        <p:spPr>
          <a:xfrm>
            <a:off x="2314575" y="5562600"/>
            <a:ext cx="495300" cy="4953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5" name="Connector line-1792598430533-450609616"/>
          <p:cNvSpPr/>
          <p:nvPr/>
        </p:nvSpPr>
        <p:spPr>
          <a:xfrm flipV="1">
            <a:off x="2562225" y="5238750"/>
            <a:ext cx="0" cy="323850"/>
          </a:xfrm>
          <a:prstGeom prst="line">
            <a:avLst/>
          </a:prstGeom>
          <a:noFill/>
          <a:ln w="38100">
            <a:solidFill>
              <a:srgbClr val="E8472B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1104900" y="3429000"/>
            <a:ext cx="291465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7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1926:</a:t>
            </a:r>
            <a:r>
              <a:rPr lang="en-US" sz="27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Henry</a:t>
            </a:r>
            <a:r>
              <a:rPr lang="en-US" sz="270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Molaison</a:t>
            </a:r>
            <a:r>
              <a:rPr lang="en-US" sz="2700" dirty="0" spc="-2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ra</a:t>
            </a:r>
            <a:r>
              <a:rPr lang="en-US" sz="2700" dirty="0" spc="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đời;</a:t>
            </a:r>
            <a:r>
              <a:rPr lang="en-US" sz="2700" dirty="0" spc="-2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về</a:t>
            </a:r>
            <a:r>
              <a:rPr lang="en-US" sz="27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sau</a:t>
            </a:r>
            <a:r>
              <a:rPr lang="en-US" sz="270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động</a:t>
            </a:r>
            <a:r>
              <a:rPr lang="en-US" sz="27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kinh nặng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600700" y="5562600"/>
            <a:ext cx="495300" cy="495300"/>
          </a:xfrm>
          <a:prstGeom prst="ellipse">
            <a:avLst/>
          </a:prstGeom>
          <a:solidFill>
            <a:srgbClr val="1F3FD1"/>
          </a:solidFill>
          <a:ln/>
        </p:spPr>
      </p:sp>
      <p:sp>
        <p:nvSpPr>
          <p:cNvPr id="8" name="Connector line-1792598430536-190099489"/>
          <p:cNvSpPr/>
          <p:nvPr/>
        </p:nvSpPr>
        <p:spPr>
          <a:xfrm>
            <a:off x="5848350" y="6057900"/>
            <a:ext cx="0" cy="323850"/>
          </a:xfrm>
          <a:prstGeom prst="line">
            <a:avLst/>
          </a:prstGeom>
          <a:noFill/>
          <a:ln w="38100">
            <a:solidFill>
              <a:srgbClr val="1F3FD1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4400550" y="6381750"/>
            <a:ext cx="291465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55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1953:</a:t>
            </a:r>
            <a:r>
              <a:rPr lang="en-US" sz="2550" dirty="0" spc="-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cắt</a:t>
            </a:r>
            <a:r>
              <a:rPr lang="en-US" sz="25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khoảng</a:t>
            </a:r>
            <a:r>
              <a:rPr lang="en-US" sz="25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8</a:t>
            </a:r>
            <a:r>
              <a:rPr lang="en-US" sz="25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cm thùy</a:t>
            </a:r>
            <a:r>
              <a:rPr lang="en-US" sz="25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thái</a:t>
            </a:r>
            <a:r>
              <a:rPr lang="en-US" sz="2550" dirty="0" spc="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dương</a:t>
            </a:r>
            <a:r>
              <a:rPr lang="en-US" sz="2550" dirty="0" spc="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giữa</a:t>
            </a:r>
            <a:r>
              <a:rPr lang="en-US" sz="25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hai</a:t>
            </a:r>
            <a:r>
              <a:rPr lang="en-US" sz="25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bên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8896350" y="5562600"/>
            <a:ext cx="495300" cy="49530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11" name="Connector line-1792598430538-633438112"/>
          <p:cNvSpPr/>
          <p:nvPr/>
        </p:nvSpPr>
        <p:spPr>
          <a:xfrm flipV="1">
            <a:off x="9144000" y="5238750"/>
            <a:ext cx="0" cy="323850"/>
          </a:xfrm>
          <a:prstGeom prst="line">
            <a:avLst/>
          </a:prstGeom>
          <a:noFill/>
          <a:ln w="38100">
            <a:solidFill>
              <a:srgbClr val="B45309"/>
            </a:solidFill>
            <a:prstDash val="solid"/>
            <a:headEnd type="none"/>
            <a:tailEnd type="none"/>
          </a:ln>
        </p:spPr>
      </p:sp>
      <p:sp>
        <p:nvSpPr>
          <p:cNvPr id="12" name="Text 10"/>
          <p:cNvSpPr/>
          <p:nvPr/>
        </p:nvSpPr>
        <p:spPr>
          <a:xfrm>
            <a:off x="7686675" y="3429000"/>
            <a:ext cx="291465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5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Sau</a:t>
            </a:r>
            <a:r>
              <a:rPr lang="en-US" sz="22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mổ:</a:t>
            </a:r>
            <a:r>
              <a:rPr lang="en-US" sz="22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quên</a:t>
            </a:r>
            <a:r>
              <a:rPr lang="en-US" sz="22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thuận</a:t>
            </a:r>
            <a:r>
              <a:rPr lang="en-US" sz="22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chiều,</a:t>
            </a:r>
            <a:r>
              <a:rPr lang="en-US" sz="22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 tạo</a:t>
            </a:r>
            <a:r>
              <a:rPr lang="en-US" sz="2250" dirty="0" spc="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trí</a:t>
            </a:r>
            <a:r>
              <a:rPr lang="en-US" sz="22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nhớ</a:t>
            </a:r>
            <a:r>
              <a:rPr lang="en-US" sz="2250" dirty="0" spc="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tường</a:t>
            </a:r>
            <a:r>
              <a:rPr lang="en-US" sz="22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thuật</a:t>
            </a:r>
            <a:r>
              <a:rPr lang="en-US" sz="2250" dirty="0" spc="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mới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12192000" y="5562600"/>
            <a:ext cx="495300" cy="49530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4" name="Connector line-1792598430540-392436138"/>
          <p:cNvSpPr/>
          <p:nvPr/>
        </p:nvSpPr>
        <p:spPr>
          <a:xfrm>
            <a:off x="12439650" y="6057900"/>
            <a:ext cx="0" cy="323850"/>
          </a:xfrm>
          <a:prstGeom prst="line">
            <a:avLst/>
          </a:prstGeom>
          <a:noFill/>
          <a:ln w="38100">
            <a:solidFill>
              <a:srgbClr val="0F766E"/>
            </a:solidFill>
            <a:prstDash val="solid"/>
            <a:headEnd type="none"/>
            <a:tailEnd type="none"/>
          </a:ln>
        </p:spPr>
      </p:sp>
      <p:sp>
        <p:nvSpPr>
          <p:cNvPr id="15" name="Text 13"/>
          <p:cNvSpPr/>
          <p:nvPr/>
        </p:nvSpPr>
        <p:spPr>
          <a:xfrm>
            <a:off x="10982325" y="6381750"/>
            <a:ext cx="291465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394" dirty="0" spc="-7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Tập</a:t>
            </a:r>
            <a:r>
              <a:rPr lang="en-US" sz="2394" dirty="0" spc="-2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vẽ</a:t>
            </a:r>
            <a:r>
              <a:rPr lang="en-US" sz="2394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theo</a:t>
            </a:r>
            <a:r>
              <a:rPr lang="en-US" sz="2394" dirty="0" spc="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gương:</a:t>
            </a:r>
            <a:r>
              <a:rPr lang="en-US" sz="2394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nhanh</a:t>
            </a:r>
            <a:r>
              <a:rPr lang="en-US" sz="2394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hơn</a:t>
            </a:r>
            <a:r>
              <a:rPr lang="en-US" sz="2394" dirty="0" spc="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mười</a:t>
            </a:r>
            <a:r>
              <a:rPr lang="en-US" sz="2394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lần, giữ</a:t>
            </a:r>
            <a:r>
              <a:rPr lang="en-US" sz="2394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kỹ</a:t>
            </a:r>
            <a:r>
              <a:rPr lang="en-US" sz="2394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năng</a:t>
            </a:r>
            <a:r>
              <a:rPr lang="en-US" sz="2394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đến</a:t>
            </a:r>
            <a:r>
              <a:rPr lang="en-US" sz="2394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2394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năm</a:t>
            </a:r>
            <a:endParaRPr lang="en-US" sz="2394" dirty="0"/>
          </a:p>
        </p:txBody>
      </p:sp>
      <p:sp>
        <p:nvSpPr>
          <p:cNvPr id="16" name="Shape 14"/>
          <p:cNvSpPr/>
          <p:nvPr/>
        </p:nvSpPr>
        <p:spPr>
          <a:xfrm>
            <a:off x="15478125" y="5562600"/>
            <a:ext cx="495300" cy="4953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7" name="Connector line-1792598430545-395904282"/>
          <p:cNvSpPr/>
          <p:nvPr/>
        </p:nvSpPr>
        <p:spPr>
          <a:xfrm flipV="1">
            <a:off x="15725775" y="5238750"/>
            <a:ext cx="0" cy="323850"/>
          </a:xfrm>
          <a:prstGeom prst="line">
            <a:avLst/>
          </a:prstGeom>
          <a:noFill/>
          <a:ln w="38100">
            <a:solidFill>
              <a:srgbClr val="E8472B"/>
            </a:solidFill>
            <a:prstDash val="solid"/>
            <a:headEnd type="none"/>
            <a:tailEnd type="none"/>
          </a:ln>
        </p:spPr>
      </p:sp>
      <p:sp>
        <p:nvSpPr>
          <p:cNvPr id="18" name="Text 16"/>
          <p:cNvSpPr/>
          <p:nvPr/>
        </p:nvSpPr>
        <p:spPr>
          <a:xfrm>
            <a:off x="14268450" y="3429000"/>
            <a:ext cx="291465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7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2008:</a:t>
            </a:r>
            <a:r>
              <a:rPr lang="en-US" sz="27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ông</a:t>
            </a:r>
            <a:r>
              <a:rPr lang="en-US" sz="27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qua</a:t>
            </a:r>
            <a:r>
              <a:rPr lang="en-US" sz="2700" dirty="0" spc="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đời</a:t>
            </a:r>
            <a:endParaRPr lang="en-US" sz="2700" dirty="0"/>
          </a:p>
        </p:txBody>
      </p:sp>
      <p:sp>
        <p:nvSpPr>
          <p:cNvPr id="19" name="Text 17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94932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15252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35572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55892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76212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96532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16852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237172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25749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27781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29813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1845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38772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573988" y="9552517"/>
            <a:ext cx="135467" cy="135467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4" name="Shape 32"/>
          <p:cNvSpPr/>
          <p:nvPr/>
        </p:nvSpPr>
        <p:spPr>
          <a:xfrm>
            <a:off x="379412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3997320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4200520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4403720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4606919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4810119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5013319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5216518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5419718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5622918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5826117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6029317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6232517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4357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66389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68421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70453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724851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745171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765491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785811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806131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826451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846771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867091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887411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907731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928051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948371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968691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989011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5" name="Text 63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3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L07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14/45</a:t>
            </a:r>
            <a:endParaRPr lang="en-US" sz="1800" dirty="0"/>
          </a:p>
        </p:txBody>
      </p:sp>
      <p:sp>
        <p:nvSpPr>
          <p:cNvPr id="66" name="Shape 6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7" name="Moda image moda-export-watermark-d7820eee-1489-41ba-ac80-7d911da7f46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Vì</a:t>
            </a:r>
            <a:r>
              <a:rPr lang="en-US" sz="57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sao</a:t>
            </a:r>
            <a:r>
              <a:rPr lang="en-US" sz="5700" dirty="0" spc="-3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gọi</a:t>
            </a:r>
            <a:r>
              <a:rPr lang="en-US" sz="57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</a:t>
            </a: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hải</a:t>
            </a: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mã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247900"/>
            <a:ext cx="8953500" cy="609600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28575">
            <a:solidFill>
              <a:srgbClr val="DDD5C1"/>
            </a:solidFill>
            <a:prstDash val="solid"/>
          </a:ln>
        </p:spPr>
      </p:sp>
      <p:pic>
        <p:nvPicPr>
          <p:cNvPr id="4" name="Moda image rect-1792598431987-74893647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04900" y="2551196"/>
            <a:ext cx="8572500" cy="54894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8477250"/>
            <a:ext cx="16459200" cy="495300"/>
          </a:xfrm>
          <a:prstGeom prst="rect">
            <a:avLst/>
          </a:prstGeom>
          <a:noFill/>
          <a:ln/>
        </p:spPr>
        <p:txBody>
          <a:bodyPr wrap="square" lIns="0" tIns="14435" rIns="0" bIns="-14435" rtlCol="0" anchor="t"/>
          <a:lstStyle/>
          <a:p>
            <a:pPr algn="l" indent="0" marL="0">
              <a:lnSpc>
                <a:spcPts val="1815"/>
              </a:lnSpc>
              <a:buNone/>
            </a:pPr>
            <a:r>
              <a:rPr lang="en-US" sz="16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Hình:</a:t>
            </a:r>
            <a:r>
              <a:rPr lang="en-US" sz="165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Laszlo</a:t>
            </a:r>
            <a:r>
              <a:rPr lang="en-US" sz="1650" dirty="0" spc="-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Seress,</a:t>
            </a:r>
            <a:r>
              <a:rPr lang="en-US" sz="165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giấy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16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</a:t>
            </a:r>
            <a:r>
              <a:rPr lang="en-US" sz="16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CC</a:t>
            </a:r>
            <a:r>
              <a:rPr lang="en-US" sz="1650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BY-SA;</a:t>
            </a:r>
            <a:r>
              <a:rPr lang="en-US" sz="165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Hove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&amp; Martinez,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(chương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8.3)</a:t>
            </a:r>
            <a:endParaRPr lang="en-US" sz="1650" dirty="0"/>
          </a:p>
        </p:txBody>
      </p:sp>
      <p:sp>
        <p:nvSpPr>
          <p:cNvPr id="6" name="Shape 3"/>
          <p:cNvSpPr/>
          <p:nvPr/>
        </p:nvSpPr>
        <p:spPr>
          <a:xfrm>
            <a:off x="10248900" y="2247900"/>
            <a:ext cx="7124700" cy="990600"/>
          </a:xfrm>
          <a:prstGeom prst="roundRect">
            <a:avLst>
              <a:gd name="adj" fmla="val 19231"/>
            </a:avLst>
          </a:prstGeom>
          <a:solidFill>
            <a:srgbClr val="E8E0CF"/>
          </a:solidFill>
          <a:ln/>
        </p:spPr>
      </p:sp>
      <p:sp>
        <p:nvSpPr>
          <p:cNvPr id="7" name="Shape 4"/>
          <p:cNvSpPr/>
          <p:nvPr/>
        </p:nvSpPr>
        <p:spPr>
          <a:xfrm>
            <a:off x="10248900" y="2247900"/>
            <a:ext cx="114300" cy="9906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8" name="Text 5"/>
          <p:cNvSpPr/>
          <p:nvPr/>
        </p:nvSpPr>
        <p:spPr>
          <a:xfrm>
            <a:off x="10591800" y="2343150"/>
            <a:ext cx="65913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1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Hippocampus</a:t>
            </a:r>
            <a:endParaRPr lang="en-US" sz="2250" dirty="0"/>
          </a:p>
        </p:txBody>
      </p:sp>
      <p:sp>
        <p:nvSpPr>
          <p:cNvPr id="9" name="Text 6"/>
          <p:cNvSpPr/>
          <p:nvPr/>
        </p:nvSpPr>
        <p:spPr>
          <a:xfrm>
            <a:off x="10591800" y="2647950"/>
            <a:ext cx="6591300" cy="55245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hải</a:t>
            </a:r>
            <a:r>
              <a:rPr lang="en-US" sz="255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mã</a:t>
            </a:r>
            <a:endParaRPr lang="en-US" sz="2550" dirty="0"/>
          </a:p>
        </p:txBody>
      </p:sp>
      <p:sp>
        <p:nvSpPr>
          <p:cNvPr id="10" name="Shape 7"/>
          <p:cNvSpPr/>
          <p:nvPr/>
        </p:nvSpPr>
        <p:spPr>
          <a:xfrm>
            <a:off x="10248900" y="3390900"/>
            <a:ext cx="7124700" cy="990600"/>
          </a:xfrm>
          <a:prstGeom prst="roundRect">
            <a:avLst>
              <a:gd name="adj" fmla="val 19231"/>
            </a:avLst>
          </a:prstGeom>
          <a:solidFill>
            <a:srgbClr val="E8E0CF"/>
          </a:solidFill>
          <a:ln/>
        </p:spPr>
      </p:sp>
      <p:sp>
        <p:nvSpPr>
          <p:cNvPr id="11" name="Shape 8"/>
          <p:cNvSpPr/>
          <p:nvPr/>
        </p:nvSpPr>
        <p:spPr>
          <a:xfrm>
            <a:off x="10248900" y="3390900"/>
            <a:ext cx="114300" cy="9906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12" name="Text 9"/>
          <p:cNvSpPr/>
          <p:nvPr/>
        </p:nvSpPr>
        <p:spPr>
          <a:xfrm>
            <a:off x="10591800" y="3486150"/>
            <a:ext cx="65913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Seahorse</a:t>
            </a:r>
            <a:endParaRPr lang="en-US" sz="2250" dirty="0"/>
          </a:p>
        </p:txBody>
      </p:sp>
      <p:sp>
        <p:nvSpPr>
          <p:cNvPr id="13" name="Text 10"/>
          <p:cNvSpPr/>
          <p:nvPr/>
        </p:nvSpPr>
        <p:spPr>
          <a:xfrm>
            <a:off x="10591800" y="3790950"/>
            <a:ext cx="6591300" cy="55245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cá</a:t>
            </a:r>
            <a:r>
              <a:rPr lang="en-US" sz="2550" dirty="0" spc="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ngựa</a:t>
            </a:r>
            <a:endParaRPr lang="en-US" sz="2550" dirty="0"/>
          </a:p>
        </p:txBody>
      </p:sp>
      <p:sp>
        <p:nvSpPr>
          <p:cNvPr id="14" name="Shape 11"/>
          <p:cNvSpPr/>
          <p:nvPr/>
        </p:nvSpPr>
        <p:spPr>
          <a:xfrm>
            <a:off x="10248900" y="4533900"/>
            <a:ext cx="7124700" cy="3810000"/>
          </a:xfrm>
          <a:prstGeom prst="roundRect">
            <a:avLst>
              <a:gd name="adj" fmla="val 5000"/>
            </a:avLst>
          </a:prstGeom>
          <a:solidFill>
            <a:srgbClr val="F3DFB8"/>
          </a:solidFill>
          <a:ln/>
        </p:spPr>
      </p:sp>
      <p:sp>
        <p:nvSpPr>
          <p:cNvPr id="15" name="Text 12"/>
          <p:cNvSpPr/>
          <p:nvPr/>
        </p:nvSpPr>
        <p:spPr>
          <a:xfrm>
            <a:off x="10553700" y="4800600"/>
            <a:ext cx="6515100" cy="32766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Hải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5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550" dirty="0" spc="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5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bóc</a:t>
            </a:r>
            <a:r>
              <a:rPr lang="en-US" sz="25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tách</a:t>
            </a:r>
            <a:r>
              <a:rPr lang="en-US" sz="25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(trái)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đặt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cạnh</a:t>
            </a:r>
            <a:r>
              <a:rPr lang="en-US" sz="25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</a:t>
            </a:r>
            <a:r>
              <a:rPr lang="en-US" sz="25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ngựa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(phải).</a:t>
            </a:r>
            <a:r>
              <a:rPr lang="en-US" sz="2550" dirty="0" spc="-5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315"/>
              </a:lnSpc>
              <a:buNone/>
            </a:pPr>
            <a:r>
              <a:rPr lang="en-US" sz="2550" b="1" dirty="0" spc="0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hải</a:t>
            </a:r>
            <a:r>
              <a:rPr lang="en-US" sz="2550" b="1" dirty="0" spc="-5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pPr algn="l" indent="0" marL="0">
              <a:lnSpc>
                <a:spcPts val="3315"/>
              </a:lnSpc>
              <a:buNone/>
            </a:pPr>
            <a:r>
              <a:rPr lang="en-US" sz="2550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đến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tiếng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Hy</a:t>
            </a:r>
            <a:r>
              <a:rPr lang="en-US" sz="2550" dirty="0" spc="-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Lạp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nghĩa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 cá</a:t>
            </a:r>
            <a:r>
              <a:rPr lang="en-US" sz="25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ngựa,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vì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dạng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giống nhau </a:t>
            </a:r>
            <a:pPr algn="l" indent="0" marL="0">
              <a:lnSpc>
                <a:spcPts val="3315"/>
              </a:lnSpc>
              <a:buNone/>
            </a:pPr>
            <a:r>
              <a:rPr lang="en-US" sz="255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[S2]</a:t>
            </a:r>
            <a:pPr algn="l" indent="0" marL="0">
              <a:lnSpc>
                <a:spcPts val="3315"/>
              </a:lnSpc>
              <a:buNone/>
            </a:pPr>
            <a:r>
              <a:rPr lang="en-US" sz="25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não có</a:t>
            </a:r>
            <a:r>
              <a:rPr lang="en-US" sz="25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hải mã,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nằm</a:t>
            </a:r>
            <a:r>
              <a:rPr lang="en-US" sz="25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r>
              <a:rPr lang="en-US" sz="25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thùy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thái</a:t>
            </a:r>
            <a:r>
              <a:rPr lang="en-US" sz="25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dương giữa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315"/>
              </a:lnSpc>
              <a:buNone/>
            </a:pPr>
            <a:r>
              <a:rPr lang="en-US" sz="255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[S2]</a:t>
            </a:r>
            <a:pPr algn="l" indent="0" marL="0">
              <a:lnSpc>
                <a:spcPts val="3315"/>
              </a:lnSpc>
              <a:buNone/>
            </a:pPr>
            <a:r>
              <a:rPr lang="en-US" sz="25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endParaRPr lang="en-US" sz="2550" dirty="0"/>
          </a:p>
        </p:txBody>
      </p:sp>
      <p:sp>
        <p:nvSpPr>
          <p:cNvPr id="16" name="Text 13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94932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8" name="Shape 15"/>
          <p:cNvSpPr/>
          <p:nvPr/>
        </p:nvSpPr>
        <p:spPr>
          <a:xfrm>
            <a:off x="115252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9" name="Shape 16"/>
          <p:cNvSpPr/>
          <p:nvPr/>
        </p:nvSpPr>
        <p:spPr>
          <a:xfrm>
            <a:off x="135572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0" name="Shape 17"/>
          <p:cNvSpPr/>
          <p:nvPr/>
        </p:nvSpPr>
        <p:spPr>
          <a:xfrm>
            <a:off x="155892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8"/>
          <p:cNvSpPr/>
          <p:nvPr/>
        </p:nvSpPr>
        <p:spPr>
          <a:xfrm>
            <a:off x="176212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19"/>
          <p:cNvSpPr/>
          <p:nvPr/>
        </p:nvSpPr>
        <p:spPr>
          <a:xfrm>
            <a:off x="196532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0"/>
          <p:cNvSpPr/>
          <p:nvPr/>
        </p:nvSpPr>
        <p:spPr>
          <a:xfrm>
            <a:off x="216852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1"/>
          <p:cNvSpPr/>
          <p:nvPr/>
        </p:nvSpPr>
        <p:spPr>
          <a:xfrm>
            <a:off x="237172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2"/>
          <p:cNvSpPr/>
          <p:nvPr/>
        </p:nvSpPr>
        <p:spPr>
          <a:xfrm>
            <a:off x="25749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3"/>
          <p:cNvSpPr/>
          <p:nvPr/>
        </p:nvSpPr>
        <p:spPr>
          <a:xfrm>
            <a:off x="27781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4"/>
          <p:cNvSpPr/>
          <p:nvPr/>
        </p:nvSpPr>
        <p:spPr>
          <a:xfrm>
            <a:off x="29813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5"/>
          <p:cNvSpPr/>
          <p:nvPr/>
        </p:nvSpPr>
        <p:spPr>
          <a:xfrm>
            <a:off x="31845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6"/>
          <p:cNvSpPr/>
          <p:nvPr/>
        </p:nvSpPr>
        <p:spPr>
          <a:xfrm>
            <a:off x="338772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7"/>
          <p:cNvSpPr/>
          <p:nvPr/>
        </p:nvSpPr>
        <p:spPr>
          <a:xfrm>
            <a:off x="359092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8"/>
          <p:cNvSpPr/>
          <p:nvPr/>
        </p:nvSpPr>
        <p:spPr>
          <a:xfrm>
            <a:off x="3777187" y="9552517"/>
            <a:ext cx="135467" cy="135467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2" name="Shape 29"/>
          <p:cNvSpPr/>
          <p:nvPr/>
        </p:nvSpPr>
        <p:spPr>
          <a:xfrm>
            <a:off x="3997320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0"/>
          <p:cNvSpPr/>
          <p:nvPr/>
        </p:nvSpPr>
        <p:spPr>
          <a:xfrm>
            <a:off x="4200520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1"/>
          <p:cNvSpPr/>
          <p:nvPr/>
        </p:nvSpPr>
        <p:spPr>
          <a:xfrm>
            <a:off x="4403720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2"/>
          <p:cNvSpPr/>
          <p:nvPr/>
        </p:nvSpPr>
        <p:spPr>
          <a:xfrm>
            <a:off x="4606919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3"/>
          <p:cNvSpPr/>
          <p:nvPr/>
        </p:nvSpPr>
        <p:spPr>
          <a:xfrm>
            <a:off x="4810119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4"/>
          <p:cNvSpPr/>
          <p:nvPr/>
        </p:nvSpPr>
        <p:spPr>
          <a:xfrm>
            <a:off x="5013319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5"/>
          <p:cNvSpPr/>
          <p:nvPr/>
        </p:nvSpPr>
        <p:spPr>
          <a:xfrm>
            <a:off x="5216518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6"/>
          <p:cNvSpPr/>
          <p:nvPr/>
        </p:nvSpPr>
        <p:spPr>
          <a:xfrm>
            <a:off x="5419718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7"/>
          <p:cNvSpPr/>
          <p:nvPr/>
        </p:nvSpPr>
        <p:spPr>
          <a:xfrm>
            <a:off x="5622918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8"/>
          <p:cNvSpPr/>
          <p:nvPr/>
        </p:nvSpPr>
        <p:spPr>
          <a:xfrm>
            <a:off x="5826117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39"/>
          <p:cNvSpPr/>
          <p:nvPr/>
        </p:nvSpPr>
        <p:spPr>
          <a:xfrm>
            <a:off x="6029317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0"/>
          <p:cNvSpPr/>
          <p:nvPr/>
        </p:nvSpPr>
        <p:spPr>
          <a:xfrm>
            <a:off x="6232517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1"/>
          <p:cNvSpPr/>
          <p:nvPr/>
        </p:nvSpPr>
        <p:spPr>
          <a:xfrm>
            <a:off x="64357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2"/>
          <p:cNvSpPr/>
          <p:nvPr/>
        </p:nvSpPr>
        <p:spPr>
          <a:xfrm>
            <a:off x="66389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3"/>
          <p:cNvSpPr/>
          <p:nvPr/>
        </p:nvSpPr>
        <p:spPr>
          <a:xfrm>
            <a:off x="68421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4"/>
          <p:cNvSpPr/>
          <p:nvPr/>
        </p:nvSpPr>
        <p:spPr>
          <a:xfrm>
            <a:off x="70453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5"/>
          <p:cNvSpPr/>
          <p:nvPr/>
        </p:nvSpPr>
        <p:spPr>
          <a:xfrm>
            <a:off x="724851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6"/>
          <p:cNvSpPr/>
          <p:nvPr/>
        </p:nvSpPr>
        <p:spPr>
          <a:xfrm>
            <a:off x="745171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7"/>
          <p:cNvSpPr/>
          <p:nvPr/>
        </p:nvSpPr>
        <p:spPr>
          <a:xfrm>
            <a:off x="765491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8"/>
          <p:cNvSpPr/>
          <p:nvPr/>
        </p:nvSpPr>
        <p:spPr>
          <a:xfrm>
            <a:off x="785811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49"/>
          <p:cNvSpPr/>
          <p:nvPr/>
        </p:nvSpPr>
        <p:spPr>
          <a:xfrm>
            <a:off x="806131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0"/>
          <p:cNvSpPr/>
          <p:nvPr/>
        </p:nvSpPr>
        <p:spPr>
          <a:xfrm>
            <a:off x="826451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1"/>
          <p:cNvSpPr/>
          <p:nvPr/>
        </p:nvSpPr>
        <p:spPr>
          <a:xfrm>
            <a:off x="846771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2"/>
          <p:cNvSpPr/>
          <p:nvPr/>
        </p:nvSpPr>
        <p:spPr>
          <a:xfrm>
            <a:off x="867091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Shape 53"/>
          <p:cNvSpPr/>
          <p:nvPr/>
        </p:nvSpPr>
        <p:spPr>
          <a:xfrm>
            <a:off x="887411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7" name="Shape 54"/>
          <p:cNvSpPr/>
          <p:nvPr/>
        </p:nvSpPr>
        <p:spPr>
          <a:xfrm>
            <a:off x="907731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8" name="Shape 55"/>
          <p:cNvSpPr/>
          <p:nvPr/>
        </p:nvSpPr>
        <p:spPr>
          <a:xfrm>
            <a:off x="928051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9" name="Shape 56"/>
          <p:cNvSpPr/>
          <p:nvPr/>
        </p:nvSpPr>
        <p:spPr>
          <a:xfrm>
            <a:off x="948371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0" name="Shape 57"/>
          <p:cNvSpPr/>
          <p:nvPr/>
        </p:nvSpPr>
        <p:spPr>
          <a:xfrm>
            <a:off x="968691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1" name="Shape 58"/>
          <p:cNvSpPr/>
          <p:nvPr/>
        </p:nvSpPr>
        <p:spPr>
          <a:xfrm>
            <a:off x="989011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2" name="Text 59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3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L07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15/45</a:t>
            </a:r>
            <a:endParaRPr lang="en-US" sz="1800" dirty="0"/>
          </a:p>
        </p:txBody>
      </p:sp>
      <p:sp>
        <p:nvSpPr>
          <p:cNvPr id="63" name="Shape 6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4" name="Moda image moda-export-watermark-6ae46865-8a9a-4fdf-adb9-9cf46784846c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H.M.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mất</a:t>
            </a:r>
            <a:r>
              <a:rPr lang="en-US" sz="5700" dirty="0" spc="-2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gì,</a:t>
            </a:r>
            <a:r>
              <a:rPr lang="en-US" sz="57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giữ</a:t>
            </a:r>
            <a:r>
              <a:rPr lang="en-US" sz="5700" dirty="0" spc="-7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được</a:t>
            </a:r>
            <a:r>
              <a:rPr lang="en-US" sz="5700" dirty="0" spc="-2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857500"/>
            <a:ext cx="8058150" cy="5334000"/>
          </a:xfrm>
          <a:prstGeom prst="roundRect">
            <a:avLst>
              <a:gd name="adj" fmla="val 5000"/>
            </a:avLst>
          </a:prstGeom>
          <a:solidFill>
            <a:srgbClr val="4A2A24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2857500"/>
            <a:ext cx="133350" cy="53340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3200400"/>
            <a:ext cx="71437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1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Mất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371600" y="4286250"/>
            <a:ext cx="7143750" cy="3143250"/>
          </a:xfrm>
          <a:prstGeom prst="rect">
            <a:avLst/>
          </a:prstGeom>
          <a:noFill/>
          <a:ln/>
        </p:spPr>
        <p:txBody>
          <a:bodyPr wrap="square" lIns="0" tIns="17002" rIns="0" bIns="-17002" rtlCol="0" anchor="t"/>
          <a:lstStyle/>
          <a:p>
            <a:pPr algn="l" indent="0" marL="0">
              <a:lnSpc>
                <a:spcPts val="4095"/>
              </a:lnSpc>
              <a:buNone/>
            </a:pPr>
            <a:r>
              <a:rPr lang="en-US" sz="3150" dirty="0" spc="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trí</a:t>
            </a:r>
            <a:r>
              <a:rPr lang="en-US" sz="31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r>
              <a:rPr lang="en-US" sz="315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tường</a:t>
            </a:r>
            <a:r>
              <a:rPr lang="en-US" sz="31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thuật</a:t>
            </a:r>
            <a:r>
              <a:rPr lang="en-US" sz="31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mới,</a:t>
            </a:r>
            <a:r>
              <a:rPr lang="en-US" sz="31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</a:t>
            </a:r>
            <a:r>
              <a:rPr lang="en-US" sz="31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nghĩa từ</a:t>
            </a:r>
            <a:r>
              <a:rPr lang="en-US" sz="31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"granola";</a:t>
            </a:r>
            <a:r>
              <a:rPr lang="en-US" sz="31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31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r>
              <a:rPr lang="en-US" sz="3150" dirty="0" spc="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ức</a:t>
            </a:r>
            <a:r>
              <a:rPr lang="en-US" sz="31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31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năm</a:t>
            </a:r>
            <a:r>
              <a:rPr lang="en-US" sz="315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31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mổ</a:t>
            </a:r>
            <a:endParaRPr lang="en-US" sz="3150" dirty="0"/>
          </a:p>
        </p:txBody>
      </p:sp>
      <p:sp>
        <p:nvSpPr>
          <p:cNvPr id="7" name="Shape 5"/>
          <p:cNvSpPr/>
          <p:nvPr/>
        </p:nvSpPr>
        <p:spPr>
          <a:xfrm>
            <a:off x="9315450" y="2857500"/>
            <a:ext cx="8058150" cy="5334000"/>
          </a:xfrm>
          <a:prstGeom prst="roundRect">
            <a:avLst>
              <a:gd name="adj" fmla="val 5000"/>
            </a:avLst>
          </a:prstGeom>
          <a:solidFill>
            <a:srgbClr val="262C4A"/>
          </a:solidFill>
          <a:ln/>
        </p:spPr>
      </p:sp>
      <p:sp>
        <p:nvSpPr>
          <p:cNvPr id="8" name="Shape 6"/>
          <p:cNvSpPr/>
          <p:nvPr/>
        </p:nvSpPr>
        <p:spPr>
          <a:xfrm>
            <a:off x="9315450" y="2857500"/>
            <a:ext cx="133350" cy="53340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9" name="Text 7"/>
          <p:cNvSpPr/>
          <p:nvPr/>
        </p:nvSpPr>
        <p:spPr>
          <a:xfrm>
            <a:off x="9772650" y="3200400"/>
            <a:ext cx="71437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3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Còn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9772650" y="4286250"/>
            <a:ext cx="7143750" cy="3143250"/>
          </a:xfrm>
          <a:prstGeom prst="rect">
            <a:avLst/>
          </a:prstGeom>
          <a:noFill/>
          <a:ln/>
        </p:spPr>
        <p:txBody>
          <a:bodyPr wrap="square" lIns="0" tIns="17002" rIns="0" bIns="-17002" rtlCol="0" anchor="t"/>
          <a:lstStyle/>
          <a:p>
            <a:pPr algn="l" indent="0" marL="0">
              <a:lnSpc>
                <a:spcPts val="4095"/>
              </a:lnSpc>
              <a:buNone/>
            </a:pPr>
            <a:r>
              <a:rPr lang="en-US" sz="3150" dirty="0" spc="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trí</a:t>
            </a:r>
            <a:r>
              <a:rPr lang="en-US" sz="31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thông</a:t>
            </a:r>
            <a:r>
              <a:rPr lang="en-US" sz="31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minh,</a:t>
            </a:r>
            <a:r>
              <a:rPr lang="en-US" sz="31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ngôn</a:t>
            </a:r>
            <a:r>
              <a:rPr lang="en-US" sz="31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ngữ,</a:t>
            </a:r>
            <a:r>
              <a:rPr lang="en-US" sz="31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r>
              <a:rPr lang="en-US" sz="3150" dirty="0" spc="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ức</a:t>
            </a:r>
            <a:r>
              <a:rPr lang="en-US" sz="31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thơ</a:t>
            </a:r>
            <a:r>
              <a:rPr lang="en-US" sz="31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ấu, học</a:t>
            </a:r>
            <a:r>
              <a:rPr lang="en-US" sz="31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kỹ</a:t>
            </a:r>
            <a:r>
              <a:rPr lang="en-US" sz="31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</a:t>
            </a:r>
            <a:r>
              <a:rPr lang="en-US" sz="315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vẽ</a:t>
            </a:r>
            <a:r>
              <a:rPr lang="en-US" sz="31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3150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gương</a:t>
            </a:r>
            <a:endParaRPr lang="en-US" sz="3150" dirty="0"/>
          </a:p>
        </p:txBody>
      </p:sp>
      <p:sp>
        <p:nvSpPr>
          <p:cNvPr id="11" name="Text 9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[S8]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4932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15252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35572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55892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76212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96532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216852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237172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25749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7781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29813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31845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338772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359092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379412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3980387" y="9552517"/>
            <a:ext cx="135467" cy="135467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8" name="Shape 26"/>
          <p:cNvSpPr/>
          <p:nvPr/>
        </p:nvSpPr>
        <p:spPr>
          <a:xfrm>
            <a:off x="4200520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4403720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4606919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4810119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5013319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5216518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5419718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5622918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5826117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6029317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6232517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64357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66389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68421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70453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724851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745171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765491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785811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806131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826451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846771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867091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887411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907731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928051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948371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968691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989011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7" name="Text 55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3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L07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16/45</a:t>
            </a:r>
            <a:endParaRPr lang="en-US" sz="1800" dirty="0"/>
          </a:p>
        </p:txBody>
      </p:sp>
      <p:sp>
        <p:nvSpPr>
          <p:cNvPr id="58" name="Shape 5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9" name="Moda image moda-export-watermark-2d19167f-d55c-402a-84a7-3d607f88bfe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Đồi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thị: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nút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giao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hai</a:t>
            </a:r>
            <a:r>
              <a:rPr lang="en-US" sz="57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chiều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819400"/>
            <a:ext cx="95250" cy="550545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4" name="Text 2"/>
          <p:cNvSpPr/>
          <p:nvPr/>
        </p:nvSpPr>
        <p:spPr>
          <a:xfrm>
            <a:off x="1295400" y="2762250"/>
            <a:ext cx="10572750" cy="5619750"/>
          </a:xfrm>
          <a:prstGeom prst="rect">
            <a:avLst/>
          </a:prstGeom>
          <a:noFill/>
          <a:ln/>
        </p:spPr>
        <p:txBody>
          <a:bodyPr wrap="square" lIns="0" tIns="10843" rIns="0" bIns="-10843" rtlCol="0" anchor="t"/>
          <a:lstStyle/>
          <a:p>
            <a:pPr algn="l" indent="0" marL="0">
              <a:lnSpc>
                <a:spcPts val="3848"/>
              </a:lnSpc>
              <a:buNone/>
            </a:pPr>
            <a:r>
              <a:rPr lang="en-US" sz="2850" b="1" dirty="0" spc="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Đồi</a:t>
            </a:r>
            <a:r>
              <a:rPr lang="en-US" sz="2850" b="1" dirty="0" spc="-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thị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(thalamus)</a:t>
            </a:r>
            <a:r>
              <a:rPr lang="en-US" sz="28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thuộc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não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trung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gian,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nằm</a:t>
            </a:r>
            <a:r>
              <a:rPr lang="en-US" sz="2850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ngay</a:t>
            </a:r>
            <a:r>
              <a:rPr lang="en-US" sz="2850" dirty="0" spc="-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vùng</a:t>
            </a:r>
            <a:r>
              <a:rPr lang="en-US" sz="285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dưới</a:t>
            </a:r>
            <a:r>
              <a:rPr lang="en-US" sz="2850" dirty="0" spc="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đồi</a:t>
            </a:r>
            <a:r>
              <a:rPr lang="en-US" sz="28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[S1]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Mọi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giác quan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trừ</a:t>
            </a:r>
            <a:r>
              <a:rPr lang="en-US" sz="2850" dirty="0" spc="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khứu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giác</a:t>
            </a:r>
            <a:r>
              <a:rPr lang="en-US" sz="2850" dirty="0" spc="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đều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8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</a:t>
            </a:r>
            <a:r>
              <a:rPr lang="en-US" sz="2850" dirty="0" spc="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đồi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thị</a:t>
            </a:r>
            <a:r>
              <a:rPr lang="en-US" sz="28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chuyển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hiệu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lên</a:t>
            </a:r>
            <a:r>
              <a:rPr lang="en-US" sz="285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vỏ</a:t>
            </a:r>
            <a:r>
              <a:rPr lang="en-US" sz="28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sơ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cấp</a:t>
            </a:r>
            <a:r>
              <a:rPr lang="en-US" sz="28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[S1]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 hiệu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cũng</a:t>
            </a:r>
            <a:r>
              <a:rPr lang="en-US" sz="2850" dirty="0" spc="4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xuống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8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vỏ,</a:t>
            </a:r>
            <a:r>
              <a:rPr lang="en-US" sz="285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tạo</a:t>
            </a:r>
            <a:r>
              <a:rPr lang="en-US" sz="285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b="1" dirty="0" spc="-24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vòng</a:t>
            </a:r>
            <a:r>
              <a:rPr lang="en-US" sz="2850" b="1" dirty="0" spc="9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đồi</a:t>
            </a:r>
            <a:r>
              <a:rPr lang="en-US" sz="2850" b="1" dirty="0" spc="-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thị</a:t>
            </a:r>
            <a:r>
              <a:rPr lang="en-US" sz="2850" b="1" dirty="0" spc="5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-</a:t>
            </a:r>
            <a:r>
              <a:rPr lang="en-US" sz="2850" b="1" dirty="0" spc="-2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vỏ</a:t>
            </a:r>
            <a:r>
              <a:rPr lang="en-US" sz="2850" b="1" dirty="0" spc="3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não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tham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</a:t>
            </a:r>
            <a:r>
              <a:rPr lang="en-US" sz="2850" dirty="0" spc="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trí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nhớ,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chú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ý,</a:t>
            </a:r>
            <a:r>
              <a:rPr lang="en-US" sz="28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vận</a:t>
            </a:r>
            <a:r>
              <a:rPr lang="en-US" sz="285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8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-3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850" dirty="0" spc="-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quyết</a:t>
            </a:r>
            <a:r>
              <a:rPr lang="en-US" sz="2850" dirty="0" spc="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định;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nút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cảm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giác,</a:t>
            </a:r>
            <a:r>
              <a:rPr lang="en-US" sz="2850" dirty="0" spc="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đồi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thị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28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góp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8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chuyển</a:t>
            </a:r>
            <a:r>
              <a:rPr lang="en-US" sz="285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giữa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ngủ</a:t>
            </a:r>
            <a:r>
              <a:rPr lang="en-US" sz="285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[S1]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Sherman</a:t>
            </a:r>
            <a:r>
              <a:rPr lang="en-US" sz="2850" dirty="0" spc="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</a:t>
            </a:r>
            <a:r>
              <a:rPr lang="en-US" sz="28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xuất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lớn</a:t>
            </a:r>
            <a:r>
              <a:rPr lang="en-US" sz="2850" dirty="0" spc="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đồi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thị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8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b="1" dirty="0" spc="-17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chuyển</a:t>
            </a:r>
            <a:r>
              <a:rPr lang="en-US" sz="2850" b="1" dirty="0" spc="-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</a:t>
            </a:r>
            <a:r>
              <a:rPr lang="en-US" sz="2850" b="1" dirty="0" spc="5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bậc</a:t>
            </a:r>
            <a:r>
              <a:rPr lang="en-US" sz="2850" b="1" dirty="0" spc="3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cao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,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vùng</a:t>
            </a:r>
            <a:r>
              <a:rPr lang="en-US" sz="285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vỏ</a:t>
            </a:r>
            <a:r>
              <a:rPr lang="en-US" sz="28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</a:t>
            </a:r>
            <a:r>
              <a:rPr lang="en-US" sz="28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[S10]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endParaRPr lang="en-US" sz="2850" dirty="0"/>
          </a:p>
        </p:txBody>
      </p:sp>
      <p:sp>
        <p:nvSpPr>
          <p:cNvPr id="5" name="Shape 3"/>
          <p:cNvSpPr/>
          <p:nvPr/>
        </p:nvSpPr>
        <p:spPr>
          <a:xfrm>
            <a:off x="12325350" y="2762250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1E212B"/>
          </a:solidFill>
          <a:ln/>
        </p:spPr>
      </p:sp>
      <p:sp>
        <p:nvSpPr>
          <p:cNvPr id="6" name="Shape 4"/>
          <p:cNvSpPr/>
          <p:nvPr/>
        </p:nvSpPr>
        <p:spPr>
          <a:xfrm>
            <a:off x="12325350" y="2762250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7" name="Text 5"/>
          <p:cNvSpPr/>
          <p:nvPr/>
        </p:nvSpPr>
        <p:spPr>
          <a:xfrm>
            <a:off x="12630150" y="3028950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4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Ở</a:t>
            </a:r>
            <a:r>
              <a:rPr lang="en-US" sz="1950" dirty="0" spc="5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đâu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2630150" y="3486150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não</a:t>
            </a:r>
            <a:r>
              <a:rPr lang="en-US" sz="24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trung</a:t>
            </a:r>
            <a:r>
              <a:rPr lang="en-US" sz="24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gian,</a:t>
            </a:r>
            <a:r>
              <a:rPr lang="en-US" sz="2400" dirty="0" spc="-1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trên</a:t>
            </a:r>
            <a:r>
              <a:rPr lang="en-US" sz="24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vùng</a:t>
            </a:r>
            <a:r>
              <a:rPr lang="en-US" sz="2400" dirty="0" spc="1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dưới</a:t>
            </a:r>
            <a:r>
              <a:rPr lang="en-US" sz="2400" dirty="0" spc="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đồi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2325350" y="4714875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1E212B"/>
          </a:solidFill>
          <a:ln/>
        </p:spPr>
      </p:sp>
      <p:sp>
        <p:nvSpPr>
          <p:cNvPr id="10" name="Shape 8"/>
          <p:cNvSpPr/>
          <p:nvPr/>
        </p:nvSpPr>
        <p:spPr>
          <a:xfrm>
            <a:off x="12325350" y="4714875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11" name="Text 9"/>
          <p:cNvSpPr/>
          <p:nvPr/>
        </p:nvSpPr>
        <p:spPr>
          <a:xfrm>
            <a:off x="12630150" y="4981575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11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Làm</a:t>
            </a:r>
            <a:r>
              <a:rPr lang="en-US" sz="1950" dirty="0" spc="-4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gì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2630150" y="5438775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-1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chuyển</a:t>
            </a:r>
            <a:r>
              <a:rPr lang="en-US" sz="24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tiếp</a:t>
            </a:r>
            <a:r>
              <a:rPr lang="en-US" sz="2400" dirty="0" spc="-1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2400" dirty="0" spc="-1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vòng</a:t>
            </a:r>
            <a:r>
              <a:rPr lang="en-US" sz="2400" dirty="0" spc="-1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với</a:t>
            </a:r>
            <a:r>
              <a:rPr lang="en-US" sz="2400" dirty="0" spc="-1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vỏ</a:t>
            </a:r>
            <a:r>
              <a:rPr lang="en-US" sz="240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não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12325350" y="6657975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1E212B"/>
          </a:solidFill>
          <a:ln/>
        </p:spPr>
      </p:sp>
      <p:sp>
        <p:nvSpPr>
          <p:cNvPr id="14" name="Shape 12"/>
          <p:cNvSpPr/>
          <p:nvPr/>
        </p:nvSpPr>
        <p:spPr>
          <a:xfrm>
            <a:off x="12325350" y="6657975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15" name="Text 13"/>
          <p:cNvSpPr/>
          <p:nvPr/>
        </p:nvSpPr>
        <p:spPr>
          <a:xfrm>
            <a:off x="12630150" y="6924675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23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Đừng</a:t>
            </a:r>
            <a:r>
              <a:rPr lang="en-US" sz="1950" dirty="0" spc="0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hiểu</a:t>
            </a:r>
            <a:r>
              <a:rPr lang="en-US" sz="1950" dirty="0" spc="-3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nhầm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2630150" y="7381875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không</a:t>
            </a:r>
            <a:r>
              <a:rPr lang="en-US" sz="240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chỉ</a:t>
            </a:r>
            <a:r>
              <a:rPr lang="en-US" sz="2400" dirty="0" spc="-1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chuyển</a:t>
            </a:r>
            <a:r>
              <a:rPr lang="en-US" sz="240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tin</a:t>
            </a:r>
            <a:r>
              <a:rPr lang="en-US" sz="240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thụ</a:t>
            </a:r>
            <a:r>
              <a:rPr lang="en-US" sz="240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động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 [S10]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4932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15252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35572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55892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76212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96532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16852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37172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5749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27781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29813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1845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38772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59092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79412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997320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183587" y="9552517"/>
            <a:ext cx="135467" cy="135467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35" name="Shape 33"/>
          <p:cNvSpPr/>
          <p:nvPr/>
        </p:nvSpPr>
        <p:spPr>
          <a:xfrm>
            <a:off x="4403720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4606919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4810119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5013319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5216518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5419718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5622918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5826117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029317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6232517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64357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66389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8421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70453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724851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745171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765491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785811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806131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826451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846771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867091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887411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907731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928051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948371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968691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989011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3" name="Text 61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3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L07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2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17/45</a:t>
            </a:r>
            <a:endParaRPr lang="en-US" sz="1800" dirty="0"/>
          </a:p>
        </p:txBody>
      </p:sp>
      <p:sp>
        <p:nvSpPr>
          <p:cNvPr id="64" name="Shape 6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5" name="Moda image moda-export-watermark-ac1121ce-6cac-44a1-8ae9-b152695c690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Đồi</a:t>
            </a: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thị:</a:t>
            </a: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thẻ hồ</a:t>
            </a: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sơ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72415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E8E0CF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272415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93370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3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Ở</a:t>
            </a:r>
            <a:r>
              <a:rPr lang="en-US" sz="2100" dirty="0" spc="7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đâu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295400" y="344805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Não</a:t>
            </a:r>
            <a:r>
              <a:rPr lang="en-US" sz="25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trung gian,</a:t>
            </a:r>
            <a:r>
              <a:rPr lang="en-US" sz="2550" dirty="0" spc="-19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trên</a:t>
            </a: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vùng</a:t>
            </a:r>
            <a:r>
              <a:rPr lang="en-US" sz="2550" dirty="0" spc="1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dưới đồi;</a:t>
            </a:r>
            <a:r>
              <a:rPr lang="en-US" sz="25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NINDS</a:t>
            </a:r>
            <a:r>
              <a:rPr lang="en-US" sz="2550" dirty="0" spc="-9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gọi</a:t>
            </a:r>
            <a:r>
              <a:rPr lang="en-US" sz="25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là</a:t>
            </a:r>
            <a:r>
              <a:rPr lang="en-US" sz="2550" dirty="0" spc="-1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trạm</a:t>
            </a:r>
            <a:r>
              <a:rPr lang="en-US" sz="25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thanh</a:t>
            </a:r>
            <a:r>
              <a:rPr lang="en-US" sz="2550" dirty="0" spc="-1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toán</a:t>
            </a:r>
            <a:r>
              <a:rPr lang="en-US" sz="255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bù trừ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4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[S1] [S18]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6486525" y="272415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E8E0CF"/>
          </a:solidFill>
          <a:ln/>
        </p:spPr>
      </p:sp>
      <p:sp>
        <p:nvSpPr>
          <p:cNvPr id="8" name="Shape 6"/>
          <p:cNvSpPr/>
          <p:nvPr/>
        </p:nvSpPr>
        <p:spPr>
          <a:xfrm>
            <a:off x="6486525" y="272415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9" name="Text 7"/>
          <p:cNvSpPr/>
          <p:nvPr/>
        </p:nvSpPr>
        <p:spPr>
          <a:xfrm>
            <a:off x="6867525" y="293370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6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Gồm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6867525" y="344805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Các</a:t>
            </a:r>
            <a:r>
              <a:rPr lang="en-US" sz="255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nhân</a:t>
            </a:r>
            <a:r>
              <a:rPr lang="en-US" sz="2550" dirty="0" spc="-1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chuyên</a:t>
            </a:r>
            <a:r>
              <a:rPr lang="en-US" sz="2550" dirty="0" spc="-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biệt:</a:t>
            </a:r>
            <a:r>
              <a:rPr lang="en-US" sz="255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thể</a:t>
            </a:r>
            <a:r>
              <a:rPr lang="en-US" sz="2550" dirty="0" spc="-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gối</a:t>
            </a:r>
            <a:r>
              <a:rPr lang="en-US" sz="2550" dirty="0" spc="-9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ngoài,</a:t>
            </a:r>
            <a:r>
              <a:rPr lang="en-US" sz="255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thể</a:t>
            </a:r>
            <a:r>
              <a:rPr lang="en-US" sz="2550" dirty="0" spc="-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gối</a:t>
            </a:r>
            <a:r>
              <a:rPr lang="en-US" sz="2550" dirty="0" spc="-1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trong,</a:t>
            </a:r>
            <a:r>
              <a:rPr lang="en-US" sz="255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nhân</a:t>
            </a:r>
            <a:r>
              <a:rPr lang="en-US" sz="25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pulvinar</a:t>
            </a:r>
            <a:r>
              <a:rPr lang="en-US" sz="25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4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[S1] [S10]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12068175" y="272415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E8E0CF"/>
          </a:solidFill>
          <a:ln/>
        </p:spPr>
      </p:sp>
      <p:sp>
        <p:nvSpPr>
          <p:cNvPr id="12" name="Shape 10"/>
          <p:cNvSpPr/>
          <p:nvPr/>
        </p:nvSpPr>
        <p:spPr>
          <a:xfrm>
            <a:off x="12068175" y="272415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13" name="Text 11"/>
          <p:cNvSpPr/>
          <p:nvPr/>
        </p:nvSpPr>
        <p:spPr>
          <a:xfrm>
            <a:off x="12449175" y="293370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33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Kết</a:t>
            </a:r>
            <a:r>
              <a:rPr lang="en-US" sz="2100" dirty="0" spc="-5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nối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2449175" y="344805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8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Tỏa</a:t>
            </a:r>
            <a:r>
              <a:rPr lang="en-US" sz="255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lên</a:t>
            </a:r>
            <a:r>
              <a:rPr lang="en-US" sz="2550" dirty="0" spc="-1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vỏ,</a:t>
            </a:r>
            <a:r>
              <a:rPr lang="en-US" sz="2550" dirty="0" spc="-1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vào</a:t>
            </a:r>
            <a:r>
              <a:rPr lang="en-US" sz="25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lớp 4;</a:t>
            </a:r>
            <a:r>
              <a:rPr lang="en-US" sz="255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nhận</a:t>
            </a:r>
            <a:r>
              <a:rPr lang="en-US" sz="25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từ</a:t>
            </a:r>
            <a:r>
              <a:rPr lang="en-US" sz="2550" dirty="0" spc="-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hạnh</a:t>
            </a:r>
            <a:r>
              <a:rPr lang="en-US" sz="255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nhân;</a:t>
            </a:r>
            <a:r>
              <a:rPr lang="en-US" sz="2550" dirty="0" spc="-1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mắt</a:t>
            </a:r>
            <a:r>
              <a:rPr lang="en-US" sz="25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xích</a:t>
            </a:r>
            <a:r>
              <a:rPr lang="en-US" sz="255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của</a:t>
            </a:r>
            <a:r>
              <a:rPr lang="en-US" sz="2550" dirty="0" spc="-1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vòng</a:t>
            </a:r>
            <a:r>
              <a:rPr lang="en-US" sz="25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qua</a:t>
            </a: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hạch</a:t>
            </a:r>
            <a:r>
              <a:rPr lang="en-US" sz="2550" dirty="0" spc="-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nền</a:t>
            </a:r>
            <a:r>
              <a:rPr lang="en-US" sz="25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4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[S1]</a:t>
            </a:r>
            <a:endParaRPr lang="en-US" sz="2550" dirty="0"/>
          </a:p>
        </p:txBody>
      </p:sp>
      <p:sp>
        <p:nvSpPr>
          <p:cNvPr id="15" name="Shape 13"/>
          <p:cNvSpPr/>
          <p:nvPr/>
        </p:nvSpPr>
        <p:spPr>
          <a:xfrm>
            <a:off x="914400" y="582930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E8E0CF"/>
          </a:solidFill>
          <a:ln/>
        </p:spPr>
      </p:sp>
      <p:sp>
        <p:nvSpPr>
          <p:cNvPr id="16" name="Shape 14"/>
          <p:cNvSpPr/>
          <p:nvPr/>
        </p:nvSpPr>
        <p:spPr>
          <a:xfrm>
            <a:off x="914400" y="582930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17" name="Text 15"/>
          <p:cNvSpPr/>
          <p:nvPr/>
        </p:nvSpPr>
        <p:spPr>
          <a:xfrm>
            <a:off x="1295400" y="603885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6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Chất</a:t>
            </a:r>
            <a:r>
              <a:rPr lang="en-US" sz="2100" dirty="0" spc="-3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dẫn</a:t>
            </a:r>
            <a:r>
              <a:rPr lang="en-US" sz="2100" dirty="0" spc="-11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truyền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295400" y="655320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Nguồn</a:t>
            </a:r>
            <a:r>
              <a:rPr lang="en-US" sz="2550" dirty="0" spc="1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đã</a:t>
            </a:r>
            <a:r>
              <a:rPr lang="en-US" sz="2550" dirty="0" spc="1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đọc</a:t>
            </a:r>
            <a:r>
              <a:rPr lang="en-US" sz="25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không nêu</a:t>
            </a:r>
            <a:r>
              <a:rPr lang="en-US" sz="2550" dirty="0" spc="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riêng;</a:t>
            </a:r>
            <a:r>
              <a:rPr lang="en-US" sz="2550" dirty="0" spc="-1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xem</a:t>
            </a:r>
            <a:r>
              <a:rPr lang="en-US" sz="2550" dirty="0" spc="-3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L02,</a:t>
            </a:r>
            <a:r>
              <a:rPr lang="en-US" sz="2550" dirty="0" spc="-4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L03</a:t>
            </a:r>
            <a:endParaRPr lang="en-US" sz="2550" dirty="0"/>
          </a:p>
        </p:txBody>
      </p:sp>
      <p:sp>
        <p:nvSpPr>
          <p:cNvPr id="19" name="Shape 17"/>
          <p:cNvSpPr/>
          <p:nvPr/>
        </p:nvSpPr>
        <p:spPr>
          <a:xfrm>
            <a:off x="6486525" y="582930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E8E0CF"/>
          </a:solidFill>
          <a:ln/>
        </p:spPr>
      </p:sp>
      <p:sp>
        <p:nvSpPr>
          <p:cNvPr id="20" name="Shape 18"/>
          <p:cNvSpPr/>
          <p:nvPr/>
        </p:nvSpPr>
        <p:spPr>
          <a:xfrm>
            <a:off x="6486525" y="582930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21" name="Text 19"/>
          <p:cNvSpPr/>
          <p:nvPr/>
        </p:nvSpPr>
        <p:spPr>
          <a:xfrm>
            <a:off x="6867525" y="603885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2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Khi</a:t>
            </a:r>
            <a:r>
              <a:rPr lang="en-US" sz="2100" dirty="0" spc="-8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tổn</a:t>
            </a:r>
            <a:r>
              <a:rPr lang="en-US" sz="2100" dirty="0" spc="4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thương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867525" y="655320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Chưa</a:t>
            </a:r>
            <a:r>
              <a:rPr lang="en-US" sz="2550" dirty="0" spc="-2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rõ</a:t>
            </a:r>
            <a:r>
              <a:rPr lang="en-US" sz="2550" dirty="0" spc="-1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trong</a:t>
            </a:r>
            <a:r>
              <a:rPr lang="en-US" sz="25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các</a:t>
            </a:r>
            <a:r>
              <a:rPr lang="en-US" sz="25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nguồn</a:t>
            </a:r>
            <a:r>
              <a:rPr lang="en-US" sz="2550" dirty="0" spc="1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đã</a:t>
            </a:r>
            <a:r>
              <a:rPr lang="en-US" sz="2550" dirty="0" spc="1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đọc</a:t>
            </a:r>
            <a:endParaRPr lang="en-US" sz="2550" dirty="0"/>
          </a:p>
        </p:txBody>
      </p:sp>
      <p:sp>
        <p:nvSpPr>
          <p:cNvPr id="23" name="Shape 21"/>
          <p:cNvSpPr/>
          <p:nvPr/>
        </p:nvSpPr>
        <p:spPr>
          <a:xfrm>
            <a:off x="12068175" y="582930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E8E0CF"/>
          </a:solidFill>
          <a:ln/>
        </p:spPr>
      </p:sp>
      <p:sp>
        <p:nvSpPr>
          <p:cNvPr id="24" name="Shape 22"/>
          <p:cNvSpPr/>
          <p:nvPr/>
        </p:nvSpPr>
        <p:spPr>
          <a:xfrm>
            <a:off x="12068175" y="582930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25" name="Text 23"/>
          <p:cNvSpPr/>
          <p:nvPr/>
        </p:nvSpPr>
        <p:spPr>
          <a:xfrm>
            <a:off x="12449175" y="603885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22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Đừng</a:t>
            </a:r>
            <a:r>
              <a:rPr lang="en-US" sz="2100" dirty="0" spc="0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hiểu</a:t>
            </a:r>
            <a:r>
              <a:rPr lang="en-US" sz="2100" dirty="0" spc="-4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nhầm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12449175" y="655320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Không</a:t>
            </a:r>
            <a:r>
              <a:rPr lang="en-US" sz="25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chỉ</a:t>
            </a:r>
            <a:r>
              <a:rPr lang="en-US" sz="2550" dirty="0" spc="-1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chuyển</a:t>
            </a: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tin</a:t>
            </a:r>
            <a:r>
              <a:rPr lang="en-US" sz="25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thụ</a:t>
            </a:r>
            <a:r>
              <a:rPr lang="en-US" sz="2550" dirty="0" spc="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động:</a:t>
            </a:r>
            <a:r>
              <a:rPr lang="en-US" sz="2550" dirty="0" spc="-1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vòng</a:t>
            </a: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hai</a:t>
            </a:r>
            <a:r>
              <a:rPr lang="en-US" sz="25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chiều,</a:t>
            </a:r>
            <a:r>
              <a:rPr lang="en-US" sz="2550" dirty="0" spc="-1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chuyển</a:t>
            </a:r>
            <a:r>
              <a:rPr lang="en-US" sz="25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tiếp</a:t>
            </a: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bậc</a:t>
            </a:r>
            <a:r>
              <a:rPr lang="en-US" sz="25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cao</a:t>
            </a:r>
            <a:r>
              <a:rPr lang="en-US" sz="255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4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[S1] [S10]</a:t>
            </a:r>
            <a:endParaRPr lang="en-US" sz="2550" dirty="0"/>
          </a:p>
        </p:txBody>
      </p:sp>
      <p:sp>
        <p:nvSpPr>
          <p:cNvPr id="27" name="Text 2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 [S10] [S18]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94932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15252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35572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55892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76212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196532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216852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237172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25749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27781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29813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31845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338772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359092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379412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3997320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4200520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4386786" y="9552517"/>
            <a:ext cx="135467" cy="135467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46" name="Shape 44"/>
          <p:cNvSpPr/>
          <p:nvPr/>
        </p:nvSpPr>
        <p:spPr>
          <a:xfrm>
            <a:off x="4606919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4810119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5013319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5216518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5419718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5622918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5826117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6029317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6232517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64357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66389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68421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70453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724851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745171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765491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785811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806131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826451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846771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867091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887411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907731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928051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948371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968691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2" name="Shape 70"/>
          <p:cNvSpPr/>
          <p:nvPr/>
        </p:nvSpPr>
        <p:spPr>
          <a:xfrm>
            <a:off x="989011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3" name="Text 71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3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L07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18/45</a:t>
            </a:r>
            <a:endParaRPr lang="en-US" sz="1800" dirty="0"/>
          </a:p>
        </p:txBody>
      </p:sp>
      <p:sp>
        <p:nvSpPr>
          <p:cNvPr id="74" name="Shape 7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75" name="Moda image moda-export-watermark-2be9065f-62e6-4aa6-9472-a5088576460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Chuyển</a:t>
            </a: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tiếp</a:t>
            </a:r>
            <a:r>
              <a:rPr lang="en-US" sz="5700" dirty="0" spc="-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bậc</a:t>
            </a:r>
            <a:r>
              <a:rPr lang="en-US" sz="5700" dirty="0" spc="-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5700" dirty="0" spc="-6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5700" dirty="0" spc="-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bậc</a:t>
            </a: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cao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857500"/>
            <a:ext cx="8058150" cy="5334000"/>
          </a:xfrm>
          <a:prstGeom prst="roundRect">
            <a:avLst>
              <a:gd name="adj" fmla="val 5000"/>
            </a:avLst>
          </a:prstGeom>
          <a:solidFill>
            <a:srgbClr val="F8D9D0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2857500"/>
            <a:ext cx="133350" cy="53340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3200400"/>
            <a:ext cx="71437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4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Bậc</a:t>
            </a:r>
            <a:r>
              <a:rPr lang="en-US" sz="4200" dirty="0" spc="-9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371600" y="4286250"/>
            <a:ext cx="7143750" cy="3143250"/>
          </a:xfrm>
          <a:prstGeom prst="rect">
            <a:avLst/>
          </a:prstGeom>
          <a:noFill/>
          <a:ln/>
        </p:spPr>
        <p:txBody>
          <a:bodyPr wrap="square" lIns="0" tIns="17002" rIns="0" bIns="-17002" rtlCol="0" anchor="t"/>
          <a:lstStyle/>
          <a:p>
            <a:pPr algn="l" indent="0" marL="0">
              <a:lnSpc>
                <a:spcPts val="4095"/>
              </a:lnSpc>
              <a:buNone/>
            </a:pPr>
            <a:r>
              <a:rPr lang="en-US" sz="31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tín hiệu</a:t>
            </a:r>
            <a:r>
              <a:rPr lang="en-US" sz="31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 từ</a:t>
            </a:r>
            <a:r>
              <a:rPr lang="en-US" sz="315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dưới</a:t>
            </a:r>
            <a:r>
              <a:rPr lang="en-US" sz="31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vỏ,</a:t>
            </a:r>
            <a:r>
              <a:rPr lang="en-US" sz="31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ví</a:t>
            </a:r>
            <a:r>
              <a:rPr lang="en-US" sz="31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</a:t>
            </a:r>
            <a:r>
              <a:rPr lang="en-US" sz="31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võng</a:t>
            </a:r>
            <a:r>
              <a:rPr lang="en-US" sz="31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mạc</a:t>
            </a:r>
            <a:r>
              <a:rPr lang="en-US" sz="31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31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31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gối</a:t>
            </a:r>
            <a:r>
              <a:rPr lang="en-US" sz="31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ngoài</a:t>
            </a:r>
            <a:endParaRPr lang="en-US" sz="3150" dirty="0"/>
          </a:p>
        </p:txBody>
      </p:sp>
      <p:sp>
        <p:nvSpPr>
          <p:cNvPr id="7" name="Shape 5"/>
          <p:cNvSpPr/>
          <p:nvPr/>
        </p:nvSpPr>
        <p:spPr>
          <a:xfrm>
            <a:off x="9315450" y="2857500"/>
            <a:ext cx="8058150" cy="5334000"/>
          </a:xfrm>
          <a:prstGeom prst="roundRect">
            <a:avLst>
              <a:gd name="adj" fmla="val 5000"/>
            </a:avLst>
          </a:prstGeom>
          <a:solidFill>
            <a:srgbClr val="DDE3FA"/>
          </a:solidFill>
          <a:ln/>
        </p:spPr>
      </p:sp>
      <p:sp>
        <p:nvSpPr>
          <p:cNvPr id="8" name="Shape 6"/>
          <p:cNvSpPr/>
          <p:nvPr/>
        </p:nvSpPr>
        <p:spPr>
          <a:xfrm>
            <a:off x="9315450" y="2857500"/>
            <a:ext cx="133350" cy="53340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9" name="Text 7"/>
          <p:cNvSpPr/>
          <p:nvPr/>
        </p:nvSpPr>
        <p:spPr>
          <a:xfrm>
            <a:off x="9772650" y="3200400"/>
            <a:ext cx="71437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4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Bậc</a:t>
            </a:r>
            <a:r>
              <a:rPr lang="en-US" sz="4200" dirty="0" spc="2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cao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9772650" y="4286250"/>
            <a:ext cx="7143750" cy="3143250"/>
          </a:xfrm>
          <a:prstGeom prst="rect">
            <a:avLst/>
          </a:prstGeom>
          <a:noFill/>
          <a:ln/>
        </p:spPr>
        <p:txBody>
          <a:bodyPr wrap="square" lIns="0" tIns="17002" rIns="0" bIns="-17002" rtlCol="0" anchor="t"/>
          <a:lstStyle/>
          <a:p>
            <a:pPr algn="l" indent="0" marL="0">
              <a:lnSpc>
                <a:spcPts val="4095"/>
              </a:lnSpc>
              <a:buNone/>
            </a:pPr>
            <a:r>
              <a:rPr lang="en-US" sz="31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tín hiệu từ</a:t>
            </a:r>
            <a:r>
              <a:rPr lang="en-US" sz="31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31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vùng</a:t>
            </a:r>
            <a:r>
              <a:rPr lang="en-US" sz="31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vỏ, chuyển</a:t>
            </a:r>
            <a:r>
              <a:rPr lang="en-US" sz="31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sang</a:t>
            </a:r>
            <a:r>
              <a:rPr lang="en-US" sz="31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vùng</a:t>
            </a:r>
            <a:r>
              <a:rPr lang="en-US" sz="31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vỏ</a:t>
            </a:r>
            <a:r>
              <a:rPr lang="en-US" sz="31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khác,</a:t>
            </a:r>
            <a:r>
              <a:rPr lang="en-US" sz="31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ví</a:t>
            </a:r>
            <a:r>
              <a:rPr lang="en-US" sz="31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</a:t>
            </a:r>
            <a:r>
              <a:rPr lang="en-US" sz="31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</a:t>
            </a:r>
            <a:r>
              <a:rPr lang="en-US" sz="31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pulvinar</a:t>
            </a:r>
            <a:endParaRPr lang="en-US" sz="3150" dirty="0"/>
          </a:p>
        </p:txBody>
      </p:sp>
      <p:sp>
        <p:nvSpPr>
          <p:cNvPr id="11" name="Text 9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[S10]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4932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15252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35572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55892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76212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96532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216852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237172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25749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7781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29813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31845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338772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359092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379412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3997320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4200520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4403720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4589986" y="9552517"/>
            <a:ext cx="135467" cy="135467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1" name="Shape 29"/>
          <p:cNvSpPr/>
          <p:nvPr/>
        </p:nvSpPr>
        <p:spPr>
          <a:xfrm>
            <a:off x="4810119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5013319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5216518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5419718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5622918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5826117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6029317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6232517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64357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66389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68421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70453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724851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745171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765491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785811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806131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826451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846771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867091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887411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907731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928051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948371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968691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989011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7" name="Text 55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3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L07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19/45</a:t>
            </a:r>
            <a:endParaRPr lang="en-US" sz="1800" dirty="0"/>
          </a:p>
        </p:txBody>
      </p:sp>
      <p:sp>
        <p:nvSpPr>
          <p:cNvPr id="58" name="Shape 5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9" name="Moda image moda-export-watermark-951eeb5c-fa8a-47dd-8888-8a16ae6751c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6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Đường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thị giác</a:t>
            </a:r>
            <a:r>
              <a:rPr lang="en-US" sz="5700" dirty="0" spc="2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</a:t>
            </a:r>
            <a:r>
              <a:rPr lang="en-US" sz="57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qua</a:t>
            </a:r>
            <a:r>
              <a:rPr lang="en-US" sz="5700" dirty="0" spc="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đồi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thị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247900"/>
            <a:ext cx="8953500" cy="609600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28575">
            <a:solidFill>
              <a:srgbClr val="2C3040"/>
            </a:solidFill>
            <a:prstDash val="solid"/>
          </a:ln>
        </p:spPr>
      </p:sp>
      <p:pic>
        <p:nvPicPr>
          <p:cNvPr id="4" name="Moda image rect-1792598476930-7858717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231236" y="2438400"/>
            <a:ext cx="6319827" cy="5715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8477250"/>
            <a:ext cx="16459200" cy="495300"/>
          </a:xfrm>
          <a:prstGeom prst="rect">
            <a:avLst/>
          </a:prstGeom>
          <a:noFill/>
          <a:ln/>
        </p:spPr>
        <p:txBody>
          <a:bodyPr wrap="square" lIns="0" tIns="14435" rIns="0" bIns="-14435" rtlCol="0" anchor="t"/>
          <a:lstStyle/>
          <a:p>
            <a:pPr algn="l" indent="0" marL="0">
              <a:lnSpc>
                <a:spcPts val="1815"/>
              </a:lnSpc>
              <a:buNone/>
            </a:pPr>
            <a:r>
              <a:rPr lang="en-US" sz="16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Hình: Wikipedia,</a:t>
            </a:r>
            <a:r>
              <a:rPr lang="en-US" sz="16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giấy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16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</a:t>
            </a:r>
            <a:r>
              <a:rPr lang="en-US" sz="1650" dirty="0" spc="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CC</a:t>
            </a:r>
            <a:r>
              <a:rPr lang="en-US" sz="165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BY-SA;</a:t>
            </a:r>
            <a:r>
              <a:rPr lang="en-US" sz="165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Hove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&amp; Martinez,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22B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(chương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2.6)</a:t>
            </a:r>
            <a:endParaRPr lang="en-US" sz="1650" dirty="0"/>
          </a:p>
        </p:txBody>
      </p:sp>
      <p:sp>
        <p:nvSpPr>
          <p:cNvPr id="6" name="Shape 3"/>
          <p:cNvSpPr/>
          <p:nvPr/>
        </p:nvSpPr>
        <p:spPr>
          <a:xfrm>
            <a:off x="10248900" y="2247900"/>
            <a:ext cx="7124700" cy="838200"/>
          </a:xfrm>
          <a:prstGeom prst="roundRect">
            <a:avLst>
              <a:gd name="adj" fmla="val 22727"/>
            </a:avLst>
          </a:prstGeom>
          <a:solidFill>
            <a:srgbClr val="1E212B"/>
          </a:solidFill>
          <a:ln/>
        </p:spPr>
      </p:sp>
      <p:sp>
        <p:nvSpPr>
          <p:cNvPr id="7" name="Shape 4"/>
          <p:cNvSpPr/>
          <p:nvPr/>
        </p:nvSpPr>
        <p:spPr>
          <a:xfrm>
            <a:off x="10248900" y="2247900"/>
            <a:ext cx="114300" cy="8382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8" name="Text 5"/>
          <p:cNvSpPr/>
          <p:nvPr/>
        </p:nvSpPr>
        <p:spPr>
          <a:xfrm>
            <a:off x="10591800" y="2343150"/>
            <a:ext cx="659130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87" dirty="0" spc="-30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LGN</a:t>
            </a:r>
            <a:endParaRPr lang="en-US" sz="2187" dirty="0"/>
          </a:p>
        </p:txBody>
      </p:sp>
      <p:sp>
        <p:nvSpPr>
          <p:cNvPr id="9" name="Text 6"/>
          <p:cNvSpPr/>
          <p:nvPr/>
        </p:nvSpPr>
        <p:spPr>
          <a:xfrm>
            <a:off x="10591800" y="2581275"/>
            <a:ext cx="6591300" cy="466725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thể</a:t>
            </a:r>
            <a:r>
              <a:rPr lang="en-US" sz="255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gối ngoài</a:t>
            </a:r>
            <a:r>
              <a:rPr lang="en-US" sz="25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của</a:t>
            </a:r>
            <a:r>
              <a:rPr lang="en-US" sz="2550" dirty="0" spc="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đồi</a:t>
            </a:r>
            <a:r>
              <a:rPr lang="en-US" sz="25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thị</a:t>
            </a:r>
            <a:endParaRPr lang="en-US" sz="2550" dirty="0"/>
          </a:p>
        </p:txBody>
      </p:sp>
      <p:sp>
        <p:nvSpPr>
          <p:cNvPr id="10" name="Shape 7"/>
          <p:cNvSpPr/>
          <p:nvPr/>
        </p:nvSpPr>
        <p:spPr>
          <a:xfrm>
            <a:off x="10248900" y="3219450"/>
            <a:ext cx="7124700" cy="838200"/>
          </a:xfrm>
          <a:prstGeom prst="roundRect">
            <a:avLst>
              <a:gd name="adj" fmla="val 22727"/>
            </a:avLst>
          </a:prstGeom>
          <a:solidFill>
            <a:srgbClr val="1E212B"/>
          </a:solidFill>
          <a:ln/>
        </p:spPr>
      </p:sp>
      <p:sp>
        <p:nvSpPr>
          <p:cNvPr id="11" name="Shape 8"/>
          <p:cNvSpPr/>
          <p:nvPr/>
        </p:nvSpPr>
        <p:spPr>
          <a:xfrm>
            <a:off x="10248900" y="3219450"/>
            <a:ext cx="114300" cy="8382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12" name="Text 9"/>
          <p:cNvSpPr/>
          <p:nvPr/>
        </p:nvSpPr>
        <p:spPr>
          <a:xfrm>
            <a:off x="10591800" y="3314700"/>
            <a:ext cx="659130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87" dirty="0" spc="-5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Optic</a:t>
            </a:r>
            <a:r>
              <a:rPr lang="en-US" sz="2187" dirty="0" spc="-9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nerve</a:t>
            </a:r>
            <a:endParaRPr lang="en-US" sz="2187" dirty="0"/>
          </a:p>
        </p:txBody>
      </p:sp>
      <p:sp>
        <p:nvSpPr>
          <p:cNvPr id="13" name="Text 10"/>
          <p:cNvSpPr/>
          <p:nvPr/>
        </p:nvSpPr>
        <p:spPr>
          <a:xfrm>
            <a:off x="10591800" y="3552825"/>
            <a:ext cx="6591300" cy="466725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dirty="0" spc="-1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dây</a:t>
            </a:r>
            <a:r>
              <a:rPr lang="en-US" sz="25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thần</a:t>
            </a:r>
            <a:r>
              <a:rPr lang="en-US" sz="25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kinh</a:t>
            </a:r>
            <a:r>
              <a:rPr lang="en-US" sz="25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thị</a:t>
            </a:r>
            <a:r>
              <a:rPr lang="en-US" sz="255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giác</a:t>
            </a:r>
            <a:endParaRPr lang="en-US" sz="2550" dirty="0"/>
          </a:p>
        </p:txBody>
      </p:sp>
      <p:sp>
        <p:nvSpPr>
          <p:cNvPr id="14" name="Shape 11"/>
          <p:cNvSpPr/>
          <p:nvPr/>
        </p:nvSpPr>
        <p:spPr>
          <a:xfrm>
            <a:off x="10248900" y="4191000"/>
            <a:ext cx="7124700" cy="838200"/>
          </a:xfrm>
          <a:prstGeom prst="roundRect">
            <a:avLst>
              <a:gd name="adj" fmla="val 22727"/>
            </a:avLst>
          </a:prstGeom>
          <a:solidFill>
            <a:srgbClr val="1E212B"/>
          </a:solidFill>
          <a:ln/>
        </p:spPr>
      </p:sp>
      <p:sp>
        <p:nvSpPr>
          <p:cNvPr id="15" name="Shape 12"/>
          <p:cNvSpPr/>
          <p:nvPr/>
        </p:nvSpPr>
        <p:spPr>
          <a:xfrm>
            <a:off x="10248900" y="4191000"/>
            <a:ext cx="114300" cy="8382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16" name="Text 13"/>
          <p:cNvSpPr/>
          <p:nvPr/>
        </p:nvSpPr>
        <p:spPr>
          <a:xfrm>
            <a:off x="10591800" y="4286250"/>
            <a:ext cx="659130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87" dirty="0" spc="0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Visual</a:t>
            </a:r>
            <a:r>
              <a:rPr lang="en-US" sz="2187" dirty="0" spc="-9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cortex</a:t>
            </a:r>
            <a:endParaRPr lang="en-US" sz="2187" dirty="0"/>
          </a:p>
        </p:txBody>
      </p:sp>
      <p:sp>
        <p:nvSpPr>
          <p:cNvPr id="17" name="Text 14"/>
          <p:cNvSpPr/>
          <p:nvPr/>
        </p:nvSpPr>
        <p:spPr>
          <a:xfrm>
            <a:off x="10591800" y="4524375"/>
            <a:ext cx="6591300" cy="466725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dirty="0" spc="-3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vỏ</a:t>
            </a:r>
            <a:r>
              <a:rPr lang="en-US" sz="25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thị</a:t>
            </a:r>
            <a:r>
              <a:rPr lang="en-US" sz="255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giác</a:t>
            </a:r>
            <a:endParaRPr lang="en-US" sz="2550" dirty="0"/>
          </a:p>
        </p:txBody>
      </p:sp>
      <p:sp>
        <p:nvSpPr>
          <p:cNvPr id="18" name="Shape 15"/>
          <p:cNvSpPr/>
          <p:nvPr/>
        </p:nvSpPr>
        <p:spPr>
          <a:xfrm>
            <a:off x="10248900" y="5162550"/>
            <a:ext cx="7124700" cy="3181350"/>
          </a:xfrm>
          <a:prstGeom prst="roundRect">
            <a:avLst>
              <a:gd name="adj" fmla="val 5988"/>
            </a:avLst>
          </a:prstGeom>
          <a:solidFill>
            <a:srgbClr val="1C4236"/>
          </a:solidFill>
          <a:ln/>
        </p:spPr>
      </p:sp>
      <p:sp>
        <p:nvSpPr>
          <p:cNvPr id="19" name="Text 16"/>
          <p:cNvSpPr/>
          <p:nvPr/>
        </p:nvSpPr>
        <p:spPr>
          <a:xfrm>
            <a:off x="10553700" y="5429250"/>
            <a:ext cx="6515100" cy="264795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Tín hiệu</a:t>
            </a:r>
            <a:r>
              <a:rPr lang="en-US" sz="240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40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võng</a:t>
            </a: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mạc</a:t>
            </a:r>
            <a:r>
              <a:rPr lang="en-US" sz="2400" dirty="0" spc="3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24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40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dây</a:t>
            </a: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thần</a:t>
            </a:r>
            <a:r>
              <a:rPr lang="en-US" sz="24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kinh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thị giác</a:t>
            </a:r>
            <a:r>
              <a:rPr lang="en-US" sz="240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120"/>
              </a:lnSpc>
              <a:buNone/>
            </a:pPr>
            <a:r>
              <a:rPr lang="en-US" sz="2400" b="1" dirty="0" spc="-7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thể</a:t>
            </a:r>
            <a:r>
              <a:rPr lang="en-US" sz="2400" b="1" dirty="0" spc="-5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gối</a:t>
            </a:r>
            <a:r>
              <a:rPr lang="en-US" sz="2400" b="1" dirty="0" spc="-7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ngoài</a:t>
            </a:r>
            <a:pPr algn="l" indent="0" marL="0">
              <a:lnSpc>
                <a:spcPts val="3120"/>
              </a:lnSpc>
              <a:buNone/>
            </a:pPr>
            <a:r>
              <a:rPr lang="en-US" sz="2400" dirty="0" spc="-2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(LGN)</a:t>
            </a: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400" dirty="0" spc="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đồi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thị,</a:t>
            </a:r>
            <a:r>
              <a:rPr lang="en-US" sz="2400" dirty="0" spc="-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lên</a:t>
            </a:r>
            <a:r>
              <a:rPr lang="en-US" sz="240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vỏ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thị giác</a:t>
            </a:r>
            <a:r>
              <a:rPr lang="en-US" sz="240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sơ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cấp</a:t>
            </a: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120"/>
              </a:lnSpc>
              <a:buNone/>
            </a:pPr>
            <a:r>
              <a:rPr lang="en-US" sz="2400" dirty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[S1]</a:t>
            </a:r>
            <a:pPr algn="l" indent="0" marL="0">
              <a:lnSpc>
                <a:spcPts val="3120"/>
              </a:lnSpc>
              <a:buNone/>
            </a:pPr>
            <a:r>
              <a:rPr lang="en-US" sz="24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Màu</a:t>
            </a:r>
            <a:r>
              <a:rPr lang="en-US" sz="240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xanh</a:t>
            </a:r>
            <a:r>
              <a:rPr lang="en-US" sz="240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40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đường</a:t>
            </a: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thị</a:t>
            </a:r>
            <a:r>
              <a:rPr lang="en-US" sz="240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trường</a:t>
            </a:r>
            <a:r>
              <a:rPr lang="en-US" sz="240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trái,</a:t>
            </a: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màu</a:t>
            </a:r>
            <a:r>
              <a:rPr lang="en-US" sz="2400" dirty="0" spc="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đỏ</a:t>
            </a: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thị</a:t>
            </a:r>
            <a:r>
              <a:rPr lang="en-US" sz="240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trường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40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120"/>
              </a:lnSpc>
              <a:buNone/>
            </a:pPr>
            <a:r>
              <a:rPr lang="en-US" sz="2400" dirty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[S1]</a:t>
            </a:r>
            <a:pPr algn="l" indent="0" marL="0">
              <a:lnSpc>
                <a:spcPts val="3120"/>
              </a:lnSpc>
              <a:buNone/>
            </a:pPr>
            <a:r>
              <a:rPr lang="en-US" sz="24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4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40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vẽ</a:t>
            </a:r>
            <a:r>
              <a:rPr lang="en-US" sz="24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chiều</a:t>
            </a:r>
            <a:r>
              <a:rPr lang="en-US" sz="2400" dirty="0" spc="3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lên.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94932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19"/>
          <p:cNvSpPr/>
          <p:nvPr/>
        </p:nvSpPr>
        <p:spPr>
          <a:xfrm>
            <a:off x="115252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0"/>
          <p:cNvSpPr/>
          <p:nvPr/>
        </p:nvSpPr>
        <p:spPr>
          <a:xfrm>
            <a:off x="135572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1"/>
          <p:cNvSpPr/>
          <p:nvPr/>
        </p:nvSpPr>
        <p:spPr>
          <a:xfrm>
            <a:off x="155892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2"/>
          <p:cNvSpPr/>
          <p:nvPr/>
        </p:nvSpPr>
        <p:spPr>
          <a:xfrm>
            <a:off x="176212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3"/>
          <p:cNvSpPr/>
          <p:nvPr/>
        </p:nvSpPr>
        <p:spPr>
          <a:xfrm>
            <a:off x="196532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4"/>
          <p:cNvSpPr/>
          <p:nvPr/>
        </p:nvSpPr>
        <p:spPr>
          <a:xfrm>
            <a:off x="216852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5"/>
          <p:cNvSpPr/>
          <p:nvPr/>
        </p:nvSpPr>
        <p:spPr>
          <a:xfrm>
            <a:off x="237172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6"/>
          <p:cNvSpPr/>
          <p:nvPr/>
        </p:nvSpPr>
        <p:spPr>
          <a:xfrm>
            <a:off x="25749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7"/>
          <p:cNvSpPr/>
          <p:nvPr/>
        </p:nvSpPr>
        <p:spPr>
          <a:xfrm>
            <a:off x="27781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8"/>
          <p:cNvSpPr/>
          <p:nvPr/>
        </p:nvSpPr>
        <p:spPr>
          <a:xfrm>
            <a:off x="29813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29"/>
          <p:cNvSpPr/>
          <p:nvPr/>
        </p:nvSpPr>
        <p:spPr>
          <a:xfrm>
            <a:off x="31845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0"/>
          <p:cNvSpPr/>
          <p:nvPr/>
        </p:nvSpPr>
        <p:spPr>
          <a:xfrm>
            <a:off x="338772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1"/>
          <p:cNvSpPr/>
          <p:nvPr/>
        </p:nvSpPr>
        <p:spPr>
          <a:xfrm>
            <a:off x="359092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2"/>
          <p:cNvSpPr/>
          <p:nvPr/>
        </p:nvSpPr>
        <p:spPr>
          <a:xfrm>
            <a:off x="379412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3"/>
          <p:cNvSpPr/>
          <p:nvPr/>
        </p:nvSpPr>
        <p:spPr>
          <a:xfrm>
            <a:off x="3997320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4"/>
          <p:cNvSpPr/>
          <p:nvPr/>
        </p:nvSpPr>
        <p:spPr>
          <a:xfrm>
            <a:off x="4200520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5"/>
          <p:cNvSpPr/>
          <p:nvPr/>
        </p:nvSpPr>
        <p:spPr>
          <a:xfrm>
            <a:off x="4403720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6"/>
          <p:cNvSpPr/>
          <p:nvPr/>
        </p:nvSpPr>
        <p:spPr>
          <a:xfrm>
            <a:off x="4606919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7"/>
          <p:cNvSpPr/>
          <p:nvPr/>
        </p:nvSpPr>
        <p:spPr>
          <a:xfrm>
            <a:off x="4793186" y="9552517"/>
            <a:ext cx="135467" cy="135467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41" name="Shape 38"/>
          <p:cNvSpPr/>
          <p:nvPr/>
        </p:nvSpPr>
        <p:spPr>
          <a:xfrm>
            <a:off x="5013319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39"/>
          <p:cNvSpPr/>
          <p:nvPr/>
        </p:nvSpPr>
        <p:spPr>
          <a:xfrm>
            <a:off x="5216518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0"/>
          <p:cNvSpPr/>
          <p:nvPr/>
        </p:nvSpPr>
        <p:spPr>
          <a:xfrm>
            <a:off x="5419718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1"/>
          <p:cNvSpPr/>
          <p:nvPr/>
        </p:nvSpPr>
        <p:spPr>
          <a:xfrm>
            <a:off x="5622918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2"/>
          <p:cNvSpPr/>
          <p:nvPr/>
        </p:nvSpPr>
        <p:spPr>
          <a:xfrm>
            <a:off x="5826117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3"/>
          <p:cNvSpPr/>
          <p:nvPr/>
        </p:nvSpPr>
        <p:spPr>
          <a:xfrm>
            <a:off x="6029317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4"/>
          <p:cNvSpPr/>
          <p:nvPr/>
        </p:nvSpPr>
        <p:spPr>
          <a:xfrm>
            <a:off x="6232517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5"/>
          <p:cNvSpPr/>
          <p:nvPr/>
        </p:nvSpPr>
        <p:spPr>
          <a:xfrm>
            <a:off x="64357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6"/>
          <p:cNvSpPr/>
          <p:nvPr/>
        </p:nvSpPr>
        <p:spPr>
          <a:xfrm>
            <a:off x="66389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7"/>
          <p:cNvSpPr/>
          <p:nvPr/>
        </p:nvSpPr>
        <p:spPr>
          <a:xfrm>
            <a:off x="68421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8"/>
          <p:cNvSpPr/>
          <p:nvPr/>
        </p:nvSpPr>
        <p:spPr>
          <a:xfrm>
            <a:off x="70453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49"/>
          <p:cNvSpPr/>
          <p:nvPr/>
        </p:nvSpPr>
        <p:spPr>
          <a:xfrm>
            <a:off x="724851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0"/>
          <p:cNvSpPr/>
          <p:nvPr/>
        </p:nvSpPr>
        <p:spPr>
          <a:xfrm>
            <a:off x="745171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1"/>
          <p:cNvSpPr/>
          <p:nvPr/>
        </p:nvSpPr>
        <p:spPr>
          <a:xfrm>
            <a:off x="765491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Shape 52"/>
          <p:cNvSpPr/>
          <p:nvPr/>
        </p:nvSpPr>
        <p:spPr>
          <a:xfrm>
            <a:off x="785811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Shape 53"/>
          <p:cNvSpPr/>
          <p:nvPr/>
        </p:nvSpPr>
        <p:spPr>
          <a:xfrm>
            <a:off x="806131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7" name="Shape 54"/>
          <p:cNvSpPr/>
          <p:nvPr/>
        </p:nvSpPr>
        <p:spPr>
          <a:xfrm>
            <a:off x="826451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Shape 55"/>
          <p:cNvSpPr/>
          <p:nvPr/>
        </p:nvSpPr>
        <p:spPr>
          <a:xfrm>
            <a:off x="846771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9" name="Shape 56"/>
          <p:cNvSpPr/>
          <p:nvPr/>
        </p:nvSpPr>
        <p:spPr>
          <a:xfrm>
            <a:off x="867091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0" name="Shape 57"/>
          <p:cNvSpPr/>
          <p:nvPr/>
        </p:nvSpPr>
        <p:spPr>
          <a:xfrm>
            <a:off x="887411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1" name="Shape 58"/>
          <p:cNvSpPr/>
          <p:nvPr/>
        </p:nvSpPr>
        <p:spPr>
          <a:xfrm>
            <a:off x="907731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2" name="Shape 59"/>
          <p:cNvSpPr/>
          <p:nvPr/>
        </p:nvSpPr>
        <p:spPr>
          <a:xfrm>
            <a:off x="928051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3" name="Shape 60"/>
          <p:cNvSpPr/>
          <p:nvPr/>
        </p:nvSpPr>
        <p:spPr>
          <a:xfrm>
            <a:off x="948371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4" name="Shape 61"/>
          <p:cNvSpPr/>
          <p:nvPr/>
        </p:nvSpPr>
        <p:spPr>
          <a:xfrm>
            <a:off x="968691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5" name="Shape 62"/>
          <p:cNvSpPr/>
          <p:nvPr/>
        </p:nvSpPr>
        <p:spPr>
          <a:xfrm>
            <a:off x="989011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6" name="Text 63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3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L07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20/45</a:t>
            </a:r>
            <a:endParaRPr lang="en-US" sz="1800" dirty="0"/>
          </a:p>
        </p:txBody>
      </p:sp>
      <p:sp>
        <p:nvSpPr>
          <p:cNvPr id="67" name="Shape 6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8" name="Moda image moda-export-watermark-a0b2dc87-a3c8-4bf0-bb3d-2efa040b3217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4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Từ</a:t>
            </a:r>
            <a:r>
              <a:rPr lang="en-US" sz="57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vùng</a:t>
            </a:r>
            <a:r>
              <a:rPr lang="en-US" sz="5700" dirty="0" spc="-6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dưới</a:t>
            </a:r>
            <a:r>
              <a:rPr lang="en-US" sz="5700" dirty="0" spc="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đồi</a:t>
            </a:r>
            <a:r>
              <a:rPr lang="en-US" sz="5700" dirty="0" spc="-5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tới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hormone</a:t>
            </a:r>
            <a:r>
              <a:rPr lang="en-US" sz="5700" dirty="0" spc="-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trong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máu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857500"/>
            <a:ext cx="16459200" cy="1076325"/>
          </a:xfrm>
          <a:prstGeom prst="roundRect">
            <a:avLst>
              <a:gd name="adj" fmla="val 19469"/>
            </a:avLst>
          </a:prstGeom>
          <a:solidFill>
            <a:srgbClr val="4A2A24"/>
          </a:solidFill>
          <a:ln w="38100">
            <a:solidFill>
              <a:srgbClr val="FF6A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95400" y="2857500"/>
            <a:ext cx="15697200" cy="1076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-3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Vùng</a:t>
            </a:r>
            <a:r>
              <a:rPr lang="en-US" sz="2850" b="1" dirty="0" spc="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dưới</a:t>
            </a:r>
            <a:r>
              <a:rPr lang="en-US" sz="2850" b="1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đồi:</a:t>
            </a:r>
            <a:r>
              <a:rPr lang="en-US" sz="2850" b="1" dirty="0" spc="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vừa</a:t>
            </a:r>
            <a:r>
              <a:rPr lang="en-US" sz="28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8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8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thần</a:t>
            </a:r>
            <a:r>
              <a:rPr lang="en-US" sz="28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kinh</a:t>
            </a:r>
            <a:r>
              <a:rPr lang="en-US" sz="2850" b="1" dirty="0" spc="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vừa</a:t>
            </a:r>
            <a:r>
              <a:rPr lang="en-US" sz="28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tiết</a:t>
            </a:r>
            <a:r>
              <a:rPr lang="en-US" sz="285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hormone</a:t>
            </a:r>
            <a:endParaRPr lang="en-US" sz="2850" dirty="0"/>
          </a:p>
        </p:txBody>
      </p:sp>
      <p:sp>
        <p:nvSpPr>
          <p:cNvPr id="5" name="Shape 3"/>
          <p:cNvSpPr/>
          <p:nvPr/>
        </p:nvSpPr>
        <p:spPr>
          <a:xfrm>
            <a:off x="1581150" y="4086225"/>
            <a:ext cx="15125700" cy="1076325"/>
          </a:xfrm>
          <a:prstGeom prst="roundRect">
            <a:avLst>
              <a:gd name="adj" fmla="val 19469"/>
            </a:avLst>
          </a:prstGeom>
          <a:solidFill>
            <a:srgbClr val="262C4A"/>
          </a:solidFill>
          <a:ln w="38100">
            <a:solidFill>
              <a:srgbClr val="7C93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62150" y="4086225"/>
            <a:ext cx="14363700" cy="1076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Thùy</a:t>
            </a:r>
            <a:r>
              <a:rPr lang="en-US" sz="28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sau:</a:t>
            </a:r>
            <a:r>
              <a:rPr lang="en-US" sz="2850" b="1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sợi</a:t>
            </a:r>
            <a:r>
              <a:rPr lang="en-US" sz="28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trục</a:t>
            </a:r>
            <a:r>
              <a:rPr lang="en-US" sz="28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mang</a:t>
            </a:r>
            <a:r>
              <a:rPr lang="en-US" sz="285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oxytocin,</a:t>
            </a:r>
            <a:r>
              <a:rPr lang="en-US" sz="28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ADH</a:t>
            </a:r>
            <a:r>
              <a:rPr lang="en-US" sz="28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xuống</a:t>
            </a:r>
            <a:r>
              <a:rPr lang="en-US" sz="2850" b="1" dirty="0" spc="-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tiết</a:t>
            </a:r>
            <a:r>
              <a:rPr lang="en-US" sz="2850" b="1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8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máu</a:t>
            </a:r>
            <a:endParaRPr lang="en-US" sz="2850" dirty="0"/>
          </a:p>
        </p:txBody>
      </p:sp>
      <p:sp>
        <p:nvSpPr>
          <p:cNvPr id="7" name="Shape 5"/>
          <p:cNvSpPr/>
          <p:nvPr/>
        </p:nvSpPr>
        <p:spPr>
          <a:xfrm>
            <a:off x="2247900" y="5314950"/>
            <a:ext cx="13792200" cy="1076325"/>
          </a:xfrm>
          <a:prstGeom prst="roundRect">
            <a:avLst>
              <a:gd name="adj" fmla="val 19469"/>
            </a:avLst>
          </a:prstGeom>
          <a:solidFill>
            <a:srgbClr val="4A3A22"/>
          </a:solidFill>
          <a:ln w="38100">
            <a:solidFill>
              <a:srgbClr val="FFB45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28900" y="5314950"/>
            <a:ext cx="13030200" cy="1076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Thùy</a:t>
            </a:r>
            <a:r>
              <a:rPr lang="en-US" sz="2850" b="1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trước:</a:t>
            </a:r>
            <a:r>
              <a:rPr lang="en-US" sz="28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85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hormone</a:t>
            </a:r>
            <a:r>
              <a:rPr lang="en-US" sz="2850" b="1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</a:t>
            </a:r>
            <a:r>
              <a:rPr lang="en-US" sz="285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phóng,</a:t>
            </a:r>
            <a:r>
              <a:rPr lang="en-US" sz="2850" b="1" dirty="0" spc="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ức</a:t>
            </a:r>
            <a:r>
              <a:rPr lang="en-US" sz="28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chế</a:t>
            </a:r>
            <a:r>
              <a:rPr lang="en-US" sz="28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28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850" b="1" dirty="0" spc="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cửa</a:t>
            </a:r>
            <a:r>
              <a:rPr lang="en-US" sz="2850" b="1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tuyến</a:t>
            </a:r>
            <a:r>
              <a:rPr lang="en-US" sz="2850" b="1" dirty="0" spc="-2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yên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2914650" y="6543675"/>
            <a:ext cx="12458700" cy="1076325"/>
          </a:xfrm>
          <a:prstGeom prst="roundRect">
            <a:avLst>
              <a:gd name="adj" fmla="val 19469"/>
            </a:avLst>
          </a:prstGeom>
          <a:solidFill>
            <a:srgbClr val="1C4236"/>
          </a:solidFill>
          <a:ln w="38100">
            <a:solidFill>
              <a:srgbClr val="3DD6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5650" y="6543675"/>
            <a:ext cx="11696700" cy="1076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Thùy</a:t>
            </a:r>
            <a:r>
              <a:rPr lang="en-US" sz="2850" b="1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28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85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hormone</a:t>
            </a:r>
            <a:r>
              <a:rPr lang="en-US" sz="2850" b="1" dirty="0" spc="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8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khiển</a:t>
            </a:r>
            <a:r>
              <a:rPr lang="en-US" sz="28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850" b="1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tuyến</a:t>
            </a:r>
            <a:r>
              <a:rPr lang="en-US" sz="28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nội</a:t>
            </a:r>
            <a:r>
              <a:rPr lang="en-US" sz="28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tiết</a:t>
            </a:r>
            <a:r>
              <a:rPr lang="en-US" sz="28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endParaRPr lang="en-US" sz="2850" dirty="0"/>
          </a:p>
        </p:txBody>
      </p:sp>
      <p:sp>
        <p:nvSpPr>
          <p:cNvPr id="11" name="Shape 9"/>
          <p:cNvSpPr/>
          <p:nvPr/>
        </p:nvSpPr>
        <p:spPr>
          <a:xfrm>
            <a:off x="3581400" y="7772400"/>
            <a:ext cx="11125200" cy="1076325"/>
          </a:xfrm>
          <a:prstGeom prst="roundRect">
            <a:avLst>
              <a:gd name="adj" fmla="val 19469"/>
            </a:avLst>
          </a:prstGeom>
          <a:solidFill>
            <a:srgbClr val="4A2A24"/>
          </a:solidFill>
          <a:ln w="38100">
            <a:solidFill>
              <a:srgbClr val="FF6A4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62400" y="7772400"/>
            <a:ext cx="10363200" cy="1076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Ví</a:t>
            </a:r>
            <a:r>
              <a:rPr lang="en-US" sz="28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dụ:</a:t>
            </a:r>
            <a:r>
              <a:rPr lang="en-US" sz="285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mất</a:t>
            </a:r>
            <a:r>
              <a:rPr lang="en-US" sz="2850" b="1" dirty="0" spc="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nước,</a:t>
            </a:r>
            <a:r>
              <a:rPr lang="en-US" sz="28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thùy</a:t>
            </a:r>
            <a:r>
              <a:rPr lang="en-US" sz="28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28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tiết</a:t>
            </a:r>
            <a:r>
              <a:rPr lang="en-US" sz="28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ADH,</a:t>
            </a:r>
            <a:r>
              <a:rPr lang="en-US" sz="28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thận</a:t>
            </a:r>
            <a:r>
              <a:rPr lang="en-US" sz="28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850" b="1" dirty="0" spc="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nước</a:t>
            </a:r>
            <a:endParaRPr lang="en-US" sz="2850" dirty="0"/>
          </a:p>
        </p:txBody>
      </p:sp>
      <p:sp>
        <p:nvSpPr>
          <p:cNvPr id="13" name="Text 11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[S11]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4932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5252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35572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55892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76212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96532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216852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37172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25749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27781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9813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31845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338772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359092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379412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997320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4200520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4403720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4606919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4810119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996385" y="9552517"/>
            <a:ext cx="135467" cy="135467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35" name="Shape 33"/>
          <p:cNvSpPr/>
          <p:nvPr/>
        </p:nvSpPr>
        <p:spPr>
          <a:xfrm>
            <a:off x="5216518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5419718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5622918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5826117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6029317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6232517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64357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66389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8421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70453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724851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745171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765491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785811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806131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826451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846771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867091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887411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907731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928051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948371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968691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989011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9" name="Text 57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3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L07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21/45</a:t>
            </a:r>
            <a:endParaRPr lang="en-US" sz="1800" dirty="0"/>
          </a:p>
        </p:txBody>
      </p:sp>
      <p:sp>
        <p:nvSpPr>
          <p:cNvPr id="60" name="Shape 5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1" name="Moda image moda-export-watermark-f65435e7-c7b3-4ab9-8e47-bb1c053ea84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3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Vùng</a:t>
            </a:r>
            <a:r>
              <a:rPr lang="en-US" sz="5700" dirty="0" spc="-6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dưới</a:t>
            </a:r>
            <a:r>
              <a:rPr lang="en-US" sz="570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đồi:</a:t>
            </a: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nối</a:t>
            </a: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não</a:t>
            </a:r>
            <a:r>
              <a:rPr lang="en-US" sz="5700" dirty="0" spc="-7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với</a:t>
            </a:r>
            <a:r>
              <a:rPr lang="en-US" sz="57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hormone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819400"/>
            <a:ext cx="95250" cy="550545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4" name="Text 2"/>
          <p:cNvSpPr/>
          <p:nvPr/>
        </p:nvSpPr>
        <p:spPr>
          <a:xfrm>
            <a:off x="1295400" y="2762250"/>
            <a:ext cx="10572750" cy="5619750"/>
          </a:xfrm>
          <a:prstGeom prst="rect">
            <a:avLst/>
          </a:prstGeom>
          <a:noFill/>
          <a:ln/>
        </p:spPr>
        <p:txBody>
          <a:bodyPr wrap="square" lIns="0" tIns="10843" rIns="0" bIns="-10843" rtlCol="0" anchor="t"/>
          <a:lstStyle/>
          <a:p>
            <a:pPr algn="l" indent="0" marL="0">
              <a:lnSpc>
                <a:spcPts val="3848"/>
              </a:lnSpc>
              <a:buNone/>
            </a:pPr>
            <a:r>
              <a:rPr lang="en-US" sz="2850" b="1" dirty="0" spc="-31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Vùng</a:t>
            </a:r>
            <a:r>
              <a:rPr lang="en-US" sz="2850" b="1" dirty="0" spc="20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dưới</a:t>
            </a:r>
            <a:r>
              <a:rPr lang="en-US" sz="2850" b="1" dirty="0" spc="8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đồi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(hypothalamus)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nằm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phía</a:t>
            </a:r>
            <a:r>
              <a:rPr lang="en-US" sz="28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28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phía</a:t>
            </a:r>
            <a:r>
              <a:rPr lang="en-US" sz="28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dưới</a:t>
            </a:r>
            <a:r>
              <a:rPr lang="en-US" sz="2850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đồi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thị,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cỡ</a:t>
            </a:r>
            <a:r>
              <a:rPr lang="en-US" sz="28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hạt</a:t>
            </a:r>
            <a:r>
              <a:rPr lang="en-US" sz="28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ngọc</a:t>
            </a:r>
            <a:r>
              <a:rPr lang="en-US" sz="285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trai</a:t>
            </a:r>
            <a:r>
              <a:rPr lang="en-US" sz="28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[S11] [S18]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Giáo</a:t>
            </a:r>
            <a:r>
              <a:rPr lang="en-US" sz="28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8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 chủ</a:t>
            </a:r>
            <a:r>
              <a:rPr lang="en-US" sz="2850" dirty="0" spc="-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yếu</a:t>
            </a:r>
            <a:r>
              <a:rPr lang="en-US" sz="2850" dirty="0" spc="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hòa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hormone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nội</a:t>
            </a:r>
            <a:r>
              <a:rPr lang="en-US" sz="28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tiết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8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b="1" dirty="0" spc="-21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tuyến</a:t>
            </a:r>
            <a:r>
              <a:rPr lang="en-US" sz="2850" b="1" dirty="0" spc="-24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yên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(pituitary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gland),</a:t>
            </a:r>
            <a:r>
              <a:rPr lang="en-US" sz="2850" dirty="0" spc="-2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treo</a:t>
            </a:r>
            <a:r>
              <a:rPr lang="en-US" sz="28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</a:t>
            </a:r>
            <a:r>
              <a:rPr lang="en-US" sz="28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dưới</a:t>
            </a:r>
            <a:r>
              <a:rPr lang="en-US" sz="28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cái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phễu</a:t>
            </a:r>
            <a:r>
              <a:rPr lang="en-US" sz="28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[S1]</a:t>
            </a:r>
            <a:r>
              <a:rPr lang="en-US" sz="28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[S11]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Hormone</a:t>
            </a:r>
            <a:r>
              <a:rPr lang="en-US" sz="28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85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trọng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8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tâm</a:t>
            </a:r>
            <a:r>
              <a:rPr lang="en-US" sz="28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trạng,</a:t>
            </a:r>
            <a:r>
              <a:rPr lang="en-US" sz="28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28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triển,</a:t>
            </a:r>
            <a:r>
              <a:rPr lang="en-US" sz="28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tăng</a:t>
            </a:r>
            <a:r>
              <a:rPr lang="en-US" sz="28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trưởng</a:t>
            </a:r>
            <a:r>
              <a:rPr lang="en-US" sz="28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sinh</a:t>
            </a:r>
            <a:r>
              <a:rPr lang="en-US" sz="28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sản</a:t>
            </a:r>
            <a:r>
              <a:rPr lang="en-US" sz="28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[S1]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8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Vừa</a:t>
            </a:r>
            <a:r>
              <a:rPr lang="en-US" sz="28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chuyển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 cảm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giác -</a:t>
            </a:r>
            <a:r>
              <a:rPr lang="en-US" sz="28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vận</a:t>
            </a:r>
            <a:r>
              <a:rPr lang="en-US" sz="285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850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vừa</a:t>
            </a:r>
            <a:r>
              <a:rPr lang="en-US" sz="28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tiết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hormone,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vùng</a:t>
            </a:r>
            <a:r>
              <a:rPr lang="en-US" sz="28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dưới</a:t>
            </a:r>
            <a:r>
              <a:rPr lang="en-US" sz="2850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đồi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vị</a:t>
            </a:r>
            <a:r>
              <a:rPr lang="en-US" sz="2850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trí</a:t>
            </a:r>
            <a:r>
              <a:rPr lang="en-US" sz="2850" dirty="0" spc="-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tốt</a:t>
            </a:r>
            <a:r>
              <a:rPr lang="en-US" sz="2850" dirty="0" spc="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850" dirty="0" spc="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hòa</a:t>
            </a:r>
            <a:r>
              <a:rPr lang="en-US" sz="28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b="1" dirty="0" spc="-3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xung</a:t>
            </a:r>
            <a:r>
              <a:rPr lang="en-US" sz="2850" b="1" dirty="0" spc="16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lực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(drives)</a:t>
            </a:r>
            <a:r>
              <a:rPr lang="en-US" sz="28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850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lực</a:t>
            </a:r>
            <a:r>
              <a:rPr lang="en-US" sz="28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[S1]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endParaRPr lang="en-US" sz="2850" dirty="0"/>
          </a:p>
        </p:txBody>
      </p:sp>
      <p:sp>
        <p:nvSpPr>
          <p:cNvPr id="5" name="Shape 3"/>
          <p:cNvSpPr/>
          <p:nvPr/>
        </p:nvSpPr>
        <p:spPr>
          <a:xfrm>
            <a:off x="12325350" y="2762250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E8E0CF"/>
          </a:solidFill>
          <a:ln/>
        </p:spPr>
      </p:sp>
      <p:sp>
        <p:nvSpPr>
          <p:cNvPr id="6" name="Shape 4"/>
          <p:cNvSpPr/>
          <p:nvPr/>
        </p:nvSpPr>
        <p:spPr>
          <a:xfrm>
            <a:off x="12325350" y="2762250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7" name="Text 5"/>
          <p:cNvSpPr/>
          <p:nvPr/>
        </p:nvSpPr>
        <p:spPr>
          <a:xfrm>
            <a:off x="12630150" y="3028950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4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Ở</a:t>
            </a:r>
            <a:r>
              <a:rPr lang="en-US" sz="1950" dirty="0" spc="5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đâu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2630150" y="3486150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trước</a:t>
            </a:r>
            <a:r>
              <a:rPr lang="en-US" sz="2400" dirty="0" spc="-2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2400" dirty="0" spc="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dưới</a:t>
            </a:r>
            <a:r>
              <a:rPr lang="en-US" sz="2400" dirty="0" spc="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đồi</a:t>
            </a:r>
            <a:r>
              <a:rPr lang="en-US" sz="2400" dirty="0" spc="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thị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2325350" y="4714875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E8E0CF"/>
          </a:solidFill>
          <a:ln/>
        </p:spPr>
      </p:sp>
      <p:sp>
        <p:nvSpPr>
          <p:cNvPr id="10" name="Shape 8"/>
          <p:cNvSpPr/>
          <p:nvPr/>
        </p:nvSpPr>
        <p:spPr>
          <a:xfrm>
            <a:off x="12325350" y="4714875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11" name="Text 9"/>
          <p:cNvSpPr/>
          <p:nvPr/>
        </p:nvSpPr>
        <p:spPr>
          <a:xfrm>
            <a:off x="12630150" y="4981575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11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Làm</a:t>
            </a:r>
            <a:r>
              <a:rPr lang="en-US" sz="1950" dirty="0" spc="-4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gì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2630150" y="5438775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hormone</a:t>
            </a:r>
            <a:r>
              <a:rPr lang="en-US" sz="24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qua</a:t>
            </a:r>
            <a:r>
              <a:rPr lang="en-US" sz="2400" dirty="0" spc="-1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tuyến</a:t>
            </a:r>
            <a:r>
              <a:rPr lang="en-US" sz="2400" dirty="0" spc="-1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yên,</a:t>
            </a:r>
            <a:r>
              <a:rPr lang="en-US" sz="24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xung</a:t>
            </a:r>
            <a:r>
              <a:rPr lang="en-US" sz="2400" dirty="0" spc="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lực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12325350" y="6657975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E8E0CF"/>
          </a:solidFill>
          <a:ln/>
        </p:spPr>
      </p:sp>
      <p:sp>
        <p:nvSpPr>
          <p:cNvPr id="14" name="Shape 12"/>
          <p:cNvSpPr/>
          <p:nvPr/>
        </p:nvSpPr>
        <p:spPr>
          <a:xfrm>
            <a:off x="12325350" y="6657975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15" name="Text 13"/>
          <p:cNvSpPr/>
          <p:nvPr/>
        </p:nvSpPr>
        <p:spPr>
          <a:xfrm>
            <a:off x="12630150" y="6924675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23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Đừng</a:t>
            </a:r>
            <a:r>
              <a:rPr lang="en-US" sz="1950" dirty="0" spc="0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hiểu</a:t>
            </a:r>
            <a:r>
              <a:rPr lang="en-US" sz="1950" dirty="0" spc="-3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nhầm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2630150" y="7381875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không</a:t>
            </a:r>
            <a:r>
              <a:rPr lang="en-US" sz="24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tự</a:t>
            </a:r>
            <a:r>
              <a:rPr lang="en-US" sz="24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tạo</a:t>
            </a:r>
            <a:r>
              <a:rPr lang="en-US" sz="2400" dirty="0" spc="-2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ra</a:t>
            </a:r>
            <a:r>
              <a:rPr lang="en-US" sz="24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cảm</a:t>
            </a:r>
            <a:r>
              <a:rPr lang="en-US" sz="24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xúc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 [S11]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[S18]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4932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15252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35572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55892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76212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96532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16852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37172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5749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27781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29813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1845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38772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59092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79412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997320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200520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403720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4606919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4810119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5013319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5199585" y="9552517"/>
            <a:ext cx="135467" cy="135467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40" name="Shape 38"/>
          <p:cNvSpPr/>
          <p:nvPr/>
        </p:nvSpPr>
        <p:spPr>
          <a:xfrm>
            <a:off x="5419718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5622918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5826117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029317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6232517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64357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66389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8421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70453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724851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745171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765491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785811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806131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826451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846771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867091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887411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907731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928051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948371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968691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989011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3" name="Text 61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3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L07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22/45</a:t>
            </a:r>
            <a:endParaRPr lang="en-US" sz="1800" dirty="0"/>
          </a:p>
        </p:txBody>
      </p:sp>
      <p:sp>
        <p:nvSpPr>
          <p:cNvPr id="64" name="Shape 6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5" name="Moda image moda-export-watermark-c79c375f-8e91-42bf-8d07-0b541cae30b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3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Vùng</a:t>
            </a:r>
            <a:r>
              <a:rPr lang="en-US" sz="5700" dirty="0" spc="-6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dưới</a:t>
            </a:r>
            <a:r>
              <a:rPr lang="en-US" sz="570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đồi:</a:t>
            </a: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thẻ</a:t>
            </a: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hồ</a:t>
            </a: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sơ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72415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E8E0CF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272415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93370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3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Ở</a:t>
            </a:r>
            <a:r>
              <a:rPr lang="en-US" sz="2100" dirty="0" spc="7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đâu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295400" y="344805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Não</a:t>
            </a:r>
            <a:r>
              <a:rPr lang="en-US" sz="25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trung gian,</a:t>
            </a: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phía</a:t>
            </a:r>
            <a:r>
              <a:rPr lang="en-US" sz="2550" dirty="0" spc="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trước</a:t>
            </a:r>
            <a:r>
              <a:rPr lang="en-US" sz="2550" dirty="0" spc="-2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và</a:t>
            </a:r>
            <a:r>
              <a:rPr lang="en-US" sz="2550" dirty="0" spc="1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dưới</a:t>
            </a:r>
            <a:r>
              <a:rPr lang="en-US" sz="2550" dirty="0" spc="1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đồi</a:t>
            </a: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thị;</a:t>
            </a:r>
            <a:r>
              <a:rPr lang="en-US" sz="2550" dirty="0" spc="-1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tuyến</a:t>
            </a:r>
            <a:r>
              <a:rPr lang="en-US" sz="2550" dirty="0" spc="-2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yên</a:t>
            </a:r>
            <a:r>
              <a:rPr lang="en-US" sz="2550" dirty="0" spc="-1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treo</a:t>
            </a:r>
            <a:r>
              <a:rPr lang="en-US" sz="2550" dirty="0" spc="-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bằng</a:t>
            </a:r>
            <a:r>
              <a:rPr lang="en-US" sz="255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phễu</a:t>
            </a:r>
            <a:r>
              <a:rPr lang="en-US" sz="255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5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[S11]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6486525" y="272415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E8E0CF"/>
          </a:solidFill>
          <a:ln/>
        </p:spPr>
      </p:sp>
      <p:sp>
        <p:nvSpPr>
          <p:cNvPr id="8" name="Shape 6"/>
          <p:cNvSpPr/>
          <p:nvPr/>
        </p:nvSpPr>
        <p:spPr>
          <a:xfrm>
            <a:off x="6486525" y="272415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9" name="Text 7"/>
          <p:cNvSpPr/>
          <p:nvPr/>
        </p:nvSpPr>
        <p:spPr>
          <a:xfrm>
            <a:off x="6867525" y="293370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6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Gồm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6867525" y="344805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Nhiều</a:t>
            </a:r>
            <a:r>
              <a:rPr lang="en-US" sz="255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nhân: cạnh</a:t>
            </a: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não</a:t>
            </a:r>
            <a:r>
              <a:rPr lang="en-US" sz="2550" dirty="0" spc="-1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thất,</a:t>
            </a:r>
            <a:r>
              <a:rPr lang="en-US" sz="2550" dirty="0" spc="-19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trên</a:t>
            </a: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thị;</a:t>
            </a:r>
            <a:r>
              <a:rPr lang="en-US" sz="2550" dirty="0" spc="-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cột</a:t>
            </a:r>
            <a:r>
              <a:rPr lang="en-US" sz="2550" dirty="0" spc="19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điều</a:t>
            </a: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khiển</a:t>
            </a:r>
            <a:r>
              <a:rPr lang="en-US" sz="2550" dirty="0" spc="-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hành</a:t>
            </a:r>
            <a:r>
              <a:rPr lang="en-US" sz="25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vi</a:t>
            </a:r>
            <a:r>
              <a:rPr lang="en-US" sz="25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của</a:t>
            </a:r>
            <a:r>
              <a:rPr lang="en-US" sz="2550" dirty="0" spc="-1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Swanson</a:t>
            </a:r>
            <a:r>
              <a:rPr lang="en-US" sz="25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5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[S11]</a:t>
            </a:r>
            <a:r>
              <a:rPr lang="en-US" sz="2550" dirty="0" spc="-4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[S12]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12068175" y="272415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E8E0CF"/>
          </a:solidFill>
          <a:ln/>
        </p:spPr>
      </p:sp>
      <p:sp>
        <p:nvSpPr>
          <p:cNvPr id="12" name="Shape 10"/>
          <p:cNvSpPr/>
          <p:nvPr/>
        </p:nvSpPr>
        <p:spPr>
          <a:xfrm>
            <a:off x="12068175" y="272415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13" name="Text 11"/>
          <p:cNvSpPr/>
          <p:nvPr/>
        </p:nvSpPr>
        <p:spPr>
          <a:xfrm>
            <a:off x="12449175" y="293370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33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Kết</a:t>
            </a:r>
            <a:r>
              <a:rPr lang="en-US" sz="2100" dirty="0" spc="-5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nối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2449175" y="344805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Thân</a:t>
            </a:r>
            <a:r>
              <a:rPr lang="en-US" sz="25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não,</a:t>
            </a:r>
            <a:r>
              <a:rPr lang="en-US" sz="2550" dirty="0" spc="-1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vỏ</a:t>
            </a:r>
            <a:r>
              <a:rPr lang="en-US" sz="25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não,</a:t>
            </a: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hải mã,</a:t>
            </a:r>
            <a:r>
              <a:rPr lang="en-US" sz="255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hạnh</a:t>
            </a:r>
            <a:r>
              <a:rPr lang="en-US" sz="2550" dirty="0" spc="-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nhân,</a:t>
            </a:r>
            <a:r>
              <a:rPr lang="en-US" sz="2550" dirty="0" spc="1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đồi</a:t>
            </a:r>
            <a:r>
              <a:rPr lang="en-US" sz="25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thị</a:t>
            </a: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4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[S1]</a:t>
            </a:r>
            <a:endParaRPr lang="en-US" sz="2550" dirty="0"/>
          </a:p>
        </p:txBody>
      </p:sp>
      <p:sp>
        <p:nvSpPr>
          <p:cNvPr id="15" name="Shape 13"/>
          <p:cNvSpPr/>
          <p:nvPr/>
        </p:nvSpPr>
        <p:spPr>
          <a:xfrm>
            <a:off x="914400" y="582930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E8E0CF"/>
          </a:solidFill>
          <a:ln/>
        </p:spPr>
      </p:sp>
      <p:sp>
        <p:nvSpPr>
          <p:cNvPr id="16" name="Shape 14"/>
          <p:cNvSpPr/>
          <p:nvPr/>
        </p:nvSpPr>
        <p:spPr>
          <a:xfrm>
            <a:off x="914400" y="582930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17" name="Text 15"/>
          <p:cNvSpPr/>
          <p:nvPr/>
        </p:nvSpPr>
        <p:spPr>
          <a:xfrm>
            <a:off x="1295400" y="603885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6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Chất</a:t>
            </a:r>
            <a:r>
              <a:rPr lang="en-US" sz="2100" dirty="0" spc="-3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dẫn</a:t>
            </a:r>
            <a:r>
              <a:rPr lang="en-US" sz="2100" dirty="0" spc="-11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truyền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295400" y="655320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Tiết</a:t>
            </a: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hormone</a:t>
            </a:r>
            <a:r>
              <a:rPr lang="en-US" sz="2550" dirty="0" spc="-1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oxytocin</a:t>
            </a:r>
            <a:r>
              <a:rPr lang="en-US" sz="2550" dirty="0" spc="-2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và</a:t>
            </a:r>
            <a:r>
              <a:rPr lang="en-US" sz="2550" dirty="0" spc="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ADH</a:t>
            </a:r>
            <a:r>
              <a:rPr lang="en-US" sz="2550" dirty="0" spc="-1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(vasopressin);</a:t>
            </a:r>
            <a:r>
              <a:rPr lang="en-US" sz="2550" dirty="0" spc="-19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xem</a:t>
            </a:r>
            <a:r>
              <a:rPr lang="en-US" sz="2550" dirty="0" spc="-3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L03,</a:t>
            </a:r>
            <a:r>
              <a:rPr lang="en-US" sz="2550" dirty="0" spc="-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L10</a:t>
            </a:r>
            <a:r>
              <a:rPr lang="en-US" sz="255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5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[S11]</a:t>
            </a:r>
            <a:endParaRPr lang="en-US" sz="2550" dirty="0"/>
          </a:p>
        </p:txBody>
      </p:sp>
      <p:sp>
        <p:nvSpPr>
          <p:cNvPr id="19" name="Shape 17"/>
          <p:cNvSpPr/>
          <p:nvPr/>
        </p:nvSpPr>
        <p:spPr>
          <a:xfrm>
            <a:off x="6486525" y="582930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E8E0CF"/>
          </a:solidFill>
          <a:ln/>
        </p:spPr>
      </p:sp>
      <p:sp>
        <p:nvSpPr>
          <p:cNvPr id="20" name="Shape 18"/>
          <p:cNvSpPr/>
          <p:nvPr/>
        </p:nvSpPr>
        <p:spPr>
          <a:xfrm>
            <a:off x="6486525" y="582930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21" name="Text 19"/>
          <p:cNvSpPr/>
          <p:nvPr/>
        </p:nvSpPr>
        <p:spPr>
          <a:xfrm>
            <a:off x="6867525" y="603885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2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Khi</a:t>
            </a:r>
            <a:r>
              <a:rPr lang="en-US" sz="2100" dirty="0" spc="-8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tổn</a:t>
            </a:r>
            <a:r>
              <a:rPr lang="en-US" sz="2100" dirty="0" spc="4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thương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867525" y="655320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Chưa</a:t>
            </a:r>
            <a:r>
              <a:rPr lang="en-US" sz="2550" dirty="0" spc="-2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rõ</a:t>
            </a:r>
            <a:r>
              <a:rPr lang="en-US" sz="2550" dirty="0" spc="-1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trong</a:t>
            </a:r>
            <a:r>
              <a:rPr lang="en-US" sz="25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các</a:t>
            </a:r>
            <a:r>
              <a:rPr lang="en-US" sz="25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nguồn</a:t>
            </a:r>
            <a:r>
              <a:rPr lang="en-US" sz="2550" dirty="0" spc="1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đã</a:t>
            </a:r>
            <a:r>
              <a:rPr lang="en-US" sz="2550" dirty="0" spc="1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đọc</a:t>
            </a:r>
            <a:endParaRPr lang="en-US" sz="2550" dirty="0"/>
          </a:p>
        </p:txBody>
      </p:sp>
      <p:sp>
        <p:nvSpPr>
          <p:cNvPr id="23" name="Shape 21"/>
          <p:cNvSpPr/>
          <p:nvPr/>
        </p:nvSpPr>
        <p:spPr>
          <a:xfrm>
            <a:off x="12068175" y="582930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E8E0CF"/>
          </a:solidFill>
          <a:ln/>
        </p:spPr>
      </p:sp>
      <p:sp>
        <p:nvSpPr>
          <p:cNvPr id="24" name="Shape 22"/>
          <p:cNvSpPr/>
          <p:nvPr/>
        </p:nvSpPr>
        <p:spPr>
          <a:xfrm>
            <a:off x="12068175" y="582930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25" name="Text 23"/>
          <p:cNvSpPr/>
          <p:nvPr/>
        </p:nvSpPr>
        <p:spPr>
          <a:xfrm>
            <a:off x="12449175" y="603885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22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Đừng</a:t>
            </a:r>
            <a:r>
              <a:rPr lang="en-US" sz="2100" dirty="0" spc="0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hiểu</a:t>
            </a:r>
            <a:r>
              <a:rPr lang="en-US" sz="2100" dirty="0" spc="-4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nhầm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12449175" y="655320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Cảm</a:t>
            </a:r>
            <a:r>
              <a:rPr lang="en-US" sz="255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xúc</a:t>
            </a:r>
            <a:r>
              <a:rPr lang="en-US" sz="25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là</a:t>
            </a:r>
            <a:r>
              <a:rPr lang="en-US" sz="2550" dirty="0" spc="-1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hoạt</a:t>
            </a:r>
            <a:r>
              <a:rPr lang="en-US" sz="2550" dirty="0" spc="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động</a:t>
            </a:r>
            <a:r>
              <a:rPr lang="en-US" sz="25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của</a:t>
            </a: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mạng</a:t>
            </a:r>
            <a:r>
              <a:rPr lang="en-US" sz="2550" dirty="0" spc="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lưới,</a:t>
            </a:r>
            <a:r>
              <a:rPr lang="en-US" sz="25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không</a:t>
            </a:r>
            <a:r>
              <a:rPr lang="en-US" sz="25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nằm</a:t>
            </a:r>
            <a:r>
              <a:rPr lang="en-US" sz="2550" dirty="0" spc="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ở</a:t>
            </a:r>
            <a:r>
              <a:rPr lang="en-US" sz="2550" dirty="0" spc="-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một</a:t>
            </a:r>
            <a:r>
              <a:rPr lang="en-US" sz="25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cấu</a:t>
            </a:r>
            <a:r>
              <a:rPr lang="en-US" sz="2550" dirty="0" spc="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trúc</a:t>
            </a:r>
            <a:r>
              <a:rPr lang="en-US" sz="25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[S3]</a:t>
            </a:r>
            <a:endParaRPr lang="en-US" sz="2550" dirty="0"/>
          </a:p>
        </p:txBody>
      </p:sp>
      <p:sp>
        <p:nvSpPr>
          <p:cNvPr id="27" name="Text 2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[S3]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[S11]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[S12]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94932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15252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35572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55892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76212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196532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216852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237172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25749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27781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29813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31845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338772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359092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379412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3997320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4200520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4403720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4606919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4810119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5013319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5216518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5402785" y="9552517"/>
            <a:ext cx="135467" cy="135467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51" name="Shape 49"/>
          <p:cNvSpPr/>
          <p:nvPr/>
        </p:nvSpPr>
        <p:spPr>
          <a:xfrm>
            <a:off x="5622918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5826117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6029317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6232517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64357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66389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68421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70453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724851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745171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765491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785811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806131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826451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846771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867091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887411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907731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928051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948371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968691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2" name="Shape 70"/>
          <p:cNvSpPr/>
          <p:nvPr/>
        </p:nvSpPr>
        <p:spPr>
          <a:xfrm>
            <a:off x="989011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3" name="Text 71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3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L07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2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23/45</a:t>
            </a:r>
            <a:endParaRPr lang="en-US" sz="1800" dirty="0"/>
          </a:p>
        </p:txBody>
      </p:sp>
      <p:sp>
        <p:nvSpPr>
          <p:cNvPr id="74" name="Shape 7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75" name="Moda image moda-export-watermark-e73e8251-b06c-4640-b400-2ae521de11b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1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Cột</a:t>
            </a:r>
            <a:r>
              <a:rPr lang="en-US" sz="5700" dirty="0" spc="1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điều</a:t>
            </a:r>
            <a:r>
              <a:rPr lang="en-US" sz="57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khiển hành</a:t>
            </a:r>
            <a:r>
              <a:rPr lang="en-US" sz="57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</a:t>
            </a:r>
            <a:r>
              <a:rPr lang="en-US" sz="5700" dirty="0" spc="-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(giả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thuyết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của</a:t>
            </a:r>
            <a:r>
              <a:rPr lang="en-US" sz="5700" dirty="0" spc="-4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Swanson)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3048000"/>
            <a:ext cx="3857625" cy="4953000"/>
          </a:xfrm>
          <a:prstGeom prst="roundRect">
            <a:avLst>
              <a:gd name="adj" fmla="val 6914"/>
            </a:avLst>
          </a:prstGeom>
          <a:solidFill>
            <a:srgbClr val="1E212B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3048000"/>
            <a:ext cx="3857625" cy="1524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543300"/>
            <a:ext cx="3095625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23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01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1295400" y="4857750"/>
            <a:ext cx="3095625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Phần</a:t>
            </a:r>
            <a:r>
              <a:rPr lang="en-US" sz="2700" b="1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1295400" y="6000750"/>
            <a:ext cx="3095625" cy="1905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ăn, uống, tự</a:t>
            </a:r>
            <a:r>
              <a:rPr lang="en-US" sz="255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vệ,</a:t>
            </a:r>
            <a:r>
              <a:rPr lang="en-US" sz="25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sinh</a:t>
            </a:r>
            <a:r>
              <a:rPr lang="en-US" sz="255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sản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5114925" y="3048000"/>
            <a:ext cx="3857625" cy="4953000"/>
          </a:xfrm>
          <a:prstGeom prst="roundRect">
            <a:avLst>
              <a:gd name="adj" fmla="val 6914"/>
            </a:avLst>
          </a:prstGeom>
          <a:solidFill>
            <a:srgbClr val="1E212B"/>
          </a:solidFill>
          <a:ln/>
        </p:spPr>
      </p:sp>
      <p:sp>
        <p:nvSpPr>
          <p:cNvPr id="9" name="Shape 7"/>
          <p:cNvSpPr/>
          <p:nvPr/>
        </p:nvSpPr>
        <p:spPr>
          <a:xfrm>
            <a:off x="5114925" y="3048000"/>
            <a:ext cx="3857625" cy="1524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10" name="Text 8"/>
          <p:cNvSpPr/>
          <p:nvPr/>
        </p:nvSpPr>
        <p:spPr>
          <a:xfrm>
            <a:off x="5495925" y="3543300"/>
            <a:ext cx="3095625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4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02</a:t>
            </a:r>
            <a:endParaRPr lang="en-US" sz="7200" dirty="0"/>
          </a:p>
        </p:txBody>
      </p:sp>
      <p:sp>
        <p:nvSpPr>
          <p:cNvPr id="11" name="Text 9"/>
          <p:cNvSpPr/>
          <p:nvPr/>
        </p:nvSpPr>
        <p:spPr>
          <a:xfrm>
            <a:off x="5495925" y="4857750"/>
            <a:ext cx="3095625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Phần</a:t>
            </a:r>
            <a:r>
              <a:rPr lang="en-US" sz="27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5495925" y="6000750"/>
            <a:ext cx="3095625" cy="1905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khám</a:t>
            </a:r>
            <a:r>
              <a:rPr lang="en-US" sz="25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phá,</a:t>
            </a:r>
            <a:r>
              <a:rPr lang="en-US" sz="25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tìm</a:t>
            </a:r>
            <a:r>
              <a:rPr lang="en-US" sz="25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kiếm</a:t>
            </a:r>
            <a:r>
              <a:rPr lang="en-US" sz="25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25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9315450" y="3048000"/>
            <a:ext cx="3857625" cy="4953000"/>
          </a:xfrm>
          <a:prstGeom prst="roundRect">
            <a:avLst>
              <a:gd name="adj" fmla="val 6914"/>
            </a:avLst>
          </a:prstGeom>
          <a:solidFill>
            <a:srgbClr val="1E212B"/>
          </a:solidFill>
          <a:ln/>
        </p:spPr>
      </p:sp>
      <p:sp>
        <p:nvSpPr>
          <p:cNvPr id="14" name="Shape 12"/>
          <p:cNvSpPr/>
          <p:nvPr/>
        </p:nvSpPr>
        <p:spPr>
          <a:xfrm>
            <a:off x="9315450" y="3048000"/>
            <a:ext cx="3857625" cy="1524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15" name="Text 13"/>
          <p:cNvSpPr/>
          <p:nvPr/>
        </p:nvSpPr>
        <p:spPr>
          <a:xfrm>
            <a:off x="9696450" y="3543300"/>
            <a:ext cx="3095625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1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03</a:t>
            </a:r>
            <a:endParaRPr lang="en-US" sz="7200" dirty="0"/>
          </a:p>
        </p:txBody>
      </p:sp>
      <p:sp>
        <p:nvSpPr>
          <p:cNvPr id="16" name="Text 14"/>
          <p:cNvSpPr/>
          <p:nvPr/>
        </p:nvSpPr>
        <p:spPr>
          <a:xfrm>
            <a:off x="9696450" y="4857750"/>
            <a:ext cx="3095625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Đầu</a:t>
            </a:r>
            <a:r>
              <a:rPr lang="en-US" sz="2700" b="1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9696450" y="6000750"/>
            <a:ext cx="3095625" cy="1905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hầu</a:t>
            </a:r>
            <a:r>
              <a:rPr lang="en-US" sz="25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</a:t>
            </a:r>
            <a:r>
              <a:rPr lang="en-US" sz="25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mọi phần</a:t>
            </a:r>
            <a:r>
              <a:rPr lang="en-US" sz="25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5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bán</a:t>
            </a:r>
            <a:r>
              <a:rPr lang="en-US" sz="25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endParaRPr lang="en-US" sz="2550" dirty="0"/>
          </a:p>
        </p:txBody>
      </p:sp>
      <p:sp>
        <p:nvSpPr>
          <p:cNvPr id="18" name="Shape 16"/>
          <p:cNvSpPr/>
          <p:nvPr/>
        </p:nvSpPr>
        <p:spPr>
          <a:xfrm>
            <a:off x="13515975" y="3048000"/>
            <a:ext cx="3857625" cy="4953000"/>
          </a:xfrm>
          <a:prstGeom prst="roundRect">
            <a:avLst>
              <a:gd name="adj" fmla="val 6914"/>
            </a:avLst>
          </a:prstGeom>
          <a:solidFill>
            <a:srgbClr val="1E212B"/>
          </a:solidFill>
          <a:ln/>
        </p:spPr>
      </p:sp>
      <p:sp>
        <p:nvSpPr>
          <p:cNvPr id="19" name="Shape 17"/>
          <p:cNvSpPr/>
          <p:nvPr/>
        </p:nvSpPr>
        <p:spPr>
          <a:xfrm>
            <a:off x="13515975" y="3048000"/>
            <a:ext cx="3857625" cy="1524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20" name="Text 18"/>
          <p:cNvSpPr/>
          <p:nvPr/>
        </p:nvSpPr>
        <p:spPr>
          <a:xfrm>
            <a:off x="13896975" y="3543300"/>
            <a:ext cx="3095625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1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04</a:t>
            </a:r>
            <a:endParaRPr lang="en-US" sz="7200" dirty="0"/>
          </a:p>
        </p:txBody>
      </p:sp>
      <p:sp>
        <p:nvSpPr>
          <p:cNvPr id="21" name="Text 19"/>
          <p:cNvSpPr/>
          <p:nvPr/>
        </p:nvSpPr>
        <p:spPr>
          <a:xfrm>
            <a:off x="13896975" y="4857750"/>
            <a:ext cx="3095625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Mức</a:t>
            </a:r>
            <a:r>
              <a:rPr lang="en-US" sz="27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chắc</a:t>
            </a:r>
            <a:r>
              <a:rPr lang="en-US" sz="27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chắn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13896975" y="6000750"/>
            <a:ext cx="3095625" cy="1905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giả</a:t>
            </a:r>
            <a:r>
              <a:rPr lang="en-US" sz="255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thuyết,</a:t>
            </a:r>
            <a:r>
              <a:rPr lang="en-US" sz="2550" dirty="0" spc="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5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học</a:t>
            </a:r>
            <a:r>
              <a:rPr lang="en-US" sz="2550" dirty="0" spc="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550" dirty="0" spc="-1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2550" dirty="0" spc="2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2550" dirty="0"/>
          </a:p>
        </p:txBody>
      </p:sp>
      <p:sp>
        <p:nvSpPr>
          <p:cNvPr id="23" name="Text 21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[S12]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94932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15252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35572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55892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76212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96532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216852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237172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25749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27781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29813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31845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338772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359092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379412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3997320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4200520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4403720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4606919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4810119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5013319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5216518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5419718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5605984" y="9552517"/>
            <a:ext cx="135467" cy="135467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48" name="Shape 46"/>
          <p:cNvSpPr/>
          <p:nvPr/>
        </p:nvSpPr>
        <p:spPr>
          <a:xfrm>
            <a:off x="5826117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6029317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6232517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64357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66389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68421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70453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724851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745171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765491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785811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806131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826451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846771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867091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887411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907731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928051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948371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968691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989011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9" name="Text 67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3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L07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2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24/45</a:t>
            </a:r>
            <a:endParaRPr lang="en-US" sz="1800" dirty="0"/>
          </a:p>
        </p:txBody>
      </p:sp>
      <p:sp>
        <p:nvSpPr>
          <p:cNvPr id="70" name="Shape 6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71" name="Moda image moda-export-watermark-4b9443cf-ddae-4cc7-b37b-bebf80db149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Hạch</a:t>
            </a:r>
            <a:r>
              <a:rPr lang="en-US" sz="57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nền: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chọn</a:t>
            </a:r>
            <a:r>
              <a:rPr lang="en-US" sz="5700" dirty="0" spc="-6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5700" dirty="0" spc="-2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khởi</a:t>
            </a:r>
            <a:r>
              <a:rPr lang="en-US" sz="5700" dirty="0" spc="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động</a:t>
            </a:r>
            <a:r>
              <a:rPr lang="en-US" sz="57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hành</a:t>
            </a:r>
            <a:r>
              <a:rPr lang="en-US" sz="5700" dirty="0" spc="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động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819400"/>
            <a:ext cx="95250" cy="550545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4" name="Text 2"/>
          <p:cNvSpPr/>
          <p:nvPr/>
        </p:nvSpPr>
        <p:spPr>
          <a:xfrm>
            <a:off x="1295400" y="2762250"/>
            <a:ext cx="10572750" cy="5619750"/>
          </a:xfrm>
          <a:prstGeom prst="rect">
            <a:avLst/>
          </a:prstGeom>
          <a:noFill/>
          <a:ln/>
        </p:spPr>
        <p:txBody>
          <a:bodyPr wrap="square" lIns="0" tIns="10843" rIns="0" bIns="-10843" rtlCol="0" anchor="t"/>
          <a:lstStyle/>
          <a:p>
            <a:pPr algn="l" indent="0" marL="0">
              <a:lnSpc>
                <a:spcPts val="3848"/>
              </a:lnSpc>
              <a:buNone/>
            </a:pPr>
            <a:r>
              <a:rPr lang="en-US" sz="2850" b="1" dirty="0" spc="0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Hạch</a:t>
            </a:r>
            <a:r>
              <a:rPr lang="en-US" sz="2850" b="1" dirty="0" spc="-5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nền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(basal</a:t>
            </a:r>
            <a:r>
              <a:rPr lang="en-US" sz="28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ganglia)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</a:t>
            </a:r>
            <a:r>
              <a:rPr lang="en-US" sz="285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dưới</a:t>
            </a:r>
            <a:r>
              <a:rPr lang="en-US" sz="28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vỏ,</a:t>
            </a:r>
            <a:r>
              <a:rPr lang="en-US" sz="28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85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truyền</a:t>
            </a:r>
            <a:r>
              <a:rPr lang="en-US" sz="28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r>
              <a:rPr lang="en-US" sz="28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gồm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đuôi,</a:t>
            </a:r>
            <a:r>
              <a:rPr lang="en-US" sz="28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bèo</a:t>
            </a:r>
            <a:r>
              <a:rPr lang="en-US" sz="28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sẫm</a:t>
            </a:r>
            <a:r>
              <a:rPr lang="en-US" sz="28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28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nhạt</a:t>
            </a:r>
            <a:r>
              <a:rPr lang="en-US" sz="28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[S1]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Thông tin</a:t>
            </a:r>
            <a:r>
              <a:rPr lang="en-US" sz="2850" dirty="0" spc="4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8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vỏ,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hạch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nền</a:t>
            </a:r>
            <a:r>
              <a:rPr lang="en-US" sz="28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đồi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thị,</a:t>
            </a:r>
            <a:r>
              <a:rPr lang="en-US" sz="2850" dirty="0" spc="-2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28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quay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8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vỏ;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8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b="1" dirty="0" spc="-24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vòng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850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trọng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 hành</a:t>
            </a:r>
            <a:r>
              <a:rPr lang="en-US" sz="285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động,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khởi</a:t>
            </a:r>
            <a:r>
              <a:rPr lang="en-US" sz="285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8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dừng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r>
              <a:rPr lang="en-US" sz="28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</a:t>
            </a:r>
            <a:r>
              <a:rPr lang="en-US" sz="28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[S1]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8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b="1" dirty="0" spc="-6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Thể</a:t>
            </a:r>
            <a:r>
              <a:rPr lang="en-US" sz="2850" b="1" dirty="0" spc="-12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vân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(striatum),</a:t>
            </a:r>
            <a:r>
              <a:rPr lang="en-US" sz="285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gồm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đuôi</a:t>
            </a:r>
            <a:r>
              <a:rPr lang="en-US" sz="285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bèo sẫm,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8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học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thói quen ở</a:t>
            </a:r>
            <a:r>
              <a:rPr lang="en-US" sz="28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chuột</a:t>
            </a:r>
            <a:r>
              <a:rPr lang="en-US" sz="285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[S2]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cổ</a:t>
            </a:r>
            <a:r>
              <a:rPr lang="en-US" sz="2850" dirty="0" spc="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điển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8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đường:</a:t>
            </a:r>
            <a:r>
              <a:rPr lang="en-US" sz="28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b="1" dirty="0" spc="10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đường</a:t>
            </a:r>
            <a:r>
              <a:rPr lang="en-US" sz="2850" b="1" dirty="0" spc="13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trực</a:t>
            </a:r>
            <a:r>
              <a:rPr lang="en-US" sz="2850" b="1" dirty="0" spc="-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nhả phanh,</a:t>
            </a:r>
            <a:r>
              <a:rPr lang="en-US" sz="28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b="1" dirty="0" spc="10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đường</a:t>
            </a:r>
            <a:r>
              <a:rPr lang="en-US" sz="2850" b="1" dirty="0" spc="6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gián</a:t>
            </a:r>
            <a:r>
              <a:rPr lang="en-US" sz="2850" b="1" dirty="0" spc="-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</a:t>
            </a:r>
            <a:r>
              <a:rPr lang="en-US" sz="2850" dirty="0" spc="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đạp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phanh;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850" dirty="0" spc="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85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850" dirty="0" spc="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28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[S13]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endParaRPr lang="en-US" sz="2850" dirty="0"/>
          </a:p>
        </p:txBody>
      </p:sp>
      <p:sp>
        <p:nvSpPr>
          <p:cNvPr id="5" name="Shape 3"/>
          <p:cNvSpPr/>
          <p:nvPr/>
        </p:nvSpPr>
        <p:spPr>
          <a:xfrm>
            <a:off x="12325350" y="2762250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1E212B"/>
          </a:solidFill>
          <a:ln/>
        </p:spPr>
      </p:sp>
      <p:sp>
        <p:nvSpPr>
          <p:cNvPr id="6" name="Shape 4"/>
          <p:cNvSpPr/>
          <p:nvPr/>
        </p:nvSpPr>
        <p:spPr>
          <a:xfrm>
            <a:off x="12325350" y="2762250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7" name="Text 5"/>
          <p:cNvSpPr/>
          <p:nvPr/>
        </p:nvSpPr>
        <p:spPr>
          <a:xfrm>
            <a:off x="12630150" y="3028950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4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Ở</a:t>
            </a:r>
            <a:r>
              <a:rPr lang="en-US" sz="1950" dirty="0" spc="5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đâu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2630150" y="3486150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1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dưới</a:t>
            </a:r>
            <a:r>
              <a:rPr lang="en-US" sz="2400" dirty="0" spc="-1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vỏ,</a:t>
            </a:r>
            <a:r>
              <a:rPr lang="en-US" sz="2400" dirty="0" spc="-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quây</a:t>
            </a:r>
            <a:r>
              <a:rPr lang="en-US" sz="240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quanh</a:t>
            </a:r>
            <a:r>
              <a:rPr lang="en-US" sz="2400" dirty="0" spc="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đồi</a:t>
            </a:r>
            <a:r>
              <a:rPr lang="en-US" sz="2400" dirty="0" spc="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thị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2325350" y="4714875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1E212B"/>
          </a:solidFill>
          <a:ln/>
        </p:spPr>
      </p:sp>
      <p:sp>
        <p:nvSpPr>
          <p:cNvPr id="10" name="Shape 8"/>
          <p:cNvSpPr/>
          <p:nvPr/>
        </p:nvSpPr>
        <p:spPr>
          <a:xfrm>
            <a:off x="12325350" y="4714875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11" name="Text 9"/>
          <p:cNvSpPr/>
          <p:nvPr/>
        </p:nvSpPr>
        <p:spPr>
          <a:xfrm>
            <a:off x="12630150" y="4981575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11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Làm</a:t>
            </a:r>
            <a:r>
              <a:rPr lang="en-US" sz="1950" dirty="0" spc="-4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gì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2630150" y="5438775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chọn</a:t>
            </a:r>
            <a:r>
              <a:rPr lang="en-US" sz="24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hành</a:t>
            </a:r>
            <a:r>
              <a:rPr lang="en-US" sz="240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động,</a:t>
            </a:r>
            <a:r>
              <a:rPr lang="en-US" sz="24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thói quen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12325350" y="6657975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1E212B"/>
          </a:solidFill>
          <a:ln/>
        </p:spPr>
      </p:sp>
      <p:sp>
        <p:nvSpPr>
          <p:cNvPr id="14" name="Shape 12"/>
          <p:cNvSpPr/>
          <p:nvPr/>
        </p:nvSpPr>
        <p:spPr>
          <a:xfrm>
            <a:off x="12325350" y="6657975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15" name="Text 13"/>
          <p:cNvSpPr/>
          <p:nvPr/>
        </p:nvSpPr>
        <p:spPr>
          <a:xfrm>
            <a:off x="12630150" y="6924675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23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Đừng</a:t>
            </a:r>
            <a:r>
              <a:rPr lang="en-US" sz="1950" dirty="0" spc="0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hiểu</a:t>
            </a:r>
            <a:r>
              <a:rPr lang="en-US" sz="1950" dirty="0" spc="-3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nhầm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2630150" y="7381875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không</a:t>
            </a:r>
            <a:r>
              <a:rPr lang="en-US" sz="240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chỉ</a:t>
            </a:r>
            <a:r>
              <a:rPr lang="en-US" sz="24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lo</a:t>
            </a:r>
            <a:r>
              <a:rPr lang="en-US" sz="2400" dirty="0" spc="-1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vận</a:t>
            </a:r>
            <a:r>
              <a:rPr lang="en-US" sz="240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động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[S13]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4932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15252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35572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55892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76212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96532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16852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37172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5749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27781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29813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1845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38772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59092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79412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997320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200520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403720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4606919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4810119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5013319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5216518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5419718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5622918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5809184" y="9552517"/>
            <a:ext cx="135467" cy="135467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43" name="Shape 41"/>
          <p:cNvSpPr/>
          <p:nvPr/>
        </p:nvSpPr>
        <p:spPr>
          <a:xfrm>
            <a:off x="6029317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6232517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64357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66389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8421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70453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724851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745171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765491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785811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806131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826451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846771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867091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887411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907731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928051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948371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968691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989011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3" name="Text 61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3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L07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25/45</a:t>
            </a:r>
            <a:endParaRPr lang="en-US" sz="1800" dirty="0"/>
          </a:p>
        </p:txBody>
      </p:sp>
      <p:sp>
        <p:nvSpPr>
          <p:cNvPr id="64" name="Shape 6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5" name="Moda image moda-export-watermark-018062fd-649e-4a9c-abea-b93d6d81e75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Hạch</a:t>
            </a:r>
            <a:r>
              <a:rPr lang="en-US" sz="57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nền:</a:t>
            </a: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thẻ</a:t>
            </a: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hồ</a:t>
            </a: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sơ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72415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E8E0CF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272415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93370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3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Ở</a:t>
            </a:r>
            <a:r>
              <a:rPr lang="en-US" sz="2100" dirty="0" spc="7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đâu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295400" y="344805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Nhóm</a:t>
            </a:r>
            <a:r>
              <a:rPr lang="en-US" sz="255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nhân</a:t>
            </a:r>
            <a:r>
              <a:rPr lang="en-US" sz="2550" dirty="0" spc="1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dưới</a:t>
            </a:r>
            <a:r>
              <a:rPr lang="en-US" sz="2550" dirty="0" spc="-1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vỏ,</a:t>
            </a:r>
            <a:r>
              <a:rPr lang="en-US" sz="2550" dirty="0" spc="-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quây</a:t>
            </a: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quanh</a:t>
            </a:r>
            <a:r>
              <a:rPr lang="en-US" sz="2550" dirty="0" spc="1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đồi</a:t>
            </a: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thị</a:t>
            </a:r>
            <a:r>
              <a:rPr lang="en-US" sz="255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4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[S1] [S18]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6486525" y="272415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E8E0CF"/>
          </a:solidFill>
          <a:ln/>
        </p:spPr>
      </p:sp>
      <p:sp>
        <p:nvSpPr>
          <p:cNvPr id="8" name="Shape 6"/>
          <p:cNvSpPr/>
          <p:nvPr/>
        </p:nvSpPr>
        <p:spPr>
          <a:xfrm>
            <a:off x="6486525" y="272415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9" name="Text 7"/>
          <p:cNvSpPr/>
          <p:nvPr/>
        </p:nvSpPr>
        <p:spPr>
          <a:xfrm>
            <a:off x="6867525" y="293370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6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Gồm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6867525" y="344805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Nhân</a:t>
            </a:r>
            <a:r>
              <a:rPr lang="en-US" sz="255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đuôi,</a:t>
            </a:r>
            <a:r>
              <a:rPr lang="en-US" sz="2550" dirty="0" spc="-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bèo</a:t>
            </a:r>
            <a:r>
              <a:rPr lang="en-US" sz="2550" dirty="0" spc="-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sẫm,</a:t>
            </a:r>
            <a:r>
              <a:rPr lang="en-US" sz="25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cầu</a:t>
            </a:r>
            <a:r>
              <a:rPr lang="en-US" sz="2550" dirty="0" spc="-1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nhạt;</a:t>
            </a:r>
            <a:r>
              <a:rPr lang="en-US" sz="2550" dirty="0" spc="-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nhân</a:t>
            </a: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accumbens</a:t>
            </a:r>
            <a:r>
              <a:rPr lang="en-US" sz="2550" dirty="0" spc="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ở</a:t>
            </a:r>
            <a:r>
              <a:rPr lang="en-US" sz="25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thể</a:t>
            </a:r>
            <a:r>
              <a:rPr lang="en-US" sz="2550" dirty="0" spc="-1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vân</a:t>
            </a:r>
            <a:r>
              <a:rPr lang="en-US" sz="25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bụng</a:t>
            </a:r>
            <a:r>
              <a:rPr lang="en-US" sz="25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4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[S1]</a:t>
            </a:r>
            <a:r>
              <a:rPr lang="en-US" sz="2550" dirty="0" spc="-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[S13] [S14]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12068175" y="272415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E8E0CF"/>
          </a:solidFill>
          <a:ln/>
        </p:spPr>
      </p:sp>
      <p:sp>
        <p:nvSpPr>
          <p:cNvPr id="12" name="Shape 10"/>
          <p:cNvSpPr/>
          <p:nvPr/>
        </p:nvSpPr>
        <p:spPr>
          <a:xfrm>
            <a:off x="12068175" y="272415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13" name="Text 11"/>
          <p:cNvSpPr/>
          <p:nvPr/>
        </p:nvSpPr>
        <p:spPr>
          <a:xfrm>
            <a:off x="12449175" y="293370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33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Kết</a:t>
            </a:r>
            <a:r>
              <a:rPr lang="en-US" sz="2100" dirty="0" spc="-5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nối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2449175" y="344805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3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Vòng</a:t>
            </a:r>
            <a:r>
              <a:rPr lang="en-US" sz="2550" dirty="0" spc="-1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vỏ</a:t>
            </a:r>
            <a:r>
              <a:rPr lang="en-US" sz="25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não</a:t>
            </a:r>
            <a:r>
              <a:rPr lang="en-US" sz="25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-</a:t>
            </a:r>
            <a:r>
              <a:rPr lang="en-US" sz="25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hạch</a:t>
            </a:r>
            <a:r>
              <a:rPr lang="en-US" sz="2550" dirty="0" spc="-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nền</a:t>
            </a:r>
            <a:r>
              <a:rPr lang="en-US" sz="25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-</a:t>
            </a:r>
            <a:r>
              <a:rPr lang="en-US" sz="2550" dirty="0" spc="1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đồi</a:t>
            </a:r>
            <a:r>
              <a:rPr lang="en-US" sz="25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thị -</a:t>
            </a:r>
            <a:r>
              <a:rPr lang="en-US" sz="2550" dirty="0" spc="-1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vỏ</a:t>
            </a:r>
            <a:r>
              <a:rPr lang="en-US" sz="25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não;</a:t>
            </a:r>
            <a:r>
              <a:rPr lang="en-US" sz="25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liềm</a:t>
            </a:r>
            <a:r>
              <a:rPr lang="en-US" sz="2550" dirty="0" spc="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đen,</a:t>
            </a:r>
            <a:r>
              <a:rPr lang="en-US" sz="2550" dirty="0" spc="-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nhân</a:t>
            </a:r>
            <a:r>
              <a:rPr lang="en-US" sz="2550" dirty="0" spc="1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dưới</a:t>
            </a:r>
            <a:r>
              <a:rPr lang="en-US" sz="2550" dirty="0" spc="1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đồi</a:t>
            </a:r>
            <a:r>
              <a:rPr lang="en-US" sz="25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thị</a:t>
            </a: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4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[S1]</a:t>
            </a:r>
            <a:endParaRPr lang="en-US" sz="2550" dirty="0"/>
          </a:p>
        </p:txBody>
      </p:sp>
      <p:sp>
        <p:nvSpPr>
          <p:cNvPr id="15" name="Shape 13"/>
          <p:cNvSpPr/>
          <p:nvPr/>
        </p:nvSpPr>
        <p:spPr>
          <a:xfrm>
            <a:off x="914400" y="582930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E8E0CF"/>
          </a:solidFill>
          <a:ln/>
        </p:spPr>
      </p:sp>
      <p:sp>
        <p:nvSpPr>
          <p:cNvPr id="16" name="Shape 14"/>
          <p:cNvSpPr/>
          <p:nvPr/>
        </p:nvSpPr>
        <p:spPr>
          <a:xfrm>
            <a:off x="914400" y="582930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17" name="Text 15"/>
          <p:cNvSpPr/>
          <p:nvPr/>
        </p:nvSpPr>
        <p:spPr>
          <a:xfrm>
            <a:off x="1295400" y="603885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6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Chất</a:t>
            </a:r>
            <a:r>
              <a:rPr lang="en-US" sz="2100" dirty="0" spc="-3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dẫn</a:t>
            </a:r>
            <a:r>
              <a:rPr lang="en-US" sz="2100" dirty="0" spc="-11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truyền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295400" y="655320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2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Nơron</a:t>
            </a:r>
            <a:r>
              <a:rPr lang="en-US" sz="255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thể</a:t>
            </a:r>
            <a:r>
              <a:rPr lang="en-US" sz="2550" dirty="0" spc="-1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vân</a:t>
            </a: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dùng</a:t>
            </a:r>
            <a:r>
              <a:rPr lang="en-US" sz="25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GABA;</a:t>
            </a: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dopamine</a:t>
            </a:r>
            <a:r>
              <a:rPr lang="en-US" sz="25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từ</a:t>
            </a:r>
            <a:r>
              <a:rPr lang="en-US" sz="25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liềm</a:t>
            </a:r>
            <a:r>
              <a:rPr lang="en-US" sz="2550" dirty="0" spc="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đen;</a:t>
            </a:r>
            <a:r>
              <a:rPr lang="en-US" sz="2550" dirty="0" spc="-1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xem</a:t>
            </a:r>
            <a:r>
              <a:rPr lang="en-US" sz="2550" dirty="0" spc="-3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L03,</a:t>
            </a:r>
            <a:r>
              <a:rPr lang="en-US" sz="2550" dirty="0" spc="-4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L00</a:t>
            </a:r>
            <a:r>
              <a:rPr lang="en-US" sz="25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[S13]</a:t>
            </a:r>
            <a:endParaRPr lang="en-US" sz="2550" dirty="0"/>
          </a:p>
        </p:txBody>
      </p:sp>
      <p:sp>
        <p:nvSpPr>
          <p:cNvPr id="19" name="Shape 17"/>
          <p:cNvSpPr/>
          <p:nvPr/>
        </p:nvSpPr>
        <p:spPr>
          <a:xfrm>
            <a:off x="6486525" y="582930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E8E0CF"/>
          </a:solidFill>
          <a:ln/>
        </p:spPr>
      </p:sp>
      <p:sp>
        <p:nvSpPr>
          <p:cNvPr id="20" name="Shape 18"/>
          <p:cNvSpPr/>
          <p:nvPr/>
        </p:nvSpPr>
        <p:spPr>
          <a:xfrm>
            <a:off x="6486525" y="582930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21" name="Text 19"/>
          <p:cNvSpPr/>
          <p:nvPr/>
        </p:nvSpPr>
        <p:spPr>
          <a:xfrm>
            <a:off x="6867525" y="603885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2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Khi</a:t>
            </a:r>
            <a:r>
              <a:rPr lang="en-US" sz="2100" dirty="0" spc="-8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tổn</a:t>
            </a:r>
            <a:r>
              <a:rPr lang="en-US" sz="2100" dirty="0" spc="4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thương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867525" y="655320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Thể</a:t>
            </a:r>
            <a:r>
              <a:rPr lang="en-US" sz="2550" dirty="0" spc="-1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vân</a:t>
            </a: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thiếu dopamine</a:t>
            </a:r>
            <a:r>
              <a:rPr lang="en-US" sz="2550" dirty="0" spc="-2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gây</a:t>
            </a:r>
            <a:r>
              <a:rPr lang="en-US" sz="2550" dirty="0" spc="1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đặc</a:t>
            </a:r>
            <a:r>
              <a:rPr lang="en-US" sz="2550" dirty="0" spc="19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điểm</a:t>
            </a: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chính</a:t>
            </a:r>
            <a:r>
              <a:rPr lang="en-US" sz="25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của</a:t>
            </a:r>
            <a:r>
              <a:rPr lang="en-US" sz="2550" dirty="0" spc="-9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Parkinson; Huntington</a:t>
            </a:r>
            <a:r>
              <a:rPr lang="en-US" sz="255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4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[S1]</a:t>
            </a:r>
            <a:r>
              <a:rPr lang="en-US" sz="2550" dirty="0" spc="-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[S13]</a:t>
            </a:r>
            <a:endParaRPr lang="en-US" sz="2550" dirty="0"/>
          </a:p>
        </p:txBody>
      </p:sp>
      <p:sp>
        <p:nvSpPr>
          <p:cNvPr id="23" name="Shape 21"/>
          <p:cNvSpPr/>
          <p:nvPr/>
        </p:nvSpPr>
        <p:spPr>
          <a:xfrm>
            <a:off x="12068175" y="582930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E8E0CF"/>
          </a:solidFill>
          <a:ln/>
        </p:spPr>
      </p:sp>
      <p:sp>
        <p:nvSpPr>
          <p:cNvPr id="24" name="Shape 22"/>
          <p:cNvSpPr/>
          <p:nvPr/>
        </p:nvSpPr>
        <p:spPr>
          <a:xfrm>
            <a:off x="12068175" y="582930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25" name="Text 23"/>
          <p:cNvSpPr/>
          <p:nvPr/>
        </p:nvSpPr>
        <p:spPr>
          <a:xfrm>
            <a:off x="12449175" y="603885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22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Đừng</a:t>
            </a:r>
            <a:r>
              <a:rPr lang="en-US" sz="2100" dirty="0" spc="0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hiểu</a:t>
            </a:r>
            <a:r>
              <a:rPr lang="en-US" sz="2100" dirty="0" spc="-4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nhầm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12449175" y="655320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Không</a:t>
            </a:r>
            <a:r>
              <a:rPr lang="en-US" sz="25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chỉ lo</a:t>
            </a:r>
            <a:r>
              <a:rPr lang="en-US" sz="2550" dirty="0" spc="-1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vận</a:t>
            </a:r>
            <a:r>
              <a:rPr lang="en-US" sz="2550" dirty="0" spc="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động:</a:t>
            </a:r>
            <a:r>
              <a:rPr lang="en-US" sz="25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còn</a:t>
            </a:r>
            <a:r>
              <a:rPr lang="en-US" sz="25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thói quen</a:t>
            </a:r>
            <a:r>
              <a:rPr lang="en-US" sz="2550" dirty="0" spc="-2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và</a:t>
            </a:r>
            <a:r>
              <a:rPr lang="en-US" sz="255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hành</a:t>
            </a:r>
            <a:r>
              <a:rPr lang="en-US" sz="25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vi</a:t>
            </a:r>
            <a:r>
              <a:rPr lang="en-US" sz="25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có</a:t>
            </a:r>
            <a:r>
              <a:rPr lang="en-US" sz="2550" dirty="0" spc="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động</a:t>
            </a:r>
            <a:r>
              <a:rPr lang="en-US" sz="2550" dirty="0" spc="1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lực</a:t>
            </a:r>
            <a:r>
              <a:rPr lang="en-US" sz="25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4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[S1] [S2]</a:t>
            </a:r>
            <a:endParaRPr lang="en-US" sz="2550" dirty="0"/>
          </a:p>
        </p:txBody>
      </p:sp>
      <p:sp>
        <p:nvSpPr>
          <p:cNvPr id="27" name="Text 2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[S13] [S14] [S18]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94932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15252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35572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55892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76212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196532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216852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237172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25749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27781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29813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31845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338772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359092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379412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3997320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4200520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4403720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4606919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4810119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5013319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5216518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5419718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5622918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5826117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6012384" y="9552517"/>
            <a:ext cx="135467" cy="135467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54" name="Shape 52"/>
          <p:cNvSpPr/>
          <p:nvPr/>
        </p:nvSpPr>
        <p:spPr>
          <a:xfrm>
            <a:off x="6232517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64357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66389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68421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70453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724851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745171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765491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785811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806131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826451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846771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867091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887411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907731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928051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948371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968691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2" name="Shape 70"/>
          <p:cNvSpPr/>
          <p:nvPr/>
        </p:nvSpPr>
        <p:spPr>
          <a:xfrm>
            <a:off x="989011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3" name="Text 71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3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L07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26/45</a:t>
            </a:r>
            <a:endParaRPr lang="en-US" sz="1800" dirty="0"/>
          </a:p>
        </p:txBody>
      </p:sp>
      <p:sp>
        <p:nvSpPr>
          <p:cNvPr id="74" name="Shape 7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75" name="Moda image moda-export-watermark-e449563c-2650-440c-a566-6e73ca738f6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8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Vòng</a:t>
            </a:r>
            <a:r>
              <a:rPr lang="en-US" sz="5700" dirty="0" spc="-6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vỏ</a:t>
            </a:r>
            <a:r>
              <a:rPr lang="en-US" sz="5700" dirty="0" spc="-2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não,</a:t>
            </a:r>
            <a:r>
              <a:rPr lang="en-US" sz="57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hạch</a:t>
            </a:r>
            <a:r>
              <a:rPr lang="en-US" sz="57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nền,</a:t>
            </a:r>
            <a:r>
              <a:rPr lang="en-US" sz="5700" dirty="0" spc="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đồi</a:t>
            </a: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thị</a:t>
            </a:r>
            <a:endParaRPr lang="en-US" sz="5700" dirty="0"/>
          </a:p>
        </p:txBody>
      </p:sp>
      <p:sp>
        <p:nvSpPr>
          <p:cNvPr id="3" name="Connector line-1792598580796-80157897"/>
          <p:cNvSpPr/>
          <p:nvPr/>
        </p:nvSpPr>
        <p:spPr>
          <a:xfrm flipH="1" flipV="1">
            <a:off x="3619500" y="3619500"/>
            <a:ext cx="5524500" cy="2000250"/>
          </a:xfrm>
          <a:prstGeom prst="line">
            <a:avLst/>
          </a:prstGeom>
          <a:noFill/>
          <a:ln w="57150">
            <a:solidFill>
              <a:srgbClr val="E8472B"/>
            </a:solidFill>
            <a:prstDash val="solid"/>
            <a:headEnd type="none"/>
            <a:tailEnd type="none"/>
          </a:ln>
        </p:spPr>
      </p:sp>
      <p:sp>
        <p:nvSpPr>
          <p:cNvPr id="4" name="Connector line-1792598580797-158266936"/>
          <p:cNvSpPr/>
          <p:nvPr/>
        </p:nvSpPr>
        <p:spPr>
          <a:xfrm flipV="1">
            <a:off x="9144000" y="3619500"/>
            <a:ext cx="5524500" cy="2000250"/>
          </a:xfrm>
          <a:prstGeom prst="line">
            <a:avLst/>
          </a:prstGeom>
          <a:noFill/>
          <a:ln w="57150">
            <a:solidFill>
              <a:srgbClr val="1F3FD1"/>
            </a:solidFill>
            <a:prstDash val="solid"/>
            <a:headEnd type="none"/>
            <a:tailEnd type="none"/>
          </a:ln>
        </p:spPr>
      </p:sp>
      <p:sp>
        <p:nvSpPr>
          <p:cNvPr id="5" name="Connector line-1792598580797-16432907"/>
          <p:cNvSpPr/>
          <p:nvPr/>
        </p:nvSpPr>
        <p:spPr>
          <a:xfrm flipH="1">
            <a:off x="3619500" y="5619750"/>
            <a:ext cx="5524500" cy="2000250"/>
          </a:xfrm>
          <a:prstGeom prst="line">
            <a:avLst/>
          </a:prstGeom>
          <a:noFill/>
          <a:ln w="57150">
            <a:solidFill>
              <a:srgbClr val="B45309"/>
            </a:solidFill>
            <a:prstDash val="solid"/>
            <a:headEnd type="none"/>
            <a:tailEnd type="none"/>
          </a:ln>
        </p:spPr>
      </p:sp>
      <p:sp>
        <p:nvSpPr>
          <p:cNvPr id="6" name="Connector line-1792598580797-887127376"/>
          <p:cNvSpPr/>
          <p:nvPr/>
        </p:nvSpPr>
        <p:spPr>
          <a:xfrm>
            <a:off x="9144000" y="5619750"/>
            <a:ext cx="5524500" cy="2000250"/>
          </a:xfrm>
          <a:prstGeom prst="line">
            <a:avLst/>
          </a:prstGeom>
          <a:noFill/>
          <a:ln w="57150">
            <a:solidFill>
              <a:srgbClr val="0F766E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6953250" y="4191000"/>
            <a:ext cx="4381500" cy="28575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8" name="Text 6"/>
          <p:cNvSpPr/>
          <p:nvPr/>
        </p:nvSpPr>
        <p:spPr>
          <a:xfrm>
            <a:off x="7239000" y="4476750"/>
            <a:ext cx="3810000" cy="2286000"/>
          </a:xfrm>
          <a:prstGeom prst="rect">
            <a:avLst/>
          </a:prstGeom>
          <a:noFill/>
          <a:ln/>
        </p:spPr>
        <p:txBody>
          <a:bodyPr wrap="square" lIns="0" tIns="20955" rIns="0" bIns="-20955" rtlCol="0" anchor="ctr"/>
          <a:lstStyle/>
          <a:p>
            <a:pPr algn="ctr" indent="0" marL="0">
              <a:lnSpc>
                <a:spcPts val="3630"/>
              </a:lnSpc>
              <a:buNone/>
            </a:pPr>
            <a:r>
              <a:rPr lang="en-US" sz="3300" dirty="0" spc="-5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Vòng</a:t>
            </a:r>
            <a:r>
              <a:rPr lang="en-US" sz="33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hạch</a:t>
            </a:r>
            <a:r>
              <a:rPr lang="en-US" sz="33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nền</a:t>
            </a:r>
            <a:endParaRPr lang="en-US" sz="3300" dirty="0"/>
          </a:p>
        </p:txBody>
      </p:sp>
      <p:sp>
        <p:nvSpPr>
          <p:cNvPr id="9" name="Shape 7"/>
          <p:cNvSpPr/>
          <p:nvPr/>
        </p:nvSpPr>
        <p:spPr>
          <a:xfrm>
            <a:off x="1047750" y="2857500"/>
            <a:ext cx="5143500" cy="1524000"/>
          </a:xfrm>
          <a:prstGeom prst="roundRect">
            <a:avLst>
              <a:gd name="adj" fmla="val 15000"/>
            </a:avLst>
          </a:prstGeom>
          <a:solidFill>
            <a:srgbClr val="FBF8F2"/>
          </a:solidFill>
          <a:ln w="47625">
            <a:solidFill>
              <a:srgbClr val="E847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33500" y="2857500"/>
            <a:ext cx="4572000" cy="152400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ctr" indent="0" marL="0">
              <a:lnSpc>
                <a:spcPts val="2933"/>
              </a:lnSpc>
              <a:buNone/>
            </a:pPr>
            <a:r>
              <a:rPr lang="en-US" sz="2550" b="1" dirty="0" spc="-7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Vỏ</a:t>
            </a:r>
            <a:r>
              <a:rPr lang="en-US" sz="25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não:</a:t>
            </a:r>
            <a:r>
              <a:rPr lang="en-US" sz="2550" b="1" dirty="0" spc="4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</a:t>
            </a:r>
            <a:r>
              <a:rPr lang="en-US" sz="25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hiệu</a:t>
            </a:r>
            <a:r>
              <a:rPr lang="en-US" sz="255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55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vân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12096750" y="2857500"/>
            <a:ext cx="5143500" cy="1524000"/>
          </a:xfrm>
          <a:prstGeom prst="roundRect">
            <a:avLst>
              <a:gd name="adj" fmla="val 15000"/>
            </a:avLst>
          </a:prstGeom>
          <a:solidFill>
            <a:srgbClr val="FBF8F2"/>
          </a:solidFill>
          <a:ln w="47625">
            <a:solidFill>
              <a:srgbClr val="1F3FD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382500" y="2857500"/>
            <a:ext cx="4572000" cy="152400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ctr" indent="0" marL="0">
              <a:lnSpc>
                <a:spcPts val="2933"/>
              </a:lnSpc>
              <a:buNone/>
            </a:pPr>
            <a:r>
              <a:rPr lang="en-US" sz="25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Thể</a:t>
            </a:r>
            <a:r>
              <a:rPr lang="en-US" sz="255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vân: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</a:t>
            </a:r>
            <a:r>
              <a:rPr lang="en-US" sz="2550" b="1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255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vào,</a:t>
            </a:r>
            <a:r>
              <a:rPr lang="en-US" sz="255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nơron</a:t>
            </a:r>
            <a:r>
              <a:rPr lang="en-US" sz="25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GABA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1047750" y="6858000"/>
            <a:ext cx="5143500" cy="1524000"/>
          </a:xfrm>
          <a:prstGeom prst="roundRect">
            <a:avLst>
              <a:gd name="adj" fmla="val 15000"/>
            </a:avLst>
          </a:prstGeom>
          <a:solidFill>
            <a:srgbClr val="FBF8F2"/>
          </a:solidFill>
          <a:ln w="47625">
            <a:solidFill>
              <a:srgbClr val="B4530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33500" y="6858000"/>
            <a:ext cx="4572000" cy="152400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ctr" indent="0" marL="0">
              <a:lnSpc>
                <a:spcPts val="2933"/>
              </a:lnSpc>
              <a:buNone/>
            </a:pPr>
            <a:r>
              <a:rPr lang="en-US" sz="255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Đầu</a:t>
            </a:r>
            <a:r>
              <a:rPr lang="en-US" sz="2550" b="1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5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(cầu</a:t>
            </a:r>
            <a:r>
              <a:rPr lang="en-US" sz="25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nhạt</a:t>
            </a:r>
            <a:r>
              <a:rPr lang="en-US" sz="255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trong,</a:t>
            </a:r>
            <a:r>
              <a:rPr lang="en-US" sz="25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liềm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đen</a:t>
            </a:r>
            <a:r>
              <a:rPr lang="en-US" sz="2550" b="1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lưới):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kìm</a:t>
            </a:r>
            <a:r>
              <a:rPr lang="en-US" sz="255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đồi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thị</a:t>
            </a:r>
            <a:endParaRPr lang="en-US" sz="2550" dirty="0"/>
          </a:p>
        </p:txBody>
      </p:sp>
      <p:sp>
        <p:nvSpPr>
          <p:cNvPr id="15" name="Shape 13"/>
          <p:cNvSpPr/>
          <p:nvPr/>
        </p:nvSpPr>
        <p:spPr>
          <a:xfrm>
            <a:off x="12096750" y="6858000"/>
            <a:ext cx="5143500" cy="1524000"/>
          </a:xfrm>
          <a:prstGeom prst="roundRect">
            <a:avLst>
              <a:gd name="adj" fmla="val 15000"/>
            </a:avLst>
          </a:prstGeom>
          <a:solidFill>
            <a:srgbClr val="FBF8F2"/>
          </a:solidFill>
          <a:ln w="47625">
            <a:solidFill>
              <a:srgbClr val="0F76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382500" y="6858000"/>
            <a:ext cx="4572000" cy="152400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ctr" indent="0" marL="0">
              <a:lnSpc>
                <a:spcPts val="2933"/>
              </a:lnSpc>
              <a:buNone/>
            </a:pPr>
            <a:r>
              <a:rPr lang="en-US" sz="25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Đồi</a:t>
            </a:r>
            <a:r>
              <a:rPr lang="en-US" sz="25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thị:</a:t>
            </a:r>
            <a:r>
              <a:rPr lang="en-US" sz="2550" b="1" dirty="0" spc="4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255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lên</a:t>
            </a:r>
            <a:r>
              <a:rPr lang="en-US" sz="2550" b="1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vỏ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não,</a:t>
            </a:r>
            <a:r>
              <a:rPr lang="en-US" sz="25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khép</a:t>
            </a:r>
            <a:r>
              <a:rPr lang="en-US" sz="2550" b="1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vòng</a:t>
            </a:r>
            <a:endParaRPr lang="en-US" sz="2550" dirty="0"/>
          </a:p>
        </p:txBody>
      </p:sp>
      <p:sp>
        <p:nvSpPr>
          <p:cNvPr id="17" name="Text 1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 [S13]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4932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15252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35572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55892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76212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96532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16852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37172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5749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27781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29813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1845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38772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59092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79412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997320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200520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403720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4606919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4810119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5013319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5216518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5419718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5622918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5826117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029317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6215583" y="9552517"/>
            <a:ext cx="135467" cy="135467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45" name="Shape 43"/>
          <p:cNvSpPr/>
          <p:nvPr/>
        </p:nvSpPr>
        <p:spPr>
          <a:xfrm>
            <a:off x="64357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66389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8421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70453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724851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745171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765491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785811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806131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826451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846771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867091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887411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907731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928051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948371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968691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989011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3" name="Text 61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3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L07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3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27/45</a:t>
            </a:r>
            <a:endParaRPr lang="en-US" sz="1800" dirty="0"/>
          </a:p>
        </p:txBody>
      </p:sp>
      <p:sp>
        <p:nvSpPr>
          <p:cNvPr id="64" name="Shape 6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5" name="Moda image moda-export-watermark-be759312-48be-49fb-847b-0d7b8b54b5e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Hạch</a:t>
            </a:r>
            <a:r>
              <a:rPr lang="en-US" sz="57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nền</a:t>
            </a:r>
            <a:r>
              <a:rPr lang="en-US" sz="5700" dirty="0" spc="-6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các cấu</a:t>
            </a:r>
            <a:r>
              <a:rPr lang="en-US" sz="57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trúc</a:t>
            </a:r>
            <a:r>
              <a:rPr lang="en-US" sz="57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liên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quan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247900"/>
            <a:ext cx="10096500" cy="609600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28575">
            <a:solidFill>
              <a:srgbClr val="2C3040"/>
            </a:solidFill>
            <a:prstDash val="solid"/>
          </a:ln>
        </p:spPr>
      </p:sp>
      <p:pic>
        <p:nvPicPr>
          <p:cNvPr id="4" name="Moda image rect-1792598582714-4218324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04900" y="2454306"/>
            <a:ext cx="9715500" cy="56831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8477250"/>
            <a:ext cx="16459200" cy="495300"/>
          </a:xfrm>
          <a:prstGeom prst="rect">
            <a:avLst/>
          </a:prstGeom>
          <a:noFill/>
          <a:ln/>
        </p:spPr>
        <p:txBody>
          <a:bodyPr wrap="square" lIns="0" tIns="14435" rIns="0" bIns="-14435" rtlCol="0" anchor="t"/>
          <a:lstStyle/>
          <a:p>
            <a:pPr algn="l" indent="0" marL="0">
              <a:lnSpc>
                <a:spcPts val="1815"/>
              </a:lnSpc>
              <a:buNone/>
            </a:pPr>
            <a:r>
              <a:rPr lang="en-US" sz="16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Hình: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Wikimedia,</a:t>
            </a:r>
            <a:r>
              <a:rPr lang="en-US" sz="16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giấy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16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</a:t>
            </a:r>
            <a:r>
              <a:rPr lang="en-US" sz="1650" dirty="0" spc="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CC</a:t>
            </a:r>
            <a:r>
              <a:rPr lang="en-US" sz="165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BY-NC-SA;</a:t>
            </a:r>
            <a:r>
              <a:rPr lang="en-US" sz="165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Hove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&amp;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Martinez,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21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(chương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2.6)</a:t>
            </a:r>
            <a:endParaRPr lang="en-US" sz="1650" dirty="0"/>
          </a:p>
        </p:txBody>
      </p:sp>
      <p:sp>
        <p:nvSpPr>
          <p:cNvPr id="6" name="Shape 3"/>
          <p:cNvSpPr/>
          <p:nvPr/>
        </p:nvSpPr>
        <p:spPr>
          <a:xfrm>
            <a:off x="11391900" y="2247900"/>
            <a:ext cx="5981700" cy="1352550"/>
          </a:xfrm>
          <a:prstGeom prst="roundRect">
            <a:avLst>
              <a:gd name="adj" fmla="val 14085"/>
            </a:avLst>
          </a:prstGeom>
          <a:solidFill>
            <a:srgbClr val="1E212B"/>
          </a:solidFill>
          <a:ln/>
        </p:spPr>
      </p:sp>
      <p:sp>
        <p:nvSpPr>
          <p:cNvPr id="7" name="Shape 4"/>
          <p:cNvSpPr/>
          <p:nvPr/>
        </p:nvSpPr>
        <p:spPr>
          <a:xfrm>
            <a:off x="11391900" y="2247900"/>
            <a:ext cx="114300" cy="13525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8" name="Text 5"/>
          <p:cNvSpPr/>
          <p:nvPr/>
        </p:nvSpPr>
        <p:spPr>
          <a:xfrm>
            <a:off x="11734800" y="2343150"/>
            <a:ext cx="5448300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0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Caudate</a:t>
            </a:r>
            <a:r>
              <a:rPr lang="en-US" sz="2250" dirty="0" spc="1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nucleus,</a:t>
            </a:r>
            <a:r>
              <a:rPr lang="en-US" sz="2250" dirty="0" spc="-1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putamen</a:t>
            </a:r>
            <a:endParaRPr lang="en-US" sz="2250" dirty="0"/>
          </a:p>
        </p:txBody>
      </p:sp>
      <p:sp>
        <p:nvSpPr>
          <p:cNvPr id="9" name="Text 6"/>
          <p:cNvSpPr/>
          <p:nvPr/>
        </p:nvSpPr>
        <p:spPr>
          <a:xfrm>
            <a:off x="11734800" y="2790825"/>
            <a:ext cx="5448300" cy="76200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nhân</a:t>
            </a:r>
            <a:r>
              <a:rPr lang="en-US" sz="25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đuôi,</a:t>
            </a:r>
            <a:r>
              <a:rPr lang="en-US" sz="255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bèo</a:t>
            </a:r>
            <a:r>
              <a:rPr lang="en-US" sz="255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sẫm</a:t>
            </a:r>
            <a:endParaRPr lang="en-US" sz="2550" dirty="0"/>
          </a:p>
        </p:txBody>
      </p:sp>
      <p:sp>
        <p:nvSpPr>
          <p:cNvPr id="10" name="Shape 7"/>
          <p:cNvSpPr/>
          <p:nvPr/>
        </p:nvSpPr>
        <p:spPr>
          <a:xfrm>
            <a:off x="11391900" y="3829050"/>
            <a:ext cx="5981700" cy="1352550"/>
          </a:xfrm>
          <a:prstGeom prst="roundRect">
            <a:avLst>
              <a:gd name="adj" fmla="val 14085"/>
            </a:avLst>
          </a:prstGeom>
          <a:solidFill>
            <a:srgbClr val="1E212B"/>
          </a:solidFill>
          <a:ln/>
        </p:spPr>
      </p:sp>
      <p:sp>
        <p:nvSpPr>
          <p:cNvPr id="11" name="Shape 8"/>
          <p:cNvSpPr/>
          <p:nvPr/>
        </p:nvSpPr>
        <p:spPr>
          <a:xfrm>
            <a:off x="11391900" y="3829050"/>
            <a:ext cx="114300" cy="135255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12" name="Text 9"/>
          <p:cNvSpPr/>
          <p:nvPr/>
        </p:nvSpPr>
        <p:spPr>
          <a:xfrm>
            <a:off x="11734800" y="3924300"/>
            <a:ext cx="5448300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5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Globus</a:t>
            </a:r>
            <a:r>
              <a:rPr lang="en-US" sz="2250" dirty="0" spc="2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pallidus</a:t>
            </a:r>
            <a:endParaRPr lang="en-US" sz="2250" dirty="0"/>
          </a:p>
        </p:txBody>
      </p:sp>
      <p:sp>
        <p:nvSpPr>
          <p:cNvPr id="13" name="Text 10"/>
          <p:cNvSpPr/>
          <p:nvPr/>
        </p:nvSpPr>
        <p:spPr>
          <a:xfrm>
            <a:off x="11734800" y="4371975"/>
            <a:ext cx="5448300" cy="76200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cầu</a:t>
            </a:r>
            <a:r>
              <a:rPr lang="en-US" sz="2550" dirty="0" spc="-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nhạt</a:t>
            </a:r>
            <a:endParaRPr lang="en-US" sz="2550" dirty="0"/>
          </a:p>
        </p:txBody>
      </p:sp>
      <p:sp>
        <p:nvSpPr>
          <p:cNvPr id="14" name="Shape 11"/>
          <p:cNvSpPr/>
          <p:nvPr/>
        </p:nvSpPr>
        <p:spPr>
          <a:xfrm>
            <a:off x="11391900" y="5410200"/>
            <a:ext cx="5981700" cy="1352550"/>
          </a:xfrm>
          <a:prstGeom prst="roundRect">
            <a:avLst>
              <a:gd name="adj" fmla="val 14085"/>
            </a:avLst>
          </a:prstGeom>
          <a:solidFill>
            <a:srgbClr val="1E212B"/>
          </a:solidFill>
          <a:ln/>
        </p:spPr>
      </p:sp>
      <p:sp>
        <p:nvSpPr>
          <p:cNvPr id="15" name="Shape 12"/>
          <p:cNvSpPr/>
          <p:nvPr/>
        </p:nvSpPr>
        <p:spPr>
          <a:xfrm>
            <a:off x="11391900" y="5410200"/>
            <a:ext cx="114300" cy="135255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16" name="Text 13"/>
          <p:cNvSpPr/>
          <p:nvPr/>
        </p:nvSpPr>
        <p:spPr>
          <a:xfrm>
            <a:off x="11734800" y="5505450"/>
            <a:ext cx="5448300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1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Nucleus</a:t>
            </a:r>
            <a:r>
              <a:rPr lang="en-US" sz="2250" dirty="0" spc="1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accumbens</a:t>
            </a:r>
            <a:endParaRPr lang="en-US" sz="2250" dirty="0"/>
          </a:p>
        </p:txBody>
      </p:sp>
      <p:sp>
        <p:nvSpPr>
          <p:cNvPr id="17" name="Text 14"/>
          <p:cNvSpPr/>
          <p:nvPr/>
        </p:nvSpPr>
        <p:spPr>
          <a:xfrm>
            <a:off x="11734800" y="5953125"/>
            <a:ext cx="5448300" cy="76200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nhân</a:t>
            </a:r>
            <a:r>
              <a:rPr lang="en-US" sz="255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accumbens</a:t>
            </a:r>
            <a:endParaRPr lang="en-US" sz="2550" dirty="0"/>
          </a:p>
        </p:txBody>
      </p:sp>
      <p:sp>
        <p:nvSpPr>
          <p:cNvPr id="18" name="Shape 15"/>
          <p:cNvSpPr/>
          <p:nvPr/>
        </p:nvSpPr>
        <p:spPr>
          <a:xfrm>
            <a:off x="11391900" y="6991350"/>
            <a:ext cx="5981700" cy="1352550"/>
          </a:xfrm>
          <a:prstGeom prst="roundRect">
            <a:avLst>
              <a:gd name="adj" fmla="val 14085"/>
            </a:avLst>
          </a:prstGeom>
          <a:solidFill>
            <a:srgbClr val="1E212B"/>
          </a:solidFill>
          <a:ln/>
        </p:spPr>
      </p:sp>
      <p:sp>
        <p:nvSpPr>
          <p:cNvPr id="19" name="Shape 16"/>
          <p:cNvSpPr/>
          <p:nvPr/>
        </p:nvSpPr>
        <p:spPr>
          <a:xfrm>
            <a:off x="11391900" y="6991350"/>
            <a:ext cx="114300" cy="13525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20" name="Text 17"/>
          <p:cNvSpPr/>
          <p:nvPr/>
        </p:nvSpPr>
        <p:spPr>
          <a:xfrm>
            <a:off x="11734800" y="7086600"/>
            <a:ext cx="5448300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0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Substantia</a:t>
            </a:r>
            <a:r>
              <a:rPr lang="en-US" sz="2250" dirty="0" spc="-4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nigra</a:t>
            </a:r>
            <a:endParaRPr lang="en-US" sz="2250" dirty="0"/>
          </a:p>
        </p:txBody>
      </p:sp>
      <p:sp>
        <p:nvSpPr>
          <p:cNvPr id="21" name="Text 18"/>
          <p:cNvSpPr/>
          <p:nvPr/>
        </p:nvSpPr>
        <p:spPr>
          <a:xfrm>
            <a:off x="11734800" y="7534275"/>
            <a:ext cx="5448300" cy="76200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liềm</a:t>
            </a:r>
            <a:r>
              <a:rPr lang="en-US" sz="2550" dirty="0" spc="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đen</a:t>
            </a:r>
            <a:endParaRPr lang="en-US" sz="2550" dirty="0"/>
          </a:p>
        </p:txBody>
      </p:sp>
      <p:sp>
        <p:nvSpPr>
          <p:cNvPr id="22" name="Text 19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94932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1"/>
          <p:cNvSpPr/>
          <p:nvPr/>
        </p:nvSpPr>
        <p:spPr>
          <a:xfrm>
            <a:off x="115252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2"/>
          <p:cNvSpPr/>
          <p:nvPr/>
        </p:nvSpPr>
        <p:spPr>
          <a:xfrm>
            <a:off x="135572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3"/>
          <p:cNvSpPr/>
          <p:nvPr/>
        </p:nvSpPr>
        <p:spPr>
          <a:xfrm>
            <a:off x="155892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4"/>
          <p:cNvSpPr/>
          <p:nvPr/>
        </p:nvSpPr>
        <p:spPr>
          <a:xfrm>
            <a:off x="176212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5"/>
          <p:cNvSpPr/>
          <p:nvPr/>
        </p:nvSpPr>
        <p:spPr>
          <a:xfrm>
            <a:off x="196532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6"/>
          <p:cNvSpPr/>
          <p:nvPr/>
        </p:nvSpPr>
        <p:spPr>
          <a:xfrm>
            <a:off x="216852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7"/>
          <p:cNvSpPr/>
          <p:nvPr/>
        </p:nvSpPr>
        <p:spPr>
          <a:xfrm>
            <a:off x="237172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8"/>
          <p:cNvSpPr/>
          <p:nvPr/>
        </p:nvSpPr>
        <p:spPr>
          <a:xfrm>
            <a:off x="25749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29"/>
          <p:cNvSpPr/>
          <p:nvPr/>
        </p:nvSpPr>
        <p:spPr>
          <a:xfrm>
            <a:off x="27781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0"/>
          <p:cNvSpPr/>
          <p:nvPr/>
        </p:nvSpPr>
        <p:spPr>
          <a:xfrm>
            <a:off x="29813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1"/>
          <p:cNvSpPr/>
          <p:nvPr/>
        </p:nvSpPr>
        <p:spPr>
          <a:xfrm>
            <a:off x="31845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2"/>
          <p:cNvSpPr/>
          <p:nvPr/>
        </p:nvSpPr>
        <p:spPr>
          <a:xfrm>
            <a:off x="338772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3"/>
          <p:cNvSpPr/>
          <p:nvPr/>
        </p:nvSpPr>
        <p:spPr>
          <a:xfrm>
            <a:off x="359092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4"/>
          <p:cNvSpPr/>
          <p:nvPr/>
        </p:nvSpPr>
        <p:spPr>
          <a:xfrm>
            <a:off x="379412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5"/>
          <p:cNvSpPr/>
          <p:nvPr/>
        </p:nvSpPr>
        <p:spPr>
          <a:xfrm>
            <a:off x="3997320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6"/>
          <p:cNvSpPr/>
          <p:nvPr/>
        </p:nvSpPr>
        <p:spPr>
          <a:xfrm>
            <a:off x="4200520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7"/>
          <p:cNvSpPr/>
          <p:nvPr/>
        </p:nvSpPr>
        <p:spPr>
          <a:xfrm>
            <a:off x="4403720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8"/>
          <p:cNvSpPr/>
          <p:nvPr/>
        </p:nvSpPr>
        <p:spPr>
          <a:xfrm>
            <a:off x="4606919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39"/>
          <p:cNvSpPr/>
          <p:nvPr/>
        </p:nvSpPr>
        <p:spPr>
          <a:xfrm>
            <a:off x="4810119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0"/>
          <p:cNvSpPr/>
          <p:nvPr/>
        </p:nvSpPr>
        <p:spPr>
          <a:xfrm>
            <a:off x="5013319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1"/>
          <p:cNvSpPr/>
          <p:nvPr/>
        </p:nvSpPr>
        <p:spPr>
          <a:xfrm>
            <a:off x="5216518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2"/>
          <p:cNvSpPr/>
          <p:nvPr/>
        </p:nvSpPr>
        <p:spPr>
          <a:xfrm>
            <a:off x="5419718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3"/>
          <p:cNvSpPr/>
          <p:nvPr/>
        </p:nvSpPr>
        <p:spPr>
          <a:xfrm>
            <a:off x="5622918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4"/>
          <p:cNvSpPr/>
          <p:nvPr/>
        </p:nvSpPr>
        <p:spPr>
          <a:xfrm>
            <a:off x="5826117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5"/>
          <p:cNvSpPr/>
          <p:nvPr/>
        </p:nvSpPr>
        <p:spPr>
          <a:xfrm>
            <a:off x="6029317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6"/>
          <p:cNvSpPr/>
          <p:nvPr/>
        </p:nvSpPr>
        <p:spPr>
          <a:xfrm>
            <a:off x="6232517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7"/>
          <p:cNvSpPr/>
          <p:nvPr/>
        </p:nvSpPr>
        <p:spPr>
          <a:xfrm>
            <a:off x="6418783" y="9552517"/>
            <a:ext cx="135467" cy="135467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51" name="Shape 48"/>
          <p:cNvSpPr/>
          <p:nvPr/>
        </p:nvSpPr>
        <p:spPr>
          <a:xfrm>
            <a:off x="66389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49"/>
          <p:cNvSpPr/>
          <p:nvPr/>
        </p:nvSpPr>
        <p:spPr>
          <a:xfrm>
            <a:off x="68421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0"/>
          <p:cNvSpPr/>
          <p:nvPr/>
        </p:nvSpPr>
        <p:spPr>
          <a:xfrm>
            <a:off x="70453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1"/>
          <p:cNvSpPr/>
          <p:nvPr/>
        </p:nvSpPr>
        <p:spPr>
          <a:xfrm>
            <a:off x="724851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Shape 52"/>
          <p:cNvSpPr/>
          <p:nvPr/>
        </p:nvSpPr>
        <p:spPr>
          <a:xfrm>
            <a:off x="745171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Shape 53"/>
          <p:cNvSpPr/>
          <p:nvPr/>
        </p:nvSpPr>
        <p:spPr>
          <a:xfrm>
            <a:off x="765491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7" name="Shape 54"/>
          <p:cNvSpPr/>
          <p:nvPr/>
        </p:nvSpPr>
        <p:spPr>
          <a:xfrm>
            <a:off x="785811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Shape 55"/>
          <p:cNvSpPr/>
          <p:nvPr/>
        </p:nvSpPr>
        <p:spPr>
          <a:xfrm>
            <a:off x="806131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9" name="Shape 56"/>
          <p:cNvSpPr/>
          <p:nvPr/>
        </p:nvSpPr>
        <p:spPr>
          <a:xfrm>
            <a:off x="826451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0" name="Shape 57"/>
          <p:cNvSpPr/>
          <p:nvPr/>
        </p:nvSpPr>
        <p:spPr>
          <a:xfrm>
            <a:off x="846771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1" name="Shape 58"/>
          <p:cNvSpPr/>
          <p:nvPr/>
        </p:nvSpPr>
        <p:spPr>
          <a:xfrm>
            <a:off x="867091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2" name="Shape 59"/>
          <p:cNvSpPr/>
          <p:nvPr/>
        </p:nvSpPr>
        <p:spPr>
          <a:xfrm>
            <a:off x="887411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3" name="Shape 60"/>
          <p:cNvSpPr/>
          <p:nvPr/>
        </p:nvSpPr>
        <p:spPr>
          <a:xfrm>
            <a:off x="907731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4" name="Shape 61"/>
          <p:cNvSpPr/>
          <p:nvPr/>
        </p:nvSpPr>
        <p:spPr>
          <a:xfrm>
            <a:off x="928051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5" name="Shape 62"/>
          <p:cNvSpPr/>
          <p:nvPr/>
        </p:nvSpPr>
        <p:spPr>
          <a:xfrm>
            <a:off x="948371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6" name="Shape 63"/>
          <p:cNvSpPr/>
          <p:nvPr/>
        </p:nvSpPr>
        <p:spPr>
          <a:xfrm>
            <a:off x="968691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7" name="Shape 64"/>
          <p:cNvSpPr/>
          <p:nvPr/>
        </p:nvSpPr>
        <p:spPr>
          <a:xfrm>
            <a:off x="989011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8" name="Text 65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3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L07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28/45</a:t>
            </a:r>
            <a:endParaRPr lang="en-US" sz="1800" dirty="0"/>
          </a:p>
        </p:txBody>
      </p:sp>
      <p:sp>
        <p:nvSpPr>
          <p:cNvPr id="69" name="Shape 6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70" name="Moda image moda-export-watermark-80cea830-7bce-4917-b59a-a61c1327b730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Nhân</a:t>
            </a:r>
            <a:r>
              <a:rPr lang="en-US" sz="57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accumbens: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thể</a:t>
            </a:r>
            <a:r>
              <a:rPr lang="en-US" sz="5700" dirty="0" spc="-4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vân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phía</a:t>
            </a:r>
            <a:r>
              <a:rPr lang="en-US" sz="5700" dirty="0" spc="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bụng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857500"/>
            <a:ext cx="8058150" cy="5334000"/>
          </a:xfrm>
          <a:prstGeom prst="roundRect">
            <a:avLst>
              <a:gd name="adj" fmla="val 5000"/>
            </a:avLst>
          </a:prstGeom>
          <a:solidFill>
            <a:srgbClr val="4A2A24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2857500"/>
            <a:ext cx="133350" cy="53340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3200400"/>
            <a:ext cx="71437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Vị trí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371600" y="4286250"/>
            <a:ext cx="7143750" cy="3143250"/>
          </a:xfrm>
          <a:prstGeom prst="rect">
            <a:avLst/>
          </a:prstGeom>
          <a:noFill/>
          <a:ln/>
        </p:spPr>
        <p:txBody>
          <a:bodyPr wrap="square" lIns="0" tIns="17002" rIns="0" bIns="-17002" rtlCol="0" anchor="t"/>
          <a:lstStyle/>
          <a:p>
            <a:pPr algn="l" indent="0" marL="0">
              <a:lnSpc>
                <a:spcPts val="4095"/>
              </a:lnSpc>
              <a:buNone/>
            </a:pPr>
            <a:r>
              <a:rPr lang="en-US" sz="31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phần nhỏ</a:t>
            </a:r>
            <a:r>
              <a:rPr lang="en-US" sz="31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phía</a:t>
            </a:r>
            <a:r>
              <a:rPr lang="en-US" sz="3150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trước,</a:t>
            </a:r>
            <a:r>
              <a:rPr lang="en-US" sz="31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bụng</a:t>
            </a:r>
            <a:r>
              <a:rPr lang="en-US" sz="31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-</a:t>
            </a:r>
            <a:r>
              <a:rPr lang="en-US" sz="3150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giữa</a:t>
            </a:r>
            <a:r>
              <a:rPr lang="en-US" sz="31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31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31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vân;</a:t>
            </a:r>
            <a:r>
              <a:rPr lang="en-US" sz="31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31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dày</a:t>
            </a:r>
            <a:r>
              <a:rPr lang="en-US" sz="3150" dirty="0" spc="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đặc</a:t>
            </a:r>
            <a:r>
              <a:rPr lang="en-US" sz="31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31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hạnh</a:t>
            </a:r>
            <a:r>
              <a:rPr lang="en-US" sz="31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nhân,</a:t>
            </a:r>
            <a:r>
              <a:rPr lang="en-US" sz="31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hải</a:t>
            </a:r>
            <a:r>
              <a:rPr lang="en-US" sz="31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endParaRPr lang="en-US" sz="3150" dirty="0"/>
          </a:p>
        </p:txBody>
      </p:sp>
      <p:sp>
        <p:nvSpPr>
          <p:cNvPr id="7" name="Shape 5"/>
          <p:cNvSpPr/>
          <p:nvPr/>
        </p:nvSpPr>
        <p:spPr>
          <a:xfrm>
            <a:off x="9315450" y="2857500"/>
            <a:ext cx="8058150" cy="5334000"/>
          </a:xfrm>
          <a:prstGeom prst="roundRect">
            <a:avLst>
              <a:gd name="adj" fmla="val 5000"/>
            </a:avLst>
          </a:prstGeom>
          <a:solidFill>
            <a:srgbClr val="262C4A"/>
          </a:solidFill>
          <a:ln/>
        </p:spPr>
      </p:sp>
      <p:sp>
        <p:nvSpPr>
          <p:cNvPr id="8" name="Shape 6"/>
          <p:cNvSpPr/>
          <p:nvPr/>
        </p:nvSpPr>
        <p:spPr>
          <a:xfrm>
            <a:off x="9315450" y="2857500"/>
            <a:ext cx="133350" cy="53340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9" name="Text 7"/>
          <p:cNvSpPr/>
          <p:nvPr/>
        </p:nvSpPr>
        <p:spPr>
          <a:xfrm>
            <a:off x="9772650" y="3200400"/>
            <a:ext cx="71437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2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Ảnh</a:t>
            </a:r>
            <a:r>
              <a:rPr lang="en-US" sz="4200" dirty="0" spc="0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chụp não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9772650" y="4286250"/>
            <a:ext cx="7143750" cy="3143250"/>
          </a:xfrm>
          <a:prstGeom prst="rect">
            <a:avLst/>
          </a:prstGeom>
          <a:noFill/>
          <a:ln/>
        </p:spPr>
        <p:txBody>
          <a:bodyPr wrap="square" lIns="0" tIns="17002" rIns="0" bIns="-17002" rtlCol="0" anchor="t"/>
          <a:lstStyle/>
          <a:p>
            <a:pPr algn="l" indent="0" marL="0">
              <a:lnSpc>
                <a:spcPts val="4095"/>
              </a:lnSpc>
              <a:buNone/>
            </a:pPr>
            <a:r>
              <a:rPr lang="en-US" sz="3150" dirty="0" spc="-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hoạt</a:t>
            </a:r>
            <a:r>
              <a:rPr lang="en-US" sz="3150" dirty="0" spc="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31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31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chờ</a:t>
            </a:r>
            <a:r>
              <a:rPr lang="en-US" sz="31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tiền</a:t>
            </a:r>
            <a:r>
              <a:rPr lang="en-US" sz="315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thưởng,</a:t>
            </a:r>
            <a:r>
              <a:rPr lang="en-US" sz="31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31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31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chờ</a:t>
            </a:r>
            <a:r>
              <a:rPr lang="en-US" sz="31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khoản</a:t>
            </a:r>
            <a:r>
              <a:rPr lang="en-US" sz="31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lỗ;</a:t>
            </a:r>
            <a:r>
              <a:rPr lang="en-US" sz="31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mạch</a:t>
            </a:r>
            <a:r>
              <a:rPr lang="en-US" sz="3150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thưởng</a:t>
            </a:r>
            <a:r>
              <a:rPr lang="en-US" sz="3150" dirty="0" spc="-2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xem</a:t>
            </a:r>
            <a:r>
              <a:rPr lang="en-US" sz="3150" dirty="0" spc="-5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L05</a:t>
            </a:r>
            <a:endParaRPr lang="en-US" sz="3150" dirty="0"/>
          </a:p>
        </p:txBody>
      </p:sp>
      <p:sp>
        <p:nvSpPr>
          <p:cNvPr id="11" name="Text 9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[S14]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4932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15252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35572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55892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76212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96532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216852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237172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25749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7781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29813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31845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338772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359092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379412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3997320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4200520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4403720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4606919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4810119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5013319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5216518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5419718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5622918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5826117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6029317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6232517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64357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6621983" y="9552517"/>
            <a:ext cx="135467" cy="135467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41" name="Shape 39"/>
          <p:cNvSpPr/>
          <p:nvPr/>
        </p:nvSpPr>
        <p:spPr>
          <a:xfrm>
            <a:off x="68421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70453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724851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745171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765491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785811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806131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826451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846771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867091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887411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907731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928051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948371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968691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989011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7" name="Text 55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3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L07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29/45</a:t>
            </a:r>
            <a:endParaRPr lang="en-US" sz="1800" dirty="0"/>
          </a:p>
        </p:txBody>
      </p:sp>
      <p:sp>
        <p:nvSpPr>
          <p:cNvPr id="58" name="Shape 5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9" name="Moda image moda-export-watermark-e3fc3064-22c1-4b84-b3f5-905fb2b6b17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Thùy đảo:</a:t>
            </a: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cảm</a:t>
            </a:r>
            <a:r>
              <a:rPr lang="en-US" sz="57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nhận</a:t>
            </a:r>
            <a:r>
              <a:rPr lang="en-US" sz="5700" dirty="0" spc="-1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trạng</a:t>
            </a: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thái</a:t>
            </a:r>
            <a:r>
              <a:rPr lang="en-US" sz="57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cơ</a:t>
            </a: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thể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819400"/>
            <a:ext cx="95250" cy="550545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4" name="Text 2"/>
          <p:cNvSpPr/>
          <p:nvPr/>
        </p:nvSpPr>
        <p:spPr>
          <a:xfrm>
            <a:off x="1295400" y="2762250"/>
            <a:ext cx="10572750" cy="5619750"/>
          </a:xfrm>
          <a:prstGeom prst="rect">
            <a:avLst/>
          </a:prstGeom>
          <a:noFill/>
          <a:ln/>
        </p:spPr>
        <p:txBody>
          <a:bodyPr wrap="square" lIns="0" tIns="10843" rIns="0" bIns="-10843" rtlCol="0" anchor="t"/>
          <a:lstStyle/>
          <a:p>
            <a:pPr algn="l" indent="0" marL="0">
              <a:lnSpc>
                <a:spcPts val="3848"/>
              </a:lnSpc>
              <a:buNone/>
            </a:pPr>
            <a:r>
              <a:rPr lang="en-US" sz="2850" b="1" dirty="0" spc="1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Thùy</a:t>
            </a:r>
            <a:r>
              <a:rPr lang="en-US" sz="2850" b="1" dirty="0" spc="11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đảo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(insula)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8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vỏ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não</a:t>
            </a:r>
            <a:r>
              <a:rPr lang="en-US" sz="28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gấp</a:t>
            </a:r>
            <a:r>
              <a:rPr lang="en-US" sz="28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r>
              <a:rPr lang="en-US" sz="28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850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rãnh</a:t>
            </a:r>
            <a:r>
              <a:rPr lang="en-US" sz="28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bên,</a:t>
            </a:r>
            <a:r>
              <a:rPr lang="en-US" sz="285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dưới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thùy</a:t>
            </a:r>
            <a:r>
              <a:rPr lang="en-US" sz="28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trán,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thái</a:t>
            </a:r>
            <a:r>
              <a:rPr lang="en-US" sz="28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dương</a:t>
            </a:r>
            <a:r>
              <a:rPr lang="en-US" sz="28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đỉnh</a:t>
            </a:r>
            <a:r>
              <a:rPr lang="en-US" sz="28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[S1]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Giáo</a:t>
            </a:r>
            <a:r>
              <a:rPr lang="en-US" sz="28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8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liệt</a:t>
            </a:r>
            <a:r>
              <a:rPr lang="en-US" sz="2850" dirty="0" spc="-4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kê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85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chức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năng: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vị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giác,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cảm nhận</a:t>
            </a:r>
            <a:r>
              <a:rPr lang="en-US" sz="2850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đói,</a:t>
            </a:r>
            <a:r>
              <a:rPr lang="en-US" sz="2850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đau,</a:t>
            </a:r>
            <a:r>
              <a:rPr lang="en-US" sz="2850" dirty="0" spc="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hưng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phấn,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biểu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diễn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cảm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xúc,</a:t>
            </a:r>
            <a:r>
              <a:rPr lang="en-US" sz="285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cảm, dự</a:t>
            </a:r>
            <a:r>
              <a:rPr lang="en-US" sz="28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đoán</a:t>
            </a: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rủi</a:t>
            </a:r>
            <a:r>
              <a:rPr lang="en-US" sz="2850" dirty="0" spc="-3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ro</a:t>
            </a:r>
            <a:r>
              <a:rPr lang="en-US" sz="28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[S1]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85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Craig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8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</a:t>
            </a:r>
            <a:r>
              <a:rPr lang="en-US" sz="28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thần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kinh biểu diễn</a:t>
            </a:r>
            <a:r>
              <a:rPr lang="en-US" sz="285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trạng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thái sinh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thể,</a:t>
            </a:r>
            <a:r>
              <a:rPr lang="en-US" sz="28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8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b="1" dirty="0" spc="1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cảm</a:t>
            </a:r>
            <a:r>
              <a:rPr lang="en-US" sz="2850" b="1" dirty="0" spc="0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 nội</a:t>
            </a:r>
            <a:r>
              <a:rPr lang="en-US" sz="2850" b="1" dirty="0" spc="-3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tạng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(interoception),</a:t>
            </a:r>
            <a:r>
              <a:rPr lang="en-US" sz="28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</a:t>
            </a:r>
            <a:r>
              <a:rPr lang="en-US" sz="28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xuất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nền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cảm nhận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 quan</a:t>
            </a:r>
            <a:r>
              <a:rPr lang="en-US" sz="28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 nhận</a:t>
            </a:r>
            <a:r>
              <a:rPr lang="en-US" sz="28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28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[S15]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endParaRPr lang="en-US" sz="2850" dirty="0"/>
          </a:p>
        </p:txBody>
      </p:sp>
      <p:sp>
        <p:nvSpPr>
          <p:cNvPr id="5" name="Shape 3"/>
          <p:cNvSpPr/>
          <p:nvPr/>
        </p:nvSpPr>
        <p:spPr>
          <a:xfrm>
            <a:off x="12325350" y="2762250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E8E0CF"/>
          </a:solidFill>
          <a:ln/>
        </p:spPr>
      </p:sp>
      <p:sp>
        <p:nvSpPr>
          <p:cNvPr id="6" name="Shape 4"/>
          <p:cNvSpPr/>
          <p:nvPr/>
        </p:nvSpPr>
        <p:spPr>
          <a:xfrm>
            <a:off x="12325350" y="2762250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7" name="Text 5"/>
          <p:cNvSpPr/>
          <p:nvPr/>
        </p:nvSpPr>
        <p:spPr>
          <a:xfrm>
            <a:off x="12630150" y="3028950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4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Ở</a:t>
            </a:r>
            <a:r>
              <a:rPr lang="en-US" sz="1950" dirty="0" spc="5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đâu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2630150" y="3486150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-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gấp</a:t>
            </a:r>
            <a:r>
              <a:rPr lang="en-US" sz="24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sâu</a:t>
            </a:r>
            <a:r>
              <a:rPr lang="en-US" sz="2400" dirty="0" spc="-1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trong</a:t>
            </a:r>
            <a:r>
              <a:rPr lang="en-US" sz="2400" dirty="0" spc="-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rãnh</a:t>
            </a:r>
            <a:r>
              <a:rPr lang="en-US" sz="24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bên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2325350" y="4714875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E8E0CF"/>
          </a:solidFill>
          <a:ln/>
        </p:spPr>
      </p:sp>
      <p:sp>
        <p:nvSpPr>
          <p:cNvPr id="10" name="Shape 8"/>
          <p:cNvSpPr/>
          <p:nvPr/>
        </p:nvSpPr>
        <p:spPr>
          <a:xfrm>
            <a:off x="12325350" y="4714875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11" name="Text 9"/>
          <p:cNvSpPr/>
          <p:nvPr/>
        </p:nvSpPr>
        <p:spPr>
          <a:xfrm>
            <a:off x="12630150" y="4981575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11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Làm</a:t>
            </a:r>
            <a:r>
              <a:rPr lang="en-US" sz="1950" dirty="0" spc="-4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gì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2630150" y="5438775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cảm</a:t>
            </a:r>
            <a:r>
              <a:rPr lang="en-US" sz="24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nhận</a:t>
            </a:r>
            <a:r>
              <a:rPr lang="en-US" sz="24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cơ</a:t>
            </a:r>
            <a:r>
              <a:rPr lang="en-US" sz="24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thể,</a:t>
            </a:r>
            <a:r>
              <a:rPr lang="en-US" sz="24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nối</a:t>
            </a:r>
            <a:r>
              <a:rPr lang="en-US" sz="24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các</a:t>
            </a:r>
            <a:r>
              <a:rPr lang="en-US" sz="24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hệ</a:t>
            </a:r>
            <a:r>
              <a:rPr lang="en-US" sz="24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thống</a:t>
            </a:r>
            <a:r>
              <a:rPr lang="en-US" sz="24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lớn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12325350" y="6657975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E8E0CF"/>
          </a:solidFill>
          <a:ln/>
        </p:spPr>
      </p:sp>
      <p:sp>
        <p:nvSpPr>
          <p:cNvPr id="14" name="Shape 12"/>
          <p:cNvSpPr/>
          <p:nvPr/>
        </p:nvSpPr>
        <p:spPr>
          <a:xfrm>
            <a:off x="12325350" y="6657975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15" name="Text 13"/>
          <p:cNvSpPr/>
          <p:nvPr/>
        </p:nvSpPr>
        <p:spPr>
          <a:xfrm>
            <a:off x="12630150" y="6924675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23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Đừng</a:t>
            </a:r>
            <a:r>
              <a:rPr lang="en-US" sz="1950" dirty="0" spc="0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hiểu</a:t>
            </a:r>
            <a:r>
              <a:rPr lang="en-US" sz="1950" dirty="0" spc="-3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nhầm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2630150" y="7381875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không</a:t>
            </a:r>
            <a:r>
              <a:rPr lang="en-US" sz="24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phải</a:t>
            </a:r>
            <a:r>
              <a:rPr lang="en-US" sz="24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"vùng</a:t>
            </a:r>
            <a:r>
              <a:rPr lang="en-US" sz="24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ghê</a:t>
            </a:r>
            <a:r>
              <a:rPr lang="en-US" sz="24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tởm"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 [S15]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4932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15252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35572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55892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76212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96532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16852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37172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5749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27781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29813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1845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38772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59092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79412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997320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200520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403720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4606919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4810119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5013319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5216518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5419718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5622918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5826117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029317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6232517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64357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66389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825182" y="9552517"/>
            <a:ext cx="135467" cy="135467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48" name="Shape 46"/>
          <p:cNvSpPr/>
          <p:nvPr/>
        </p:nvSpPr>
        <p:spPr>
          <a:xfrm>
            <a:off x="70453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724851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745171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765491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785811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806131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826451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846771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867091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887411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907731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928051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948371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968691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989011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3" name="Text 61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3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L07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30/45</a:t>
            </a:r>
            <a:endParaRPr lang="en-US" sz="1800" dirty="0"/>
          </a:p>
        </p:txBody>
      </p:sp>
      <p:sp>
        <p:nvSpPr>
          <p:cNvPr id="64" name="Shape 6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5" name="Moda image moda-export-watermark-ffee50bf-9bd7-4224-9ff3-32e297fabcb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Thùy đảo:</a:t>
            </a: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thẻ</a:t>
            </a: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hồ</a:t>
            </a: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sơ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72415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E8E0CF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272415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93370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3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Ở</a:t>
            </a:r>
            <a:r>
              <a:rPr lang="en-US" sz="2100" dirty="0" spc="7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đâu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295400" y="344805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6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Vỏ</a:t>
            </a: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não</a:t>
            </a:r>
            <a:r>
              <a:rPr lang="en-US" sz="2550" dirty="0" spc="-1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gấp</a:t>
            </a:r>
            <a:r>
              <a:rPr lang="en-US" sz="2550" dirty="0" spc="-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sâu</a:t>
            </a:r>
            <a:r>
              <a:rPr lang="en-US" sz="2550" dirty="0" spc="-1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trong</a:t>
            </a:r>
            <a:r>
              <a:rPr lang="en-US" sz="2550" dirty="0" spc="-19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rãnh</a:t>
            </a:r>
            <a:r>
              <a:rPr lang="en-US" sz="2550" dirty="0" spc="-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bên,</a:t>
            </a:r>
            <a:r>
              <a:rPr lang="en-US" sz="2550" dirty="0" spc="1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dưới</a:t>
            </a: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vùng</a:t>
            </a:r>
            <a:r>
              <a:rPr lang="en-US" sz="25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nắp</a:t>
            </a:r>
            <a:r>
              <a:rPr lang="en-US" sz="2550" dirty="0" spc="-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(operculum)</a:t>
            </a:r>
            <a:r>
              <a:rPr lang="en-US" sz="255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4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[S1]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6486525" y="272415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E8E0CF"/>
          </a:solidFill>
          <a:ln/>
        </p:spPr>
      </p:sp>
      <p:sp>
        <p:nvSpPr>
          <p:cNvPr id="8" name="Shape 6"/>
          <p:cNvSpPr/>
          <p:nvPr/>
        </p:nvSpPr>
        <p:spPr>
          <a:xfrm>
            <a:off x="6486525" y="272415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9" name="Text 7"/>
          <p:cNvSpPr/>
          <p:nvPr/>
        </p:nvSpPr>
        <p:spPr>
          <a:xfrm>
            <a:off x="6867525" y="293370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6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Gồm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6867525" y="344805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Chưa</a:t>
            </a:r>
            <a:r>
              <a:rPr lang="en-US" sz="2550" dirty="0" spc="-2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rõ</a:t>
            </a:r>
            <a:r>
              <a:rPr lang="en-US" sz="2550" dirty="0" spc="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ở</a:t>
            </a:r>
            <a:r>
              <a:rPr lang="en-US" sz="2550" dirty="0" spc="1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mức</a:t>
            </a:r>
            <a:r>
              <a:rPr lang="en-US" sz="25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tiểu</a:t>
            </a:r>
            <a:r>
              <a:rPr lang="en-US" sz="25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vùng;</a:t>
            </a:r>
            <a:r>
              <a:rPr lang="en-US" sz="2550" dirty="0" spc="-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Lindquist phân</a:t>
            </a:r>
            <a:r>
              <a:rPr lang="en-US" sz="25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tích</a:t>
            </a:r>
            <a:r>
              <a:rPr lang="en-US" sz="2550" dirty="0" spc="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riêng</a:t>
            </a:r>
            <a:r>
              <a:rPr lang="en-US" sz="255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phần</a:t>
            </a:r>
            <a:r>
              <a:rPr lang="en-US" sz="2550" dirty="0" spc="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trước</a:t>
            </a: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[S17]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12068175" y="272415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E8E0CF"/>
          </a:solidFill>
          <a:ln/>
        </p:spPr>
      </p:sp>
      <p:sp>
        <p:nvSpPr>
          <p:cNvPr id="12" name="Shape 10"/>
          <p:cNvSpPr/>
          <p:nvPr/>
        </p:nvSpPr>
        <p:spPr>
          <a:xfrm>
            <a:off x="12068175" y="272415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13" name="Text 11"/>
          <p:cNvSpPr/>
          <p:nvPr/>
        </p:nvSpPr>
        <p:spPr>
          <a:xfrm>
            <a:off x="12449175" y="293370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33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Kết</a:t>
            </a:r>
            <a:r>
              <a:rPr lang="en-US" sz="2100" dirty="0" spc="-5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nối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2449175" y="344805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5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Kết</a:t>
            </a: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nối</a:t>
            </a:r>
            <a:r>
              <a:rPr lang="en-US" sz="2550" dirty="0" spc="-1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rộng,</a:t>
            </a:r>
            <a:r>
              <a:rPr lang="en-US" sz="255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như</a:t>
            </a:r>
            <a:r>
              <a:rPr lang="en-US" sz="2550" dirty="0" spc="-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một</a:t>
            </a:r>
            <a:r>
              <a:rPr lang="en-US" sz="2550" dirty="0" spc="-1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trạm</a:t>
            </a: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trung</a:t>
            </a:r>
            <a:r>
              <a:rPr lang="en-US" sz="2550" dirty="0" spc="-1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chuyển</a:t>
            </a:r>
            <a:r>
              <a:rPr lang="en-US" sz="2550" dirty="0" spc="1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giữa</a:t>
            </a:r>
            <a:r>
              <a:rPr lang="en-US" sz="25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các</a:t>
            </a:r>
            <a:r>
              <a:rPr lang="en-US" sz="255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hệ thống</a:t>
            </a:r>
            <a:r>
              <a:rPr lang="en-US" sz="25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lớn</a:t>
            </a: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4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[S1]</a:t>
            </a:r>
            <a:endParaRPr lang="en-US" sz="2550" dirty="0"/>
          </a:p>
        </p:txBody>
      </p:sp>
      <p:sp>
        <p:nvSpPr>
          <p:cNvPr id="15" name="Shape 13"/>
          <p:cNvSpPr/>
          <p:nvPr/>
        </p:nvSpPr>
        <p:spPr>
          <a:xfrm>
            <a:off x="914400" y="582930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E8E0CF"/>
          </a:solidFill>
          <a:ln/>
        </p:spPr>
      </p:sp>
      <p:sp>
        <p:nvSpPr>
          <p:cNvPr id="16" name="Shape 14"/>
          <p:cNvSpPr/>
          <p:nvPr/>
        </p:nvSpPr>
        <p:spPr>
          <a:xfrm>
            <a:off x="914400" y="582930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17" name="Text 15"/>
          <p:cNvSpPr/>
          <p:nvPr/>
        </p:nvSpPr>
        <p:spPr>
          <a:xfrm>
            <a:off x="1295400" y="603885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6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Chất</a:t>
            </a:r>
            <a:r>
              <a:rPr lang="en-US" sz="2100" dirty="0" spc="-3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dẫn</a:t>
            </a:r>
            <a:r>
              <a:rPr lang="en-US" sz="2100" dirty="0" spc="-11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truyền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295400" y="655320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Nguồn</a:t>
            </a:r>
            <a:r>
              <a:rPr lang="en-US" sz="2550" dirty="0" spc="1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đã</a:t>
            </a:r>
            <a:r>
              <a:rPr lang="en-US" sz="2550" dirty="0" spc="1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đọc</a:t>
            </a:r>
            <a:r>
              <a:rPr lang="en-US" sz="25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không nêu</a:t>
            </a:r>
            <a:r>
              <a:rPr lang="en-US" sz="2550" dirty="0" spc="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riêng;</a:t>
            </a:r>
            <a:r>
              <a:rPr lang="en-US" sz="2550" dirty="0" spc="-1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xem</a:t>
            </a:r>
            <a:r>
              <a:rPr lang="en-US" sz="2550" dirty="0" spc="-4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L03</a:t>
            </a:r>
            <a:endParaRPr lang="en-US" sz="2550" dirty="0"/>
          </a:p>
        </p:txBody>
      </p:sp>
      <p:sp>
        <p:nvSpPr>
          <p:cNvPr id="19" name="Shape 17"/>
          <p:cNvSpPr/>
          <p:nvPr/>
        </p:nvSpPr>
        <p:spPr>
          <a:xfrm>
            <a:off x="6486525" y="582930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E8E0CF"/>
          </a:solidFill>
          <a:ln/>
        </p:spPr>
      </p:sp>
      <p:sp>
        <p:nvSpPr>
          <p:cNvPr id="20" name="Shape 18"/>
          <p:cNvSpPr/>
          <p:nvPr/>
        </p:nvSpPr>
        <p:spPr>
          <a:xfrm>
            <a:off x="6486525" y="582930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21" name="Text 19"/>
          <p:cNvSpPr/>
          <p:nvPr/>
        </p:nvSpPr>
        <p:spPr>
          <a:xfrm>
            <a:off x="6867525" y="603885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2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Khi</a:t>
            </a:r>
            <a:r>
              <a:rPr lang="en-US" sz="2100" dirty="0" spc="-8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tổn</a:t>
            </a:r>
            <a:r>
              <a:rPr lang="en-US" sz="2100" dirty="0" spc="4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thương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867525" y="655320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9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Được</a:t>
            </a: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cho là liên</a:t>
            </a:r>
            <a:r>
              <a:rPr lang="en-US" sz="25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quan lo âu,</a:t>
            </a:r>
            <a:r>
              <a:rPr lang="en-US" sz="2550" dirty="0" spc="-1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trầm</a:t>
            </a:r>
            <a:r>
              <a:rPr lang="en-US" sz="25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cảm,</a:t>
            </a:r>
            <a:r>
              <a:rPr lang="en-US" sz="25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tự</a:t>
            </a:r>
            <a:r>
              <a:rPr lang="en-US" sz="25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kỷ,</a:t>
            </a:r>
            <a:r>
              <a:rPr lang="en-US" sz="255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nghiện</a:t>
            </a:r>
            <a:r>
              <a:rPr lang="en-US" sz="25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4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[S1]</a:t>
            </a:r>
            <a:endParaRPr lang="en-US" sz="2550" dirty="0"/>
          </a:p>
        </p:txBody>
      </p:sp>
      <p:sp>
        <p:nvSpPr>
          <p:cNvPr id="23" name="Shape 21"/>
          <p:cNvSpPr/>
          <p:nvPr/>
        </p:nvSpPr>
        <p:spPr>
          <a:xfrm>
            <a:off x="12068175" y="582930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E8E0CF"/>
          </a:solidFill>
          <a:ln/>
        </p:spPr>
      </p:sp>
      <p:sp>
        <p:nvSpPr>
          <p:cNvPr id="24" name="Shape 22"/>
          <p:cNvSpPr/>
          <p:nvPr/>
        </p:nvSpPr>
        <p:spPr>
          <a:xfrm>
            <a:off x="12068175" y="582930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25" name="Text 23"/>
          <p:cNvSpPr/>
          <p:nvPr/>
        </p:nvSpPr>
        <p:spPr>
          <a:xfrm>
            <a:off x="12449175" y="603885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22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Đừng</a:t>
            </a:r>
            <a:r>
              <a:rPr lang="en-US" sz="2100" dirty="0" spc="0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hiểu</a:t>
            </a:r>
            <a:r>
              <a:rPr lang="en-US" sz="2100" dirty="0" spc="-4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nhầm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12449175" y="655320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1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Hoạt</a:t>
            </a:r>
            <a:r>
              <a:rPr lang="en-US" sz="2550" dirty="0" spc="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động</a:t>
            </a:r>
            <a:r>
              <a:rPr lang="en-US" sz="25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không</a:t>
            </a:r>
            <a:r>
              <a:rPr lang="en-US" sz="2550" dirty="0" spc="1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đặc</a:t>
            </a:r>
            <a:r>
              <a:rPr lang="en-US" sz="25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hiệu</a:t>
            </a:r>
            <a:r>
              <a:rPr lang="en-US" sz="25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cho ghê</a:t>
            </a:r>
            <a:r>
              <a:rPr lang="en-US" sz="2550" dirty="0" spc="-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tởm;</a:t>
            </a:r>
            <a:r>
              <a:rPr lang="en-US" sz="2550" dirty="0" spc="3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đi</a:t>
            </a:r>
            <a:r>
              <a:rPr lang="en-US" sz="2550" dirty="0" spc="-2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kèm</a:t>
            </a:r>
            <a:r>
              <a:rPr lang="en-US" sz="25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cảm</a:t>
            </a:r>
            <a:r>
              <a:rPr lang="en-US" sz="2550" dirty="0" spc="-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nhận</a:t>
            </a:r>
            <a:r>
              <a:rPr lang="en-US" sz="25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nội</a:t>
            </a:r>
            <a:r>
              <a:rPr lang="en-US" sz="2550" dirty="0" spc="-1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tạng</a:t>
            </a:r>
            <a:r>
              <a:rPr lang="en-US" sz="25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[S17]</a:t>
            </a:r>
            <a:endParaRPr lang="en-US" sz="2550" dirty="0"/>
          </a:p>
        </p:txBody>
      </p:sp>
      <p:sp>
        <p:nvSpPr>
          <p:cNvPr id="27" name="Text 2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[S17]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94932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15252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35572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55892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76212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196532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216852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237172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25749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27781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29813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31845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338772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359092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379412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3997320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4200520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4403720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4606919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4810119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5013319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5216518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5419718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5622918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5826117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6029317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6232517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64357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66389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68421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7028382" y="9552517"/>
            <a:ext cx="135467" cy="135467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59" name="Shape 57"/>
          <p:cNvSpPr/>
          <p:nvPr/>
        </p:nvSpPr>
        <p:spPr>
          <a:xfrm>
            <a:off x="724851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745171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765491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785811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806131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826451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846771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867091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887411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907731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928051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948371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968691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2" name="Shape 70"/>
          <p:cNvSpPr/>
          <p:nvPr/>
        </p:nvSpPr>
        <p:spPr>
          <a:xfrm>
            <a:off x="989011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3" name="Text 71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3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L07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31/45</a:t>
            </a:r>
            <a:endParaRPr lang="en-US" sz="1800" dirty="0"/>
          </a:p>
        </p:txBody>
      </p:sp>
      <p:sp>
        <p:nvSpPr>
          <p:cNvPr id="74" name="Shape 7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75" name="Moda image moda-export-watermark-f280738b-b321-4f2e-b5a1-1e9f1953b6e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1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Đừng</a:t>
            </a:r>
            <a:r>
              <a:rPr lang="en-US" sz="57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hiểu</a:t>
            </a:r>
            <a:r>
              <a:rPr lang="en-US" sz="57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nhầm</a:t>
            </a:r>
            <a:r>
              <a:rPr lang="en-US" sz="5700" dirty="0" spc="-6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về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thùy</a:t>
            </a:r>
            <a:r>
              <a:rPr lang="en-US" sz="57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đảo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952750"/>
            <a:ext cx="152400" cy="40005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4" name="Text 2"/>
          <p:cNvSpPr/>
          <p:nvPr/>
        </p:nvSpPr>
        <p:spPr>
          <a:xfrm>
            <a:off x="1485900" y="2857500"/>
            <a:ext cx="15811500" cy="4191000"/>
          </a:xfrm>
          <a:prstGeom prst="rect">
            <a:avLst/>
          </a:prstGeom>
          <a:noFill/>
          <a:ln/>
        </p:spPr>
        <p:txBody>
          <a:bodyPr wrap="square" lIns="0" tIns="35052" rIns="0" bIns="-35052" rtlCol="0" anchor="ctr"/>
          <a:lstStyle/>
          <a:p>
            <a:pPr algn="l" indent="0" marL="0">
              <a:lnSpc>
                <a:spcPts val="7728"/>
              </a:lnSpc>
              <a:buNone/>
            </a:pP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Thùy</a:t>
            </a:r>
            <a:r>
              <a:rPr lang="en-US" sz="6900" dirty="0" spc="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đảo</a:t>
            </a:r>
            <a:r>
              <a:rPr lang="en-US" sz="6900" dirty="0" spc="-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hoạt</a:t>
            </a:r>
            <a:r>
              <a:rPr lang="en-US" sz="6900" dirty="0" spc="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động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cùng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cảm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nhận</a:t>
            </a:r>
            <a:r>
              <a:rPr lang="en-US" sz="6900" dirty="0" spc="-6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về</a:t>
            </a:r>
            <a:r>
              <a:rPr lang="en-US" sz="69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cơ</a:t>
            </a:r>
            <a:r>
              <a:rPr lang="en-US" sz="6900" dirty="0" spc="-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thể,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</a:t>
            </a:r>
            <a:pPr algn="l" indent="0" marL="0">
              <a:lnSpc>
                <a:spcPts val="7728"/>
              </a:lnSpc>
              <a:buNone/>
            </a:pPr>
            <a:r>
              <a:rPr lang="en-US" sz="6900" dirty="0" spc="0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không</a:t>
            </a:r>
            <a:r>
              <a:rPr lang="en-US" sz="6900" dirty="0" spc="4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riêng</a:t>
            </a:r>
            <a:r>
              <a:rPr lang="en-US" sz="6900" dirty="0" spc="-11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6900" dirty="0" spc="-1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cảm</a:t>
            </a:r>
            <a:r>
              <a:rPr lang="en-US" sz="6900" dirty="0" spc="-4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xúc</a:t>
            </a:r>
            <a:r>
              <a:rPr lang="en-US" sz="6900" dirty="0" spc="2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nào</a:t>
            </a:r>
            <a:endParaRPr lang="en-US" sz="6900" dirty="0"/>
          </a:p>
        </p:txBody>
      </p:sp>
      <p:sp>
        <p:nvSpPr>
          <p:cNvPr id="5" name="Text 3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[S17]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4932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5252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35572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55892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76212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96532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216852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237172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25749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27781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29813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31845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338772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359092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379412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3997320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4200520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4403720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4606919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4810119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5013319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5216518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5419718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5622918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5826117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6029317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6232517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64357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66389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68421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70453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7231582" y="9552517"/>
            <a:ext cx="135467" cy="135467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38" name="Shape 36"/>
          <p:cNvSpPr/>
          <p:nvPr/>
        </p:nvSpPr>
        <p:spPr>
          <a:xfrm>
            <a:off x="745171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765491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785811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806131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826451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846771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867091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887411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907731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928051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948371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968691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989011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Text 49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3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L07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32/45</a:t>
            </a:r>
            <a:endParaRPr lang="en-US" sz="1800" dirty="0"/>
          </a:p>
        </p:txBody>
      </p:sp>
      <p:sp>
        <p:nvSpPr>
          <p:cNvPr id="52" name="Shape 5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3" name="Moda image moda-export-watermark-3e386a09-0758-46d7-bcfe-054a794cdee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Thùy</a:t>
            </a:r>
            <a:r>
              <a:rPr lang="en-US" sz="57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đảo</a:t>
            </a:r>
            <a:r>
              <a:rPr lang="en-US" sz="57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lộ</a:t>
            </a:r>
            <a:r>
              <a:rPr lang="en-US" sz="5700" dirty="0" spc="-3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ra</a:t>
            </a:r>
            <a:r>
              <a:rPr lang="en-US" sz="5700" dirty="0" spc="-6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dưới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vùng nắp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247900"/>
            <a:ext cx="8953500" cy="609600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28575">
            <a:solidFill>
              <a:srgbClr val="2C3040"/>
            </a:solidFill>
            <a:prstDash val="solid"/>
          </a:ln>
        </p:spPr>
      </p:sp>
      <p:pic>
        <p:nvPicPr>
          <p:cNvPr id="4" name="Moda image rect-1792598629705-39386410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04900" y="2516535"/>
            <a:ext cx="8572500" cy="555873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8477250"/>
            <a:ext cx="16459200" cy="495300"/>
          </a:xfrm>
          <a:prstGeom prst="rect">
            <a:avLst/>
          </a:prstGeom>
          <a:noFill/>
          <a:ln/>
        </p:spPr>
        <p:txBody>
          <a:bodyPr wrap="square" lIns="0" tIns="14435" rIns="0" bIns="-14435" rtlCol="0" anchor="t"/>
          <a:lstStyle/>
          <a:p>
            <a:pPr algn="l" indent="0" marL="0">
              <a:lnSpc>
                <a:spcPts val="1815"/>
              </a:lnSpc>
              <a:buNone/>
            </a:pPr>
            <a:r>
              <a:rPr lang="en-US" sz="16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Hình: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Atlas</a:t>
            </a:r>
            <a:r>
              <a:rPr lang="en-US" sz="165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Sobotta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(1908)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16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Wikipedia,</a:t>
            </a:r>
            <a:r>
              <a:rPr lang="en-US" sz="16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giấy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16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CC</a:t>
            </a:r>
            <a:r>
              <a:rPr lang="en-US" sz="165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BY-SA;</a:t>
            </a:r>
            <a:r>
              <a:rPr lang="en-US" sz="165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Hove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&amp;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Martinez,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18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(chương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2.6)</a:t>
            </a:r>
            <a:endParaRPr lang="en-US" sz="1650" dirty="0"/>
          </a:p>
        </p:txBody>
      </p:sp>
      <p:sp>
        <p:nvSpPr>
          <p:cNvPr id="6" name="Shape 3"/>
          <p:cNvSpPr/>
          <p:nvPr/>
        </p:nvSpPr>
        <p:spPr>
          <a:xfrm>
            <a:off x="10248900" y="2247900"/>
            <a:ext cx="7124700" cy="990600"/>
          </a:xfrm>
          <a:prstGeom prst="roundRect">
            <a:avLst>
              <a:gd name="adj" fmla="val 19231"/>
            </a:avLst>
          </a:prstGeom>
          <a:solidFill>
            <a:srgbClr val="1E212B"/>
          </a:solidFill>
          <a:ln/>
        </p:spPr>
      </p:sp>
      <p:sp>
        <p:nvSpPr>
          <p:cNvPr id="7" name="Shape 4"/>
          <p:cNvSpPr/>
          <p:nvPr/>
        </p:nvSpPr>
        <p:spPr>
          <a:xfrm>
            <a:off x="10248900" y="2247900"/>
            <a:ext cx="114300" cy="9906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8" name="Text 5"/>
          <p:cNvSpPr/>
          <p:nvPr/>
        </p:nvSpPr>
        <p:spPr>
          <a:xfrm>
            <a:off x="10591800" y="2343150"/>
            <a:ext cx="65913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1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Insula</a:t>
            </a:r>
            <a:endParaRPr lang="en-US" sz="2250" dirty="0"/>
          </a:p>
        </p:txBody>
      </p:sp>
      <p:sp>
        <p:nvSpPr>
          <p:cNvPr id="9" name="Text 6"/>
          <p:cNvSpPr/>
          <p:nvPr/>
        </p:nvSpPr>
        <p:spPr>
          <a:xfrm>
            <a:off x="10591800" y="2647950"/>
            <a:ext cx="6591300" cy="55245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thùy</a:t>
            </a:r>
            <a:r>
              <a:rPr lang="en-US" sz="2550" dirty="0" spc="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đảo</a:t>
            </a:r>
            <a:endParaRPr lang="en-US" sz="2550" dirty="0"/>
          </a:p>
        </p:txBody>
      </p:sp>
      <p:sp>
        <p:nvSpPr>
          <p:cNvPr id="10" name="Shape 7"/>
          <p:cNvSpPr/>
          <p:nvPr/>
        </p:nvSpPr>
        <p:spPr>
          <a:xfrm>
            <a:off x="10248900" y="3390900"/>
            <a:ext cx="7124700" cy="990600"/>
          </a:xfrm>
          <a:prstGeom prst="roundRect">
            <a:avLst>
              <a:gd name="adj" fmla="val 19231"/>
            </a:avLst>
          </a:prstGeom>
          <a:solidFill>
            <a:srgbClr val="1E212B"/>
          </a:solidFill>
          <a:ln/>
        </p:spPr>
      </p:sp>
      <p:sp>
        <p:nvSpPr>
          <p:cNvPr id="11" name="Shape 8"/>
          <p:cNvSpPr/>
          <p:nvPr/>
        </p:nvSpPr>
        <p:spPr>
          <a:xfrm>
            <a:off x="10248900" y="3390900"/>
            <a:ext cx="114300" cy="9906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12" name="Text 9"/>
          <p:cNvSpPr/>
          <p:nvPr/>
        </p:nvSpPr>
        <p:spPr>
          <a:xfrm>
            <a:off x="10591800" y="3486150"/>
            <a:ext cx="65913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2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Operculum</a:t>
            </a:r>
            <a:endParaRPr lang="en-US" sz="2250" dirty="0"/>
          </a:p>
        </p:txBody>
      </p:sp>
      <p:sp>
        <p:nvSpPr>
          <p:cNvPr id="13" name="Text 10"/>
          <p:cNvSpPr/>
          <p:nvPr/>
        </p:nvSpPr>
        <p:spPr>
          <a:xfrm>
            <a:off x="10591800" y="3790950"/>
            <a:ext cx="6591300" cy="55245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vùng</a:t>
            </a:r>
            <a:r>
              <a:rPr lang="en-US" sz="25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nắp</a:t>
            </a:r>
            <a:r>
              <a:rPr lang="en-US" sz="25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phủ</a:t>
            </a:r>
            <a:r>
              <a:rPr lang="en-US" sz="255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ngoài</a:t>
            </a:r>
            <a:endParaRPr lang="en-US" sz="2550" dirty="0"/>
          </a:p>
        </p:txBody>
      </p:sp>
      <p:sp>
        <p:nvSpPr>
          <p:cNvPr id="14" name="Shape 11"/>
          <p:cNvSpPr/>
          <p:nvPr/>
        </p:nvSpPr>
        <p:spPr>
          <a:xfrm>
            <a:off x="10248900" y="4533900"/>
            <a:ext cx="7124700" cy="3810000"/>
          </a:xfrm>
          <a:prstGeom prst="roundRect">
            <a:avLst>
              <a:gd name="adj" fmla="val 5000"/>
            </a:avLst>
          </a:prstGeom>
          <a:solidFill>
            <a:srgbClr val="4A2A24"/>
          </a:solidFill>
          <a:ln/>
        </p:spPr>
      </p:sp>
      <p:sp>
        <p:nvSpPr>
          <p:cNvPr id="15" name="Text 12"/>
          <p:cNvSpPr/>
          <p:nvPr/>
        </p:nvSpPr>
        <p:spPr>
          <a:xfrm>
            <a:off x="10553700" y="4800600"/>
            <a:ext cx="6515100" cy="32766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Atlas</a:t>
            </a:r>
            <a:r>
              <a:rPr lang="en-US" sz="255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Sobotta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(1908):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550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vỏ</a:t>
            </a:r>
            <a:r>
              <a:rPr lang="en-US" sz="255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trán,</a:t>
            </a:r>
            <a:r>
              <a:rPr lang="en-US" sz="2550" dirty="0" spc="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đỉnh,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thái</a:t>
            </a:r>
            <a:r>
              <a:rPr lang="en-US" sz="25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dương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phủ</a:t>
            </a:r>
            <a:r>
              <a:rPr lang="en-US" sz="25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</a:t>
            </a:r>
            <a:r>
              <a:rPr lang="en-US" sz="25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ngoài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(vùng</a:t>
            </a:r>
            <a:r>
              <a:rPr lang="en-US" sz="25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315"/>
              </a:lnSpc>
              <a:buNone/>
            </a:pPr>
            <a:r>
              <a:rPr lang="en-US" sz="2550" b="1" dirty="0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nắp</a:t>
            </a:r>
            <a:pPr algn="l" indent="0" marL="0">
              <a:lnSpc>
                <a:spcPts val="3315"/>
              </a:lnSpc>
              <a:buNone/>
            </a:pP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,</a:t>
            </a:r>
            <a:r>
              <a:rPr lang="en-US" sz="25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operculum)</a:t>
            </a:r>
            <a:r>
              <a:rPr lang="en-US" sz="2550" dirty="0" spc="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55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bỏ</a:t>
            </a:r>
            <a:r>
              <a:rPr lang="en-US" sz="2550" dirty="0" spc="3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2550" dirty="0" spc="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lộ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315"/>
              </a:lnSpc>
              <a:buNone/>
            </a:pPr>
            <a:r>
              <a:rPr lang="en-US" sz="2550" b="1" dirty="0" spc="-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thùy</a:t>
            </a:r>
            <a:r>
              <a:rPr lang="en-US" sz="2550" b="1" dirty="0" spc="9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đảo</a:t>
            </a:r>
            <a:pPr algn="l" indent="0" marL="0">
              <a:lnSpc>
                <a:spcPts val="3315"/>
              </a:lnSpc>
              <a:buNone/>
            </a:pP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315"/>
              </a:lnSpc>
              <a:buNone/>
            </a:pPr>
            <a:r>
              <a:rPr lang="en-US" sz="255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[S1]</a:t>
            </a:r>
            <a:pPr algn="l" indent="0" marL="0">
              <a:lnSpc>
                <a:spcPts val="3315"/>
              </a:lnSpc>
              <a:buNone/>
            </a:pPr>
            <a:r>
              <a:rPr lang="en-US" sz="25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5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Thùy</a:t>
            </a:r>
            <a:r>
              <a:rPr lang="en-US" sz="2550" dirty="0" spc="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đảo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nằm</a:t>
            </a:r>
            <a:r>
              <a:rPr lang="en-US" sz="25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gấp</a:t>
            </a:r>
            <a:r>
              <a:rPr lang="en-US" sz="25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r>
              <a:rPr lang="en-US" sz="255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550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rãnh</a:t>
            </a:r>
            <a:r>
              <a:rPr lang="en-US" sz="25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bên,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nên không</a:t>
            </a:r>
            <a:r>
              <a:rPr lang="en-US" sz="25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thấy</a:t>
            </a:r>
            <a:r>
              <a:rPr lang="en-US" sz="255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 nhìn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não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5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</a:t>
            </a:r>
            <a:r>
              <a:rPr lang="en-US" sz="25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ngoài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315"/>
              </a:lnSpc>
              <a:buNone/>
            </a:pPr>
            <a:r>
              <a:rPr lang="en-US" sz="255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[S1]</a:t>
            </a:r>
            <a:pPr algn="l" indent="0" marL="0">
              <a:lnSpc>
                <a:spcPts val="3315"/>
              </a:lnSpc>
              <a:buNone/>
            </a:pPr>
            <a:r>
              <a:rPr lang="en-US" sz="25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endParaRPr lang="en-US" sz="2550" dirty="0"/>
          </a:p>
        </p:txBody>
      </p:sp>
      <p:sp>
        <p:nvSpPr>
          <p:cNvPr id="16" name="Text 13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94932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8" name="Shape 15"/>
          <p:cNvSpPr/>
          <p:nvPr/>
        </p:nvSpPr>
        <p:spPr>
          <a:xfrm>
            <a:off x="115252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9" name="Shape 16"/>
          <p:cNvSpPr/>
          <p:nvPr/>
        </p:nvSpPr>
        <p:spPr>
          <a:xfrm>
            <a:off x="135572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0" name="Shape 17"/>
          <p:cNvSpPr/>
          <p:nvPr/>
        </p:nvSpPr>
        <p:spPr>
          <a:xfrm>
            <a:off x="155892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1" name="Shape 18"/>
          <p:cNvSpPr/>
          <p:nvPr/>
        </p:nvSpPr>
        <p:spPr>
          <a:xfrm>
            <a:off x="176212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19"/>
          <p:cNvSpPr/>
          <p:nvPr/>
        </p:nvSpPr>
        <p:spPr>
          <a:xfrm>
            <a:off x="196532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0"/>
          <p:cNvSpPr/>
          <p:nvPr/>
        </p:nvSpPr>
        <p:spPr>
          <a:xfrm>
            <a:off x="216852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1"/>
          <p:cNvSpPr/>
          <p:nvPr/>
        </p:nvSpPr>
        <p:spPr>
          <a:xfrm>
            <a:off x="237172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2"/>
          <p:cNvSpPr/>
          <p:nvPr/>
        </p:nvSpPr>
        <p:spPr>
          <a:xfrm>
            <a:off x="25749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3"/>
          <p:cNvSpPr/>
          <p:nvPr/>
        </p:nvSpPr>
        <p:spPr>
          <a:xfrm>
            <a:off x="27781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4"/>
          <p:cNvSpPr/>
          <p:nvPr/>
        </p:nvSpPr>
        <p:spPr>
          <a:xfrm>
            <a:off x="29813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5"/>
          <p:cNvSpPr/>
          <p:nvPr/>
        </p:nvSpPr>
        <p:spPr>
          <a:xfrm>
            <a:off x="31845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6"/>
          <p:cNvSpPr/>
          <p:nvPr/>
        </p:nvSpPr>
        <p:spPr>
          <a:xfrm>
            <a:off x="338772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7"/>
          <p:cNvSpPr/>
          <p:nvPr/>
        </p:nvSpPr>
        <p:spPr>
          <a:xfrm>
            <a:off x="359092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8"/>
          <p:cNvSpPr/>
          <p:nvPr/>
        </p:nvSpPr>
        <p:spPr>
          <a:xfrm>
            <a:off x="379412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29"/>
          <p:cNvSpPr/>
          <p:nvPr/>
        </p:nvSpPr>
        <p:spPr>
          <a:xfrm>
            <a:off x="3997320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0"/>
          <p:cNvSpPr/>
          <p:nvPr/>
        </p:nvSpPr>
        <p:spPr>
          <a:xfrm>
            <a:off x="4200520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1"/>
          <p:cNvSpPr/>
          <p:nvPr/>
        </p:nvSpPr>
        <p:spPr>
          <a:xfrm>
            <a:off x="4403720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2"/>
          <p:cNvSpPr/>
          <p:nvPr/>
        </p:nvSpPr>
        <p:spPr>
          <a:xfrm>
            <a:off x="4606919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3"/>
          <p:cNvSpPr/>
          <p:nvPr/>
        </p:nvSpPr>
        <p:spPr>
          <a:xfrm>
            <a:off x="4810119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4"/>
          <p:cNvSpPr/>
          <p:nvPr/>
        </p:nvSpPr>
        <p:spPr>
          <a:xfrm>
            <a:off x="5013319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5"/>
          <p:cNvSpPr/>
          <p:nvPr/>
        </p:nvSpPr>
        <p:spPr>
          <a:xfrm>
            <a:off x="5216518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6"/>
          <p:cNvSpPr/>
          <p:nvPr/>
        </p:nvSpPr>
        <p:spPr>
          <a:xfrm>
            <a:off x="5419718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7"/>
          <p:cNvSpPr/>
          <p:nvPr/>
        </p:nvSpPr>
        <p:spPr>
          <a:xfrm>
            <a:off x="5622918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8"/>
          <p:cNvSpPr/>
          <p:nvPr/>
        </p:nvSpPr>
        <p:spPr>
          <a:xfrm>
            <a:off x="5826117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39"/>
          <p:cNvSpPr/>
          <p:nvPr/>
        </p:nvSpPr>
        <p:spPr>
          <a:xfrm>
            <a:off x="6029317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0"/>
          <p:cNvSpPr/>
          <p:nvPr/>
        </p:nvSpPr>
        <p:spPr>
          <a:xfrm>
            <a:off x="6232517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1"/>
          <p:cNvSpPr/>
          <p:nvPr/>
        </p:nvSpPr>
        <p:spPr>
          <a:xfrm>
            <a:off x="64357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2"/>
          <p:cNvSpPr/>
          <p:nvPr/>
        </p:nvSpPr>
        <p:spPr>
          <a:xfrm>
            <a:off x="66389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3"/>
          <p:cNvSpPr/>
          <p:nvPr/>
        </p:nvSpPr>
        <p:spPr>
          <a:xfrm>
            <a:off x="68421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4"/>
          <p:cNvSpPr/>
          <p:nvPr/>
        </p:nvSpPr>
        <p:spPr>
          <a:xfrm>
            <a:off x="70453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5"/>
          <p:cNvSpPr/>
          <p:nvPr/>
        </p:nvSpPr>
        <p:spPr>
          <a:xfrm>
            <a:off x="724851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6"/>
          <p:cNvSpPr/>
          <p:nvPr/>
        </p:nvSpPr>
        <p:spPr>
          <a:xfrm>
            <a:off x="7434782" y="9552517"/>
            <a:ext cx="135467" cy="135467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50" name="Shape 47"/>
          <p:cNvSpPr/>
          <p:nvPr/>
        </p:nvSpPr>
        <p:spPr>
          <a:xfrm>
            <a:off x="765491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8"/>
          <p:cNvSpPr/>
          <p:nvPr/>
        </p:nvSpPr>
        <p:spPr>
          <a:xfrm>
            <a:off x="785811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49"/>
          <p:cNvSpPr/>
          <p:nvPr/>
        </p:nvSpPr>
        <p:spPr>
          <a:xfrm>
            <a:off x="806131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0"/>
          <p:cNvSpPr/>
          <p:nvPr/>
        </p:nvSpPr>
        <p:spPr>
          <a:xfrm>
            <a:off x="826451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1"/>
          <p:cNvSpPr/>
          <p:nvPr/>
        </p:nvSpPr>
        <p:spPr>
          <a:xfrm>
            <a:off x="846771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Shape 52"/>
          <p:cNvSpPr/>
          <p:nvPr/>
        </p:nvSpPr>
        <p:spPr>
          <a:xfrm>
            <a:off x="867091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Shape 53"/>
          <p:cNvSpPr/>
          <p:nvPr/>
        </p:nvSpPr>
        <p:spPr>
          <a:xfrm>
            <a:off x="887411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7" name="Shape 54"/>
          <p:cNvSpPr/>
          <p:nvPr/>
        </p:nvSpPr>
        <p:spPr>
          <a:xfrm>
            <a:off x="907731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Shape 55"/>
          <p:cNvSpPr/>
          <p:nvPr/>
        </p:nvSpPr>
        <p:spPr>
          <a:xfrm>
            <a:off x="928051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9" name="Shape 56"/>
          <p:cNvSpPr/>
          <p:nvPr/>
        </p:nvSpPr>
        <p:spPr>
          <a:xfrm>
            <a:off x="948371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0" name="Shape 57"/>
          <p:cNvSpPr/>
          <p:nvPr/>
        </p:nvSpPr>
        <p:spPr>
          <a:xfrm>
            <a:off x="968691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1" name="Shape 58"/>
          <p:cNvSpPr/>
          <p:nvPr/>
        </p:nvSpPr>
        <p:spPr>
          <a:xfrm>
            <a:off x="989011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2" name="Text 59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3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L07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33/45</a:t>
            </a:r>
            <a:endParaRPr lang="en-US" sz="1800" dirty="0"/>
          </a:p>
        </p:txBody>
      </p:sp>
      <p:sp>
        <p:nvSpPr>
          <p:cNvPr id="63" name="Shape 6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4" name="Moda image moda-export-watermark-21536c8f-a000-4323-a1f4-2c63f00fd806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17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Vỏ</a:t>
            </a:r>
            <a:r>
              <a:rPr lang="en-US" sz="5700" dirty="0" spc="-3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vòng</a:t>
            </a:r>
            <a:r>
              <a:rPr lang="en-US" sz="57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đai</a:t>
            </a:r>
            <a:r>
              <a:rPr lang="en-US" sz="5700" dirty="0" spc="-5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trước:</a:t>
            </a: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cảm</a:t>
            </a:r>
            <a:r>
              <a:rPr lang="en-US" sz="5700" dirty="0" spc="-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xúc</a:t>
            </a:r>
            <a:r>
              <a:rPr lang="en-US" sz="5700" dirty="0" spc="-6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chú</a:t>
            </a:r>
            <a:r>
              <a:rPr lang="en-US" sz="57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ý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819400"/>
            <a:ext cx="95250" cy="550545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4" name="Text 2"/>
          <p:cNvSpPr/>
          <p:nvPr/>
        </p:nvSpPr>
        <p:spPr>
          <a:xfrm>
            <a:off x="1295400" y="2762250"/>
            <a:ext cx="10572750" cy="5619750"/>
          </a:xfrm>
          <a:prstGeom prst="rect">
            <a:avLst/>
          </a:prstGeom>
          <a:noFill/>
          <a:ln/>
        </p:spPr>
        <p:txBody>
          <a:bodyPr wrap="square" lIns="0" tIns="10843" rIns="0" bIns="-10843" rtlCol="0" anchor="t"/>
          <a:lstStyle/>
          <a:p>
            <a:pPr algn="l" indent="0" marL="0">
              <a:lnSpc>
                <a:spcPts val="3848"/>
              </a:lnSpc>
              <a:buNone/>
            </a:pPr>
            <a:r>
              <a:rPr lang="en-US" sz="2850" b="1" dirty="0" spc="-4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Hồi</a:t>
            </a:r>
            <a:r>
              <a:rPr lang="en-US" sz="2850" b="1" dirty="0" spc="11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đai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(cingulate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gyrus) là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nếp</a:t>
            </a:r>
            <a:r>
              <a:rPr lang="en-US" sz="285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vỏ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não ở</a:t>
            </a:r>
            <a:r>
              <a:rPr lang="en-US" sz="28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mặt</a:t>
            </a:r>
            <a:r>
              <a:rPr lang="en-US" sz="28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8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bán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cầu;</a:t>
            </a:r>
            <a:r>
              <a:rPr lang="en-US" sz="28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b="1" dirty="0" spc="-34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vỏ</a:t>
            </a:r>
            <a:r>
              <a:rPr lang="en-US" sz="2850" b="1" dirty="0" spc="-18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vòng</a:t>
            </a:r>
            <a:r>
              <a:rPr lang="en-US" sz="2850" b="1" dirty="0" spc="11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đai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lớp</a:t>
            </a:r>
            <a:r>
              <a:rPr lang="en-US" sz="285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vỏ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nếp</a:t>
            </a:r>
            <a:r>
              <a:rPr lang="en-US" sz="28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ấy,</a:t>
            </a:r>
            <a:r>
              <a:rPr lang="en-US" sz="28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giáo</a:t>
            </a:r>
            <a:r>
              <a:rPr lang="en-US" sz="285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85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xếp</a:t>
            </a:r>
            <a:r>
              <a:rPr lang="en-US" sz="28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 viền,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tham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cảm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xúc,</a:t>
            </a:r>
            <a:r>
              <a:rPr lang="en-US" sz="285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8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lực,</a:t>
            </a:r>
            <a:r>
              <a:rPr lang="en-US" sz="28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học</a:t>
            </a:r>
            <a:r>
              <a:rPr lang="en-US" sz="28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tập và</a:t>
            </a:r>
            <a:r>
              <a:rPr lang="en-US" sz="2850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trí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r>
              <a:rPr lang="en-US" sz="28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[S1]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Bush,</a:t>
            </a:r>
            <a:r>
              <a:rPr lang="en-US" sz="28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Luu</a:t>
            </a:r>
            <a:r>
              <a:rPr lang="en-US" sz="28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Posner</a:t>
            </a:r>
            <a:r>
              <a:rPr lang="en-US" sz="2850" dirty="0" spc="-3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kể:</a:t>
            </a: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ban</a:t>
            </a:r>
            <a:r>
              <a:rPr lang="en-US" sz="2850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28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b="1" dirty="0" spc="-34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vỏ</a:t>
            </a:r>
            <a:r>
              <a:rPr lang="en-US" sz="2850" b="1" dirty="0" spc="-18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vòng</a:t>
            </a:r>
            <a:r>
              <a:rPr lang="en-US" sz="2850" b="1" dirty="0" spc="11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đai trước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(ACC)</a:t>
            </a:r>
            <a:r>
              <a:rPr lang="en-US" sz="28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gắn</a:t>
            </a:r>
            <a:r>
              <a:rPr lang="en-US" sz="28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cảm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xúc</a:t>
            </a:r>
            <a:r>
              <a:rPr lang="en-US" sz="2850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dựa</a:t>
            </a:r>
            <a:r>
              <a:rPr lang="en-US" sz="2850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nghiên</a:t>
            </a:r>
            <a:r>
              <a:rPr lang="en-US" sz="2850" dirty="0" spc="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cứu</a:t>
            </a:r>
            <a:r>
              <a:rPr lang="en-US" sz="28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tổn</a:t>
            </a:r>
            <a:r>
              <a:rPr lang="en-US" sz="28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thương;</a:t>
            </a:r>
            <a:r>
              <a:rPr lang="en-US" sz="28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8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ảnh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chụp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não</a:t>
            </a:r>
            <a:r>
              <a:rPr lang="en-US" sz="28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thấy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</a:t>
            </a:r>
            <a:r>
              <a:rPr lang="en-US" sz="28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hoạt</a:t>
            </a:r>
            <a:r>
              <a:rPr lang="en-US" sz="285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8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 nhiệm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8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thức,</a:t>
            </a:r>
            <a:r>
              <a:rPr lang="en-US" sz="28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sóng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EEG</a:t>
            </a:r>
            <a:r>
              <a:rPr lang="en-US" sz="285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ngay</a:t>
            </a:r>
            <a:r>
              <a:rPr lang="en-US" sz="28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8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sai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dẫn</a:t>
            </a:r>
            <a:r>
              <a:rPr lang="en-US" sz="2850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đến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</a:t>
            </a:r>
            <a:r>
              <a:rPr lang="en-US" sz="28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tưởng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8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hiện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</a:t>
            </a:r>
            <a:r>
              <a:rPr lang="en-US" sz="28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[S16]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endParaRPr lang="en-US" sz="2850" dirty="0"/>
          </a:p>
        </p:txBody>
      </p:sp>
      <p:sp>
        <p:nvSpPr>
          <p:cNvPr id="5" name="Shape 3"/>
          <p:cNvSpPr/>
          <p:nvPr/>
        </p:nvSpPr>
        <p:spPr>
          <a:xfrm>
            <a:off x="12325350" y="2762250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E8E0CF"/>
          </a:solidFill>
          <a:ln/>
        </p:spPr>
      </p:sp>
      <p:sp>
        <p:nvSpPr>
          <p:cNvPr id="6" name="Shape 4"/>
          <p:cNvSpPr/>
          <p:nvPr/>
        </p:nvSpPr>
        <p:spPr>
          <a:xfrm>
            <a:off x="12325350" y="2762250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7" name="Text 5"/>
          <p:cNvSpPr/>
          <p:nvPr/>
        </p:nvSpPr>
        <p:spPr>
          <a:xfrm>
            <a:off x="12630150" y="3028950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4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Ở</a:t>
            </a:r>
            <a:r>
              <a:rPr lang="en-US" sz="1950" dirty="0" spc="5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đâu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2630150" y="3486150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-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mặt</a:t>
            </a:r>
            <a:r>
              <a:rPr lang="en-US" sz="2400" dirty="0" spc="-1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trong</a:t>
            </a:r>
            <a:r>
              <a:rPr lang="en-US" sz="24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bán</a:t>
            </a:r>
            <a:r>
              <a:rPr lang="en-US" sz="24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cầu, phần</a:t>
            </a:r>
            <a:r>
              <a:rPr lang="en-US" sz="2400" dirty="0" spc="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trước</a:t>
            </a:r>
            <a:r>
              <a:rPr lang="en-US" sz="24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hồi</a:t>
            </a:r>
            <a:r>
              <a:rPr lang="en-US" sz="2400" dirty="0" spc="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đai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2325350" y="4714875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E8E0CF"/>
          </a:solidFill>
          <a:ln/>
        </p:spPr>
      </p:sp>
      <p:sp>
        <p:nvSpPr>
          <p:cNvPr id="10" name="Shape 8"/>
          <p:cNvSpPr/>
          <p:nvPr/>
        </p:nvSpPr>
        <p:spPr>
          <a:xfrm>
            <a:off x="12325350" y="4714875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11" name="Text 9"/>
          <p:cNvSpPr/>
          <p:nvPr/>
        </p:nvSpPr>
        <p:spPr>
          <a:xfrm>
            <a:off x="12630150" y="4981575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11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Làm</a:t>
            </a:r>
            <a:r>
              <a:rPr lang="en-US" sz="1950" dirty="0" spc="-4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gì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2630150" y="5438775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cảm</a:t>
            </a:r>
            <a:r>
              <a:rPr lang="en-US" sz="24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xúc, chú</a:t>
            </a:r>
            <a:r>
              <a:rPr lang="en-US" sz="24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ý;</a:t>
            </a:r>
            <a:r>
              <a:rPr lang="en-US" sz="24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có</a:t>
            </a:r>
            <a:r>
              <a:rPr lang="en-US" sz="24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thể</a:t>
            </a:r>
            <a:r>
              <a:rPr lang="en-US" sz="240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phát</a:t>
            </a:r>
            <a:r>
              <a:rPr lang="en-US" sz="24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hiện</a:t>
            </a:r>
            <a:r>
              <a:rPr lang="en-US" sz="24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lỗi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12325350" y="6657975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E8E0CF"/>
          </a:solidFill>
          <a:ln/>
        </p:spPr>
      </p:sp>
      <p:sp>
        <p:nvSpPr>
          <p:cNvPr id="14" name="Shape 12"/>
          <p:cNvSpPr/>
          <p:nvPr/>
        </p:nvSpPr>
        <p:spPr>
          <a:xfrm>
            <a:off x="12325350" y="6657975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15" name="Text 13"/>
          <p:cNvSpPr/>
          <p:nvPr/>
        </p:nvSpPr>
        <p:spPr>
          <a:xfrm>
            <a:off x="12630150" y="6924675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23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Đừng</a:t>
            </a:r>
            <a:r>
              <a:rPr lang="en-US" sz="1950" dirty="0" spc="0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hiểu</a:t>
            </a:r>
            <a:r>
              <a:rPr lang="en-US" sz="1950" dirty="0" spc="-3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nhầm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2630150" y="7381875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không</a:t>
            </a:r>
            <a:r>
              <a:rPr lang="en-US" sz="24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phải</a:t>
            </a:r>
            <a:r>
              <a:rPr lang="en-US" sz="24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"vùng</a:t>
            </a:r>
            <a:r>
              <a:rPr lang="en-US" sz="24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buồn"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[S16]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4932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15252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35572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55892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76212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96532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16852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37172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5749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27781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29813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1845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38772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59092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79412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997320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200520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403720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4606919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4810119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5013319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5216518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5419718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5622918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5826117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029317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6232517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64357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66389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8421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70453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724851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745171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7637981" y="9552517"/>
            <a:ext cx="135467" cy="135467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52" name="Shape 50"/>
          <p:cNvSpPr/>
          <p:nvPr/>
        </p:nvSpPr>
        <p:spPr>
          <a:xfrm>
            <a:off x="785811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806131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826451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846771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867091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887411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907731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928051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948371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968691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989011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3" name="Text 61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3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L07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34/45</a:t>
            </a:r>
            <a:endParaRPr lang="en-US" sz="1800" dirty="0"/>
          </a:p>
        </p:txBody>
      </p:sp>
      <p:sp>
        <p:nvSpPr>
          <p:cNvPr id="64" name="Shape 6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5" name="Moda image moda-export-watermark-4fc8dd2b-a1b4-42f4-a9a6-3a547190eb1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</a:t>
            </a:r>
            <a:r>
              <a:rPr lang="en-US" sz="5700" dirty="0" spc="-5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vai</a:t>
            </a:r>
            <a:r>
              <a:rPr lang="en-US" sz="5700" dirty="0" spc="-1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trò</a:t>
            </a:r>
            <a:r>
              <a:rPr lang="en-US" sz="5700" dirty="0" spc="-7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được</a:t>
            </a:r>
            <a:r>
              <a:rPr lang="en-US" sz="5700" dirty="0" spc="1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đề</a:t>
            </a:r>
            <a:r>
              <a:rPr lang="en-US" sz="57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xuất</a:t>
            </a: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cho</a:t>
            </a:r>
            <a:r>
              <a:rPr lang="en-US" sz="5700" dirty="0" spc="-6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vỏ</a:t>
            </a:r>
            <a:r>
              <a:rPr lang="en-US" sz="5700" dirty="0" spc="-3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vòng</a:t>
            </a:r>
            <a:r>
              <a:rPr lang="en-US" sz="57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đai</a:t>
            </a:r>
            <a:r>
              <a:rPr lang="en-US" sz="5700" dirty="0" spc="-6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trước</a:t>
            </a:r>
            <a:endParaRPr lang="en-US" sz="5700" dirty="0"/>
          </a:p>
        </p:txBody>
      </p:sp>
      <p:sp>
        <p:nvSpPr>
          <p:cNvPr id="3" name="Text 1"/>
          <p:cNvSpPr/>
          <p:nvPr/>
        </p:nvSpPr>
        <p:spPr>
          <a:xfrm>
            <a:off x="914400" y="2667000"/>
            <a:ext cx="16192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700" dirty="0" spc="-3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8700" dirty="0"/>
          </a:p>
        </p:txBody>
      </p:sp>
      <p:sp>
        <p:nvSpPr>
          <p:cNvPr id="4" name="Shape 2"/>
          <p:cNvSpPr/>
          <p:nvPr/>
        </p:nvSpPr>
        <p:spPr>
          <a:xfrm>
            <a:off x="2724150" y="2762250"/>
            <a:ext cx="14649450" cy="1238250"/>
          </a:xfrm>
          <a:prstGeom prst="roundRect">
            <a:avLst>
              <a:gd name="adj" fmla="val 15385"/>
            </a:avLst>
          </a:prstGeom>
          <a:solidFill>
            <a:srgbClr val="E8E0CF"/>
          </a:solidFill>
          <a:ln/>
        </p:spPr>
      </p:sp>
      <p:sp>
        <p:nvSpPr>
          <p:cNvPr id="5" name="Text 3"/>
          <p:cNvSpPr/>
          <p:nvPr/>
        </p:nvSpPr>
        <p:spPr>
          <a:xfrm>
            <a:off x="3105150" y="2762250"/>
            <a:ext cx="140017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Giả</a:t>
            </a:r>
            <a:r>
              <a:rPr lang="en-US" sz="3000" dirty="0" spc="-1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thuyết:</a:t>
            </a:r>
            <a:r>
              <a:rPr lang="en-US" sz="3000" dirty="0" spc="2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điều</a:t>
            </a:r>
            <a:r>
              <a:rPr lang="en-US" sz="30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hòa</a:t>
            </a:r>
            <a:r>
              <a:rPr lang="en-US" sz="30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nhận</a:t>
            </a:r>
            <a:r>
              <a:rPr lang="en-US" sz="3000" dirty="0" spc="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thức</a:t>
            </a:r>
            <a:r>
              <a:rPr lang="en-US" sz="3000" dirty="0" spc="-2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30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cảm</a:t>
            </a:r>
            <a:r>
              <a:rPr lang="en-US" sz="30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xúc</a:t>
            </a:r>
            <a:r>
              <a:rPr lang="en-US" sz="300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qua</a:t>
            </a:r>
            <a:r>
              <a:rPr lang="en-US" sz="3000" dirty="0" spc="-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30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mạch</a:t>
            </a:r>
            <a:r>
              <a:rPr lang="en-US" sz="30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chú</a:t>
            </a:r>
            <a:r>
              <a:rPr lang="en-US" sz="30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ý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14400" y="4210050"/>
            <a:ext cx="16192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700" dirty="0" spc="6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8700" dirty="0"/>
          </a:p>
        </p:txBody>
      </p:sp>
      <p:sp>
        <p:nvSpPr>
          <p:cNvPr id="7" name="Shape 5"/>
          <p:cNvSpPr/>
          <p:nvPr/>
        </p:nvSpPr>
        <p:spPr>
          <a:xfrm>
            <a:off x="2724150" y="4305300"/>
            <a:ext cx="14649450" cy="1238250"/>
          </a:xfrm>
          <a:prstGeom prst="roundRect">
            <a:avLst>
              <a:gd name="adj" fmla="val 15385"/>
            </a:avLst>
          </a:prstGeom>
          <a:solidFill>
            <a:srgbClr val="E8E0CF"/>
          </a:solidFill>
          <a:ln/>
        </p:spPr>
      </p:sp>
      <p:sp>
        <p:nvSpPr>
          <p:cNvPr id="8" name="Text 6"/>
          <p:cNvSpPr/>
          <p:nvPr/>
        </p:nvSpPr>
        <p:spPr>
          <a:xfrm>
            <a:off x="3105150" y="4305300"/>
            <a:ext cx="140017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Ý</a:t>
            </a:r>
            <a:r>
              <a:rPr lang="en-US" sz="3000" dirty="0" spc="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tưởng:</a:t>
            </a:r>
            <a:r>
              <a:rPr lang="en-US" sz="30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có</a:t>
            </a:r>
            <a:r>
              <a:rPr lang="en-US" sz="30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thể</a:t>
            </a:r>
            <a:r>
              <a:rPr lang="en-US" sz="3000" dirty="0" spc="-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phát</a:t>
            </a:r>
            <a:r>
              <a:rPr lang="en-US" sz="30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hiện</a:t>
            </a:r>
            <a:r>
              <a:rPr lang="en-US" sz="30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lỗi,</a:t>
            </a:r>
            <a:r>
              <a:rPr lang="en-US" sz="30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từ</a:t>
            </a:r>
            <a:r>
              <a:rPr lang="en-US" sz="300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sóng</a:t>
            </a:r>
            <a:r>
              <a:rPr lang="en-US" sz="30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EEG</a:t>
            </a:r>
            <a:r>
              <a:rPr lang="en-US" sz="3000" dirty="0" spc="-1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ngay</a:t>
            </a:r>
            <a:r>
              <a:rPr lang="en-US" sz="3000" dirty="0" spc="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sau</a:t>
            </a:r>
            <a:r>
              <a:rPr lang="en-US" sz="30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khi làm sai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914400" y="5753100"/>
            <a:ext cx="16192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700" dirty="0" spc="3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8700" dirty="0"/>
          </a:p>
        </p:txBody>
      </p:sp>
      <p:sp>
        <p:nvSpPr>
          <p:cNvPr id="10" name="Shape 8"/>
          <p:cNvSpPr/>
          <p:nvPr/>
        </p:nvSpPr>
        <p:spPr>
          <a:xfrm>
            <a:off x="2724150" y="5848350"/>
            <a:ext cx="14649450" cy="1238250"/>
          </a:xfrm>
          <a:prstGeom prst="roundRect">
            <a:avLst>
              <a:gd name="adj" fmla="val 15385"/>
            </a:avLst>
          </a:prstGeom>
          <a:solidFill>
            <a:srgbClr val="E8E0CF"/>
          </a:solidFill>
          <a:ln/>
        </p:spPr>
      </p:sp>
      <p:sp>
        <p:nvSpPr>
          <p:cNvPr id="11" name="Text 9"/>
          <p:cNvSpPr/>
          <p:nvPr/>
        </p:nvSpPr>
        <p:spPr>
          <a:xfrm>
            <a:off x="3105150" y="5848350"/>
            <a:ext cx="140017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8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Tổng</a:t>
            </a:r>
            <a:r>
              <a:rPr lang="en-US" sz="30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hợp</a:t>
            </a:r>
            <a:r>
              <a:rPr lang="en-US" sz="3000" dirty="0" spc="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giải</a:t>
            </a:r>
            <a:r>
              <a:rPr lang="en-US" sz="30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phẫu:</a:t>
            </a:r>
            <a:r>
              <a:rPr lang="en-US" sz="3000" dirty="0" spc="-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300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cấu</a:t>
            </a:r>
            <a:r>
              <a:rPr lang="en-US" sz="30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trúc</a:t>
            </a:r>
            <a:r>
              <a:rPr lang="en-US" sz="30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then</a:t>
            </a:r>
            <a:r>
              <a:rPr lang="en-US" sz="300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chốt</a:t>
            </a:r>
            <a:r>
              <a:rPr lang="en-US" sz="30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của</a:t>
            </a:r>
            <a:r>
              <a:rPr lang="en-US" sz="30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mạch</a:t>
            </a:r>
            <a:r>
              <a:rPr lang="en-US" sz="30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phần</a:t>
            </a:r>
            <a:r>
              <a:rPr lang="en-US" sz="3000" dirty="0" spc="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thưởng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914400" y="7296150"/>
            <a:ext cx="16192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700" dirty="0" spc="6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8700" dirty="0"/>
          </a:p>
        </p:txBody>
      </p:sp>
      <p:sp>
        <p:nvSpPr>
          <p:cNvPr id="13" name="Shape 11"/>
          <p:cNvSpPr/>
          <p:nvPr/>
        </p:nvSpPr>
        <p:spPr>
          <a:xfrm>
            <a:off x="2724150" y="7391400"/>
            <a:ext cx="14649450" cy="1238250"/>
          </a:xfrm>
          <a:prstGeom prst="roundRect">
            <a:avLst>
              <a:gd name="adj" fmla="val 15385"/>
            </a:avLst>
          </a:prstGeom>
          <a:solidFill>
            <a:srgbClr val="E8E0CF"/>
          </a:solidFill>
          <a:ln/>
        </p:spPr>
      </p:sp>
      <p:sp>
        <p:nvSpPr>
          <p:cNvPr id="14" name="Text 12"/>
          <p:cNvSpPr/>
          <p:nvPr/>
        </p:nvSpPr>
        <p:spPr>
          <a:xfrm>
            <a:off x="3105150" y="7391400"/>
            <a:ext cx="140017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Phân tích</a:t>
            </a:r>
            <a:r>
              <a:rPr lang="en-US" sz="3000" dirty="0" spc="-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gộp:</a:t>
            </a:r>
            <a:r>
              <a:rPr lang="en-US" sz="30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3000" dirty="0" spc="1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đặc</a:t>
            </a:r>
            <a:r>
              <a:rPr lang="en-US" sz="30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hiệu</a:t>
            </a:r>
            <a:r>
              <a:rPr lang="en-US" sz="30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cho</a:t>
            </a:r>
            <a:r>
              <a:rPr lang="en-US" sz="30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nỗi buồn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[S14]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[S16] [S17]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4932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15252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35572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55892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76212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96532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216852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237172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5749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7781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9813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31845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338772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59092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79412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997320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4200520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4403720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606919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810119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5013319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5216518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5419718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5622918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5826117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6029317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6232517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4357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66389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68421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70453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724851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745171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765491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7841181" y="9552517"/>
            <a:ext cx="135467" cy="135467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51" name="Shape 49"/>
          <p:cNvSpPr/>
          <p:nvPr/>
        </p:nvSpPr>
        <p:spPr>
          <a:xfrm>
            <a:off x="806131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826451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846771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867091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887411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907731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928051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948371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968691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989011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1" name="Text 59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3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L07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35/45</a:t>
            </a:r>
            <a:endParaRPr lang="en-US" sz="1800" dirty="0"/>
          </a:p>
        </p:txBody>
      </p:sp>
      <p:sp>
        <p:nvSpPr>
          <p:cNvPr id="62" name="Shape 6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3" name="Moda image moda-export-watermark-1fd05e9e-3592-4043-9450-165e9a223d2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17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Vỏ</a:t>
            </a:r>
            <a:r>
              <a:rPr lang="en-US" sz="5700" dirty="0" spc="-3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vòng</a:t>
            </a:r>
            <a:r>
              <a:rPr lang="en-US" sz="57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đai</a:t>
            </a:r>
            <a:r>
              <a:rPr lang="en-US" sz="5700" dirty="0" spc="-5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trước: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thẻ hồ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sơ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72415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1E212B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272415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93370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3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Ở</a:t>
            </a:r>
            <a:r>
              <a:rPr lang="en-US" sz="2100" dirty="0" spc="7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đâu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295400" y="344805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Phần</a:t>
            </a:r>
            <a:r>
              <a:rPr lang="en-US" sz="2550" dirty="0" spc="8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trước</a:t>
            </a:r>
            <a:r>
              <a:rPr lang="en-US" sz="255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của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hồi</a:t>
            </a:r>
            <a:r>
              <a:rPr lang="en-US" sz="2550" dirty="0" spc="9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đai,</a:t>
            </a:r>
            <a:r>
              <a:rPr lang="en-US" sz="2550" dirty="0" spc="-1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mặt</a:t>
            </a:r>
            <a:r>
              <a:rPr lang="en-US" sz="2550" dirty="0" spc="-16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trong</a:t>
            </a:r>
            <a:r>
              <a:rPr lang="en-US" sz="2550" dirty="0" spc="-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bán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cầu,</a:t>
            </a: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cạnh</a:t>
            </a:r>
            <a:r>
              <a:rPr lang="en-US" sz="2550" dirty="0" spc="-18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vỏ</a:t>
            </a:r>
            <a:r>
              <a:rPr lang="en-US" sz="2550" dirty="0" spc="8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trước</a:t>
            </a:r>
            <a:r>
              <a:rPr lang="en-US" sz="2550" dirty="0" spc="-18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trán</a:t>
            </a:r>
            <a:r>
              <a:rPr lang="en-US" sz="2550" dirty="0" spc="9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giữa</a:t>
            </a:r>
            <a:r>
              <a:rPr lang="en-US" sz="255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4" kern="0">
                <a:solidFill>
                  <a:srgbClr val="9AA0B5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[S1]</a:t>
            </a:r>
            <a:r>
              <a:rPr lang="en-US" sz="2550" dirty="0" spc="-3" kern="0">
                <a:solidFill>
                  <a:srgbClr val="9AA0B5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[S5]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6486525" y="272415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1E212B"/>
          </a:solidFill>
          <a:ln/>
        </p:spPr>
      </p:sp>
      <p:sp>
        <p:nvSpPr>
          <p:cNvPr id="8" name="Shape 6"/>
          <p:cNvSpPr/>
          <p:nvPr/>
        </p:nvSpPr>
        <p:spPr>
          <a:xfrm>
            <a:off x="6486525" y="272415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9" name="Text 7"/>
          <p:cNvSpPr/>
          <p:nvPr/>
        </p:nvSpPr>
        <p:spPr>
          <a:xfrm>
            <a:off x="6867525" y="293370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6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Gồm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6867525" y="344805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Nhiều</a:t>
            </a:r>
            <a:r>
              <a:rPr lang="en-US" sz="25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tiểu</a:t>
            </a: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vùng:</a:t>
            </a:r>
            <a:r>
              <a:rPr lang="en-US" sz="2550" dirty="0" spc="1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dưới</a:t>
            </a:r>
            <a:r>
              <a:rPr lang="en-US" sz="2550" dirty="0" spc="-7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gối,</a:t>
            </a:r>
            <a:r>
              <a:rPr lang="en-US" sz="2550" dirty="0" spc="8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trước</a:t>
            </a:r>
            <a:r>
              <a:rPr lang="en-US" sz="2550" dirty="0" spc="-8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gối,</a:t>
            </a:r>
            <a:r>
              <a:rPr lang="en-US" sz="2550" dirty="0" spc="-18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vỏ</a:t>
            </a:r>
            <a:r>
              <a:rPr lang="en-US" sz="2550" dirty="0" spc="-1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vòng</a:t>
            </a:r>
            <a:r>
              <a:rPr lang="en-US" sz="2550" dirty="0" spc="1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đai</a:t>
            </a:r>
            <a:r>
              <a:rPr lang="en-US" sz="2550" dirty="0" spc="1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giữa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phía</a:t>
            </a:r>
            <a:r>
              <a:rPr lang="en-US" sz="2550" dirty="0" spc="8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trước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3" kern="0">
                <a:solidFill>
                  <a:srgbClr val="9AA0B5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[S17]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12068175" y="272415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1E212B"/>
          </a:solidFill>
          <a:ln/>
        </p:spPr>
      </p:sp>
      <p:sp>
        <p:nvSpPr>
          <p:cNvPr id="12" name="Shape 10"/>
          <p:cNvSpPr/>
          <p:nvPr/>
        </p:nvSpPr>
        <p:spPr>
          <a:xfrm>
            <a:off x="12068175" y="272415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13" name="Text 11"/>
          <p:cNvSpPr/>
          <p:nvPr/>
        </p:nvSpPr>
        <p:spPr>
          <a:xfrm>
            <a:off x="12449175" y="293370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33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Kết</a:t>
            </a:r>
            <a:r>
              <a:rPr lang="en-US" sz="2100" dirty="0" spc="-5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nối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2449175" y="344805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Phần</a:t>
            </a:r>
            <a:r>
              <a:rPr lang="en-US" sz="2550" dirty="0" spc="2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lưng</a:t>
            </a:r>
            <a:r>
              <a:rPr lang="en-US" sz="2550" dirty="0" spc="4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gửi</a:t>
            </a:r>
            <a:r>
              <a:rPr lang="en-US" sz="2550" dirty="0" spc="-7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tới</a:t>
            </a:r>
            <a:r>
              <a:rPr lang="en-US" sz="255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thể</a:t>
            </a:r>
            <a:r>
              <a:rPr lang="en-US" sz="2550" dirty="0" spc="-16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vân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bụng;</a:t>
            </a:r>
            <a:r>
              <a:rPr lang="en-US" sz="255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then</a:t>
            </a:r>
            <a:r>
              <a:rPr lang="en-US" sz="2550" dirty="0" spc="-6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chốt</a:t>
            </a:r>
            <a:r>
              <a:rPr lang="en-US" sz="2550" dirty="0" spc="-16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trong</a:t>
            </a:r>
            <a:r>
              <a:rPr lang="en-US" sz="25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mạch</a:t>
            </a:r>
            <a:r>
              <a:rPr lang="en-US" sz="255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phần</a:t>
            </a:r>
            <a:r>
              <a:rPr lang="en-US" sz="2550" dirty="0" spc="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thưởng</a:t>
            </a:r>
            <a:r>
              <a:rPr lang="en-US" sz="2550" dirty="0" spc="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2" kern="0">
                <a:solidFill>
                  <a:srgbClr val="9AA0B5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[S14]</a:t>
            </a:r>
            <a:endParaRPr lang="en-US" sz="2550" dirty="0"/>
          </a:p>
        </p:txBody>
      </p:sp>
      <p:sp>
        <p:nvSpPr>
          <p:cNvPr id="15" name="Shape 13"/>
          <p:cNvSpPr/>
          <p:nvPr/>
        </p:nvSpPr>
        <p:spPr>
          <a:xfrm>
            <a:off x="914400" y="582930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1E212B"/>
          </a:solidFill>
          <a:ln/>
        </p:spPr>
      </p:sp>
      <p:sp>
        <p:nvSpPr>
          <p:cNvPr id="16" name="Shape 14"/>
          <p:cNvSpPr/>
          <p:nvPr/>
        </p:nvSpPr>
        <p:spPr>
          <a:xfrm>
            <a:off x="914400" y="582930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17" name="Text 15"/>
          <p:cNvSpPr/>
          <p:nvPr/>
        </p:nvSpPr>
        <p:spPr>
          <a:xfrm>
            <a:off x="1295400" y="603885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6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Chất</a:t>
            </a:r>
            <a:r>
              <a:rPr lang="en-US" sz="2100" dirty="0" spc="-3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dẫn</a:t>
            </a:r>
            <a:r>
              <a:rPr lang="en-US" sz="2100" dirty="0" spc="-11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truyền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295400" y="655320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Nguồn</a:t>
            </a:r>
            <a:r>
              <a:rPr lang="en-US" sz="2550" dirty="0" spc="1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đã</a:t>
            </a:r>
            <a:r>
              <a:rPr lang="en-US" sz="2550" dirty="0" spc="1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đọc</a:t>
            </a: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không nêu</a:t>
            </a:r>
            <a:r>
              <a:rPr lang="en-US" sz="2550" dirty="0" spc="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riêng;</a:t>
            </a:r>
            <a:r>
              <a:rPr lang="en-US" sz="2550" dirty="0" spc="-18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xem</a:t>
            </a:r>
            <a:r>
              <a:rPr lang="en-US" sz="2550" dirty="0" spc="-4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L03</a:t>
            </a:r>
            <a:endParaRPr lang="en-US" sz="2550" dirty="0"/>
          </a:p>
        </p:txBody>
      </p:sp>
      <p:sp>
        <p:nvSpPr>
          <p:cNvPr id="19" name="Shape 17"/>
          <p:cNvSpPr/>
          <p:nvPr/>
        </p:nvSpPr>
        <p:spPr>
          <a:xfrm>
            <a:off x="6486525" y="582930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1E212B"/>
          </a:solidFill>
          <a:ln/>
        </p:spPr>
      </p:sp>
      <p:sp>
        <p:nvSpPr>
          <p:cNvPr id="20" name="Shape 18"/>
          <p:cNvSpPr/>
          <p:nvPr/>
        </p:nvSpPr>
        <p:spPr>
          <a:xfrm>
            <a:off x="6486525" y="582930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21" name="Text 19"/>
          <p:cNvSpPr/>
          <p:nvPr/>
        </p:nvSpPr>
        <p:spPr>
          <a:xfrm>
            <a:off x="6867525" y="603885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2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Khi</a:t>
            </a:r>
            <a:r>
              <a:rPr lang="en-US" sz="2100" dirty="0" spc="-8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tổn</a:t>
            </a:r>
            <a:r>
              <a:rPr lang="en-US" sz="2100" dirty="0" spc="4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thương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867525" y="655320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6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Chưa</a:t>
            </a:r>
            <a:r>
              <a:rPr lang="en-US" sz="2550" dirty="0" spc="-2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rõ</a:t>
            </a:r>
            <a:r>
              <a:rPr lang="en-US" sz="2550" dirty="0" spc="-16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trong</a:t>
            </a: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nguồn</a:t>
            </a:r>
            <a:r>
              <a:rPr lang="en-US" sz="2550" dirty="0" spc="1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đã</a:t>
            </a:r>
            <a:r>
              <a:rPr lang="en-US" sz="2550" dirty="0" spc="7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đọc;</a:t>
            </a:r>
            <a:r>
              <a:rPr lang="en-US" sz="2550" dirty="0" spc="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thường</a:t>
            </a:r>
            <a:r>
              <a:rPr lang="en-US" sz="2550" dirty="0" spc="1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được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liên</a:t>
            </a:r>
            <a:r>
              <a:rPr lang="en-US" sz="2550" dirty="0" spc="-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hệ</a:t>
            </a:r>
            <a:r>
              <a:rPr lang="en-US" sz="2550" dirty="0" spc="-1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với</a:t>
            </a:r>
            <a:r>
              <a:rPr lang="en-US" sz="2550" dirty="0" spc="-2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PTSD</a:t>
            </a: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3" kern="0">
                <a:solidFill>
                  <a:srgbClr val="9AA0B5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[S5]</a:t>
            </a:r>
            <a:endParaRPr lang="en-US" sz="2550" dirty="0"/>
          </a:p>
        </p:txBody>
      </p:sp>
      <p:sp>
        <p:nvSpPr>
          <p:cNvPr id="23" name="Shape 21"/>
          <p:cNvSpPr/>
          <p:nvPr/>
        </p:nvSpPr>
        <p:spPr>
          <a:xfrm>
            <a:off x="12068175" y="582930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1E212B"/>
          </a:solidFill>
          <a:ln/>
        </p:spPr>
      </p:sp>
      <p:sp>
        <p:nvSpPr>
          <p:cNvPr id="24" name="Shape 22"/>
          <p:cNvSpPr/>
          <p:nvPr/>
        </p:nvSpPr>
        <p:spPr>
          <a:xfrm>
            <a:off x="12068175" y="582930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25" name="Text 23"/>
          <p:cNvSpPr/>
          <p:nvPr/>
        </p:nvSpPr>
        <p:spPr>
          <a:xfrm>
            <a:off x="12449175" y="603885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22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Đừng</a:t>
            </a:r>
            <a:r>
              <a:rPr lang="en-US" sz="2100" dirty="0" spc="0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hiểu</a:t>
            </a:r>
            <a:r>
              <a:rPr lang="en-US" sz="2100" dirty="0" spc="-4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nhầm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12449175" y="655320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Không</a:t>
            </a:r>
            <a:r>
              <a:rPr lang="en-US" sz="2550" dirty="0" spc="1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đặc</a:t>
            </a:r>
            <a:r>
              <a:rPr lang="en-US" sz="25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hiệu</a:t>
            </a: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cho</a:t>
            </a:r>
            <a:r>
              <a:rPr lang="en-US" sz="25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nỗi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buồn;</a:t>
            </a:r>
            <a:r>
              <a:rPr lang="en-US" sz="25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tham</a:t>
            </a:r>
            <a:r>
              <a:rPr lang="en-US" sz="25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gia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cả</a:t>
            </a:r>
            <a:r>
              <a:rPr lang="en-US" sz="2550" dirty="0" spc="-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nhận</a:t>
            </a:r>
            <a:r>
              <a:rPr lang="en-US" sz="2550" dirty="0" spc="8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thức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lẫn</a:t>
            </a:r>
            <a:r>
              <a:rPr lang="en-US" sz="25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cảm</a:t>
            </a:r>
            <a:r>
              <a:rPr lang="en-US" sz="255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xúc</a:t>
            </a:r>
            <a:r>
              <a:rPr lang="en-US" sz="25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3" kern="0">
                <a:solidFill>
                  <a:srgbClr val="9AA0B5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[S16] [S17]</a:t>
            </a:r>
            <a:endParaRPr lang="en-US" sz="2550" dirty="0"/>
          </a:p>
        </p:txBody>
      </p:sp>
      <p:sp>
        <p:nvSpPr>
          <p:cNvPr id="27" name="Text 2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[S5]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[S14]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[S16] [S17]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94932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15252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35572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55892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76212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196532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216852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237172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25749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27781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29813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31845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338772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359092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379412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3997320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4200520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4403720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4606919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4810119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5013319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5216518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5419718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5622918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5826117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6029317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6232517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64357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66389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68421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70453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724851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745171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765491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785811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8044381" y="9552517"/>
            <a:ext cx="135467" cy="135467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64" name="Shape 62"/>
          <p:cNvSpPr/>
          <p:nvPr/>
        </p:nvSpPr>
        <p:spPr>
          <a:xfrm>
            <a:off x="826451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846771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867091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887411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907731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928051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948371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968691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2" name="Shape 70"/>
          <p:cNvSpPr/>
          <p:nvPr/>
        </p:nvSpPr>
        <p:spPr>
          <a:xfrm>
            <a:off x="989011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3" name="Text 71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3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L07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36/45</a:t>
            </a:r>
            <a:endParaRPr lang="en-US" sz="1800" dirty="0"/>
          </a:p>
        </p:txBody>
      </p:sp>
      <p:sp>
        <p:nvSpPr>
          <p:cNvPr id="74" name="Shape 7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75" name="Moda image moda-export-watermark-8ad9c473-21e5-4cd2-a5b8-95f8540f3bb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17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Vỏ</a:t>
            </a:r>
            <a:r>
              <a:rPr lang="en-US" sz="5700" dirty="0" spc="-3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vòng</a:t>
            </a:r>
            <a:r>
              <a:rPr lang="en-US" sz="57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đai</a:t>
            </a:r>
            <a:r>
              <a:rPr lang="en-US" sz="5700" dirty="0" spc="-6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trước</a:t>
            </a:r>
            <a:r>
              <a:rPr lang="en-US" sz="5700" dirty="0" spc="-3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giữa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các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vùng</a:t>
            </a:r>
            <a:r>
              <a:rPr lang="en-US" sz="57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liên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quan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247900"/>
            <a:ext cx="8953500" cy="609600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28575">
            <a:solidFill>
              <a:srgbClr val="2C3040"/>
            </a:solidFill>
            <a:prstDash val="solid"/>
          </a:ln>
        </p:spPr>
      </p:sp>
      <p:pic>
        <p:nvPicPr>
          <p:cNvPr id="4" name="Moda image rect-1792598684746-15020764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04900" y="2533278"/>
            <a:ext cx="8572500" cy="55252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8477250"/>
            <a:ext cx="16459200" cy="495300"/>
          </a:xfrm>
          <a:prstGeom prst="rect">
            <a:avLst/>
          </a:prstGeom>
          <a:noFill/>
          <a:ln/>
        </p:spPr>
        <p:txBody>
          <a:bodyPr wrap="square" lIns="0" tIns="14435" rIns="0" bIns="-14435" rtlCol="0" anchor="t"/>
          <a:lstStyle/>
          <a:p>
            <a:pPr algn="l" indent="0" marL="0">
              <a:lnSpc>
                <a:spcPts val="1815"/>
              </a:lnSpc>
              <a:buNone/>
            </a:pPr>
            <a:r>
              <a:rPr lang="en-US" sz="16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Hình: Wikipedia,</a:t>
            </a:r>
            <a:r>
              <a:rPr lang="en-US" sz="16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giấy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16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</a:t>
            </a:r>
            <a:r>
              <a:rPr lang="en-US" sz="1650" dirty="0" spc="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CC</a:t>
            </a:r>
            <a:r>
              <a:rPr lang="en-US" sz="1650" dirty="0" spc="-1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BY;</a:t>
            </a:r>
            <a:r>
              <a:rPr lang="en-US" sz="165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Hove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&amp; Martinez,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9 (chương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12.6)</a:t>
            </a:r>
            <a:endParaRPr lang="en-US" sz="1650" dirty="0"/>
          </a:p>
        </p:txBody>
      </p:sp>
      <p:sp>
        <p:nvSpPr>
          <p:cNvPr id="6" name="Shape 3"/>
          <p:cNvSpPr/>
          <p:nvPr/>
        </p:nvSpPr>
        <p:spPr>
          <a:xfrm>
            <a:off x="10248900" y="2247900"/>
            <a:ext cx="7124700" cy="838200"/>
          </a:xfrm>
          <a:prstGeom prst="roundRect">
            <a:avLst>
              <a:gd name="adj" fmla="val 22727"/>
            </a:avLst>
          </a:prstGeom>
          <a:solidFill>
            <a:srgbClr val="1E212B"/>
          </a:solidFill>
          <a:ln/>
        </p:spPr>
      </p:sp>
      <p:sp>
        <p:nvSpPr>
          <p:cNvPr id="7" name="Shape 4"/>
          <p:cNvSpPr/>
          <p:nvPr/>
        </p:nvSpPr>
        <p:spPr>
          <a:xfrm>
            <a:off x="10248900" y="2247900"/>
            <a:ext cx="114300" cy="8382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8" name="Text 5"/>
          <p:cNvSpPr/>
          <p:nvPr/>
        </p:nvSpPr>
        <p:spPr>
          <a:xfrm>
            <a:off x="10591800" y="2343150"/>
            <a:ext cx="659130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87" dirty="0" spc="2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Anterior</a:t>
            </a:r>
            <a:r>
              <a:rPr lang="en-US" sz="2187" dirty="0" spc="-3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cingulate</a:t>
            </a:r>
            <a:r>
              <a:rPr lang="en-US" sz="2187" dirty="0" spc="-9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cortex</a:t>
            </a:r>
            <a:endParaRPr lang="en-US" sz="2187" dirty="0"/>
          </a:p>
        </p:txBody>
      </p:sp>
      <p:sp>
        <p:nvSpPr>
          <p:cNvPr id="9" name="Text 6"/>
          <p:cNvSpPr/>
          <p:nvPr/>
        </p:nvSpPr>
        <p:spPr>
          <a:xfrm>
            <a:off x="10591800" y="2581275"/>
            <a:ext cx="6591300" cy="466725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dirty="0" spc="-3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vỏ</a:t>
            </a:r>
            <a:r>
              <a:rPr lang="en-US" sz="2550" dirty="0" spc="-1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vòng</a:t>
            </a:r>
            <a:r>
              <a:rPr lang="en-US" sz="2550" dirty="0" spc="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đai</a:t>
            </a:r>
            <a:r>
              <a:rPr lang="en-US" sz="2550" dirty="0" spc="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trước</a:t>
            </a:r>
            <a:endParaRPr lang="en-US" sz="2550" dirty="0"/>
          </a:p>
        </p:txBody>
      </p:sp>
      <p:sp>
        <p:nvSpPr>
          <p:cNvPr id="10" name="Shape 7"/>
          <p:cNvSpPr/>
          <p:nvPr/>
        </p:nvSpPr>
        <p:spPr>
          <a:xfrm>
            <a:off x="10248900" y="3219450"/>
            <a:ext cx="7124700" cy="838200"/>
          </a:xfrm>
          <a:prstGeom prst="roundRect">
            <a:avLst>
              <a:gd name="adj" fmla="val 22727"/>
            </a:avLst>
          </a:prstGeom>
          <a:solidFill>
            <a:srgbClr val="1E212B"/>
          </a:solidFill>
          <a:ln/>
        </p:spPr>
      </p:sp>
      <p:sp>
        <p:nvSpPr>
          <p:cNvPr id="11" name="Shape 8"/>
          <p:cNvSpPr/>
          <p:nvPr/>
        </p:nvSpPr>
        <p:spPr>
          <a:xfrm>
            <a:off x="10248900" y="3219450"/>
            <a:ext cx="114300" cy="8382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12" name="Text 9"/>
          <p:cNvSpPr/>
          <p:nvPr/>
        </p:nvSpPr>
        <p:spPr>
          <a:xfrm>
            <a:off x="10591800" y="3314700"/>
            <a:ext cx="659130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87" dirty="0" spc="-3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Medial</a:t>
            </a:r>
            <a:r>
              <a:rPr lang="en-US" sz="2187" dirty="0" spc="-11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prefrontal</a:t>
            </a:r>
            <a:r>
              <a:rPr lang="en-US" sz="2187" dirty="0" spc="-8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cortex</a:t>
            </a:r>
            <a:endParaRPr lang="en-US" sz="2187" dirty="0"/>
          </a:p>
        </p:txBody>
      </p:sp>
      <p:sp>
        <p:nvSpPr>
          <p:cNvPr id="13" name="Text 10"/>
          <p:cNvSpPr/>
          <p:nvPr/>
        </p:nvSpPr>
        <p:spPr>
          <a:xfrm>
            <a:off x="10591800" y="3552825"/>
            <a:ext cx="6591300" cy="466725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dirty="0" spc="-3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vỏ</a:t>
            </a:r>
            <a:r>
              <a:rPr lang="en-US" sz="2550" dirty="0" spc="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trước</a:t>
            </a:r>
            <a:r>
              <a:rPr lang="en-US" sz="2550" dirty="0" spc="-1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trán</a:t>
            </a:r>
            <a:r>
              <a:rPr lang="en-US" sz="2550" dirty="0" spc="1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giữa</a:t>
            </a:r>
            <a:endParaRPr lang="en-US" sz="2550" dirty="0"/>
          </a:p>
        </p:txBody>
      </p:sp>
      <p:sp>
        <p:nvSpPr>
          <p:cNvPr id="14" name="Shape 11"/>
          <p:cNvSpPr/>
          <p:nvPr/>
        </p:nvSpPr>
        <p:spPr>
          <a:xfrm>
            <a:off x="10248900" y="4191000"/>
            <a:ext cx="7124700" cy="838200"/>
          </a:xfrm>
          <a:prstGeom prst="roundRect">
            <a:avLst>
              <a:gd name="adj" fmla="val 22727"/>
            </a:avLst>
          </a:prstGeom>
          <a:solidFill>
            <a:srgbClr val="1E212B"/>
          </a:solidFill>
          <a:ln/>
        </p:spPr>
      </p:sp>
      <p:sp>
        <p:nvSpPr>
          <p:cNvPr id="15" name="Shape 12"/>
          <p:cNvSpPr/>
          <p:nvPr/>
        </p:nvSpPr>
        <p:spPr>
          <a:xfrm>
            <a:off x="10248900" y="4191000"/>
            <a:ext cx="114300" cy="8382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16" name="Text 13"/>
          <p:cNvSpPr/>
          <p:nvPr/>
        </p:nvSpPr>
        <p:spPr>
          <a:xfrm>
            <a:off x="10591800" y="4286250"/>
            <a:ext cx="659130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87" dirty="0" spc="-14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Amygdala,</a:t>
            </a:r>
            <a:r>
              <a:rPr lang="en-US" sz="2187" dirty="0" spc="-5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hippocampus</a:t>
            </a:r>
            <a:endParaRPr lang="en-US" sz="2187" dirty="0"/>
          </a:p>
        </p:txBody>
      </p:sp>
      <p:sp>
        <p:nvSpPr>
          <p:cNvPr id="17" name="Text 14"/>
          <p:cNvSpPr/>
          <p:nvPr/>
        </p:nvSpPr>
        <p:spPr>
          <a:xfrm>
            <a:off x="10591800" y="4524375"/>
            <a:ext cx="6591300" cy="466725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hạnh</a:t>
            </a:r>
            <a:r>
              <a:rPr lang="en-US" sz="25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nhân,</a:t>
            </a:r>
            <a:r>
              <a:rPr lang="en-US" sz="25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hải</a:t>
            </a:r>
            <a:r>
              <a:rPr lang="en-US" sz="255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mã</a:t>
            </a:r>
            <a:endParaRPr lang="en-US" sz="2550" dirty="0"/>
          </a:p>
        </p:txBody>
      </p:sp>
      <p:sp>
        <p:nvSpPr>
          <p:cNvPr id="18" name="Shape 15"/>
          <p:cNvSpPr/>
          <p:nvPr/>
        </p:nvSpPr>
        <p:spPr>
          <a:xfrm>
            <a:off x="10248900" y="5162550"/>
            <a:ext cx="7124700" cy="3181350"/>
          </a:xfrm>
          <a:prstGeom prst="roundRect">
            <a:avLst>
              <a:gd name="adj" fmla="val 5988"/>
            </a:avLst>
          </a:prstGeom>
          <a:solidFill>
            <a:srgbClr val="4A2A24"/>
          </a:solidFill>
          <a:ln/>
        </p:spPr>
      </p:sp>
      <p:sp>
        <p:nvSpPr>
          <p:cNvPr id="19" name="Text 16"/>
          <p:cNvSpPr/>
          <p:nvPr/>
        </p:nvSpPr>
        <p:spPr>
          <a:xfrm>
            <a:off x="10553700" y="5429250"/>
            <a:ext cx="6515100" cy="264795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6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Trên</a:t>
            </a:r>
            <a:r>
              <a:rPr lang="en-US" sz="22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mặt</a:t>
            </a:r>
            <a:r>
              <a:rPr lang="en-US" sz="22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cắt</a:t>
            </a:r>
            <a:r>
              <a:rPr lang="en-US" sz="22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giữa,</a:t>
            </a:r>
            <a:r>
              <a:rPr lang="en-US" sz="22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2925"/>
              </a:lnSpc>
              <a:buNone/>
            </a:pPr>
            <a:r>
              <a:rPr lang="en-US" sz="2250" b="1" dirty="0" spc="-27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vỏ</a:t>
            </a:r>
            <a:r>
              <a:rPr lang="en-US" sz="2250" b="1" dirty="0" spc="-17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vòng</a:t>
            </a:r>
            <a:r>
              <a:rPr lang="en-US" sz="2250" b="1" dirty="0" spc="10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đai</a:t>
            </a:r>
            <a:r>
              <a:rPr lang="en-US" sz="2250" b="1" dirty="0" spc="9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pPr algn="l" indent="0" marL="0">
              <a:lnSpc>
                <a:spcPts val="2925"/>
              </a:lnSpc>
              <a:buNone/>
            </a:pPr>
            <a:r>
              <a:rPr lang="en-US" sz="22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(vàng)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nằm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cạnh</a:t>
            </a:r>
            <a:r>
              <a:rPr lang="en-US" sz="22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vỏ</a:t>
            </a:r>
            <a:r>
              <a:rPr lang="en-US" sz="22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225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trán</a:t>
            </a:r>
            <a:r>
              <a:rPr lang="en-US" sz="22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giữa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(tím);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hạnh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</a:t>
            </a:r>
            <a:r>
              <a:rPr lang="en-US" sz="2250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(đỏ)</a:t>
            </a:r>
            <a:r>
              <a:rPr lang="en-US" sz="225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hải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2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(xanh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lá)</a:t>
            </a:r>
            <a:r>
              <a:rPr lang="en-US" sz="22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phía</a:t>
            </a:r>
            <a:r>
              <a:rPr lang="en-US" sz="2250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dưới</a:t>
            </a:r>
            <a:r>
              <a:rPr lang="en-US" sz="22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2925"/>
              </a:lnSpc>
              <a:buNone/>
            </a:pPr>
            <a:r>
              <a:rPr lang="en-US" sz="22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[S5]</a:t>
            </a:r>
            <a:pPr algn="l" indent="0" marL="0">
              <a:lnSpc>
                <a:spcPts val="2925"/>
              </a:lnSpc>
              <a:buNone/>
            </a:pPr>
            <a:r>
              <a:rPr lang="en-US" sz="22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2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Giáo</a:t>
            </a:r>
            <a:r>
              <a:rPr lang="en-US" sz="225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2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2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r>
              <a:rPr lang="en-US" sz="2250" dirty="0" spc="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2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vùng</a:t>
            </a:r>
            <a:r>
              <a:rPr lang="en-US" sz="22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thường</a:t>
            </a:r>
            <a:r>
              <a:rPr lang="en-US" sz="225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liên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2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250" dirty="0" spc="-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rối</a:t>
            </a:r>
            <a:r>
              <a:rPr lang="en-US" sz="22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loạn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căng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thẳng</a:t>
            </a:r>
            <a:r>
              <a:rPr lang="en-US" sz="22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 sang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chấn</a:t>
            </a:r>
            <a:r>
              <a:rPr lang="en-US" sz="225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(PTSD),</a:t>
            </a:r>
            <a:r>
              <a:rPr lang="en-US" sz="22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250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mức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liên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2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2925"/>
              </a:lnSpc>
              <a:buNone/>
            </a:pPr>
            <a:r>
              <a:rPr lang="en-US" sz="22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[S5]</a:t>
            </a:r>
            <a:pPr algn="l" indent="0" marL="0">
              <a:lnSpc>
                <a:spcPts val="2925"/>
              </a:lnSpc>
              <a:buNone/>
            </a:pPr>
            <a:r>
              <a:rPr lang="en-US" sz="22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endParaRPr lang="en-US" sz="2250" dirty="0"/>
          </a:p>
        </p:txBody>
      </p:sp>
      <p:sp>
        <p:nvSpPr>
          <p:cNvPr id="20" name="Text 17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[S5]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94932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19"/>
          <p:cNvSpPr/>
          <p:nvPr/>
        </p:nvSpPr>
        <p:spPr>
          <a:xfrm>
            <a:off x="115252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0"/>
          <p:cNvSpPr/>
          <p:nvPr/>
        </p:nvSpPr>
        <p:spPr>
          <a:xfrm>
            <a:off x="135572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1"/>
          <p:cNvSpPr/>
          <p:nvPr/>
        </p:nvSpPr>
        <p:spPr>
          <a:xfrm>
            <a:off x="155892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2"/>
          <p:cNvSpPr/>
          <p:nvPr/>
        </p:nvSpPr>
        <p:spPr>
          <a:xfrm>
            <a:off x="176212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3"/>
          <p:cNvSpPr/>
          <p:nvPr/>
        </p:nvSpPr>
        <p:spPr>
          <a:xfrm>
            <a:off x="196532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4"/>
          <p:cNvSpPr/>
          <p:nvPr/>
        </p:nvSpPr>
        <p:spPr>
          <a:xfrm>
            <a:off x="216852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5"/>
          <p:cNvSpPr/>
          <p:nvPr/>
        </p:nvSpPr>
        <p:spPr>
          <a:xfrm>
            <a:off x="237172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6"/>
          <p:cNvSpPr/>
          <p:nvPr/>
        </p:nvSpPr>
        <p:spPr>
          <a:xfrm>
            <a:off x="25749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7"/>
          <p:cNvSpPr/>
          <p:nvPr/>
        </p:nvSpPr>
        <p:spPr>
          <a:xfrm>
            <a:off x="27781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8"/>
          <p:cNvSpPr/>
          <p:nvPr/>
        </p:nvSpPr>
        <p:spPr>
          <a:xfrm>
            <a:off x="29813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29"/>
          <p:cNvSpPr/>
          <p:nvPr/>
        </p:nvSpPr>
        <p:spPr>
          <a:xfrm>
            <a:off x="31845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0"/>
          <p:cNvSpPr/>
          <p:nvPr/>
        </p:nvSpPr>
        <p:spPr>
          <a:xfrm>
            <a:off x="338772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1"/>
          <p:cNvSpPr/>
          <p:nvPr/>
        </p:nvSpPr>
        <p:spPr>
          <a:xfrm>
            <a:off x="359092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2"/>
          <p:cNvSpPr/>
          <p:nvPr/>
        </p:nvSpPr>
        <p:spPr>
          <a:xfrm>
            <a:off x="379412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3"/>
          <p:cNvSpPr/>
          <p:nvPr/>
        </p:nvSpPr>
        <p:spPr>
          <a:xfrm>
            <a:off x="3997320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4"/>
          <p:cNvSpPr/>
          <p:nvPr/>
        </p:nvSpPr>
        <p:spPr>
          <a:xfrm>
            <a:off x="4200520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5"/>
          <p:cNvSpPr/>
          <p:nvPr/>
        </p:nvSpPr>
        <p:spPr>
          <a:xfrm>
            <a:off x="4403720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6"/>
          <p:cNvSpPr/>
          <p:nvPr/>
        </p:nvSpPr>
        <p:spPr>
          <a:xfrm>
            <a:off x="4606919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7"/>
          <p:cNvSpPr/>
          <p:nvPr/>
        </p:nvSpPr>
        <p:spPr>
          <a:xfrm>
            <a:off x="4810119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8"/>
          <p:cNvSpPr/>
          <p:nvPr/>
        </p:nvSpPr>
        <p:spPr>
          <a:xfrm>
            <a:off x="5013319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39"/>
          <p:cNvSpPr/>
          <p:nvPr/>
        </p:nvSpPr>
        <p:spPr>
          <a:xfrm>
            <a:off x="5216518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0"/>
          <p:cNvSpPr/>
          <p:nvPr/>
        </p:nvSpPr>
        <p:spPr>
          <a:xfrm>
            <a:off x="5419718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1"/>
          <p:cNvSpPr/>
          <p:nvPr/>
        </p:nvSpPr>
        <p:spPr>
          <a:xfrm>
            <a:off x="5622918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2"/>
          <p:cNvSpPr/>
          <p:nvPr/>
        </p:nvSpPr>
        <p:spPr>
          <a:xfrm>
            <a:off x="5826117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3"/>
          <p:cNvSpPr/>
          <p:nvPr/>
        </p:nvSpPr>
        <p:spPr>
          <a:xfrm>
            <a:off x="6029317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4"/>
          <p:cNvSpPr/>
          <p:nvPr/>
        </p:nvSpPr>
        <p:spPr>
          <a:xfrm>
            <a:off x="6232517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5"/>
          <p:cNvSpPr/>
          <p:nvPr/>
        </p:nvSpPr>
        <p:spPr>
          <a:xfrm>
            <a:off x="64357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6"/>
          <p:cNvSpPr/>
          <p:nvPr/>
        </p:nvSpPr>
        <p:spPr>
          <a:xfrm>
            <a:off x="66389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7"/>
          <p:cNvSpPr/>
          <p:nvPr/>
        </p:nvSpPr>
        <p:spPr>
          <a:xfrm>
            <a:off x="68421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8"/>
          <p:cNvSpPr/>
          <p:nvPr/>
        </p:nvSpPr>
        <p:spPr>
          <a:xfrm>
            <a:off x="70453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49"/>
          <p:cNvSpPr/>
          <p:nvPr/>
        </p:nvSpPr>
        <p:spPr>
          <a:xfrm>
            <a:off x="724851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0"/>
          <p:cNvSpPr/>
          <p:nvPr/>
        </p:nvSpPr>
        <p:spPr>
          <a:xfrm>
            <a:off x="745171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1"/>
          <p:cNvSpPr/>
          <p:nvPr/>
        </p:nvSpPr>
        <p:spPr>
          <a:xfrm>
            <a:off x="765491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Shape 52"/>
          <p:cNvSpPr/>
          <p:nvPr/>
        </p:nvSpPr>
        <p:spPr>
          <a:xfrm>
            <a:off x="785811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Shape 53"/>
          <p:cNvSpPr/>
          <p:nvPr/>
        </p:nvSpPr>
        <p:spPr>
          <a:xfrm>
            <a:off x="806131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7" name="Shape 54"/>
          <p:cNvSpPr/>
          <p:nvPr/>
        </p:nvSpPr>
        <p:spPr>
          <a:xfrm>
            <a:off x="8247580" y="9552517"/>
            <a:ext cx="135467" cy="135467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58" name="Shape 55"/>
          <p:cNvSpPr/>
          <p:nvPr/>
        </p:nvSpPr>
        <p:spPr>
          <a:xfrm>
            <a:off x="846771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9" name="Shape 56"/>
          <p:cNvSpPr/>
          <p:nvPr/>
        </p:nvSpPr>
        <p:spPr>
          <a:xfrm>
            <a:off x="867091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0" name="Shape 57"/>
          <p:cNvSpPr/>
          <p:nvPr/>
        </p:nvSpPr>
        <p:spPr>
          <a:xfrm>
            <a:off x="887411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1" name="Shape 58"/>
          <p:cNvSpPr/>
          <p:nvPr/>
        </p:nvSpPr>
        <p:spPr>
          <a:xfrm>
            <a:off x="907731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2" name="Shape 59"/>
          <p:cNvSpPr/>
          <p:nvPr/>
        </p:nvSpPr>
        <p:spPr>
          <a:xfrm>
            <a:off x="928051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3" name="Shape 60"/>
          <p:cNvSpPr/>
          <p:nvPr/>
        </p:nvSpPr>
        <p:spPr>
          <a:xfrm>
            <a:off x="948371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4" name="Shape 61"/>
          <p:cNvSpPr/>
          <p:nvPr/>
        </p:nvSpPr>
        <p:spPr>
          <a:xfrm>
            <a:off x="968691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5" name="Shape 62"/>
          <p:cNvSpPr/>
          <p:nvPr/>
        </p:nvSpPr>
        <p:spPr>
          <a:xfrm>
            <a:off x="989011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6" name="Text 63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3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L07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2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37/45</a:t>
            </a:r>
            <a:endParaRPr lang="en-US" sz="1800" dirty="0"/>
          </a:p>
        </p:txBody>
      </p:sp>
      <p:sp>
        <p:nvSpPr>
          <p:cNvPr id="67" name="Shape 6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8" name="Moda image moda-export-watermark-408f7623-49f6-4f84-89b2-aa70ce71baf1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1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Một</a:t>
            </a:r>
            <a:r>
              <a:rPr lang="en-US" sz="57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tiếng</a:t>
            </a: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chó</a:t>
            </a: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sủa, sáu</a:t>
            </a:r>
            <a:r>
              <a:rPr lang="en-US" sz="5700" dirty="0" spc="-7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bước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1562100" y="2762250"/>
            <a:ext cx="4191000" cy="800100"/>
          </a:xfrm>
          <a:prstGeom prst="roundRect">
            <a:avLst>
              <a:gd name="adj" fmla="val 23810"/>
            </a:avLst>
          </a:prstGeom>
          <a:solidFill>
            <a:srgbClr val="E8472B"/>
          </a:solidFill>
          <a:ln/>
        </p:spPr>
      </p:sp>
      <p:sp>
        <p:nvSpPr>
          <p:cNvPr id="4" name="Text 2"/>
          <p:cNvSpPr/>
          <p:nvPr/>
        </p:nvSpPr>
        <p:spPr>
          <a:xfrm>
            <a:off x="1562100" y="2762250"/>
            <a:ext cx="41910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-1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Đồi</a:t>
            </a:r>
            <a:r>
              <a:rPr lang="en-US" sz="2550" dirty="0" spc="1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thị</a:t>
            </a:r>
            <a:endParaRPr lang="en-US" sz="2550" dirty="0"/>
          </a:p>
        </p:txBody>
      </p:sp>
      <p:sp>
        <p:nvSpPr>
          <p:cNvPr id="5" name="Connector line-1792598911249-150340937"/>
          <p:cNvSpPr/>
          <p:nvPr/>
        </p:nvSpPr>
        <p:spPr>
          <a:xfrm>
            <a:off x="3657600" y="3562350"/>
            <a:ext cx="0" cy="5391150"/>
          </a:xfrm>
          <a:prstGeom prst="line">
            <a:avLst/>
          </a:prstGeom>
          <a:noFill/>
          <a:ln w="38100">
            <a:solidFill>
              <a:srgbClr val="DDD5C1"/>
            </a:solidFill>
            <a:prstDash val="lgDash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7048500" y="2762250"/>
            <a:ext cx="4191000" cy="800100"/>
          </a:xfrm>
          <a:prstGeom prst="roundRect">
            <a:avLst>
              <a:gd name="adj" fmla="val 23810"/>
            </a:avLst>
          </a:prstGeom>
          <a:solidFill>
            <a:srgbClr val="1F3FD1"/>
          </a:solidFill>
          <a:ln/>
        </p:spPr>
      </p:sp>
      <p:sp>
        <p:nvSpPr>
          <p:cNvPr id="7" name="Text 5"/>
          <p:cNvSpPr/>
          <p:nvPr/>
        </p:nvSpPr>
        <p:spPr>
          <a:xfrm>
            <a:off x="7048500" y="2762250"/>
            <a:ext cx="41910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-3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Hạnh</a:t>
            </a:r>
            <a:r>
              <a:rPr lang="en-US" sz="2550" dirty="0" spc="-4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nhân</a:t>
            </a:r>
            <a:endParaRPr lang="en-US" sz="2550" dirty="0"/>
          </a:p>
        </p:txBody>
      </p:sp>
      <p:sp>
        <p:nvSpPr>
          <p:cNvPr id="8" name="Connector line-1792598911251-242196932"/>
          <p:cNvSpPr/>
          <p:nvPr/>
        </p:nvSpPr>
        <p:spPr>
          <a:xfrm>
            <a:off x="9144000" y="3562350"/>
            <a:ext cx="0" cy="5391150"/>
          </a:xfrm>
          <a:prstGeom prst="line">
            <a:avLst/>
          </a:prstGeom>
          <a:noFill/>
          <a:ln w="38100">
            <a:solidFill>
              <a:srgbClr val="DDD5C1"/>
            </a:solidFill>
            <a:prstDash val="lgDash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12534900" y="2762250"/>
            <a:ext cx="4191000" cy="800100"/>
          </a:xfrm>
          <a:prstGeom prst="roundRect">
            <a:avLst>
              <a:gd name="adj" fmla="val 23810"/>
            </a:avLst>
          </a:prstGeom>
          <a:solidFill>
            <a:srgbClr val="B45309"/>
          </a:solidFill>
          <a:ln/>
        </p:spPr>
      </p:sp>
      <p:sp>
        <p:nvSpPr>
          <p:cNvPr id="10" name="Text 8"/>
          <p:cNvSpPr/>
          <p:nvPr/>
        </p:nvSpPr>
        <p:spPr>
          <a:xfrm>
            <a:off x="12534900" y="2762250"/>
            <a:ext cx="41910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7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Các</a:t>
            </a:r>
            <a:r>
              <a:rPr lang="en-US" sz="2550" dirty="0" spc="-4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vùng</a:t>
            </a:r>
            <a:r>
              <a:rPr lang="en-US" sz="2550" dirty="0" spc="-13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còn</a:t>
            </a:r>
            <a:r>
              <a:rPr lang="en-US" sz="2550" dirty="0" spc="-2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lại</a:t>
            </a:r>
            <a:endParaRPr lang="en-US" sz="2550" dirty="0"/>
          </a:p>
        </p:txBody>
      </p:sp>
      <p:sp>
        <p:nvSpPr>
          <p:cNvPr id="11" name="Connector line-1792598911252-383540782"/>
          <p:cNvSpPr/>
          <p:nvPr/>
        </p:nvSpPr>
        <p:spPr>
          <a:xfrm>
            <a:off x="14630400" y="3562350"/>
            <a:ext cx="0" cy="5391150"/>
          </a:xfrm>
          <a:prstGeom prst="line">
            <a:avLst/>
          </a:prstGeom>
          <a:noFill/>
          <a:ln w="38100">
            <a:solidFill>
              <a:srgbClr val="DDD5C1"/>
            </a:solidFill>
            <a:prstDash val="lgDash"/>
            <a:headEnd type="none"/>
            <a:tailEnd type="none"/>
          </a:ln>
        </p:spPr>
      </p:sp>
      <p:sp>
        <p:nvSpPr>
          <p:cNvPr id="12" name="Connector line-1792598911252-635969407"/>
          <p:cNvSpPr/>
          <p:nvPr/>
        </p:nvSpPr>
        <p:spPr>
          <a:xfrm>
            <a:off x="3657600" y="3810000"/>
            <a:ext cx="0" cy="857250"/>
          </a:xfrm>
          <a:prstGeom prst="line">
            <a:avLst/>
          </a:prstGeom>
          <a:noFill/>
          <a:ln w="47625">
            <a:solidFill>
              <a:srgbClr val="E8472B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3886200" y="3771900"/>
            <a:ext cx="4762500" cy="952500"/>
          </a:xfrm>
          <a:prstGeom prst="rect">
            <a:avLst/>
          </a:prstGeom>
          <a:noFill/>
          <a:ln/>
        </p:spPr>
        <p:txBody>
          <a:bodyPr wrap="square" lIns="0" tIns="19683" rIns="0" bIns="-19683" rtlCol="0" anchor="t"/>
          <a:lstStyle/>
          <a:p>
            <a:pPr algn="l" indent="0" marL="0">
              <a:lnSpc>
                <a:spcPts val="2475"/>
              </a:lnSpc>
              <a:buNone/>
            </a:pPr>
            <a:r>
              <a:rPr lang="en-US" sz="22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1.</a:t>
            </a:r>
            <a:r>
              <a:rPr lang="en-US" sz="2250" dirty="0" spc="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Đồi</a:t>
            </a:r>
            <a:r>
              <a:rPr lang="en-US" sz="22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thị:</a:t>
            </a:r>
            <a:r>
              <a:rPr lang="en-US" sz="225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âm</a:t>
            </a:r>
            <a:r>
              <a:rPr lang="en-US" sz="22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thanh</a:t>
            </a:r>
            <a:r>
              <a:rPr lang="en-US" sz="22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qua</a:t>
            </a:r>
            <a:r>
              <a:rPr lang="en-US" sz="22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thể</a:t>
            </a:r>
            <a:r>
              <a:rPr lang="en-US" sz="225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gối</a:t>
            </a:r>
            <a:r>
              <a:rPr lang="en-US" sz="2250" dirty="0" spc="-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trong</a:t>
            </a:r>
            <a:r>
              <a:rPr lang="en-US" sz="22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lên</a:t>
            </a:r>
            <a:r>
              <a:rPr lang="en-US" sz="2250" dirty="0" spc="-1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vỏ</a:t>
            </a:r>
            <a:r>
              <a:rPr lang="en-US" sz="22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thính</a:t>
            </a:r>
            <a:r>
              <a:rPr lang="en-US" sz="225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giác</a:t>
            </a:r>
            <a:endParaRPr lang="en-US" sz="2250" dirty="0"/>
          </a:p>
        </p:txBody>
      </p:sp>
      <p:sp>
        <p:nvSpPr>
          <p:cNvPr id="14" name="Connector line-1792598911254-665876509"/>
          <p:cNvSpPr/>
          <p:nvPr/>
        </p:nvSpPr>
        <p:spPr>
          <a:xfrm>
            <a:off x="3657600" y="5438775"/>
            <a:ext cx="5486400" cy="0"/>
          </a:xfrm>
          <a:prstGeom prst="line">
            <a:avLst/>
          </a:prstGeom>
          <a:noFill/>
          <a:ln w="47625">
            <a:solidFill>
              <a:srgbClr val="1F3FD1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3752850" y="4800600"/>
            <a:ext cx="5295900" cy="600075"/>
          </a:xfrm>
          <a:prstGeom prst="rect">
            <a:avLst/>
          </a:prstGeom>
          <a:noFill/>
          <a:ln/>
        </p:spPr>
        <p:txBody>
          <a:bodyPr wrap="square" lIns="0" tIns="18763" rIns="0" bIns="-18763" rtlCol="0" anchor="b"/>
          <a:lstStyle/>
          <a:p>
            <a:pPr algn="ctr" indent="0" marL="0">
              <a:lnSpc>
                <a:spcPts val="2362"/>
              </a:lnSpc>
              <a:buNone/>
            </a:pPr>
            <a:r>
              <a:rPr lang="en-US" sz="2147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2.</a:t>
            </a:r>
            <a:r>
              <a:rPr lang="en-US" sz="2147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Hạnh</a:t>
            </a:r>
            <a:r>
              <a:rPr lang="en-US" sz="2147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nhân: nhận tín</a:t>
            </a:r>
            <a:r>
              <a:rPr lang="en-US" sz="2147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hiệu,</a:t>
            </a:r>
            <a:r>
              <a:rPr lang="en-US" sz="2147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gắn</a:t>
            </a:r>
            <a:r>
              <a:rPr lang="en-US" sz="2147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nhãn</a:t>
            </a:r>
            <a:r>
              <a:rPr lang="en-US" sz="2147" dirty="0" spc="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đáng</a:t>
            </a:r>
            <a:r>
              <a:rPr lang="en-US" sz="2147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chú</a:t>
            </a:r>
            <a:r>
              <a:rPr lang="en-US" sz="2147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ý</a:t>
            </a:r>
            <a:endParaRPr lang="en-US" sz="2147" dirty="0"/>
          </a:p>
        </p:txBody>
      </p:sp>
      <p:sp>
        <p:nvSpPr>
          <p:cNvPr id="16" name="Connector line-1792598911260-590258296"/>
          <p:cNvSpPr/>
          <p:nvPr/>
        </p:nvSpPr>
        <p:spPr>
          <a:xfrm>
            <a:off x="9144000" y="6210300"/>
            <a:ext cx="5486400" cy="0"/>
          </a:xfrm>
          <a:prstGeom prst="line">
            <a:avLst/>
          </a:prstGeom>
          <a:noFill/>
          <a:ln w="47625">
            <a:solidFill>
              <a:srgbClr val="B45309"/>
            </a:solidFill>
            <a:prstDash val="solid"/>
            <a:headEnd type="none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9239250" y="5410200"/>
            <a:ext cx="5295900" cy="762000"/>
          </a:xfrm>
          <a:prstGeom prst="rect">
            <a:avLst/>
          </a:prstGeom>
          <a:noFill/>
          <a:ln/>
        </p:spPr>
        <p:txBody>
          <a:bodyPr wrap="square" lIns="0" tIns="19683" rIns="0" bIns="-19683" rtlCol="0" anchor="b"/>
          <a:lstStyle/>
          <a:p>
            <a:pPr algn="ctr" indent="0" marL="0">
              <a:lnSpc>
                <a:spcPts val="2475"/>
              </a:lnSpc>
              <a:buNone/>
            </a:pPr>
            <a:r>
              <a:rPr lang="en-US" sz="2250" dirty="0" spc="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3.</a:t>
            </a:r>
            <a:r>
              <a:rPr lang="en-US" sz="2250" dirty="0" spc="-2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Vùng</a:t>
            </a:r>
            <a:r>
              <a:rPr lang="en-US" sz="2250" dirty="0" spc="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dưới</a:t>
            </a:r>
            <a:r>
              <a:rPr lang="en-US" sz="2250" dirty="0" spc="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đồi,</a:t>
            </a:r>
            <a:r>
              <a:rPr lang="en-US" sz="22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thân</a:t>
            </a:r>
            <a:r>
              <a:rPr lang="en-US" sz="225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não:</a:t>
            </a:r>
            <a:r>
              <a:rPr lang="en-US" sz="22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hormone,</a:t>
            </a:r>
            <a:r>
              <a:rPr lang="en-US" sz="2250" dirty="0" spc="2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đứng</a:t>
            </a:r>
            <a:r>
              <a:rPr lang="en-US" sz="2250" dirty="0" spc="1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sững,</a:t>
            </a:r>
            <a:r>
              <a:rPr lang="en-US" sz="22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hệ</a:t>
            </a:r>
            <a:r>
              <a:rPr lang="en-US" sz="2250" dirty="0" spc="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giao</a:t>
            </a:r>
            <a:r>
              <a:rPr lang="en-US" sz="22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cảm</a:t>
            </a:r>
            <a:endParaRPr lang="en-US" sz="2250" dirty="0"/>
          </a:p>
        </p:txBody>
      </p:sp>
      <p:sp>
        <p:nvSpPr>
          <p:cNvPr id="18" name="Connector line-1792598911261-388689434"/>
          <p:cNvSpPr/>
          <p:nvPr/>
        </p:nvSpPr>
        <p:spPr>
          <a:xfrm>
            <a:off x="14630400" y="6457950"/>
            <a:ext cx="0" cy="857250"/>
          </a:xfrm>
          <a:prstGeom prst="line">
            <a:avLst/>
          </a:prstGeom>
          <a:noFill/>
          <a:ln w="47625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9677400" y="6457950"/>
            <a:ext cx="4724400" cy="857250"/>
          </a:xfrm>
          <a:prstGeom prst="rect">
            <a:avLst/>
          </a:prstGeom>
          <a:noFill/>
          <a:ln/>
        </p:spPr>
        <p:txBody>
          <a:bodyPr wrap="square" lIns="0" tIns="19656" rIns="0" bIns="-19656" rtlCol="0" anchor="ctr"/>
          <a:lstStyle/>
          <a:p>
            <a:pPr algn="r" indent="0" marL="0">
              <a:lnSpc>
                <a:spcPts val="2468"/>
              </a:lnSpc>
              <a:buNone/>
            </a:pPr>
            <a:r>
              <a:rPr lang="en-US" sz="2244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4.</a:t>
            </a:r>
            <a:r>
              <a:rPr lang="en-US" sz="2244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Thùy</a:t>
            </a:r>
            <a:r>
              <a:rPr lang="en-US" sz="2244" dirty="0" spc="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đảo:</a:t>
            </a:r>
            <a:r>
              <a:rPr lang="en-US" sz="2244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cảm</a:t>
            </a:r>
            <a:r>
              <a:rPr lang="en-US" sz="2244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nhận</a:t>
            </a:r>
            <a:r>
              <a:rPr lang="en-US" sz="2244" dirty="0" spc="-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trạng</a:t>
            </a:r>
            <a:r>
              <a:rPr lang="en-US" sz="2244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thái</a:t>
            </a:r>
            <a:r>
              <a:rPr lang="en-US" sz="2244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cơ</a:t>
            </a:r>
            <a:r>
              <a:rPr lang="en-US" sz="2244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thể</a:t>
            </a:r>
            <a:endParaRPr lang="en-US" sz="2244" dirty="0"/>
          </a:p>
        </p:txBody>
      </p:sp>
      <p:sp>
        <p:nvSpPr>
          <p:cNvPr id="20" name="Connector line-1792598911263-43525574"/>
          <p:cNvSpPr/>
          <p:nvPr/>
        </p:nvSpPr>
        <p:spPr>
          <a:xfrm>
            <a:off x="14630400" y="7229475"/>
            <a:ext cx="0" cy="857250"/>
          </a:xfrm>
          <a:prstGeom prst="line">
            <a:avLst/>
          </a:prstGeom>
          <a:noFill/>
          <a:ln w="47625">
            <a:solidFill>
              <a:srgbClr val="E8472B"/>
            </a:solidFill>
            <a:prstDash val="solid"/>
            <a:headEnd type="none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9677400" y="7229475"/>
            <a:ext cx="4724400" cy="857250"/>
          </a:xfrm>
          <a:prstGeom prst="rect">
            <a:avLst/>
          </a:prstGeom>
          <a:noFill/>
          <a:ln/>
        </p:spPr>
        <p:txBody>
          <a:bodyPr wrap="square" lIns="0" tIns="19683" rIns="0" bIns="-19683" rtlCol="0" anchor="ctr"/>
          <a:lstStyle/>
          <a:p>
            <a:pPr algn="r" indent="0" marL="0">
              <a:lnSpc>
                <a:spcPts val="2475"/>
              </a:lnSpc>
              <a:buNone/>
            </a:pPr>
            <a:r>
              <a:rPr lang="en-US" sz="2250" dirty="0" spc="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5.</a:t>
            </a:r>
            <a:r>
              <a:rPr lang="en-US" sz="22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Hải</a:t>
            </a:r>
            <a:r>
              <a:rPr lang="en-US" sz="22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mã:</a:t>
            </a:r>
            <a:r>
              <a:rPr lang="en-US" sz="22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con</a:t>
            </a:r>
            <a:r>
              <a:rPr lang="en-US" sz="22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chó</a:t>
            </a:r>
            <a:r>
              <a:rPr lang="en-US" sz="22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quen,</a:t>
            </a:r>
            <a:r>
              <a:rPr lang="en-US" sz="225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ở</a:t>
            </a:r>
            <a:r>
              <a:rPr lang="en-US" sz="22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sau</a:t>
            </a:r>
            <a:r>
              <a:rPr lang="en-US" sz="2250" dirty="0" spc="-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rào</a:t>
            </a:r>
            <a:endParaRPr lang="en-US" sz="2250" dirty="0"/>
          </a:p>
        </p:txBody>
      </p:sp>
      <p:sp>
        <p:nvSpPr>
          <p:cNvPr id="22" name="Connector line-1792598911265-633908059"/>
          <p:cNvSpPr/>
          <p:nvPr/>
        </p:nvSpPr>
        <p:spPr>
          <a:xfrm>
            <a:off x="14630400" y="8001000"/>
            <a:ext cx="0" cy="857250"/>
          </a:xfrm>
          <a:prstGeom prst="line">
            <a:avLst/>
          </a:prstGeom>
          <a:noFill/>
          <a:ln w="47625">
            <a:solidFill>
              <a:srgbClr val="1F3FD1"/>
            </a:solidFill>
            <a:prstDash val="solid"/>
            <a:headEnd type="none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9677400" y="8001000"/>
            <a:ext cx="4724400" cy="857250"/>
          </a:xfrm>
          <a:prstGeom prst="rect">
            <a:avLst/>
          </a:prstGeom>
          <a:noFill/>
          <a:ln/>
        </p:spPr>
        <p:txBody>
          <a:bodyPr wrap="square" lIns="0" tIns="17059" rIns="0" bIns="-17059" rtlCol="0" anchor="ctr"/>
          <a:lstStyle/>
          <a:p>
            <a:pPr algn="r" indent="0" marL="0">
              <a:lnSpc>
                <a:spcPts val="2145"/>
              </a:lnSpc>
              <a:buNone/>
            </a:pPr>
            <a:r>
              <a:rPr lang="en-US" sz="19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6.</a:t>
            </a:r>
            <a:r>
              <a:rPr lang="en-US" sz="1950" dirty="0" spc="-3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Vỏ</a:t>
            </a:r>
            <a:r>
              <a:rPr lang="en-US" sz="1950" dirty="0" spc="-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vòng</a:t>
            </a:r>
            <a:r>
              <a:rPr lang="en-US" sz="1950" dirty="0" spc="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đai trước,</a:t>
            </a:r>
            <a:r>
              <a:rPr lang="en-US" sz="19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hạch</a:t>
            </a:r>
            <a:r>
              <a:rPr lang="en-US" sz="19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nền:</a:t>
            </a:r>
            <a:r>
              <a:rPr lang="en-US" sz="19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chọn</a:t>
            </a:r>
            <a:r>
              <a:rPr lang="en-US" sz="1950" dirty="0" spc="2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đi</a:t>
            </a:r>
            <a:r>
              <a:rPr lang="en-US" sz="19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tiếp;</a:t>
            </a:r>
            <a:r>
              <a:rPr lang="en-US" sz="19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ký</a:t>
            </a:r>
            <a:r>
              <a:rPr lang="en-US" sz="1950" dirty="0" spc="1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ức</a:t>
            </a:r>
            <a:r>
              <a:rPr lang="en-US" sz="1950" dirty="0" spc="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được</a:t>
            </a:r>
            <a:r>
              <a:rPr lang="en-US" sz="19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củng</a:t>
            </a:r>
            <a:r>
              <a:rPr lang="en-US" sz="19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cố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[S16]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94932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15252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35572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55892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76212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96532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216852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237172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25749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27781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29813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31845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338772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359092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379412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3997320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4200520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4403720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4606919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4810119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5013319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5216518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5419718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5622918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5826117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6029317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6232517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64357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66389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68421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70453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724851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745171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765491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785811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806131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826451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8450780" y="9552517"/>
            <a:ext cx="135467" cy="135467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63" name="Shape 61"/>
          <p:cNvSpPr/>
          <p:nvPr/>
        </p:nvSpPr>
        <p:spPr>
          <a:xfrm>
            <a:off x="867091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887411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907731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928051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948371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968691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989011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0" name="Text 68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3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L07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38/45</a:t>
            </a:r>
            <a:endParaRPr lang="en-US" sz="1800" dirty="0"/>
          </a:p>
        </p:txBody>
      </p:sp>
      <p:sp>
        <p:nvSpPr>
          <p:cNvPr id="71" name="Shape 6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72" name="Moda image moda-export-watermark-7eda02db-f0a4-4a45-b092-208069745b5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1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Một</a:t>
            </a:r>
            <a:r>
              <a:rPr lang="en-US" sz="57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số cấu</a:t>
            </a:r>
            <a:r>
              <a:rPr lang="en-US" sz="57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trúc</a:t>
            </a:r>
            <a:r>
              <a:rPr lang="en-US" sz="57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tham</a:t>
            </a: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gia</a:t>
            </a:r>
            <a:r>
              <a:rPr lang="en-US" sz="57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xử</a:t>
            </a:r>
            <a:r>
              <a:rPr lang="en-US" sz="57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lý</a:t>
            </a: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cảm</a:t>
            </a:r>
            <a:r>
              <a:rPr lang="en-US" sz="5700" dirty="0" spc="-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xúc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247900"/>
            <a:ext cx="10096500" cy="609600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28575">
            <a:solidFill>
              <a:srgbClr val="DDD5C1"/>
            </a:solidFill>
            <a:prstDash val="solid"/>
          </a:ln>
        </p:spPr>
      </p:sp>
      <p:pic>
        <p:nvPicPr>
          <p:cNvPr id="4" name="Moda image rect-1792598688284-77998100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158989" y="2438400"/>
            <a:ext cx="7607321" cy="5715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8477250"/>
            <a:ext cx="16459200" cy="495300"/>
          </a:xfrm>
          <a:prstGeom prst="rect">
            <a:avLst/>
          </a:prstGeom>
          <a:noFill/>
          <a:ln/>
        </p:spPr>
        <p:txBody>
          <a:bodyPr wrap="square" lIns="0" tIns="14435" rIns="0" bIns="-14435" rtlCol="0" anchor="t"/>
          <a:lstStyle/>
          <a:p>
            <a:pPr algn="l" indent="0" marL="0">
              <a:lnSpc>
                <a:spcPts val="1815"/>
              </a:lnSpc>
              <a:buNone/>
            </a:pPr>
            <a:r>
              <a:rPr lang="en-US" sz="16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Hình: Noba,</a:t>
            </a:r>
            <a:r>
              <a:rPr lang="en-US" sz="165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giấy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16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CC</a:t>
            </a:r>
            <a:r>
              <a:rPr lang="en-US" sz="165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BY-NC-SA;</a:t>
            </a:r>
            <a:r>
              <a:rPr lang="en-US" sz="1650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Hove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&amp; Martinez,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(chương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10.1)</a:t>
            </a:r>
            <a:endParaRPr lang="en-US" sz="1650" dirty="0"/>
          </a:p>
        </p:txBody>
      </p:sp>
      <p:sp>
        <p:nvSpPr>
          <p:cNvPr id="6" name="Shape 3"/>
          <p:cNvSpPr/>
          <p:nvPr/>
        </p:nvSpPr>
        <p:spPr>
          <a:xfrm>
            <a:off x="11391900" y="2247900"/>
            <a:ext cx="5981700" cy="1352550"/>
          </a:xfrm>
          <a:prstGeom prst="roundRect">
            <a:avLst>
              <a:gd name="adj" fmla="val 14085"/>
            </a:avLst>
          </a:prstGeom>
          <a:solidFill>
            <a:srgbClr val="E8E0CF"/>
          </a:solidFill>
          <a:ln/>
        </p:spPr>
      </p:sp>
      <p:sp>
        <p:nvSpPr>
          <p:cNvPr id="7" name="Shape 4"/>
          <p:cNvSpPr/>
          <p:nvPr/>
        </p:nvSpPr>
        <p:spPr>
          <a:xfrm>
            <a:off x="11391900" y="2247900"/>
            <a:ext cx="114300" cy="135255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8" name="Text 5"/>
          <p:cNvSpPr/>
          <p:nvPr/>
        </p:nvSpPr>
        <p:spPr>
          <a:xfrm>
            <a:off x="11734800" y="2343150"/>
            <a:ext cx="5448300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2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Orbital</a:t>
            </a:r>
            <a:r>
              <a:rPr lang="en-US" sz="2250" dirty="0" spc="-5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frontal</a:t>
            </a:r>
            <a:r>
              <a:rPr lang="en-US" sz="2250" dirty="0" spc="-6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cortex</a:t>
            </a:r>
            <a:endParaRPr lang="en-US" sz="2250" dirty="0"/>
          </a:p>
        </p:txBody>
      </p:sp>
      <p:sp>
        <p:nvSpPr>
          <p:cNvPr id="9" name="Text 6"/>
          <p:cNvSpPr/>
          <p:nvPr/>
        </p:nvSpPr>
        <p:spPr>
          <a:xfrm>
            <a:off x="11734800" y="2790825"/>
            <a:ext cx="5448300" cy="76200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dirty="0" spc="-3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vỏ</a:t>
            </a:r>
            <a:r>
              <a:rPr lang="en-US" sz="25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ổ</a:t>
            </a:r>
            <a:r>
              <a:rPr lang="en-US" sz="2550" dirty="0" spc="-1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mắt</a:t>
            </a:r>
            <a:r>
              <a:rPr lang="en-US" sz="2550" dirty="0" spc="-1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trán</a:t>
            </a:r>
            <a:endParaRPr lang="en-US" sz="2550" dirty="0"/>
          </a:p>
        </p:txBody>
      </p:sp>
      <p:sp>
        <p:nvSpPr>
          <p:cNvPr id="10" name="Shape 7"/>
          <p:cNvSpPr/>
          <p:nvPr/>
        </p:nvSpPr>
        <p:spPr>
          <a:xfrm>
            <a:off x="11391900" y="3829050"/>
            <a:ext cx="5981700" cy="1352550"/>
          </a:xfrm>
          <a:prstGeom prst="roundRect">
            <a:avLst>
              <a:gd name="adj" fmla="val 14085"/>
            </a:avLst>
          </a:prstGeom>
          <a:solidFill>
            <a:srgbClr val="E8E0CF"/>
          </a:solidFill>
          <a:ln/>
        </p:spPr>
      </p:sp>
      <p:sp>
        <p:nvSpPr>
          <p:cNvPr id="11" name="Shape 8"/>
          <p:cNvSpPr/>
          <p:nvPr/>
        </p:nvSpPr>
        <p:spPr>
          <a:xfrm>
            <a:off x="11391900" y="3829050"/>
            <a:ext cx="114300" cy="135255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12" name="Text 9"/>
          <p:cNvSpPr/>
          <p:nvPr/>
        </p:nvSpPr>
        <p:spPr>
          <a:xfrm>
            <a:off x="11734800" y="3924300"/>
            <a:ext cx="5448300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1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Nucleus</a:t>
            </a:r>
            <a:r>
              <a:rPr lang="en-US" sz="2250" dirty="0" spc="1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accumbens,</a:t>
            </a:r>
            <a:r>
              <a:rPr lang="en-US" sz="2250" dirty="0" spc="-4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hypothalamus</a:t>
            </a:r>
            <a:endParaRPr lang="en-US" sz="2250" dirty="0"/>
          </a:p>
        </p:txBody>
      </p:sp>
      <p:sp>
        <p:nvSpPr>
          <p:cNvPr id="13" name="Text 10"/>
          <p:cNvSpPr/>
          <p:nvPr/>
        </p:nvSpPr>
        <p:spPr>
          <a:xfrm>
            <a:off x="11734800" y="4371975"/>
            <a:ext cx="5448300" cy="76200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nhân</a:t>
            </a:r>
            <a:r>
              <a:rPr lang="en-US" sz="25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accumbens,</a:t>
            </a:r>
            <a:r>
              <a:rPr lang="en-US" sz="25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vùng</a:t>
            </a:r>
            <a:r>
              <a:rPr lang="en-US" sz="2550" dirty="0" spc="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dưới</a:t>
            </a:r>
            <a:r>
              <a:rPr lang="en-US" sz="2550" dirty="0" spc="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đồi</a:t>
            </a:r>
            <a:endParaRPr lang="en-US" sz="2550" dirty="0"/>
          </a:p>
        </p:txBody>
      </p:sp>
      <p:sp>
        <p:nvSpPr>
          <p:cNvPr id="14" name="Shape 11"/>
          <p:cNvSpPr/>
          <p:nvPr/>
        </p:nvSpPr>
        <p:spPr>
          <a:xfrm>
            <a:off x="11391900" y="5410200"/>
            <a:ext cx="5981700" cy="1352550"/>
          </a:xfrm>
          <a:prstGeom prst="roundRect">
            <a:avLst>
              <a:gd name="adj" fmla="val 14085"/>
            </a:avLst>
          </a:prstGeom>
          <a:solidFill>
            <a:srgbClr val="E8E0CF"/>
          </a:solidFill>
          <a:ln/>
        </p:spPr>
      </p:sp>
      <p:sp>
        <p:nvSpPr>
          <p:cNvPr id="15" name="Shape 12"/>
          <p:cNvSpPr/>
          <p:nvPr/>
        </p:nvSpPr>
        <p:spPr>
          <a:xfrm>
            <a:off x="11391900" y="5410200"/>
            <a:ext cx="114300" cy="135255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16" name="Text 13"/>
          <p:cNvSpPr/>
          <p:nvPr/>
        </p:nvSpPr>
        <p:spPr>
          <a:xfrm>
            <a:off x="11734800" y="5505450"/>
            <a:ext cx="5448300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14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Amygdala,</a:t>
            </a:r>
            <a:r>
              <a:rPr lang="en-US" sz="2250" dirty="0" spc="1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thalamus</a:t>
            </a:r>
            <a:endParaRPr lang="en-US" sz="2250" dirty="0"/>
          </a:p>
        </p:txBody>
      </p:sp>
      <p:sp>
        <p:nvSpPr>
          <p:cNvPr id="17" name="Text 14"/>
          <p:cNvSpPr/>
          <p:nvPr/>
        </p:nvSpPr>
        <p:spPr>
          <a:xfrm>
            <a:off x="11734800" y="5953125"/>
            <a:ext cx="5448300" cy="76200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hạnh</a:t>
            </a:r>
            <a:r>
              <a:rPr lang="en-US" sz="25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nhân,</a:t>
            </a:r>
            <a:r>
              <a:rPr lang="en-US" sz="2550" dirty="0" spc="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đồi</a:t>
            </a:r>
            <a:r>
              <a:rPr lang="en-US" sz="25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thị</a:t>
            </a:r>
            <a:endParaRPr lang="en-US" sz="2550" dirty="0"/>
          </a:p>
        </p:txBody>
      </p:sp>
      <p:sp>
        <p:nvSpPr>
          <p:cNvPr id="18" name="Shape 15"/>
          <p:cNvSpPr/>
          <p:nvPr/>
        </p:nvSpPr>
        <p:spPr>
          <a:xfrm>
            <a:off x="11391900" y="6991350"/>
            <a:ext cx="5981700" cy="1352550"/>
          </a:xfrm>
          <a:prstGeom prst="roundRect">
            <a:avLst>
              <a:gd name="adj" fmla="val 14085"/>
            </a:avLst>
          </a:prstGeom>
          <a:solidFill>
            <a:srgbClr val="E8E0CF"/>
          </a:solidFill>
          <a:ln/>
        </p:spPr>
      </p:sp>
      <p:sp>
        <p:nvSpPr>
          <p:cNvPr id="19" name="Shape 16"/>
          <p:cNvSpPr/>
          <p:nvPr/>
        </p:nvSpPr>
        <p:spPr>
          <a:xfrm>
            <a:off x="11391900" y="6991350"/>
            <a:ext cx="114300" cy="135255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20" name="Text 17"/>
          <p:cNvSpPr/>
          <p:nvPr/>
        </p:nvSpPr>
        <p:spPr>
          <a:xfrm>
            <a:off x="11734800" y="7086600"/>
            <a:ext cx="5448300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1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Periaqueductal</a:t>
            </a:r>
            <a:r>
              <a:rPr lang="en-US" sz="2250" dirty="0" spc="-10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gray</a:t>
            </a:r>
            <a:endParaRPr lang="en-US" sz="2250" dirty="0"/>
          </a:p>
        </p:txBody>
      </p:sp>
      <p:sp>
        <p:nvSpPr>
          <p:cNvPr id="21" name="Text 18"/>
          <p:cNvSpPr/>
          <p:nvPr/>
        </p:nvSpPr>
        <p:spPr>
          <a:xfrm>
            <a:off x="11734800" y="7534275"/>
            <a:ext cx="5448300" cy="76200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dirty="0" spc="-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chất</a:t>
            </a:r>
            <a:r>
              <a:rPr lang="en-US" sz="2550" dirty="0" spc="-2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xám</a:t>
            </a:r>
            <a:r>
              <a:rPr lang="en-US" sz="25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quanh</a:t>
            </a:r>
            <a:r>
              <a:rPr lang="en-US" sz="25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cống</a:t>
            </a:r>
            <a:r>
              <a:rPr lang="en-US" sz="25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não</a:t>
            </a:r>
            <a:endParaRPr lang="en-US" sz="2550" dirty="0"/>
          </a:p>
        </p:txBody>
      </p:sp>
      <p:sp>
        <p:nvSpPr>
          <p:cNvPr id="22" name="Text 19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[S3]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94932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1"/>
          <p:cNvSpPr/>
          <p:nvPr/>
        </p:nvSpPr>
        <p:spPr>
          <a:xfrm>
            <a:off x="115252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2"/>
          <p:cNvSpPr/>
          <p:nvPr/>
        </p:nvSpPr>
        <p:spPr>
          <a:xfrm>
            <a:off x="135572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3"/>
          <p:cNvSpPr/>
          <p:nvPr/>
        </p:nvSpPr>
        <p:spPr>
          <a:xfrm>
            <a:off x="155892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4"/>
          <p:cNvSpPr/>
          <p:nvPr/>
        </p:nvSpPr>
        <p:spPr>
          <a:xfrm>
            <a:off x="176212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5"/>
          <p:cNvSpPr/>
          <p:nvPr/>
        </p:nvSpPr>
        <p:spPr>
          <a:xfrm>
            <a:off x="196532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6"/>
          <p:cNvSpPr/>
          <p:nvPr/>
        </p:nvSpPr>
        <p:spPr>
          <a:xfrm>
            <a:off x="216852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7"/>
          <p:cNvSpPr/>
          <p:nvPr/>
        </p:nvSpPr>
        <p:spPr>
          <a:xfrm>
            <a:off x="237172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8"/>
          <p:cNvSpPr/>
          <p:nvPr/>
        </p:nvSpPr>
        <p:spPr>
          <a:xfrm>
            <a:off x="25749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29"/>
          <p:cNvSpPr/>
          <p:nvPr/>
        </p:nvSpPr>
        <p:spPr>
          <a:xfrm>
            <a:off x="27781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0"/>
          <p:cNvSpPr/>
          <p:nvPr/>
        </p:nvSpPr>
        <p:spPr>
          <a:xfrm>
            <a:off x="29813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1"/>
          <p:cNvSpPr/>
          <p:nvPr/>
        </p:nvSpPr>
        <p:spPr>
          <a:xfrm>
            <a:off x="31845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2"/>
          <p:cNvSpPr/>
          <p:nvPr/>
        </p:nvSpPr>
        <p:spPr>
          <a:xfrm>
            <a:off x="338772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3"/>
          <p:cNvSpPr/>
          <p:nvPr/>
        </p:nvSpPr>
        <p:spPr>
          <a:xfrm>
            <a:off x="359092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4"/>
          <p:cNvSpPr/>
          <p:nvPr/>
        </p:nvSpPr>
        <p:spPr>
          <a:xfrm>
            <a:off x="379412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5"/>
          <p:cNvSpPr/>
          <p:nvPr/>
        </p:nvSpPr>
        <p:spPr>
          <a:xfrm>
            <a:off x="3997320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6"/>
          <p:cNvSpPr/>
          <p:nvPr/>
        </p:nvSpPr>
        <p:spPr>
          <a:xfrm>
            <a:off x="4200520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7"/>
          <p:cNvSpPr/>
          <p:nvPr/>
        </p:nvSpPr>
        <p:spPr>
          <a:xfrm>
            <a:off x="4403720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8"/>
          <p:cNvSpPr/>
          <p:nvPr/>
        </p:nvSpPr>
        <p:spPr>
          <a:xfrm>
            <a:off x="4606919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39"/>
          <p:cNvSpPr/>
          <p:nvPr/>
        </p:nvSpPr>
        <p:spPr>
          <a:xfrm>
            <a:off x="4810119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0"/>
          <p:cNvSpPr/>
          <p:nvPr/>
        </p:nvSpPr>
        <p:spPr>
          <a:xfrm>
            <a:off x="5013319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1"/>
          <p:cNvSpPr/>
          <p:nvPr/>
        </p:nvSpPr>
        <p:spPr>
          <a:xfrm>
            <a:off x="5216518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2"/>
          <p:cNvSpPr/>
          <p:nvPr/>
        </p:nvSpPr>
        <p:spPr>
          <a:xfrm>
            <a:off x="5419718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3"/>
          <p:cNvSpPr/>
          <p:nvPr/>
        </p:nvSpPr>
        <p:spPr>
          <a:xfrm>
            <a:off x="5622918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4"/>
          <p:cNvSpPr/>
          <p:nvPr/>
        </p:nvSpPr>
        <p:spPr>
          <a:xfrm>
            <a:off x="5826117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5"/>
          <p:cNvSpPr/>
          <p:nvPr/>
        </p:nvSpPr>
        <p:spPr>
          <a:xfrm>
            <a:off x="6029317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6"/>
          <p:cNvSpPr/>
          <p:nvPr/>
        </p:nvSpPr>
        <p:spPr>
          <a:xfrm>
            <a:off x="6232517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7"/>
          <p:cNvSpPr/>
          <p:nvPr/>
        </p:nvSpPr>
        <p:spPr>
          <a:xfrm>
            <a:off x="64357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8"/>
          <p:cNvSpPr/>
          <p:nvPr/>
        </p:nvSpPr>
        <p:spPr>
          <a:xfrm>
            <a:off x="66389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49"/>
          <p:cNvSpPr/>
          <p:nvPr/>
        </p:nvSpPr>
        <p:spPr>
          <a:xfrm>
            <a:off x="68421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0"/>
          <p:cNvSpPr/>
          <p:nvPr/>
        </p:nvSpPr>
        <p:spPr>
          <a:xfrm>
            <a:off x="70453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1"/>
          <p:cNvSpPr/>
          <p:nvPr/>
        </p:nvSpPr>
        <p:spPr>
          <a:xfrm>
            <a:off x="724851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2"/>
          <p:cNvSpPr/>
          <p:nvPr/>
        </p:nvSpPr>
        <p:spPr>
          <a:xfrm>
            <a:off x="745171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Shape 53"/>
          <p:cNvSpPr/>
          <p:nvPr/>
        </p:nvSpPr>
        <p:spPr>
          <a:xfrm>
            <a:off x="765491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7" name="Shape 54"/>
          <p:cNvSpPr/>
          <p:nvPr/>
        </p:nvSpPr>
        <p:spPr>
          <a:xfrm>
            <a:off x="785811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8" name="Shape 55"/>
          <p:cNvSpPr/>
          <p:nvPr/>
        </p:nvSpPr>
        <p:spPr>
          <a:xfrm>
            <a:off x="806131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9" name="Shape 56"/>
          <p:cNvSpPr/>
          <p:nvPr/>
        </p:nvSpPr>
        <p:spPr>
          <a:xfrm>
            <a:off x="826451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0" name="Shape 57"/>
          <p:cNvSpPr/>
          <p:nvPr/>
        </p:nvSpPr>
        <p:spPr>
          <a:xfrm>
            <a:off x="846771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1" name="Shape 58"/>
          <p:cNvSpPr/>
          <p:nvPr/>
        </p:nvSpPr>
        <p:spPr>
          <a:xfrm>
            <a:off x="8653980" y="9552517"/>
            <a:ext cx="135467" cy="135467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62" name="Shape 59"/>
          <p:cNvSpPr/>
          <p:nvPr/>
        </p:nvSpPr>
        <p:spPr>
          <a:xfrm>
            <a:off x="887411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3" name="Shape 60"/>
          <p:cNvSpPr/>
          <p:nvPr/>
        </p:nvSpPr>
        <p:spPr>
          <a:xfrm>
            <a:off x="907731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4" name="Shape 61"/>
          <p:cNvSpPr/>
          <p:nvPr/>
        </p:nvSpPr>
        <p:spPr>
          <a:xfrm>
            <a:off x="928051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5" name="Shape 62"/>
          <p:cNvSpPr/>
          <p:nvPr/>
        </p:nvSpPr>
        <p:spPr>
          <a:xfrm>
            <a:off x="948371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6" name="Shape 63"/>
          <p:cNvSpPr/>
          <p:nvPr/>
        </p:nvSpPr>
        <p:spPr>
          <a:xfrm>
            <a:off x="968691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7" name="Shape 64"/>
          <p:cNvSpPr/>
          <p:nvPr/>
        </p:nvSpPr>
        <p:spPr>
          <a:xfrm>
            <a:off x="989011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8" name="Text 65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3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L07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39/45</a:t>
            </a:r>
            <a:endParaRPr lang="en-US" sz="1800" dirty="0"/>
          </a:p>
        </p:txBody>
      </p:sp>
      <p:sp>
        <p:nvSpPr>
          <p:cNvPr id="69" name="Shape 6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70" name="Moda image moda-export-watermark-b08d6711-544f-47e7-9ebc-4e0f102f3e7c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1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Một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cấu</a:t>
            </a:r>
            <a:r>
              <a:rPr lang="en-US" sz="57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trúc,</a:t>
            </a:r>
            <a:r>
              <a:rPr lang="en-US" sz="57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nhiều</a:t>
            </a:r>
            <a:r>
              <a:rPr lang="en-US" sz="5700" dirty="0" spc="-4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chức</a:t>
            </a:r>
            <a:r>
              <a:rPr lang="en-US" sz="57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năng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819400"/>
            <a:ext cx="95250" cy="550545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4" name="Text 2"/>
          <p:cNvSpPr/>
          <p:nvPr/>
        </p:nvSpPr>
        <p:spPr>
          <a:xfrm>
            <a:off x="1295400" y="2762250"/>
            <a:ext cx="10572750" cy="5619750"/>
          </a:xfrm>
          <a:prstGeom prst="rect">
            <a:avLst/>
          </a:prstGeom>
          <a:noFill/>
          <a:ln/>
        </p:spPr>
        <p:txBody>
          <a:bodyPr wrap="square" lIns="0" tIns="10843" rIns="0" bIns="-10843" rtlCol="0" anchor="t"/>
          <a:lstStyle/>
          <a:p>
            <a:pPr algn="l" indent="0" marL="0">
              <a:lnSpc>
                <a:spcPts val="3848"/>
              </a:lnSpc>
              <a:buNone/>
            </a:pP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Giáo</a:t>
            </a:r>
            <a:r>
              <a:rPr lang="en-US" sz="285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8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chương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10.4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nêu: nhiều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cấu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trúc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hạnh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nhân,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</a:t>
            </a:r>
            <a:r>
              <a:rPr lang="en-US" sz="28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accumbens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8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b="1" dirty="0" spc="12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phức</a:t>
            </a:r>
            <a:r>
              <a:rPr lang="en-US" sz="2850" b="1" dirty="0" spc="-3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gồm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 khác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nhau,</a:t>
            </a:r>
            <a:r>
              <a:rPr lang="en-US" sz="285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ảnh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chụp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não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85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850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850" dirty="0" spc="-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xem</a:t>
            </a:r>
            <a:r>
              <a:rPr lang="en-US" sz="285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850" dirty="0" spc="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</a:t>
            </a:r>
            <a:r>
              <a:rPr lang="en-US" sz="285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[S4]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8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Ngược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lại,</a:t>
            </a:r>
            <a:r>
              <a:rPr lang="en-US" sz="28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chức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cấu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trúc: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cảm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xúc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nằm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8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cấu trúc duy</a:t>
            </a:r>
            <a:r>
              <a:rPr lang="en-US" sz="28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mà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8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hoạt</a:t>
            </a:r>
            <a:r>
              <a:rPr lang="en-US" sz="285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8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b="1" dirty="0" spc="-3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mạng</a:t>
            </a:r>
            <a:r>
              <a:rPr lang="en-US" sz="2850" b="1" dirty="0" spc="18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lưới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[S3]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,</a:t>
            </a:r>
            <a:r>
              <a:rPr lang="en-US" sz="28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r>
              <a:rPr lang="en-US" sz="2850" dirty="0" spc="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ức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85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850" dirty="0" spc="2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 vùng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</a:t>
            </a:r>
            <a:r>
              <a:rPr lang="en-US" sz="28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bức</a:t>
            </a:r>
            <a:r>
              <a:rPr lang="en-US" sz="285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tranh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khảm</a:t>
            </a:r>
            <a:r>
              <a:rPr lang="en-US" sz="28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[S2]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endParaRPr lang="en-US" sz="2850" dirty="0"/>
          </a:p>
        </p:txBody>
      </p:sp>
      <p:sp>
        <p:nvSpPr>
          <p:cNvPr id="5" name="Shape 3"/>
          <p:cNvSpPr/>
          <p:nvPr/>
        </p:nvSpPr>
        <p:spPr>
          <a:xfrm>
            <a:off x="12325350" y="2762250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1E212B"/>
          </a:solidFill>
          <a:ln/>
        </p:spPr>
      </p:sp>
      <p:sp>
        <p:nvSpPr>
          <p:cNvPr id="6" name="Shape 4"/>
          <p:cNvSpPr/>
          <p:nvPr/>
        </p:nvSpPr>
        <p:spPr>
          <a:xfrm>
            <a:off x="12325350" y="2762250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7" name="Text 5"/>
          <p:cNvSpPr/>
          <p:nvPr/>
        </p:nvSpPr>
        <p:spPr>
          <a:xfrm>
            <a:off x="12630150" y="3028950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12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Phức</a:t>
            </a:r>
            <a:r>
              <a:rPr lang="en-US" sz="1950" dirty="0" spc="-3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hợp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2630150" y="3486150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nhiều nhân, nhiều</a:t>
            </a:r>
            <a:r>
              <a:rPr lang="en-US" sz="24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việc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2325350" y="4714875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1E212B"/>
          </a:solidFill>
          <a:ln/>
        </p:spPr>
      </p:sp>
      <p:sp>
        <p:nvSpPr>
          <p:cNvPr id="10" name="Shape 8"/>
          <p:cNvSpPr/>
          <p:nvPr/>
        </p:nvSpPr>
        <p:spPr>
          <a:xfrm>
            <a:off x="12325350" y="4714875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11" name="Text 9"/>
          <p:cNvSpPr/>
          <p:nvPr/>
        </p:nvSpPr>
        <p:spPr>
          <a:xfrm>
            <a:off x="12630150" y="4981575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6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Mạng</a:t>
            </a:r>
            <a:r>
              <a:rPr lang="en-US" sz="1950" dirty="0" spc="12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lưới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2630150" y="5438775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-1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một</a:t>
            </a:r>
            <a:r>
              <a:rPr lang="en-US" sz="2400" dirty="0" spc="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chức</a:t>
            </a:r>
            <a:r>
              <a:rPr lang="en-US" sz="24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năng</a:t>
            </a:r>
            <a:r>
              <a:rPr lang="en-US" sz="24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cần</a:t>
            </a:r>
            <a:r>
              <a:rPr lang="en-US" sz="24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nhiều</a:t>
            </a:r>
            <a:r>
              <a:rPr lang="en-US" sz="24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cấu</a:t>
            </a:r>
            <a:r>
              <a:rPr lang="en-US" sz="24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trúc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12325350" y="6657975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1E212B"/>
          </a:solidFill>
          <a:ln/>
        </p:spPr>
      </p:sp>
      <p:sp>
        <p:nvSpPr>
          <p:cNvPr id="14" name="Shape 12"/>
          <p:cNvSpPr/>
          <p:nvPr/>
        </p:nvSpPr>
        <p:spPr>
          <a:xfrm>
            <a:off x="12325350" y="6657975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15" name="Text 13"/>
          <p:cNvSpPr/>
          <p:nvPr/>
        </p:nvSpPr>
        <p:spPr>
          <a:xfrm>
            <a:off x="12630150" y="6924675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22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Tranh</a:t>
            </a:r>
            <a:r>
              <a:rPr lang="en-US" sz="1950" dirty="0" spc="-1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luận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2630150" y="7381875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cảm</a:t>
            </a:r>
            <a:r>
              <a:rPr lang="en-US" sz="240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xúc</a:t>
            </a:r>
            <a:r>
              <a:rPr lang="en-US" sz="2400" dirty="0" spc="-2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24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vùng</a:t>
            </a:r>
            <a:r>
              <a:rPr lang="en-US" sz="24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não,</a:t>
            </a:r>
            <a:r>
              <a:rPr lang="en-US" sz="2400" dirty="0" spc="-2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xem</a:t>
            </a:r>
            <a:r>
              <a:rPr lang="en-US" sz="2400" dirty="0" spc="-3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L09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[S3]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[S4]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4932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15252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35572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55892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76212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96532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16852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37172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5749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27781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29813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1845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38772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59092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79412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997320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200520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403720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4606919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4810119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5013319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5216518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5419718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5622918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5826117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029317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6232517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64357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66389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8421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70453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724851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745171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765491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785811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806131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826451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846771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867091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8857179" y="9552517"/>
            <a:ext cx="135467" cy="135467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58" name="Shape 56"/>
          <p:cNvSpPr/>
          <p:nvPr/>
        </p:nvSpPr>
        <p:spPr>
          <a:xfrm>
            <a:off x="907731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928051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948371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968691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989011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3" name="Text 61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3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L07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40/45</a:t>
            </a:r>
            <a:endParaRPr lang="en-US" sz="1800" dirty="0"/>
          </a:p>
        </p:txBody>
      </p:sp>
      <p:sp>
        <p:nvSpPr>
          <p:cNvPr id="64" name="Shape 6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5" name="Moda image moda-export-watermark-be640d08-1c18-4415-bc3f-7ac736b5094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Sáu</a:t>
            </a:r>
            <a:r>
              <a:rPr lang="en-US" sz="57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hiểu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lầm</a:t>
            </a:r>
            <a:r>
              <a:rPr lang="en-US" sz="5700" dirty="0" spc="-6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5700" dirty="0" spc="1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điều</a:t>
            </a:r>
            <a:r>
              <a:rPr lang="en-US" sz="57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nói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762250"/>
            <a:ext cx="16459200" cy="904875"/>
          </a:xfrm>
          <a:prstGeom prst="roundRect">
            <a:avLst>
              <a:gd name="adj" fmla="val 21053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2762250"/>
            <a:ext cx="133350" cy="904875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762250"/>
            <a:ext cx="5905500" cy="904875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-5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Hạnh</a:t>
            </a:r>
            <a:r>
              <a:rPr lang="en-US" sz="3000" dirty="0" spc="-3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nhân</a:t>
            </a:r>
            <a:r>
              <a:rPr lang="en-US" sz="3000" dirty="0" spc="-8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là</a:t>
            </a:r>
            <a:r>
              <a:rPr lang="en-US" sz="3000" dirty="0" spc="-6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trung</a:t>
            </a:r>
            <a:r>
              <a:rPr lang="en-US" sz="3000" dirty="0" spc="2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tâm</a:t>
            </a:r>
            <a:r>
              <a:rPr lang="en-US" sz="3000" dirty="0" spc="1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sợ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581900" y="2762250"/>
            <a:ext cx="952500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còn</a:t>
            </a:r>
            <a:r>
              <a:rPr lang="en-US" sz="240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hoạt</a:t>
            </a:r>
            <a:r>
              <a:rPr lang="en-US" sz="2400" dirty="0" spc="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4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chắc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chắn,</a:t>
            </a:r>
            <a:r>
              <a:rPr lang="en-US" sz="240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cảm xúc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tích</a:t>
            </a:r>
            <a:r>
              <a:rPr lang="en-US" sz="240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cực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914400" y="3800475"/>
            <a:ext cx="16459200" cy="904875"/>
          </a:xfrm>
          <a:prstGeom prst="roundRect">
            <a:avLst>
              <a:gd name="adj" fmla="val 21053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3800475"/>
            <a:ext cx="133350" cy="904875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3800475"/>
            <a:ext cx="5905500" cy="904875"/>
          </a:xfrm>
          <a:prstGeom prst="rect">
            <a:avLst/>
          </a:prstGeom>
          <a:noFill/>
          <a:ln/>
        </p:spPr>
        <p:txBody>
          <a:bodyPr wrap="square" lIns="0" tIns="15048" rIns="0" bIns="-15048" rtlCol="0" anchor="ctr"/>
          <a:lstStyle/>
          <a:p>
            <a:pPr algn="l" indent="0" marL="0">
              <a:lnSpc>
                <a:spcPts val="3105"/>
              </a:lnSpc>
              <a:buNone/>
            </a:pPr>
            <a:r>
              <a:rPr lang="en-US" sz="2700" dirty="0" spc="-4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Hải</a:t>
            </a:r>
            <a:r>
              <a:rPr lang="en-US" sz="2700" dirty="0" spc="-9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mã</a:t>
            </a:r>
            <a:r>
              <a:rPr lang="en-US" sz="2700" dirty="0" spc="-10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là</a:t>
            </a:r>
            <a:r>
              <a:rPr lang="en-US" sz="2700" dirty="0" spc="-3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kho</a:t>
            </a:r>
            <a:r>
              <a:rPr lang="en-US" sz="2700" dirty="0" spc="12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chứa</a:t>
            </a:r>
            <a:r>
              <a:rPr lang="en-US" sz="2700" dirty="0" spc="-8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mọi</a:t>
            </a:r>
            <a:r>
              <a:rPr lang="en-US" sz="2700" dirty="0" spc="-1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ký</a:t>
            </a:r>
            <a:r>
              <a:rPr lang="en-US" sz="2700" dirty="0" spc="19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ức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7581900" y="3800475"/>
            <a:ext cx="952500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ký</a:t>
            </a:r>
            <a:r>
              <a:rPr lang="en-US" sz="2700" dirty="0" spc="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ức</a:t>
            </a: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lâu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năm</a:t>
            </a: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dần</a:t>
            </a:r>
            <a:r>
              <a:rPr lang="en-US" sz="270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dựa</a:t>
            </a:r>
            <a:r>
              <a:rPr lang="en-US" sz="270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70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vỏ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não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914400" y="4838700"/>
            <a:ext cx="16459200" cy="904875"/>
          </a:xfrm>
          <a:prstGeom prst="roundRect">
            <a:avLst>
              <a:gd name="adj" fmla="val 21053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4838700"/>
            <a:ext cx="133350" cy="904875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13" name="Text 11"/>
          <p:cNvSpPr/>
          <p:nvPr/>
        </p:nvSpPr>
        <p:spPr>
          <a:xfrm>
            <a:off x="1295400" y="4838700"/>
            <a:ext cx="5905500" cy="904875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dirty="0" spc="-1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Đồi</a:t>
            </a:r>
            <a:r>
              <a:rPr lang="en-US" sz="2550" dirty="0" spc="1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thị</a:t>
            </a:r>
            <a:r>
              <a:rPr lang="en-US" sz="2550" dirty="0" spc="-1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chỉ</a:t>
            </a:r>
            <a:r>
              <a:rPr lang="en-US" sz="2550" dirty="0" spc="-7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là</a:t>
            </a:r>
            <a:r>
              <a:rPr lang="en-US" sz="2550" dirty="0" spc="-6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trạm</a:t>
            </a:r>
            <a:r>
              <a:rPr lang="en-US" sz="2550" dirty="0" spc="-18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chuyển</a:t>
            </a:r>
            <a:r>
              <a:rPr lang="en-US" sz="2550" dirty="0" spc="-3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tiếp</a:t>
            </a:r>
            <a:endParaRPr lang="en-US" sz="2550" dirty="0"/>
          </a:p>
        </p:txBody>
      </p:sp>
      <p:sp>
        <p:nvSpPr>
          <p:cNvPr id="14" name="Text 12"/>
          <p:cNvSpPr/>
          <p:nvPr/>
        </p:nvSpPr>
        <p:spPr>
          <a:xfrm>
            <a:off x="7581900" y="4838700"/>
            <a:ext cx="952500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</a:t>
            </a:r>
            <a:r>
              <a:rPr lang="en-US" sz="270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vòng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chiều</a:t>
            </a:r>
            <a:r>
              <a:rPr lang="en-US" sz="270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70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vỏ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não</a:t>
            </a:r>
            <a:endParaRPr lang="en-US" sz="2700" dirty="0"/>
          </a:p>
        </p:txBody>
      </p:sp>
      <p:sp>
        <p:nvSpPr>
          <p:cNvPr id="15" name="Shape 13"/>
          <p:cNvSpPr/>
          <p:nvPr/>
        </p:nvSpPr>
        <p:spPr>
          <a:xfrm>
            <a:off x="914400" y="5876925"/>
            <a:ext cx="16459200" cy="904875"/>
          </a:xfrm>
          <a:prstGeom prst="roundRect">
            <a:avLst>
              <a:gd name="adj" fmla="val 21053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5876925"/>
            <a:ext cx="133350" cy="904875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17" name="Text 15"/>
          <p:cNvSpPr/>
          <p:nvPr/>
        </p:nvSpPr>
        <p:spPr>
          <a:xfrm>
            <a:off x="1295400" y="5876925"/>
            <a:ext cx="5905500" cy="904875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-14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Hệ</a:t>
            </a:r>
            <a:r>
              <a:rPr lang="en-US" sz="3000" dirty="0" spc="-4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viền</a:t>
            </a:r>
            <a:r>
              <a:rPr lang="en-US" sz="3000" dirty="0" spc="4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tách</a:t>
            </a:r>
            <a:r>
              <a:rPr lang="en-US" sz="3000" dirty="0" spc="-2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khỏi</a:t>
            </a:r>
            <a:r>
              <a:rPr lang="en-US" sz="3000" dirty="0" spc="-25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vỏ</a:t>
            </a:r>
            <a:r>
              <a:rPr lang="en-US" sz="3000" dirty="0" spc="0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não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7581900" y="5876925"/>
            <a:ext cx="952500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hệ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viền</a:t>
            </a: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7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270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vỏ</a:t>
            </a:r>
            <a:r>
              <a:rPr lang="en-US" sz="270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vòng</a:t>
            </a:r>
            <a:r>
              <a:rPr lang="en-US" sz="2700" dirty="0" spc="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đai</a:t>
            </a:r>
            <a:endParaRPr lang="en-US" sz="2700" dirty="0"/>
          </a:p>
        </p:txBody>
      </p:sp>
      <p:sp>
        <p:nvSpPr>
          <p:cNvPr id="19" name="Shape 17"/>
          <p:cNvSpPr/>
          <p:nvPr/>
        </p:nvSpPr>
        <p:spPr>
          <a:xfrm>
            <a:off x="914400" y="6915150"/>
            <a:ext cx="16459200" cy="904875"/>
          </a:xfrm>
          <a:prstGeom prst="roundRect">
            <a:avLst>
              <a:gd name="adj" fmla="val 21053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4400" y="6915150"/>
            <a:ext cx="133350" cy="904875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21" name="Text 19"/>
          <p:cNvSpPr/>
          <p:nvPr/>
        </p:nvSpPr>
        <p:spPr>
          <a:xfrm>
            <a:off x="1295400" y="6915150"/>
            <a:ext cx="5905500" cy="904875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1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Hạch</a:t>
            </a:r>
            <a:r>
              <a:rPr lang="en-US" sz="3000" dirty="0" spc="-14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nền</a:t>
            </a:r>
            <a:r>
              <a:rPr lang="en-US" sz="3000" dirty="0" spc="1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chỉ</a:t>
            </a:r>
            <a:r>
              <a:rPr lang="en-US" sz="3000" dirty="0" spc="-7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lo</a:t>
            </a:r>
            <a:r>
              <a:rPr lang="en-US" sz="3000" dirty="0" spc="-18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vận</a:t>
            </a:r>
            <a:r>
              <a:rPr lang="en-US" sz="3000" dirty="0" spc="-8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động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7581900" y="6915150"/>
            <a:ext cx="952500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còn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r>
              <a:rPr lang="en-US" sz="27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</a:t>
            </a: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70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700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lực,</a:t>
            </a: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mạch cảm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xúc</a:t>
            </a:r>
            <a:endParaRPr lang="en-US" sz="2700" dirty="0"/>
          </a:p>
        </p:txBody>
      </p:sp>
      <p:sp>
        <p:nvSpPr>
          <p:cNvPr id="23" name="Shape 21"/>
          <p:cNvSpPr/>
          <p:nvPr/>
        </p:nvSpPr>
        <p:spPr>
          <a:xfrm>
            <a:off x="914400" y="7953375"/>
            <a:ext cx="16459200" cy="904875"/>
          </a:xfrm>
          <a:prstGeom prst="roundRect">
            <a:avLst>
              <a:gd name="adj" fmla="val 21053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14400" y="7953375"/>
            <a:ext cx="133350" cy="904875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25" name="Text 23"/>
          <p:cNvSpPr/>
          <p:nvPr/>
        </p:nvSpPr>
        <p:spPr>
          <a:xfrm>
            <a:off x="1295400" y="7953375"/>
            <a:ext cx="5905500" cy="904875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dirty="0" spc="1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Thùy</a:t>
            </a:r>
            <a:r>
              <a:rPr lang="en-US" sz="2550" dirty="0" spc="9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đảo</a:t>
            </a:r>
            <a:r>
              <a:rPr lang="en-US" sz="2550" dirty="0" spc="-7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là</a:t>
            </a:r>
            <a:r>
              <a:rPr lang="en-US" sz="2550" dirty="0" spc="-4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vùng</a:t>
            </a:r>
            <a:r>
              <a:rPr lang="en-US" sz="2550" dirty="0" spc="-7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ghê</a:t>
            </a:r>
            <a:r>
              <a:rPr lang="en-US" sz="2550" dirty="0" spc="-4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tởm,</a:t>
            </a:r>
            <a:r>
              <a:rPr lang="en-US" sz="2550" dirty="0" spc="-24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vòng</a:t>
            </a:r>
            <a:r>
              <a:rPr lang="en-US" sz="2550" dirty="0" spc="7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đai</a:t>
            </a:r>
            <a:r>
              <a:rPr lang="en-US" sz="2550" dirty="0" spc="-7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là</a:t>
            </a:r>
            <a:r>
              <a:rPr lang="en-US" sz="2550" dirty="0" spc="-3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vùng</a:t>
            </a:r>
            <a:r>
              <a:rPr lang="en-US" sz="2550" dirty="0" spc="-6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buồn</a:t>
            </a:r>
            <a:endParaRPr lang="en-US" sz="2550" dirty="0"/>
          </a:p>
        </p:txBody>
      </p:sp>
      <p:sp>
        <p:nvSpPr>
          <p:cNvPr id="26" name="Text 24"/>
          <p:cNvSpPr/>
          <p:nvPr/>
        </p:nvSpPr>
        <p:spPr>
          <a:xfrm>
            <a:off x="7581900" y="7953375"/>
            <a:ext cx="952500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700" dirty="0" spc="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đặc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hiệu</a:t>
            </a:r>
            <a:endParaRPr lang="en-US" sz="2700" dirty="0"/>
          </a:p>
        </p:txBody>
      </p:sp>
      <p:sp>
        <p:nvSpPr>
          <p:cNvPr id="27" name="Text 2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[S3]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[S4]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[S9]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[S10]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[S13] [S17]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94932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15252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35572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55892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76212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196532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216852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237172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25749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27781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29813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31845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338772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359092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379412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3997320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4200520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4403720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4606919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4810119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5013319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5216518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5419718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5622918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5826117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6029317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6232517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64357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66389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68421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70453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724851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745171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765491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785811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806131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826451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846771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867091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887411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9060379" y="9552517"/>
            <a:ext cx="135467" cy="135467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69" name="Shape 67"/>
          <p:cNvSpPr/>
          <p:nvPr/>
        </p:nvSpPr>
        <p:spPr>
          <a:xfrm>
            <a:off x="928051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948371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968691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2" name="Shape 70"/>
          <p:cNvSpPr/>
          <p:nvPr/>
        </p:nvSpPr>
        <p:spPr>
          <a:xfrm>
            <a:off x="989011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3" name="Text 71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3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L07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41/45</a:t>
            </a:r>
            <a:endParaRPr lang="en-US" sz="1800" dirty="0"/>
          </a:p>
        </p:txBody>
      </p:sp>
      <p:sp>
        <p:nvSpPr>
          <p:cNvPr id="74" name="Shape 7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75" name="Moda image moda-export-watermark-0577c60b-4156-470c-9097-f0b20e5ee92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Phần</a:t>
            </a:r>
            <a:r>
              <a:rPr lang="en-US" sz="5700" dirty="0" spc="1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đúng</a:t>
            </a: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57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giữ</a:t>
            </a:r>
            <a:r>
              <a:rPr lang="en-US" sz="57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lại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3048000"/>
            <a:ext cx="5257800" cy="4953000"/>
          </a:xfrm>
          <a:prstGeom prst="roundRect">
            <a:avLst>
              <a:gd name="adj" fmla="val 5385"/>
            </a:avLst>
          </a:prstGeom>
          <a:solidFill>
            <a:srgbClr val="E8E0CF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3048000"/>
            <a:ext cx="5257800" cy="1524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543300"/>
            <a:ext cx="44958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23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01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1295400" y="4857750"/>
            <a:ext cx="44958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Hạnh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1295400" y="6000750"/>
            <a:ext cx="4495800" cy="1905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1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tổn</a:t>
            </a:r>
            <a:r>
              <a:rPr lang="en-US" sz="2550" dirty="0" spc="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thương</a:t>
            </a:r>
            <a:r>
              <a:rPr lang="en-US" sz="25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5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</a:t>
            </a:r>
            <a:r>
              <a:rPr lang="en-US" sz="2550" dirty="0" spc="3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2550" dirty="0" spc="-2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kèm</a:t>
            </a:r>
            <a:r>
              <a:rPr lang="en-US" sz="25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thiếu</a:t>
            </a:r>
            <a:r>
              <a:rPr lang="en-US" sz="2550" dirty="0" spc="-1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trạng</a:t>
            </a:r>
            <a:r>
              <a:rPr lang="en-US" sz="25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thái</a:t>
            </a:r>
            <a:r>
              <a:rPr lang="en-US" sz="2550" dirty="0" spc="-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sợ</a:t>
            </a:r>
            <a:r>
              <a:rPr lang="en-US" sz="255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(SM)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6515100" y="3048000"/>
            <a:ext cx="5257800" cy="4953000"/>
          </a:xfrm>
          <a:prstGeom prst="roundRect">
            <a:avLst>
              <a:gd name="adj" fmla="val 5385"/>
            </a:avLst>
          </a:prstGeom>
          <a:solidFill>
            <a:srgbClr val="E8E0CF"/>
          </a:solidFill>
          <a:ln/>
        </p:spPr>
      </p:sp>
      <p:sp>
        <p:nvSpPr>
          <p:cNvPr id="9" name="Shape 7"/>
          <p:cNvSpPr/>
          <p:nvPr/>
        </p:nvSpPr>
        <p:spPr>
          <a:xfrm>
            <a:off x="6515100" y="3048000"/>
            <a:ext cx="5257800" cy="1524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10" name="Text 8"/>
          <p:cNvSpPr/>
          <p:nvPr/>
        </p:nvSpPr>
        <p:spPr>
          <a:xfrm>
            <a:off x="6896100" y="3543300"/>
            <a:ext cx="44958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4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02</a:t>
            </a:r>
            <a:endParaRPr lang="en-US" sz="7200" dirty="0"/>
          </a:p>
        </p:txBody>
      </p:sp>
      <p:sp>
        <p:nvSpPr>
          <p:cNvPr id="11" name="Text 9"/>
          <p:cNvSpPr/>
          <p:nvPr/>
        </p:nvSpPr>
        <p:spPr>
          <a:xfrm>
            <a:off x="6896100" y="4857750"/>
            <a:ext cx="44958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Hải</a:t>
            </a:r>
            <a:r>
              <a:rPr lang="en-US" sz="27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6896100" y="6000750"/>
            <a:ext cx="4495800" cy="1905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1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vẫn</a:t>
            </a:r>
            <a:r>
              <a:rPr lang="en-US" sz="25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5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5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tạo</a:t>
            </a:r>
            <a:r>
              <a:rPr lang="en-US" sz="2550" dirty="0" spc="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trí</a:t>
            </a:r>
            <a:r>
              <a:rPr lang="en-US" sz="25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r>
              <a:rPr lang="en-US" sz="2550" dirty="0" spc="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tường</a:t>
            </a:r>
            <a:r>
              <a:rPr lang="en-US" sz="255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thuật</a:t>
            </a:r>
            <a:r>
              <a:rPr lang="en-US" sz="25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r>
              <a:rPr lang="en-US" sz="25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(H.M.)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12115800" y="3048000"/>
            <a:ext cx="5257800" cy="4953000"/>
          </a:xfrm>
          <a:prstGeom prst="roundRect">
            <a:avLst>
              <a:gd name="adj" fmla="val 5385"/>
            </a:avLst>
          </a:prstGeom>
          <a:solidFill>
            <a:srgbClr val="E8E0CF"/>
          </a:solidFill>
          <a:ln/>
        </p:spPr>
      </p:sp>
      <p:sp>
        <p:nvSpPr>
          <p:cNvPr id="14" name="Shape 12"/>
          <p:cNvSpPr/>
          <p:nvPr/>
        </p:nvSpPr>
        <p:spPr>
          <a:xfrm>
            <a:off x="12115800" y="3048000"/>
            <a:ext cx="5257800" cy="1524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15" name="Text 13"/>
          <p:cNvSpPr/>
          <p:nvPr/>
        </p:nvSpPr>
        <p:spPr>
          <a:xfrm>
            <a:off x="12496800" y="3543300"/>
            <a:ext cx="44958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11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03</a:t>
            </a:r>
            <a:endParaRPr lang="en-US" sz="7200" dirty="0"/>
          </a:p>
        </p:txBody>
      </p:sp>
      <p:sp>
        <p:nvSpPr>
          <p:cNvPr id="16" name="Text 14"/>
          <p:cNvSpPr/>
          <p:nvPr/>
        </p:nvSpPr>
        <p:spPr>
          <a:xfrm>
            <a:off x="12496800" y="4857750"/>
            <a:ext cx="44958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Nhân</a:t>
            </a: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accumbens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12496800" y="6000750"/>
            <a:ext cx="4495800" cy="1905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1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vẫn</a:t>
            </a:r>
            <a:r>
              <a:rPr lang="en-US" sz="25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hoạt</a:t>
            </a:r>
            <a:r>
              <a:rPr lang="en-US" sz="2550" dirty="0" spc="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5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5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chờ</a:t>
            </a:r>
            <a:r>
              <a:rPr lang="en-US" sz="25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tiền</a:t>
            </a:r>
            <a:r>
              <a:rPr lang="en-US" sz="2550" dirty="0" spc="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thưởng</a:t>
            </a:r>
            <a:endParaRPr lang="en-US" sz="2550" dirty="0"/>
          </a:p>
        </p:txBody>
      </p:sp>
      <p:sp>
        <p:nvSpPr>
          <p:cNvPr id="18" name="Text 16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 [S7]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[S14]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4932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15252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35572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55892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76212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96532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16852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37172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25749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27781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29813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1845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38772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59092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79412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3997320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200520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4403720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4606919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4810119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5013319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5216518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5419718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5622918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5826117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6029317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6232517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64357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6389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68421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70453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724851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745171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765491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785811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806131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826451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846771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867091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887411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907731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9263579" y="9552517"/>
            <a:ext cx="135467" cy="135467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61" name="Shape 59"/>
          <p:cNvSpPr/>
          <p:nvPr/>
        </p:nvSpPr>
        <p:spPr>
          <a:xfrm>
            <a:off x="948371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968691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989011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4" name="Text 62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3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L07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2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42/45</a:t>
            </a:r>
            <a:endParaRPr lang="en-US" sz="1800" dirty="0"/>
          </a:p>
        </p:txBody>
      </p:sp>
      <p:sp>
        <p:nvSpPr>
          <p:cNvPr id="65" name="Shape 6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6" name="Moda image moda-export-watermark-1446b88f-ceaa-4651-8c04-769a845943c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Câu</a:t>
            </a:r>
            <a:r>
              <a:rPr lang="en-US" sz="57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nên</a:t>
            </a: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thay</a:t>
            </a: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cho</a:t>
            </a:r>
            <a:r>
              <a:rPr lang="en-US" sz="57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"vùng</a:t>
            </a: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</a:t>
            </a:r>
            <a:r>
              <a:rPr lang="en-US" sz="57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</a:t>
            </a:r>
            <a:r>
              <a:rPr lang="en-US" sz="57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trung</a:t>
            </a:r>
            <a:r>
              <a:rPr lang="en-US" sz="57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tâm</a:t>
            </a:r>
            <a:r>
              <a:rPr lang="en-US" sz="57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của</a:t>
            </a:r>
            <a:r>
              <a:rPr lang="en-US" sz="5700" dirty="0" spc="1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Y"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819400"/>
            <a:ext cx="95250" cy="550545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4" name="Text 2"/>
          <p:cNvSpPr/>
          <p:nvPr/>
        </p:nvSpPr>
        <p:spPr>
          <a:xfrm>
            <a:off x="1295400" y="2762250"/>
            <a:ext cx="10572750" cy="5619750"/>
          </a:xfrm>
          <a:prstGeom prst="rect">
            <a:avLst/>
          </a:prstGeom>
          <a:noFill/>
          <a:ln/>
        </p:spPr>
        <p:txBody>
          <a:bodyPr wrap="square" lIns="0" tIns="10843" rIns="0" bIns="-10843" rtlCol="0" anchor="t"/>
          <a:lstStyle/>
          <a:p>
            <a:pPr algn="l" indent="0" marL="0">
              <a:lnSpc>
                <a:spcPts val="3848"/>
              </a:lnSpc>
              <a:buNone/>
            </a:pP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Suy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luận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8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viết:</a:t>
            </a:r>
            <a:r>
              <a:rPr lang="en-US" sz="28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"vùng</a:t>
            </a:r>
            <a:r>
              <a:rPr lang="en-US" sz="28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trung</a:t>
            </a:r>
            <a:r>
              <a:rPr lang="en-US" sz="28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tâm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Y"</a:t>
            </a:r>
            <a:r>
              <a:rPr lang="en-US" sz="28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"vùng</a:t>
            </a: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tham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</a:t>
            </a:r>
            <a:r>
              <a:rPr lang="en-US" sz="28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Y,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 vùng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khác".</a:t>
            </a: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28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sở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8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chương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10.4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 giáo</a:t>
            </a:r>
            <a:r>
              <a:rPr lang="en-US" sz="285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trình: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cấu trúc như hạnh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8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b="1" dirty="0" spc="12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phức</a:t>
            </a:r>
            <a:r>
              <a:rPr lang="en-US" sz="2850" b="1" dirty="0" spc="-3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gồm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 khác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nhau,</a:t>
            </a:r>
            <a:r>
              <a:rPr lang="en-US" sz="28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hạnh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28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hoạt</a:t>
            </a:r>
            <a:r>
              <a:rPr lang="en-US" sz="285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chắc chắn</a:t>
            </a:r>
            <a:r>
              <a:rPr lang="en-US" sz="28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cảm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xúc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tích</a:t>
            </a:r>
            <a:r>
              <a:rPr lang="en-US" sz="285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cực</a:t>
            </a:r>
            <a:r>
              <a:rPr lang="en-US" sz="28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[S4]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 đúng</a:t>
            </a:r>
            <a:r>
              <a:rPr lang="en-US" sz="28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giữ:</a:t>
            </a:r>
            <a:r>
              <a:rPr lang="en-US" sz="28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tổn</a:t>
            </a:r>
            <a:r>
              <a:rPr lang="en-US" sz="28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thương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hạnh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</a:t>
            </a:r>
            <a:r>
              <a:rPr lang="en-US" sz="28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8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</a:t>
            </a:r>
            <a:r>
              <a:rPr lang="en-US" sz="2850" dirty="0" spc="4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2850" dirty="0" spc="-3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kèm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thiếu</a:t>
            </a:r>
            <a:r>
              <a:rPr lang="en-US" sz="285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trạng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thái</a:t>
            </a:r>
            <a:r>
              <a:rPr lang="en-US" sz="28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sợ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8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bệnh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</a:t>
            </a: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SM</a:t>
            </a:r>
            <a:r>
              <a:rPr lang="en-US" sz="28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[S7]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endParaRPr lang="en-US" sz="2850" dirty="0"/>
          </a:p>
        </p:txBody>
      </p:sp>
      <p:sp>
        <p:nvSpPr>
          <p:cNvPr id="5" name="Shape 3"/>
          <p:cNvSpPr/>
          <p:nvPr/>
        </p:nvSpPr>
        <p:spPr>
          <a:xfrm>
            <a:off x="12325350" y="2762250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E8E0CF"/>
          </a:solidFill>
          <a:ln/>
        </p:spPr>
      </p:sp>
      <p:sp>
        <p:nvSpPr>
          <p:cNvPr id="6" name="Shape 4"/>
          <p:cNvSpPr/>
          <p:nvPr/>
        </p:nvSpPr>
        <p:spPr>
          <a:xfrm>
            <a:off x="12325350" y="2762250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7" name="Text 5"/>
          <p:cNvSpPr/>
          <p:nvPr/>
        </p:nvSpPr>
        <p:spPr>
          <a:xfrm>
            <a:off x="12630150" y="3028950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5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Câu</a:t>
            </a:r>
            <a:r>
              <a:rPr lang="en-US" sz="1950" dirty="0" spc="1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cũ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2630150" y="3486150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vùng</a:t>
            </a:r>
            <a:r>
              <a:rPr lang="en-US" sz="24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</a:t>
            </a:r>
            <a:r>
              <a:rPr lang="en-US" sz="24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</a:t>
            </a:r>
            <a:r>
              <a:rPr lang="en-US" sz="24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trung</a:t>
            </a:r>
            <a:r>
              <a:rPr lang="en-US" sz="24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tâm</a:t>
            </a:r>
            <a:r>
              <a:rPr lang="en-US" sz="24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của</a:t>
            </a:r>
            <a:r>
              <a:rPr lang="en-US" sz="24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Y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2325350" y="4714875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E8E0CF"/>
          </a:solidFill>
          <a:ln/>
        </p:spPr>
      </p:sp>
      <p:sp>
        <p:nvSpPr>
          <p:cNvPr id="10" name="Shape 8"/>
          <p:cNvSpPr/>
          <p:nvPr/>
        </p:nvSpPr>
        <p:spPr>
          <a:xfrm>
            <a:off x="12325350" y="4714875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11" name="Text 9"/>
          <p:cNvSpPr/>
          <p:nvPr/>
        </p:nvSpPr>
        <p:spPr>
          <a:xfrm>
            <a:off x="12630150" y="4981575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5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Câu</a:t>
            </a:r>
            <a:r>
              <a:rPr lang="en-US" sz="1950" dirty="0" spc="0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mới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2630150" y="5438775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vùng</a:t>
            </a:r>
            <a:r>
              <a:rPr lang="en-US" sz="24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</a:t>
            </a:r>
            <a:r>
              <a:rPr lang="en-US" sz="24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tham</a:t>
            </a:r>
            <a:r>
              <a:rPr lang="en-US" sz="24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gia</a:t>
            </a:r>
            <a:r>
              <a:rPr lang="en-US" sz="2400" dirty="0" spc="-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vào</a:t>
            </a:r>
            <a:r>
              <a:rPr lang="en-US" sz="24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Y,</a:t>
            </a:r>
            <a:r>
              <a:rPr lang="en-US" sz="24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cùng</a:t>
            </a:r>
            <a:r>
              <a:rPr lang="en-US" sz="24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vùng</a:t>
            </a:r>
            <a:r>
              <a:rPr lang="en-US" sz="24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khác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12325350" y="6657975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E8E0CF"/>
          </a:solidFill>
          <a:ln/>
        </p:spPr>
      </p:sp>
      <p:sp>
        <p:nvSpPr>
          <p:cNvPr id="14" name="Shape 12"/>
          <p:cNvSpPr/>
          <p:nvPr/>
        </p:nvSpPr>
        <p:spPr>
          <a:xfrm>
            <a:off x="12325350" y="6657975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15" name="Text 13"/>
          <p:cNvSpPr/>
          <p:nvPr/>
        </p:nvSpPr>
        <p:spPr>
          <a:xfrm>
            <a:off x="12630150" y="6924675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22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Tranh</a:t>
            </a:r>
            <a:r>
              <a:rPr lang="en-US" sz="1950" dirty="0" spc="-1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luận</a:t>
            </a:r>
            <a:r>
              <a:rPr lang="en-US" sz="1950" dirty="0" spc="-4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đầy</a:t>
            </a:r>
            <a:r>
              <a:rPr lang="en-US" sz="1950" dirty="0" spc="0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đủ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2630150" y="7381875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-2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xem</a:t>
            </a:r>
            <a:r>
              <a:rPr lang="en-US" sz="2400" dirty="0" spc="-3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L09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[S4]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[S7]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4932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15252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35572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55892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76212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96532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16852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37172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5749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27781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29813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1845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38772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59092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79412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997320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200520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403720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4606919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4810119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5013319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5216518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5419718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5622918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5826117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029317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6232517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64357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66389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8421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70453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724851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745171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765491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785811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806131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826451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846771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867091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887411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907731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928051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9466778" y="9552517"/>
            <a:ext cx="135467" cy="135467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61" name="Shape 59"/>
          <p:cNvSpPr/>
          <p:nvPr/>
        </p:nvSpPr>
        <p:spPr>
          <a:xfrm>
            <a:off x="968691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989011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3" name="Text 61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3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L07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43/45</a:t>
            </a:r>
            <a:endParaRPr lang="en-US" sz="1800" dirty="0"/>
          </a:p>
        </p:txBody>
      </p:sp>
      <p:sp>
        <p:nvSpPr>
          <p:cNvPr id="64" name="Shape 6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5" name="Moda image moda-export-watermark-c39c3206-e267-4d6e-9b18-7c69fbf135e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Sáu</a:t>
            </a:r>
            <a:r>
              <a:rPr lang="en-US" sz="5700" dirty="0" spc="2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điều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57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5700" dirty="0"/>
          </a:p>
        </p:txBody>
      </p:sp>
      <p:sp>
        <p:nvSpPr>
          <p:cNvPr id="3" name="Text 1"/>
          <p:cNvSpPr/>
          <p:nvPr/>
        </p:nvSpPr>
        <p:spPr>
          <a:xfrm>
            <a:off x="914400" y="2381250"/>
            <a:ext cx="1619250" cy="981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22" dirty="0" spc="3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6422" dirty="0"/>
          </a:p>
        </p:txBody>
      </p:sp>
      <p:sp>
        <p:nvSpPr>
          <p:cNvPr id="4" name="Shape 2"/>
          <p:cNvSpPr/>
          <p:nvPr/>
        </p:nvSpPr>
        <p:spPr>
          <a:xfrm>
            <a:off x="2724150" y="2476500"/>
            <a:ext cx="14649450" cy="790575"/>
          </a:xfrm>
          <a:prstGeom prst="roundRect">
            <a:avLst>
              <a:gd name="adj" fmla="val 24096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3105150" y="2476500"/>
            <a:ext cx="14001750" cy="790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Hệ</a:t>
            </a:r>
            <a:r>
              <a:rPr lang="en-US" sz="27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viền</a:t>
            </a:r>
            <a:r>
              <a:rPr lang="en-US" sz="2700" dirty="0" spc="-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</a:t>
            </a:r>
            <a:r>
              <a:rPr lang="en-US" sz="27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quy</a:t>
            </a:r>
            <a:r>
              <a:rPr lang="en-US" sz="2700" dirty="0" spc="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ước;</a:t>
            </a:r>
            <a:r>
              <a:rPr lang="en-US" sz="27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danh</a:t>
            </a:r>
            <a:r>
              <a:rPr lang="en-US" sz="27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sách</a:t>
            </a:r>
            <a:r>
              <a:rPr lang="en-US" sz="27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tùy</a:t>
            </a:r>
            <a:r>
              <a:rPr lang="en-US" sz="2700" dirty="0" spc="-1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tài</a:t>
            </a:r>
            <a:r>
              <a:rPr lang="en-US" sz="27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liệu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914400" y="3476625"/>
            <a:ext cx="1619250" cy="981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22" dirty="0" spc="1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6422" dirty="0"/>
          </a:p>
        </p:txBody>
      </p:sp>
      <p:sp>
        <p:nvSpPr>
          <p:cNvPr id="7" name="Shape 5"/>
          <p:cNvSpPr/>
          <p:nvPr/>
        </p:nvSpPr>
        <p:spPr>
          <a:xfrm>
            <a:off x="2724150" y="3571875"/>
            <a:ext cx="14649450" cy="790575"/>
          </a:xfrm>
          <a:prstGeom prst="roundRect">
            <a:avLst>
              <a:gd name="adj" fmla="val 24096"/>
            </a:avLst>
          </a:prstGeom>
          <a:solidFill>
            <a:srgbClr val="1E212B"/>
          </a:solidFill>
          <a:ln/>
        </p:spPr>
      </p:sp>
      <p:sp>
        <p:nvSpPr>
          <p:cNvPr id="8" name="Text 6"/>
          <p:cNvSpPr/>
          <p:nvPr/>
        </p:nvSpPr>
        <p:spPr>
          <a:xfrm>
            <a:off x="3105150" y="3571875"/>
            <a:ext cx="14001750" cy="790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Hạnh</a:t>
            </a:r>
            <a:r>
              <a:rPr lang="en-US" sz="27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nhân:</a:t>
            </a:r>
            <a:r>
              <a:rPr lang="en-US" sz="2700" dirty="0" spc="-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học</a:t>
            </a:r>
            <a:r>
              <a:rPr lang="en-US" sz="2700" dirty="0" spc="-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sợ,</a:t>
            </a:r>
            <a:r>
              <a:rPr lang="en-US" sz="27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ký</a:t>
            </a:r>
            <a:r>
              <a:rPr lang="en-US" sz="2700" dirty="0" spc="1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ức</a:t>
            </a:r>
            <a:r>
              <a:rPr lang="en-US" sz="27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cảm</a:t>
            </a:r>
            <a:r>
              <a:rPr lang="en-US" sz="27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xúc,</a:t>
            </a:r>
            <a:r>
              <a:rPr lang="en-US" sz="270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27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chỉ</a:t>
            </a:r>
            <a:r>
              <a:rPr lang="en-US" sz="27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nỗi</a:t>
            </a:r>
            <a:r>
              <a:rPr lang="en-US" sz="2700" dirty="0" spc="-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sợ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914400" y="4572000"/>
            <a:ext cx="1619250" cy="981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22" dirty="0" spc="3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6422" dirty="0"/>
          </a:p>
        </p:txBody>
      </p:sp>
      <p:sp>
        <p:nvSpPr>
          <p:cNvPr id="10" name="Shape 8"/>
          <p:cNvSpPr/>
          <p:nvPr/>
        </p:nvSpPr>
        <p:spPr>
          <a:xfrm>
            <a:off x="2724150" y="4667250"/>
            <a:ext cx="14649450" cy="790575"/>
          </a:xfrm>
          <a:prstGeom prst="roundRect">
            <a:avLst>
              <a:gd name="adj" fmla="val 24096"/>
            </a:avLst>
          </a:prstGeom>
          <a:solidFill>
            <a:srgbClr val="1E212B"/>
          </a:solidFill>
          <a:ln/>
        </p:spPr>
      </p:sp>
      <p:sp>
        <p:nvSpPr>
          <p:cNvPr id="11" name="Text 9"/>
          <p:cNvSpPr/>
          <p:nvPr/>
        </p:nvSpPr>
        <p:spPr>
          <a:xfrm>
            <a:off x="3105150" y="4667250"/>
            <a:ext cx="14001750" cy="790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Hải</a:t>
            </a:r>
            <a:r>
              <a:rPr lang="en-US" sz="27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mã:</a:t>
            </a:r>
            <a:r>
              <a:rPr lang="en-US" sz="2700" dirty="0" spc="-1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tạo</a:t>
            </a:r>
            <a:r>
              <a:rPr lang="en-US" sz="2700" dirty="0" spc="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trí</a:t>
            </a:r>
            <a:r>
              <a:rPr lang="en-US" sz="27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nhớ</a:t>
            </a:r>
            <a:r>
              <a:rPr lang="en-US" sz="2700" dirty="0" spc="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tường</a:t>
            </a:r>
            <a:r>
              <a:rPr lang="en-US" sz="2700" dirty="0" spc="-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thuật</a:t>
            </a:r>
            <a:r>
              <a:rPr lang="en-US" sz="27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mới;</a:t>
            </a:r>
            <a:r>
              <a:rPr lang="en-US" sz="27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ký</a:t>
            </a:r>
            <a:r>
              <a:rPr lang="en-US" sz="2700" dirty="0" spc="1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ức</a:t>
            </a:r>
            <a:r>
              <a:rPr lang="en-US" sz="27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cũ dần</a:t>
            </a:r>
            <a:r>
              <a:rPr lang="en-US" sz="2700" dirty="0" spc="-2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về vỏ</a:t>
            </a:r>
            <a:r>
              <a:rPr lang="en-US" sz="27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não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914400" y="5667375"/>
            <a:ext cx="1619250" cy="981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22" dirty="0" spc="-2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6422" dirty="0"/>
          </a:p>
        </p:txBody>
      </p:sp>
      <p:sp>
        <p:nvSpPr>
          <p:cNvPr id="13" name="Shape 11"/>
          <p:cNvSpPr/>
          <p:nvPr/>
        </p:nvSpPr>
        <p:spPr>
          <a:xfrm>
            <a:off x="2724150" y="5762625"/>
            <a:ext cx="14649450" cy="790575"/>
          </a:xfrm>
          <a:prstGeom prst="roundRect">
            <a:avLst>
              <a:gd name="adj" fmla="val 24096"/>
            </a:avLst>
          </a:prstGeom>
          <a:solidFill>
            <a:srgbClr val="1E212B"/>
          </a:solidFill>
          <a:ln/>
        </p:spPr>
      </p:sp>
      <p:sp>
        <p:nvSpPr>
          <p:cNvPr id="14" name="Text 12"/>
          <p:cNvSpPr/>
          <p:nvPr/>
        </p:nvSpPr>
        <p:spPr>
          <a:xfrm>
            <a:off x="3105150" y="5762625"/>
            <a:ext cx="14001750" cy="790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Đồi thị:</a:t>
            </a:r>
            <a:r>
              <a:rPr lang="en-US" sz="2700" dirty="0" spc="-1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vòng</a:t>
            </a:r>
            <a:r>
              <a:rPr lang="en-US" sz="270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hai</a:t>
            </a:r>
            <a:r>
              <a:rPr lang="en-US" sz="27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chiều;</a:t>
            </a:r>
            <a:r>
              <a:rPr lang="en-US" sz="27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vùng</a:t>
            </a:r>
            <a:r>
              <a:rPr lang="en-US" sz="2700" dirty="0" spc="1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dưới</a:t>
            </a:r>
            <a:r>
              <a:rPr lang="en-US" sz="2700" dirty="0" spc="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đồi:</a:t>
            </a:r>
            <a:r>
              <a:rPr lang="en-US" sz="270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hormone</a:t>
            </a:r>
            <a:r>
              <a:rPr lang="en-US" sz="27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qua</a:t>
            </a:r>
            <a:r>
              <a:rPr lang="en-US" sz="2700" dirty="0" spc="-1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tuyến</a:t>
            </a:r>
            <a:r>
              <a:rPr lang="en-US" sz="2700" dirty="0" spc="-2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yên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914400" y="6762750"/>
            <a:ext cx="1619250" cy="981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22" dirty="0" spc="3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5</a:t>
            </a:r>
            <a:endParaRPr lang="en-US" sz="6422" dirty="0"/>
          </a:p>
        </p:txBody>
      </p:sp>
      <p:sp>
        <p:nvSpPr>
          <p:cNvPr id="16" name="Shape 14"/>
          <p:cNvSpPr/>
          <p:nvPr/>
        </p:nvSpPr>
        <p:spPr>
          <a:xfrm>
            <a:off x="2724150" y="6858000"/>
            <a:ext cx="14649450" cy="790575"/>
          </a:xfrm>
          <a:prstGeom prst="roundRect">
            <a:avLst>
              <a:gd name="adj" fmla="val 24096"/>
            </a:avLst>
          </a:prstGeom>
          <a:solidFill>
            <a:srgbClr val="1E212B"/>
          </a:solidFill>
          <a:ln/>
        </p:spPr>
      </p:sp>
      <p:sp>
        <p:nvSpPr>
          <p:cNvPr id="17" name="Text 15"/>
          <p:cNvSpPr/>
          <p:nvPr/>
        </p:nvSpPr>
        <p:spPr>
          <a:xfrm>
            <a:off x="3105150" y="6858000"/>
            <a:ext cx="14001750" cy="790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Hạch</a:t>
            </a:r>
            <a:r>
              <a:rPr lang="en-US" sz="27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nền:</a:t>
            </a:r>
            <a:r>
              <a:rPr lang="en-US" sz="270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chọn</a:t>
            </a:r>
            <a:r>
              <a:rPr lang="en-US" sz="27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hành</a:t>
            </a:r>
            <a:r>
              <a:rPr lang="en-US" sz="270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động;</a:t>
            </a:r>
            <a:r>
              <a:rPr lang="en-US" sz="27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thùy</a:t>
            </a:r>
            <a:r>
              <a:rPr lang="en-US" sz="2700" dirty="0" spc="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đảo,</a:t>
            </a:r>
            <a:r>
              <a:rPr lang="en-US" sz="2700" dirty="0" spc="-1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vòng</a:t>
            </a:r>
            <a:r>
              <a:rPr lang="en-US" sz="2700" dirty="0" spc="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đai:</a:t>
            </a:r>
            <a:r>
              <a:rPr lang="en-US" sz="2700" dirty="0" spc="-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cơ</a:t>
            </a:r>
            <a:r>
              <a:rPr lang="en-US" sz="270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thể,</a:t>
            </a:r>
            <a:r>
              <a:rPr lang="en-US" sz="27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chú</a:t>
            </a:r>
            <a:r>
              <a:rPr lang="en-US" sz="27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ý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914400" y="7858125"/>
            <a:ext cx="1619250" cy="981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22" dirty="0" spc="2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6</a:t>
            </a:r>
            <a:endParaRPr lang="en-US" sz="6422" dirty="0"/>
          </a:p>
        </p:txBody>
      </p:sp>
      <p:sp>
        <p:nvSpPr>
          <p:cNvPr id="19" name="Shape 17"/>
          <p:cNvSpPr/>
          <p:nvPr/>
        </p:nvSpPr>
        <p:spPr>
          <a:xfrm>
            <a:off x="2724150" y="7953375"/>
            <a:ext cx="14649450" cy="790575"/>
          </a:xfrm>
          <a:prstGeom prst="roundRect">
            <a:avLst>
              <a:gd name="adj" fmla="val 24096"/>
            </a:avLst>
          </a:prstGeom>
          <a:solidFill>
            <a:srgbClr val="1E212B"/>
          </a:solidFill>
          <a:ln/>
        </p:spPr>
      </p:sp>
      <p:sp>
        <p:nvSpPr>
          <p:cNvPr id="20" name="Text 18"/>
          <p:cNvSpPr/>
          <p:nvPr/>
        </p:nvSpPr>
        <p:spPr>
          <a:xfrm>
            <a:off x="3105150" y="7953375"/>
            <a:ext cx="14001750" cy="790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1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Một</a:t>
            </a:r>
            <a:r>
              <a:rPr lang="en-US" sz="27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cấu trúc</a:t>
            </a:r>
            <a:r>
              <a:rPr lang="en-US" sz="27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nhiều</a:t>
            </a:r>
            <a:r>
              <a:rPr lang="en-US" sz="27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nhân,</a:t>
            </a:r>
            <a:r>
              <a:rPr lang="en-US" sz="27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nhiều</a:t>
            </a:r>
            <a:r>
              <a:rPr lang="en-US" sz="270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việc;</a:t>
            </a:r>
            <a:r>
              <a:rPr lang="en-US" sz="2700" dirty="0" spc="-1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2700" dirty="0" spc="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chức</a:t>
            </a:r>
            <a:r>
              <a:rPr lang="en-US" sz="27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năng</a:t>
            </a:r>
            <a:r>
              <a:rPr lang="en-US" sz="27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nhiều cấu</a:t>
            </a:r>
            <a:r>
              <a:rPr lang="en-US" sz="27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trúc</a:t>
            </a:r>
            <a:endParaRPr lang="en-US" sz="2700" dirty="0"/>
          </a:p>
        </p:txBody>
      </p:sp>
      <p:sp>
        <p:nvSpPr>
          <p:cNvPr id="21" name="Text 19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[S3]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[S4]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[S7] [S9]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[S11]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[S13] [S16]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94932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15252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35572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55892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76212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96532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216852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237172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25749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27781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29813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1845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338772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359092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379412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3997320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4200520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4403720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4606919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4810119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5013319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5216518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5419718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5622918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5826117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029317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6232517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64357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66389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68421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70453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724851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745171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765491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785811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806131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826451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846771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867091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887411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907731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928051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948371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9669978" y="9552517"/>
            <a:ext cx="135467" cy="135467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66" name="Shape 64"/>
          <p:cNvSpPr/>
          <p:nvPr/>
        </p:nvSpPr>
        <p:spPr>
          <a:xfrm>
            <a:off x="989011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7" name="Text 65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3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L07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44/45</a:t>
            </a:r>
            <a:endParaRPr lang="en-US" sz="1800" dirty="0"/>
          </a:p>
        </p:txBody>
      </p:sp>
      <p:sp>
        <p:nvSpPr>
          <p:cNvPr id="68" name="Shape 6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9" name="Moda image moda-export-watermark-87970622-c6dd-4847-a6b3-a89756a2c15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Nguồn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tham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khảo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571750"/>
            <a:ext cx="8039100" cy="590550"/>
          </a:xfrm>
          <a:prstGeom prst="roundRect">
            <a:avLst>
              <a:gd name="adj" fmla="val 25806"/>
            </a:avLst>
          </a:prstGeom>
          <a:solidFill>
            <a:srgbClr val="1E212B"/>
          </a:solidFill>
          <a:ln/>
        </p:spPr>
      </p:sp>
      <p:sp>
        <p:nvSpPr>
          <p:cNvPr id="4" name="Text 2"/>
          <p:cNvSpPr/>
          <p:nvPr/>
        </p:nvSpPr>
        <p:spPr>
          <a:xfrm>
            <a:off x="1143000" y="2571750"/>
            <a:ext cx="8763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5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S1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2057400" y="2571750"/>
            <a:ext cx="6667500" cy="590550"/>
          </a:xfrm>
          <a:prstGeom prst="rect">
            <a:avLst/>
          </a:prstGeom>
          <a:noFill/>
          <a:ln/>
        </p:spPr>
        <p:txBody>
          <a:bodyPr wrap="square" lIns="0" tIns="6053" rIns="0" bIns="-6053" rtlCol="0" anchor="ctr"/>
          <a:lstStyle/>
          <a:p>
            <a:pPr algn="l" indent="0" marL="0">
              <a:lnSpc>
                <a:spcPts val="1947"/>
              </a:lnSpc>
              <a:buNone/>
            </a:pPr>
            <a:r>
              <a:rPr lang="en-US" sz="165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Hove</a:t>
            </a:r>
            <a:r>
              <a:rPr lang="en-US" sz="16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&amp; Martinez,</a:t>
            </a:r>
            <a:r>
              <a:rPr lang="en-US" sz="16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Biological</a:t>
            </a:r>
            <a:r>
              <a:rPr lang="en-US" sz="16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Psychology,</a:t>
            </a:r>
            <a:r>
              <a:rPr lang="en-US" sz="16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6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2.6</a:t>
            </a:r>
            <a:r>
              <a:rPr lang="en-US" sz="16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</a:t>
            </a:r>
            <a:r>
              <a:rPr lang="en-US" sz="16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Brain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914400" y="3276600"/>
            <a:ext cx="8039100" cy="590550"/>
          </a:xfrm>
          <a:prstGeom prst="roundRect">
            <a:avLst>
              <a:gd name="adj" fmla="val 25806"/>
            </a:avLst>
          </a:prstGeom>
          <a:solidFill>
            <a:srgbClr val="1E212B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3276600"/>
            <a:ext cx="8763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S2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2057400" y="3276600"/>
            <a:ext cx="6667500" cy="590550"/>
          </a:xfrm>
          <a:prstGeom prst="rect">
            <a:avLst/>
          </a:prstGeom>
          <a:noFill/>
          <a:ln/>
        </p:spPr>
        <p:txBody>
          <a:bodyPr wrap="square" lIns="0" tIns="6603" rIns="0" bIns="-6603" rtlCol="0" anchor="ctr"/>
          <a:lstStyle/>
          <a:p>
            <a:pPr algn="l" indent="0" marL="0">
              <a:lnSpc>
                <a:spcPts val="2124"/>
              </a:lnSpc>
              <a:buNone/>
            </a:pPr>
            <a:r>
              <a:rPr lang="en-US" sz="180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Hove</a:t>
            </a:r>
            <a:r>
              <a:rPr lang="en-US" sz="18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&amp;</a:t>
            </a:r>
            <a:r>
              <a:rPr lang="en-US" sz="18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Martinez,</a:t>
            </a:r>
            <a:r>
              <a:rPr lang="en-US" sz="18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8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8.3</a:t>
            </a:r>
            <a:r>
              <a:rPr lang="en-US" sz="180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Brain</a:t>
            </a:r>
            <a:r>
              <a:rPr lang="en-US" sz="180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Structures</a:t>
            </a:r>
            <a:r>
              <a:rPr lang="en-US" sz="18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</a:t>
            </a:r>
            <a:r>
              <a:rPr lang="en-US" sz="18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Memory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14400" y="3971925"/>
            <a:ext cx="8039100" cy="590550"/>
          </a:xfrm>
          <a:prstGeom prst="roundRect">
            <a:avLst>
              <a:gd name="adj" fmla="val 25806"/>
            </a:avLst>
          </a:prstGeom>
          <a:solidFill>
            <a:srgbClr val="1E212B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3971925"/>
            <a:ext cx="8763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1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S3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2057400" y="3971925"/>
            <a:ext cx="6667500" cy="590550"/>
          </a:xfrm>
          <a:prstGeom prst="rect">
            <a:avLst/>
          </a:prstGeom>
          <a:noFill/>
          <a:ln/>
        </p:spPr>
        <p:txBody>
          <a:bodyPr wrap="square" lIns="0" tIns="7153" rIns="0" bIns="-7153" rtlCol="0" anchor="ctr"/>
          <a:lstStyle/>
          <a:p>
            <a:pPr algn="l" indent="0" marL="0">
              <a:lnSpc>
                <a:spcPts val="2301"/>
              </a:lnSpc>
              <a:buNone/>
            </a:pPr>
            <a:r>
              <a:rPr lang="en-US" sz="195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Hove</a:t>
            </a:r>
            <a:r>
              <a:rPr lang="en-US" sz="19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&amp;</a:t>
            </a:r>
            <a:r>
              <a:rPr lang="en-US" sz="19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Martinez,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 10.1</a:t>
            </a:r>
            <a:r>
              <a:rPr lang="en-US" sz="1950" dirty="0" spc="-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Affective</a:t>
            </a:r>
            <a:r>
              <a:rPr lang="en-US" sz="19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Neuroscience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914400" y="4676775"/>
            <a:ext cx="8039100" cy="590550"/>
          </a:xfrm>
          <a:prstGeom prst="roundRect">
            <a:avLst>
              <a:gd name="adj" fmla="val 25806"/>
            </a:avLst>
          </a:prstGeom>
          <a:solidFill>
            <a:srgbClr val="1E212B"/>
          </a:solidFill>
          <a:ln/>
        </p:spPr>
      </p:sp>
      <p:sp>
        <p:nvSpPr>
          <p:cNvPr id="13" name="Text 11"/>
          <p:cNvSpPr/>
          <p:nvPr/>
        </p:nvSpPr>
        <p:spPr>
          <a:xfrm>
            <a:off x="1143000" y="4676775"/>
            <a:ext cx="8763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4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S4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2057400" y="4676775"/>
            <a:ext cx="6667500" cy="590550"/>
          </a:xfrm>
          <a:prstGeom prst="rect">
            <a:avLst/>
          </a:prstGeom>
          <a:noFill/>
          <a:ln/>
        </p:spPr>
        <p:txBody>
          <a:bodyPr wrap="square" lIns="0" tIns="6053" rIns="0" bIns="-6053" rtlCol="0" anchor="ctr"/>
          <a:lstStyle/>
          <a:p>
            <a:pPr algn="l" indent="0" marL="0">
              <a:lnSpc>
                <a:spcPts val="1947"/>
              </a:lnSpc>
              <a:buNone/>
            </a:pPr>
            <a:r>
              <a:rPr lang="en-US" sz="165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Hove</a:t>
            </a:r>
            <a:r>
              <a:rPr lang="en-US" sz="16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&amp; Martinez, mục</a:t>
            </a:r>
            <a:r>
              <a:rPr lang="en-US" sz="16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10.4</a:t>
            </a:r>
            <a:r>
              <a:rPr lang="en-US" sz="16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Brain</a:t>
            </a:r>
            <a:r>
              <a:rPr lang="en-US" sz="16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Structures</a:t>
            </a:r>
            <a:r>
              <a:rPr lang="en-US" sz="16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have</a:t>
            </a:r>
            <a:r>
              <a:rPr lang="en-US" sz="16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Multiple Functions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914400" y="5372100"/>
            <a:ext cx="8039100" cy="590550"/>
          </a:xfrm>
          <a:prstGeom prst="roundRect">
            <a:avLst>
              <a:gd name="adj" fmla="val 25806"/>
            </a:avLst>
          </a:prstGeom>
          <a:solidFill>
            <a:srgbClr val="1E212B"/>
          </a:solidFill>
          <a:ln/>
        </p:spPr>
      </p:sp>
      <p:sp>
        <p:nvSpPr>
          <p:cNvPr id="16" name="Text 14"/>
          <p:cNvSpPr/>
          <p:nvPr/>
        </p:nvSpPr>
        <p:spPr>
          <a:xfrm>
            <a:off x="1143000" y="5372100"/>
            <a:ext cx="8763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1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S5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2057400" y="5372100"/>
            <a:ext cx="6667500" cy="590550"/>
          </a:xfrm>
          <a:prstGeom prst="rect">
            <a:avLst/>
          </a:prstGeom>
          <a:noFill/>
          <a:ln/>
        </p:spPr>
        <p:txBody>
          <a:bodyPr wrap="square" lIns="0" tIns="6053" rIns="0" bIns="-6053" rtlCol="0" anchor="ctr"/>
          <a:lstStyle/>
          <a:p>
            <a:pPr algn="l" indent="0" marL="0">
              <a:lnSpc>
                <a:spcPts val="1947"/>
              </a:lnSpc>
              <a:buNone/>
            </a:pPr>
            <a:r>
              <a:rPr lang="en-US" sz="165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Hove</a:t>
            </a:r>
            <a:r>
              <a:rPr lang="en-US" sz="16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&amp; Martinez, mục</a:t>
            </a:r>
            <a:r>
              <a:rPr lang="en-US" sz="16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12.6</a:t>
            </a:r>
            <a:r>
              <a:rPr lang="en-US" sz="165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Post-Traumatic</a:t>
            </a:r>
            <a:r>
              <a:rPr lang="en-US" sz="16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Stress</a:t>
            </a:r>
            <a:r>
              <a:rPr lang="en-US" sz="16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Disorder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914400" y="6076950"/>
            <a:ext cx="8039100" cy="590550"/>
          </a:xfrm>
          <a:prstGeom prst="roundRect">
            <a:avLst>
              <a:gd name="adj" fmla="val 25806"/>
            </a:avLst>
          </a:prstGeom>
          <a:solidFill>
            <a:srgbClr val="1E212B"/>
          </a:solidFill>
          <a:ln/>
        </p:spPr>
      </p:sp>
      <p:sp>
        <p:nvSpPr>
          <p:cNvPr id="19" name="Text 17"/>
          <p:cNvSpPr/>
          <p:nvPr/>
        </p:nvSpPr>
        <p:spPr>
          <a:xfrm>
            <a:off x="1143000" y="6076950"/>
            <a:ext cx="8763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2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S6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2057400" y="6076950"/>
            <a:ext cx="6667500" cy="590550"/>
          </a:xfrm>
          <a:prstGeom prst="rect">
            <a:avLst/>
          </a:prstGeom>
          <a:noFill/>
          <a:ln/>
        </p:spPr>
        <p:txBody>
          <a:bodyPr wrap="square" lIns="0" tIns="6053" rIns="0" bIns="-6053" rtlCol="0" anchor="ctr"/>
          <a:lstStyle/>
          <a:p>
            <a:pPr algn="l" indent="0" marL="0">
              <a:lnSpc>
                <a:spcPts val="1947"/>
              </a:lnSpc>
              <a:buNone/>
            </a:pPr>
            <a:r>
              <a:rPr lang="en-US" sz="16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LeDoux,</a:t>
            </a:r>
            <a:r>
              <a:rPr lang="en-US" sz="16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Emotion</a:t>
            </a:r>
            <a:r>
              <a:rPr lang="en-US" sz="16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circuits</a:t>
            </a:r>
            <a:r>
              <a:rPr lang="en-US" sz="16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</a:t>
            </a:r>
            <a:r>
              <a:rPr lang="en-US" sz="16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</a:t>
            </a:r>
            <a:r>
              <a:rPr lang="en-US" sz="16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brain,</a:t>
            </a:r>
            <a:r>
              <a:rPr lang="en-US" sz="16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Annu</a:t>
            </a:r>
            <a:r>
              <a:rPr lang="en-US" sz="1650" dirty="0" spc="-2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Rev</a:t>
            </a:r>
            <a:r>
              <a:rPr lang="en-US" sz="16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Neurosci,</a:t>
            </a:r>
            <a:r>
              <a:rPr lang="en-US" sz="16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2000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914400" y="6772275"/>
            <a:ext cx="8039100" cy="590550"/>
          </a:xfrm>
          <a:prstGeom prst="roundRect">
            <a:avLst>
              <a:gd name="adj" fmla="val 25806"/>
            </a:avLst>
          </a:prstGeom>
          <a:solidFill>
            <a:srgbClr val="1E212B"/>
          </a:solidFill>
          <a:ln/>
        </p:spPr>
      </p:sp>
      <p:sp>
        <p:nvSpPr>
          <p:cNvPr id="22" name="Text 20"/>
          <p:cNvSpPr/>
          <p:nvPr/>
        </p:nvSpPr>
        <p:spPr>
          <a:xfrm>
            <a:off x="1143000" y="6772275"/>
            <a:ext cx="8763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16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S7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2057400" y="6772275"/>
            <a:ext cx="6667500" cy="590550"/>
          </a:xfrm>
          <a:prstGeom prst="rect">
            <a:avLst/>
          </a:prstGeom>
          <a:noFill/>
          <a:ln/>
        </p:spPr>
        <p:txBody>
          <a:bodyPr wrap="square" lIns="0" tIns="7703" rIns="0" bIns="-7703" rtlCol="0" anchor="ctr"/>
          <a:lstStyle/>
          <a:p>
            <a:pPr algn="l" indent="0" marL="0">
              <a:lnSpc>
                <a:spcPts val="2478"/>
              </a:lnSpc>
              <a:buNone/>
            </a:pPr>
            <a:r>
              <a:rPr lang="en-US" sz="210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Feinstein</a:t>
            </a:r>
            <a:r>
              <a:rPr lang="en-US" sz="210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cộng</a:t>
            </a: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sự,</a:t>
            </a:r>
            <a:r>
              <a:rPr lang="en-US" sz="210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Current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Biology,</a:t>
            </a:r>
            <a:r>
              <a:rPr lang="en-US" sz="21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2011</a:t>
            </a:r>
            <a:endParaRPr lang="en-US" sz="2100" dirty="0"/>
          </a:p>
        </p:txBody>
      </p:sp>
      <p:sp>
        <p:nvSpPr>
          <p:cNvPr id="24" name="Shape 22"/>
          <p:cNvSpPr/>
          <p:nvPr/>
        </p:nvSpPr>
        <p:spPr>
          <a:xfrm>
            <a:off x="914400" y="7477125"/>
            <a:ext cx="8039100" cy="590550"/>
          </a:xfrm>
          <a:prstGeom prst="roundRect">
            <a:avLst>
              <a:gd name="adj" fmla="val 25806"/>
            </a:avLst>
          </a:prstGeom>
          <a:solidFill>
            <a:srgbClr val="1E212B"/>
          </a:solidFill>
          <a:ln/>
        </p:spPr>
      </p:sp>
      <p:sp>
        <p:nvSpPr>
          <p:cNvPr id="25" name="Text 23"/>
          <p:cNvSpPr/>
          <p:nvPr/>
        </p:nvSpPr>
        <p:spPr>
          <a:xfrm>
            <a:off x="1143000" y="7477125"/>
            <a:ext cx="8763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13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S8</a:t>
            </a:r>
            <a:endParaRPr lang="en-US" sz="1950" dirty="0"/>
          </a:p>
        </p:txBody>
      </p:sp>
      <p:sp>
        <p:nvSpPr>
          <p:cNvPr id="26" name="Text 24"/>
          <p:cNvSpPr/>
          <p:nvPr/>
        </p:nvSpPr>
        <p:spPr>
          <a:xfrm>
            <a:off x="2057400" y="7477125"/>
            <a:ext cx="6667500" cy="590550"/>
          </a:xfrm>
          <a:prstGeom prst="rect">
            <a:avLst/>
          </a:prstGeom>
          <a:noFill/>
          <a:ln/>
        </p:spPr>
        <p:txBody>
          <a:bodyPr wrap="square" lIns="0" tIns="7703" rIns="0" bIns="-7703" rtlCol="0" anchor="ctr"/>
          <a:lstStyle/>
          <a:p>
            <a:pPr algn="l" indent="0" marL="0">
              <a:lnSpc>
                <a:spcPts val="2478"/>
              </a:lnSpc>
              <a:buNone/>
            </a:pPr>
            <a:r>
              <a:rPr lang="en-US" sz="210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Bechara</a:t>
            </a:r>
            <a:r>
              <a:rPr lang="en-US" sz="210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cộng</a:t>
            </a: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sự,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Science, 1995</a:t>
            </a:r>
            <a:endParaRPr lang="en-US" sz="2100" dirty="0"/>
          </a:p>
        </p:txBody>
      </p:sp>
      <p:sp>
        <p:nvSpPr>
          <p:cNvPr id="27" name="Shape 25"/>
          <p:cNvSpPr/>
          <p:nvPr/>
        </p:nvSpPr>
        <p:spPr>
          <a:xfrm>
            <a:off x="914400" y="8172450"/>
            <a:ext cx="8039100" cy="590550"/>
          </a:xfrm>
          <a:prstGeom prst="roundRect">
            <a:avLst>
              <a:gd name="adj" fmla="val 25806"/>
            </a:avLst>
          </a:prstGeom>
          <a:solidFill>
            <a:srgbClr val="1E212B"/>
          </a:solidFill>
          <a:ln/>
        </p:spPr>
      </p:sp>
      <p:sp>
        <p:nvSpPr>
          <p:cNvPr id="28" name="Text 26"/>
          <p:cNvSpPr/>
          <p:nvPr/>
        </p:nvSpPr>
        <p:spPr>
          <a:xfrm>
            <a:off x="1143000" y="8172450"/>
            <a:ext cx="8763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2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S9</a:t>
            </a:r>
            <a:endParaRPr lang="en-US" sz="1950" dirty="0"/>
          </a:p>
        </p:txBody>
      </p:sp>
      <p:sp>
        <p:nvSpPr>
          <p:cNvPr id="29" name="Text 27"/>
          <p:cNvSpPr/>
          <p:nvPr/>
        </p:nvSpPr>
        <p:spPr>
          <a:xfrm>
            <a:off x="2057400" y="8172450"/>
            <a:ext cx="6667500" cy="590550"/>
          </a:xfrm>
          <a:prstGeom prst="rect">
            <a:avLst/>
          </a:prstGeom>
          <a:noFill/>
          <a:ln/>
        </p:spPr>
        <p:txBody>
          <a:bodyPr wrap="square" lIns="0" tIns="7703" rIns="0" bIns="-7703" rtlCol="0" anchor="ctr"/>
          <a:lstStyle/>
          <a:p>
            <a:pPr algn="l" indent="0" marL="0">
              <a:lnSpc>
                <a:spcPts val="2478"/>
              </a:lnSpc>
              <a:buNone/>
            </a:pPr>
            <a:r>
              <a:rPr lang="en-US" sz="2100" dirty="0" spc="-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Frankland</a:t>
            </a: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&amp;</a:t>
            </a:r>
            <a:r>
              <a:rPr lang="en-US" sz="210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Bontempi,</a:t>
            </a:r>
            <a:r>
              <a:rPr lang="en-US" sz="210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Nat</a:t>
            </a:r>
            <a:r>
              <a:rPr lang="en-US" sz="2100" dirty="0" spc="-3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Rev</a:t>
            </a:r>
            <a:r>
              <a:rPr lang="en-US" sz="210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Neurosci,</a:t>
            </a: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2005</a:t>
            </a:r>
            <a:endParaRPr lang="en-US" sz="2100" dirty="0"/>
          </a:p>
        </p:txBody>
      </p:sp>
      <p:sp>
        <p:nvSpPr>
          <p:cNvPr id="30" name="Shape 28"/>
          <p:cNvSpPr/>
          <p:nvPr/>
        </p:nvSpPr>
        <p:spPr>
          <a:xfrm>
            <a:off x="9334500" y="2571750"/>
            <a:ext cx="8039100" cy="590550"/>
          </a:xfrm>
          <a:prstGeom prst="roundRect">
            <a:avLst>
              <a:gd name="adj" fmla="val 25806"/>
            </a:avLst>
          </a:prstGeom>
          <a:solidFill>
            <a:srgbClr val="1E212B"/>
          </a:solidFill>
          <a:ln/>
        </p:spPr>
      </p:sp>
      <p:sp>
        <p:nvSpPr>
          <p:cNvPr id="31" name="Text 29"/>
          <p:cNvSpPr/>
          <p:nvPr/>
        </p:nvSpPr>
        <p:spPr>
          <a:xfrm>
            <a:off x="9563100" y="2571750"/>
            <a:ext cx="8763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2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S10</a:t>
            </a:r>
            <a:endParaRPr lang="en-US" sz="1950" dirty="0"/>
          </a:p>
        </p:txBody>
      </p:sp>
      <p:sp>
        <p:nvSpPr>
          <p:cNvPr id="32" name="Text 30"/>
          <p:cNvSpPr/>
          <p:nvPr/>
        </p:nvSpPr>
        <p:spPr>
          <a:xfrm>
            <a:off x="10477500" y="2571750"/>
            <a:ext cx="6667500" cy="590550"/>
          </a:xfrm>
          <a:prstGeom prst="rect">
            <a:avLst/>
          </a:prstGeom>
          <a:noFill/>
          <a:ln/>
        </p:spPr>
        <p:txBody>
          <a:bodyPr wrap="square" lIns="0" tIns="6603" rIns="0" bIns="-6603" rtlCol="0" anchor="ctr"/>
          <a:lstStyle/>
          <a:p>
            <a:pPr algn="l" indent="0" marL="0">
              <a:lnSpc>
                <a:spcPts val="2124"/>
              </a:lnSpc>
              <a:buNone/>
            </a:pPr>
            <a:r>
              <a:rPr lang="en-US" sz="18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Sherman,</a:t>
            </a:r>
            <a:r>
              <a:rPr lang="en-US" sz="18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</a:t>
            </a:r>
            <a:r>
              <a:rPr lang="en-US" sz="18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thalamus</a:t>
            </a:r>
            <a:r>
              <a:rPr lang="en-US" sz="18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is</a:t>
            </a:r>
            <a:r>
              <a:rPr lang="en-US" sz="180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more</a:t>
            </a:r>
            <a:r>
              <a:rPr lang="en-US" sz="18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than</a:t>
            </a:r>
            <a:r>
              <a:rPr lang="en-US" sz="18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just</a:t>
            </a:r>
            <a:r>
              <a:rPr lang="en-US" sz="180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</a:t>
            </a:r>
            <a:r>
              <a:rPr lang="en-US" sz="180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relay,</a:t>
            </a:r>
            <a:r>
              <a:rPr lang="en-US" sz="18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2007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9334500" y="3276600"/>
            <a:ext cx="8039100" cy="590550"/>
          </a:xfrm>
          <a:prstGeom prst="roundRect">
            <a:avLst>
              <a:gd name="adj" fmla="val 25806"/>
            </a:avLst>
          </a:prstGeom>
          <a:solidFill>
            <a:srgbClr val="1E212B"/>
          </a:solidFill>
          <a:ln/>
        </p:spPr>
      </p:sp>
      <p:sp>
        <p:nvSpPr>
          <p:cNvPr id="34" name="Text 32"/>
          <p:cNvSpPr/>
          <p:nvPr/>
        </p:nvSpPr>
        <p:spPr>
          <a:xfrm>
            <a:off x="9563100" y="3276600"/>
            <a:ext cx="8763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5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S11</a:t>
            </a:r>
            <a:endParaRPr lang="en-US" sz="1950" dirty="0"/>
          </a:p>
        </p:txBody>
      </p:sp>
      <p:sp>
        <p:nvSpPr>
          <p:cNvPr id="35" name="Text 33"/>
          <p:cNvSpPr/>
          <p:nvPr/>
        </p:nvSpPr>
        <p:spPr>
          <a:xfrm>
            <a:off x="10477500" y="3276600"/>
            <a:ext cx="6667500" cy="590550"/>
          </a:xfrm>
          <a:prstGeom prst="rect">
            <a:avLst/>
          </a:prstGeom>
          <a:noFill/>
          <a:ln/>
        </p:spPr>
        <p:txBody>
          <a:bodyPr wrap="square" lIns="0" tIns="6053" rIns="0" bIns="-6053" rtlCol="0" anchor="ctr"/>
          <a:lstStyle/>
          <a:p>
            <a:pPr algn="l" indent="0" marL="0">
              <a:lnSpc>
                <a:spcPts val="1947"/>
              </a:lnSpc>
              <a:buNone/>
            </a:pPr>
            <a:r>
              <a:rPr lang="en-US" sz="16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Betts</a:t>
            </a:r>
            <a:r>
              <a:rPr lang="en-US" sz="16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6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cộng</a:t>
            </a:r>
            <a:r>
              <a:rPr lang="en-US" sz="16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sự,</a:t>
            </a:r>
            <a:r>
              <a:rPr lang="en-US" sz="16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Anatomy</a:t>
            </a:r>
            <a:r>
              <a:rPr lang="en-US" sz="16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and</a:t>
            </a:r>
            <a:r>
              <a:rPr lang="en-US" sz="16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Physiology</a:t>
            </a:r>
            <a:r>
              <a:rPr lang="en-US" sz="16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2e,</a:t>
            </a:r>
            <a:r>
              <a:rPr lang="en-US" sz="16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 17.3,</a:t>
            </a:r>
            <a:r>
              <a:rPr lang="en-US" sz="16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OpenStax</a:t>
            </a:r>
            <a:endParaRPr lang="en-US" sz="1650" dirty="0"/>
          </a:p>
        </p:txBody>
      </p:sp>
      <p:sp>
        <p:nvSpPr>
          <p:cNvPr id="36" name="Shape 34"/>
          <p:cNvSpPr/>
          <p:nvPr/>
        </p:nvSpPr>
        <p:spPr>
          <a:xfrm>
            <a:off x="9334500" y="3971925"/>
            <a:ext cx="8039100" cy="590550"/>
          </a:xfrm>
          <a:prstGeom prst="roundRect">
            <a:avLst>
              <a:gd name="adj" fmla="val 25806"/>
            </a:avLst>
          </a:prstGeom>
          <a:solidFill>
            <a:srgbClr val="1E212B"/>
          </a:solidFill>
          <a:ln/>
        </p:spPr>
      </p:sp>
      <p:sp>
        <p:nvSpPr>
          <p:cNvPr id="37" name="Text 35"/>
          <p:cNvSpPr/>
          <p:nvPr/>
        </p:nvSpPr>
        <p:spPr>
          <a:xfrm>
            <a:off x="9563100" y="3971925"/>
            <a:ext cx="8763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2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S12</a:t>
            </a:r>
            <a:endParaRPr lang="en-US" sz="1950" dirty="0"/>
          </a:p>
        </p:txBody>
      </p:sp>
      <p:sp>
        <p:nvSpPr>
          <p:cNvPr id="38" name="Text 36"/>
          <p:cNvSpPr/>
          <p:nvPr/>
        </p:nvSpPr>
        <p:spPr>
          <a:xfrm>
            <a:off x="10477500" y="3971925"/>
            <a:ext cx="6667500" cy="590550"/>
          </a:xfrm>
          <a:prstGeom prst="rect">
            <a:avLst/>
          </a:prstGeom>
          <a:noFill/>
          <a:ln/>
        </p:spPr>
        <p:txBody>
          <a:bodyPr wrap="square" lIns="0" tIns="7703" rIns="0" bIns="-7703" rtlCol="0" anchor="ctr"/>
          <a:lstStyle/>
          <a:p>
            <a:pPr algn="l" indent="0" marL="0">
              <a:lnSpc>
                <a:spcPts val="2478"/>
              </a:lnSpc>
              <a:buNone/>
            </a:pPr>
            <a:r>
              <a:rPr lang="en-US" sz="210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Swanson,</a:t>
            </a:r>
            <a:r>
              <a:rPr lang="en-US" sz="210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Brain</a:t>
            </a:r>
            <a:r>
              <a:rPr lang="en-US" sz="2100" dirty="0" spc="-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Research,</a:t>
            </a:r>
            <a:r>
              <a:rPr lang="en-US" sz="21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2000</a:t>
            </a:r>
            <a:endParaRPr lang="en-US" sz="2100" dirty="0"/>
          </a:p>
        </p:txBody>
      </p:sp>
      <p:sp>
        <p:nvSpPr>
          <p:cNvPr id="39" name="Shape 37"/>
          <p:cNvSpPr/>
          <p:nvPr/>
        </p:nvSpPr>
        <p:spPr>
          <a:xfrm>
            <a:off x="9334500" y="4676775"/>
            <a:ext cx="8039100" cy="590550"/>
          </a:xfrm>
          <a:prstGeom prst="roundRect">
            <a:avLst>
              <a:gd name="adj" fmla="val 25806"/>
            </a:avLst>
          </a:prstGeom>
          <a:solidFill>
            <a:srgbClr val="1E212B"/>
          </a:solidFill>
          <a:ln/>
        </p:spPr>
      </p:sp>
      <p:sp>
        <p:nvSpPr>
          <p:cNvPr id="40" name="Text 38"/>
          <p:cNvSpPr/>
          <p:nvPr/>
        </p:nvSpPr>
        <p:spPr>
          <a:xfrm>
            <a:off x="9563100" y="4676775"/>
            <a:ext cx="8763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3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S13</a:t>
            </a:r>
            <a:endParaRPr lang="en-US" sz="1950" dirty="0"/>
          </a:p>
        </p:txBody>
      </p:sp>
      <p:sp>
        <p:nvSpPr>
          <p:cNvPr id="41" name="Text 39"/>
          <p:cNvSpPr/>
          <p:nvPr/>
        </p:nvSpPr>
        <p:spPr>
          <a:xfrm>
            <a:off x="10477500" y="4676775"/>
            <a:ext cx="6667500" cy="590550"/>
          </a:xfrm>
          <a:prstGeom prst="rect">
            <a:avLst/>
          </a:prstGeom>
          <a:noFill/>
          <a:ln/>
        </p:spPr>
        <p:txBody>
          <a:bodyPr wrap="square" lIns="0" tIns="6053" rIns="0" bIns="-6053" rtlCol="0" anchor="ctr"/>
          <a:lstStyle/>
          <a:p>
            <a:pPr algn="l" indent="0" marL="0">
              <a:lnSpc>
                <a:spcPts val="1947"/>
              </a:lnSpc>
              <a:buNone/>
            </a:pPr>
            <a:r>
              <a:rPr lang="en-US" sz="16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Lanciego,</a:t>
            </a:r>
            <a:r>
              <a:rPr lang="en-US" sz="16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Luquin,</a:t>
            </a:r>
            <a:r>
              <a:rPr lang="en-US" sz="16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Obeso,</a:t>
            </a:r>
            <a:r>
              <a:rPr lang="en-US" sz="16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Cold</a:t>
            </a:r>
            <a:r>
              <a:rPr lang="en-US" sz="16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Spring</a:t>
            </a:r>
            <a:r>
              <a:rPr lang="en-US" sz="16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Harb</a:t>
            </a:r>
            <a:r>
              <a:rPr lang="en-US" sz="16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Perspect</a:t>
            </a:r>
            <a:r>
              <a:rPr lang="en-US" sz="16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Med,</a:t>
            </a:r>
            <a:r>
              <a:rPr lang="en-US" sz="16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2012</a:t>
            </a:r>
            <a:endParaRPr lang="en-US" sz="1650" dirty="0"/>
          </a:p>
        </p:txBody>
      </p:sp>
      <p:sp>
        <p:nvSpPr>
          <p:cNvPr id="42" name="Shape 40"/>
          <p:cNvSpPr/>
          <p:nvPr/>
        </p:nvSpPr>
        <p:spPr>
          <a:xfrm>
            <a:off x="9334500" y="5372100"/>
            <a:ext cx="8039100" cy="590550"/>
          </a:xfrm>
          <a:prstGeom prst="roundRect">
            <a:avLst>
              <a:gd name="adj" fmla="val 25806"/>
            </a:avLst>
          </a:prstGeom>
          <a:solidFill>
            <a:srgbClr val="1E212B"/>
          </a:solidFill>
          <a:ln/>
        </p:spPr>
      </p:sp>
      <p:sp>
        <p:nvSpPr>
          <p:cNvPr id="43" name="Text 41"/>
          <p:cNvSpPr/>
          <p:nvPr/>
        </p:nvSpPr>
        <p:spPr>
          <a:xfrm>
            <a:off x="9563100" y="5372100"/>
            <a:ext cx="8763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4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S14</a:t>
            </a:r>
            <a:endParaRPr lang="en-US" sz="1950" dirty="0"/>
          </a:p>
        </p:txBody>
      </p:sp>
      <p:sp>
        <p:nvSpPr>
          <p:cNvPr id="44" name="Text 42"/>
          <p:cNvSpPr/>
          <p:nvPr/>
        </p:nvSpPr>
        <p:spPr>
          <a:xfrm>
            <a:off x="10477500" y="5372100"/>
            <a:ext cx="6667500" cy="590550"/>
          </a:xfrm>
          <a:prstGeom prst="rect">
            <a:avLst/>
          </a:prstGeom>
          <a:noFill/>
          <a:ln/>
        </p:spPr>
        <p:txBody>
          <a:bodyPr wrap="square" lIns="0" tIns="7153" rIns="0" bIns="-7153" rtlCol="0" anchor="ctr"/>
          <a:lstStyle/>
          <a:p>
            <a:pPr algn="l" indent="0" marL="0">
              <a:lnSpc>
                <a:spcPts val="2301"/>
              </a:lnSpc>
              <a:buNone/>
            </a:pPr>
            <a:r>
              <a:rPr lang="en-US" sz="19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Haber</a:t>
            </a:r>
            <a:r>
              <a:rPr lang="en-US" sz="19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&amp;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Knutson,</a:t>
            </a:r>
            <a:r>
              <a:rPr lang="en-US" sz="19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Neuropsychopharmacology,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2010</a:t>
            </a:r>
            <a:endParaRPr lang="en-US" sz="1950" dirty="0"/>
          </a:p>
        </p:txBody>
      </p:sp>
      <p:sp>
        <p:nvSpPr>
          <p:cNvPr id="45" name="Shape 43"/>
          <p:cNvSpPr/>
          <p:nvPr/>
        </p:nvSpPr>
        <p:spPr>
          <a:xfrm>
            <a:off x="9334500" y="6076950"/>
            <a:ext cx="8039100" cy="590550"/>
          </a:xfrm>
          <a:prstGeom prst="roundRect">
            <a:avLst>
              <a:gd name="adj" fmla="val 25806"/>
            </a:avLst>
          </a:prstGeom>
          <a:solidFill>
            <a:srgbClr val="1E212B"/>
          </a:solidFill>
          <a:ln/>
        </p:spPr>
      </p:sp>
      <p:sp>
        <p:nvSpPr>
          <p:cNvPr id="46" name="Text 44"/>
          <p:cNvSpPr/>
          <p:nvPr/>
        </p:nvSpPr>
        <p:spPr>
          <a:xfrm>
            <a:off x="9563100" y="6076950"/>
            <a:ext cx="8763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1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S15</a:t>
            </a:r>
            <a:endParaRPr lang="en-US" sz="1950" dirty="0"/>
          </a:p>
        </p:txBody>
      </p:sp>
      <p:sp>
        <p:nvSpPr>
          <p:cNvPr id="47" name="Text 45"/>
          <p:cNvSpPr/>
          <p:nvPr/>
        </p:nvSpPr>
        <p:spPr>
          <a:xfrm>
            <a:off x="10477500" y="6076950"/>
            <a:ext cx="6667500" cy="590550"/>
          </a:xfrm>
          <a:prstGeom prst="rect">
            <a:avLst/>
          </a:prstGeom>
          <a:noFill/>
          <a:ln/>
        </p:spPr>
        <p:txBody>
          <a:bodyPr wrap="square" lIns="0" tIns="6053" rIns="0" bIns="-6053" rtlCol="0" anchor="ctr"/>
          <a:lstStyle/>
          <a:p>
            <a:pPr algn="l" indent="0" marL="0">
              <a:lnSpc>
                <a:spcPts val="1947"/>
              </a:lnSpc>
              <a:buNone/>
            </a:pPr>
            <a:r>
              <a:rPr lang="en-US" sz="16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Craig,</a:t>
            </a:r>
            <a:r>
              <a:rPr lang="en-US" sz="16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How</a:t>
            </a:r>
            <a:r>
              <a:rPr lang="en-US" sz="16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</a:t>
            </a:r>
            <a:r>
              <a:rPr lang="en-US" sz="16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you</a:t>
            </a:r>
            <a:r>
              <a:rPr lang="en-US" sz="16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feel?</a:t>
            </a:r>
            <a:r>
              <a:rPr lang="en-US" sz="16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Interoception,</a:t>
            </a:r>
            <a:r>
              <a:rPr lang="en-US" sz="16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Nat</a:t>
            </a:r>
            <a:r>
              <a:rPr lang="en-US" sz="1650" dirty="0" spc="-2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Rev</a:t>
            </a:r>
            <a:r>
              <a:rPr lang="en-US" sz="16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Neurosci,</a:t>
            </a:r>
            <a:r>
              <a:rPr lang="en-US" sz="16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2002</a:t>
            </a:r>
            <a:endParaRPr lang="en-US" sz="1650" dirty="0"/>
          </a:p>
        </p:txBody>
      </p:sp>
      <p:sp>
        <p:nvSpPr>
          <p:cNvPr id="48" name="Shape 46"/>
          <p:cNvSpPr/>
          <p:nvPr/>
        </p:nvSpPr>
        <p:spPr>
          <a:xfrm>
            <a:off x="9334500" y="6772275"/>
            <a:ext cx="8039100" cy="590550"/>
          </a:xfrm>
          <a:prstGeom prst="roundRect">
            <a:avLst>
              <a:gd name="adj" fmla="val 25806"/>
            </a:avLst>
          </a:prstGeom>
          <a:solidFill>
            <a:srgbClr val="1E212B"/>
          </a:solidFill>
          <a:ln/>
        </p:spPr>
      </p:sp>
      <p:sp>
        <p:nvSpPr>
          <p:cNvPr id="49" name="Text 47"/>
          <p:cNvSpPr/>
          <p:nvPr/>
        </p:nvSpPr>
        <p:spPr>
          <a:xfrm>
            <a:off x="9563100" y="6772275"/>
            <a:ext cx="8763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3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S16</a:t>
            </a:r>
            <a:endParaRPr lang="en-US" sz="1950" dirty="0"/>
          </a:p>
        </p:txBody>
      </p:sp>
      <p:sp>
        <p:nvSpPr>
          <p:cNvPr id="50" name="Text 48"/>
          <p:cNvSpPr/>
          <p:nvPr/>
        </p:nvSpPr>
        <p:spPr>
          <a:xfrm>
            <a:off x="10477500" y="6772275"/>
            <a:ext cx="6667500" cy="590550"/>
          </a:xfrm>
          <a:prstGeom prst="rect">
            <a:avLst/>
          </a:prstGeom>
          <a:noFill/>
          <a:ln/>
        </p:spPr>
        <p:txBody>
          <a:bodyPr wrap="square" lIns="0" tIns="7703" rIns="0" bIns="-7703" rtlCol="0" anchor="ctr"/>
          <a:lstStyle/>
          <a:p>
            <a:pPr algn="l" indent="0" marL="0">
              <a:lnSpc>
                <a:spcPts val="2478"/>
              </a:lnSpc>
              <a:buNone/>
            </a:pPr>
            <a:r>
              <a:rPr lang="en-US" sz="21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Bush,</a:t>
            </a:r>
            <a:r>
              <a:rPr lang="en-US" sz="210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Luu,</a:t>
            </a:r>
            <a:r>
              <a:rPr lang="en-US" sz="210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Posner,</a:t>
            </a:r>
            <a:r>
              <a:rPr lang="en-US" sz="2100" dirty="0" spc="-3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Trends</a:t>
            </a: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Cogn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Sci,</a:t>
            </a:r>
            <a:r>
              <a:rPr lang="en-US" sz="21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2000</a:t>
            </a:r>
            <a:endParaRPr lang="en-US" sz="2100" dirty="0"/>
          </a:p>
        </p:txBody>
      </p:sp>
      <p:sp>
        <p:nvSpPr>
          <p:cNvPr id="51" name="Shape 49"/>
          <p:cNvSpPr/>
          <p:nvPr/>
        </p:nvSpPr>
        <p:spPr>
          <a:xfrm>
            <a:off x="9334500" y="7477125"/>
            <a:ext cx="8039100" cy="590550"/>
          </a:xfrm>
          <a:prstGeom prst="roundRect">
            <a:avLst>
              <a:gd name="adj" fmla="val 25806"/>
            </a:avLst>
          </a:prstGeom>
          <a:solidFill>
            <a:srgbClr val="1E212B"/>
          </a:solidFill>
          <a:ln/>
        </p:spPr>
      </p:sp>
      <p:sp>
        <p:nvSpPr>
          <p:cNvPr id="52" name="Text 50"/>
          <p:cNvSpPr/>
          <p:nvPr/>
        </p:nvSpPr>
        <p:spPr>
          <a:xfrm>
            <a:off x="9563100" y="7477125"/>
            <a:ext cx="8763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2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S17</a:t>
            </a:r>
            <a:endParaRPr lang="en-US" sz="1950" dirty="0"/>
          </a:p>
        </p:txBody>
      </p:sp>
      <p:sp>
        <p:nvSpPr>
          <p:cNvPr id="53" name="Text 51"/>
          <p:cNvSpPr/>
          <p:nvPr/>
        </p:nvSpPr>
        <p:spPr>
          <a:xfrm>
            <a:off x="10477500" y="7477125"/>
            <a:ext cx="6667500" cy="590550"/>
          </a:xfrm>
          <a:prstGeom prst="rect">
            <a:avLst/>
          </a:prstGeom>
          <a:noFill/>
          <a:ln/>
        </p:spPr>
        <p:txBody>
          <a:bodyPr wrap="square" lIns="0" tIns="6053" rIns="0" bIns="-6053" rtlCol="0" anchor="ctr"/>
          <a:lstStyle/>
          <a:p>
            <a:pPr algn="l" indent="0" marL="0">
              <a:lnSpc>
                <a:spcPts val="1947"/>
              </a:lnSpc>
              <a:buNone/>
            </a:pPr>
            <a:r>
              <a:rPr lang="en-US" sz="16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Lindquist</a:t>
            </a:r>
            <a:r>
              <a:rPr lang="en-US" sz="16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6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cộng</a:t>
            </a:r>
            <a:r>
              <a:rPr lang="en-US" sz="16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sự,</a:t>
            </a:r>
            <a:r>
              <a:rPr lang="en-US" sz="16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Behavioral</a:t>
            </a:r>
            <a:r>
              <a:rPr lang="en-US" sz="16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and</a:t>
            </a:r>
            <a:r>
              <a:rPr lang="en-US" sz="16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Brain</a:t>
            </a:r>
            <a:r>
              <a:rPr lang="en-US" sz="16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Sciences, 2012</a:t>
            </a:r>
            <a:endParaRPr lang="en-US" sz="1650" dirty="0"/>
          </a:p>
        </p:txBody>
      </p:sp>
      <p:sp>
        <p:nvSpPr>
          <p:cNvPr id="54" name="Shape 52"/>
          <p:cNvSpPr/>
          <p:nvPr/>
        </p:nvSpPr>
        <p:spPr>
          <a:xfrm>
            <a:off x="9334500" y="8172450"/>
            <a:ext cx="8039100" cy="590550"/>
          </a:xfrm>
          <a:prstGeom prst="roundRect">
            <a:avLst>
              <a:gd name="adj" fmla="val 25806"/>
            </a:avLst>
          </a:prstGeom>
          <a:solidFill>
            <a:srgbClr val="1E212B"/>
          </a:solidFill>
          <a:ln/>
        </p:spPr>
      </p:sp>
      <p:sp>
        <p:nvSpPr>
          <p:cNvPr id="55" name="Text 53"/>
          <p:cNvSpPr/>
          <p:nvPr/>
        </p:nvSpPr>
        <p:spPr>
          <a:xfrm>
            <a:off x="9563100" y="8172450"/>
            <a:ext cx="8763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4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S18</a:t>
            </a:r>
            <a:endParaRPr lang="en-US" sz="1950" dirty="0"/>
          </a:p>
        </p:txBody>
      </p:sp>
      <p:sp>
        <p:nvSpPr>
          <p:cNvPr id="56" name="Text 54"/>
          <p:cNvSpPr/>
          <p:nvPr/>
        </p:nvSpPr>
        <p:spPr>
          <a:xfrm>
            <a:off x="10477500" y="8172450"/>
            <a:ext cx="6667500" cy="590550"/>
          </a:xfrm>
          <a:prstGeom prst="rect">
            <a:avLst/>
          </a:prstGeom>
          <a:noFill/>
          <a:ln/>
        </p:spPr>
        <p:txBody>
          <a:bodyPr wrap="square" lIns="0" tIns="7703" rIns="0" bIns="-7703" rtlCol="0" anchor="ctr"/>
          <a:lstStyle/>
          <a:p>
            <a:pPr algn="l" indent="0" marL="0">
              <a:lnSpc>
                <a:spcPts val="2478"/>
              </a:lnSpc>
              <a:buNone/>
            </a:pP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NINDS,</a:t>
            </a:r>
            <a:r>
              <a:rPr lang="en-US" sz="210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Brain</a:t>
            </a:r>
            <a:r>
              <a:rPr lang="en-US" sz="21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Basics:</a:t>
            </a:r>
            <a:r>
              <a:rPr lang="en-US" sz="210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Know</a:t>
            </a:r>
            <a:r>
              <a:rPr lang="en-US" sz="2100" dirty="0" spc="-4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Your</a:t>
            </a:r>
            <a:r>
              <a:rPr lang="en-US" sz="210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Brain,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2025</a:t>
            </a:r>
            <a:endParaRPr lang="en-US" sz="2100" dirty="0"/>
          </a:p>
        </p:txBody>
      </p:sp>
      <p:sp>
        <p:nvSpPr>
          <p:cNvPr id="57" name="Shape 55"/>
          <p:cNvSpPr/>
          <p:nvPr/>
        </p:nvSpPr>
        <p:spPr>
          <a:xfrm>
            <a:off x="94932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115252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135572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155892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176212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196532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216852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237172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25749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27781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29813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31845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338772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359092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379412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2" name="Shape 70"/>
          <p:cNvSpPr/>
          <p:nvPr/>
        </p:nvSpPr>
        <p:spPr>
          <a:xfrm>
            <a:off x="3997320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3" name="Shape 71"/>
          <p:cNvSpPr/>
          <p:nvPr/>
        </p:nvSpPr>
        <p:spPr>
          <a:xfrm>
            <a:off x="4200520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4" name="Shape 72"/>
          <p:cNvSpPr/>
          <p:nvPr/>
        </p:nvSpPr>
        <p:spPr>
          <a:xfrm>
            <a:off x="4403720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5" name="Shape 73"/>
          <p:cNvSpPr/>
          <p:nvPr/>
        </p:nvSpPr>
        <p:spPr>
          <a:xfrm>
            <a:off x="4606919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6" name="Shape 74"/>
          <p:cNvSpPr/>
          <p:nvPr/>
        </p:nvSpPr>
        <p:spPr>
          <a:xfrm>
            <a:off x="4810119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7" name="Shape 75"/>
          <p:cNvSpPr/>
          <p:nvPr/>
        </p:nvSpPr>
        <p:spPr>
          <a:xfrm>
            <a:off x="5013319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8" name="Shape 76"/>
          <p:cNvSpPr/>
          <p:nvPr/>
        </p:nvSpPr>
        <p:spPr>
          <a:xfrm>
            <a:off x="5216518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9" name="Shape 77"/>
          <p:cNvSpPr/>
          <p:nvPr/>
        </p:nvSpPr>
        <p:spPr>
          <a:xfrm>
            <a:off x="5419718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80" name="Shape 78"/>
          <p:cNvSpPr/>
          <p:nvPr/>
        </p:nvSpPr>
        <p:spPr>
          <a:xfrm>
            <a:off x="5622918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81" name="Shape 79"/>
          <p:cNvSpPr/>
          <p:nvPr/>
        </p:nvSpPr>
        <p:spPr>
          <a:xfrm>
            <a:off x="5826117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82" name="Shape 80"/>
          <p:cNvSpPr/>
          <p:nvPr/>
        </p:nvSpPr>
        <p:spPr>
          <a:xfrm>
            <a:off x="6029317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83" name="Shape 81"/>
          <p:cNvSpPr/>
          <p:nvPr/>
        </p:nvSpPr>
        <p:spPr>
          <a:xfrm>
            <a:off x="6232517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84" name="Shape 82"/>
          <p:cNvSpPr/>
          <p:nvPr/>
        </p:nvSpPr>
        <p:spPr>
          <a:xfrm>
            <a:off x="64357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85" name="Shape 83"/>
          <p:cNvSpPr/>
          <p:nvPr/>
        </p:nvSpPr>
        <p:spPr>
          <a:xfrm>
            <a:off x="66389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86" name="Shape 84"/>
          <p:cNvSpPr/>
          <p:nvPr/>
        </p:nvSpPr>
        <p:spPr>
          <a:xfrm>
            <a:off x="68421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87" name="Shape 85"/>
          <p:cNvSpPr/>
          <p:nvPr/>
        </p:nvSpPr>
        <p:spPr>
          <a:xfrm>
            <a:off x="70453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88" name="Shape 86"/>
          <p:cNvSpPr/>
          <p:nvPr/>
        </p:nvSpPr>
        <p:spPr>
          <a:xfrm>
            <a:off x="724851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89" name="Shape 87"/>
          <p:cNvSpPr/>
          <p:nvPr/>
        </p:nvSpPr>
        <p:spPr>
          <a:xfrm>
            <a:off x="745171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90" name="Shape 88"/>
          <p:cNvSpPr/>
          <p:nvPr/>
        </p:nvSpPr>
        <p:spPr>
          <a:xfrm>
            <a:off x="765491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91" name="Shape 89"/>
          <p:cNvSpPr/>
          <p:nvPr/>
        </p:nvSpPr>
        <p:spPr>
          <a:xfrm>
            <a:off x="785811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92" name="Shape 90"/>
          <p:cNvSpPr/>
          <p:nvPr/>
        </p:nvSpPr>
        <p:spPr>
          <a:xfrm>
            <a:off x="806131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93" name="Shape 91"/>
          <p:cNvSpPr/>
          <p:nvPr/>
        </p:nvSpPr>
        <p:spPr>
          <a:xfrm>
            <a:off x="826451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94" name="Shape 92"/>
          <p:cNvSpPr/>
          <p:nvPr/>
        </p:nvSpPr>
        <p:spPr>
          <a:xfrm>
            <a:off x="846771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95" name="Shape 93"/>
          <p:cNvSpPr/>
          <p:nvPr/>
        </p:nvSpPr>
        <p:spPr>
          <a:xfrm>
            <a:off x="867091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96" name="Shape 94"/>
          <p:cNvSpPr/>
          <p:nvPr/>
        </p:nvSpPr>
        <p:spPr>
          <a:xfrm>
            <a:off x="887411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97" name="Shape 95"/>
          <p:cNvSpPr/>
          <p:nvPr/>
        </p:nvSpPr>
        <p:spPr>
          <a:xfrm>
            <a:off x="907731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98" name="Shape 96"/>
          <p:cNvSpPr/>
          <p:nvPr/>
        </p:nvSpPr>
        <p:spPr>
          <a:xfrm>
            <a:off x="928051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99" name="Shape 97"/>
          <p:cNvSpPr/>
          <p:nvPr/>
        </p:nvSpPr>
        <p:spPr>
          <a:xfrm>
            <a:off x="948371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00" name="Shape 98"/>
          <p:cNvSpPr/>
          <p:nvPr/>
        </p:nvSpPr>
        <p:spPr>
          <a:xfrm>
            <a:off x="968691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01" name="Shape 99"/>
          <p:cNvSpPr/>
          <p:nvPr/>
        </p:nvSpPr>
        <p:spPr>
          <a:xfrm>
            <a:off x="9873178" y="9552517"/>
            <a:ext cx="135467" cy="135467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102" name="Text 100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3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L07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45/45</a:t>
            </a:r>
            <a:endParaRPr lang="en-US" sz="1800" dirty="0"/>
          </a:p>
        </p:txBody>
      </p:sp>
      <p:sp>
        <p:nvSpPr>
          <p:cNvPr id="103" name="Shape 10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04" name="Moda image moda-export-watermark-a37a94cc-76a6-41b5-9b1d-cfadde970a5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45</Slides>
  <Notes>45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4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2026-10-21T16:09:50Z</dcterms:created>
  <dcterms:modified xsi:type="dcterms:W3CDTF">2026-10-21T16:09:50Z</dcterms:modified>
</cp:coreProperties>
</file>