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embeddedFontLst>
    <p:embeddedFont>
      <p:font typeface="Be Vietnam Pro"/>
      <p:regular r:id="rId28"/>
      <p:bold r:id="rId25"/>
    </p:embeddedFont>
    <p:embeddedFont>
      <p:font typeface="Bricolage Grotesque ExtraBold"/>
      <p:regular r:id="rId26"/>
    </p:embeddedFont>
    <p:embeddedFont>
      <p:font typeface="Be Vietnam Pro SemiBold"/>
      <p:regular r:id="rId27"/>
    </p:embeddedFont>
    <p:embeddedFont>
      <p:font typeface="Be Vietnam Pro ExtraBold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0" y="857250"/>
            <a:ext cx="6286500" cy="1143000"/>
          </a:xfrm>
          <a:prstGeom prst="roundRect">
            <a:avLst>
              <a:gd name="adj" fmla="val 20000"/>
            </a:avLst>
          </a:prstGeom>
          <a:solidFill>
            <a:srgbClr val="1E212B">
              <a:alpha val="50000"/>
            </a:srgbClr>
          </a:solidFill>
          <a:ln w="28575">
            <a:solidFill>
              <a:srgbClr val="2C304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5250" y="2286000"/>
            <a:ext cx="6286500" cy="1143000"/>
          </a:xfrm>
          <a:prstGeom prst="roundRect">
            <a:avLst>
              <a:gd name="adj" fmla="val 20000"/>
            </a:avLst>
          </a:prstGeom>
          <a:solidFill>
            <a:srgbClr val="1E212B">
              <a:alpha val="46000"/>
            </a:srgbClr>
          </a:solidFill>
          <a:ln w="28575">
            <a:solidFill>
              <a:srgbClr val="2C3040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11000" y="3714750"/>
            <a:ext cx="6286500" cy="1143000"/>
          </a:xfrm>
          <a:prstGeom prst="roundRect">
            <a:avLst>
              <a:gd name="adj" fmla="val 20000"/>
            </a:avLst>
          </a:prstGeom>
          <a:solidFill>
            <a:srgbClr val="1E212B">
              <a:alpha val="42000"/>
            </a:srgbClr>
          </a:solidFill>
          <a:ln w="28575">
            <a:solidFill>
              <a:srgbClr val="2C3040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96750" y="5143500"/>
            <a:ext cx="6286500" cy="1143000"/>
          </a:xfrm>
          <a:prstGeom prst="roundRect">
            <a:avLst>
              <a:gd name="adj" fmla="val 20000"/>
            </a:avLst>
          </a:prstGeom>
          <a:solidFill>
            <a:srgbClr val="1E212B">
              <a:alpha val="38000"/>
            </a:srgbClr>
          </a:solidFill>
          <a:ln w="28575">
            <a:solidFill>
              <a:srgbClr val="2C3040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82500" y="6572250"/>
            <a:ext cx="6286500" cy="1143000"/>
          </a:xfrm>
          <a:prstGeom prst="roundRect">
            <a:avLst>
              <a:gd name="adj" fmla="val 20000"/>
            </a:avLst>
          </a:prstGeom>
          <a:solidFill>
            <a:srgbClr val="1E212B">
              <a:alpha val="34000"/>
            </a:srgbClr>
          </a:solidFill>
          <a:ln w="28575">
            <a:solidFill>
              <a:srgbClr val="2C3040">
                <a:alpha val="3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 XÃ</a:t>
            </a:r>
            <a:r>
              <a:rPr lang="en-US" sz="2100" b="1" spc="4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1619250"/>
            <a:ext cx="95250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r>
              <a:rPr lang="en-US" sz="81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xã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hội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8100" dirty="0"/>
          </a:p>
        </p:txBody>
      </p:sp>
      <p:sp>
        <p:nvSpPr>
          <p:cNvPr id="9" name="Text 7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8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Mạng</a:t>
            </a:r>
            <a:r>
              <a:rPr lang="en-US" sz="3300" dirty="0" spc="-37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xã</a:t>
            </a:r>
            <a:r>
              <a:rPr lang="en-US" sz="330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hội</a:t>
            </a:r>
            <a:r>
              <a:rPr lang="en-US" sz="3300" dirty="0" spc="-6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30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“thao</a:t>
            </a:r>
            <a:r>
              <a:rPr lang="en-US" sz="3300" dirty="0" spc="-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túng”</a:t>
            </a:r>
            <a:r>
              <a:rPr lang="en-US" sz="330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300" dirty="0" spc="-6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không?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 có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25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161d554e-5b63-4c70-a063-f20ac717a8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r>
              <a:rPr lang="en-US" sz="57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xã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hội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"thao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túng"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não,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57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57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hành?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thật;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tận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suy</a:t>
            </a:r>
            <a:r>
              <a:rPr lang="en-US" sz="6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02/18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bb6f382-3342-43b7-babe-36a4af775b1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 tận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nhỏ, còn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3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81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03/18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31650e7e-9fb0-4e74-977f-c7d4556dee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r>
              <a:rPr lang="en-US" sz="57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xã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hội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chạm</a:t>
            </a:r>
            <a:r>
              <a:rPr lang="en-US" sz="57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endParaRPr lang="en-US" sz="5700" dirty="0"/>
          </a:p>
        </p:txBody>
      </p:sp>
      <p:sp>
        <p:nvSpPr>
          <p:cNvPr id="3" name="Connector line-1792503432153-737309386"/>
          <p:cNvSpPr/>
          <p:nvPr/>
        </p:nvSpPr>
        <p:spPr>
          <a:xfrm flipH="1" flipV="1">
            <a:off x="3619500" y="3810000"/>
            <a:ext cx="5524500" cy="18097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4" name="Connector line-1792503432153-333204085"/>
          <p:cNvSpPr/>
          <p:nvPr/>
        </p:nvSpPr>
        <p:spPr>
          <a:xfrm flipV="1">
            <a:off x="9144000" y="3810000"/>
            <a:ext cx="5524500" cy="180975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5" name="Connector line-1792503432153-570564089"/>
          <p:cNvSpPr/>
          <p:nvPr/>
        </p:nvSpPr>
        <p:spPr>
          <a:xfrm>
            <a:off x="9144000" y="5619750"/>
            <a:ext cx="0" cy="247650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r>
              <a:rPr lang="en-US" sz="33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xã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hội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047750" y="304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304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96750" y="304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0" y="304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Chú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6572250" y="733425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733425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55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09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04/18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54a01eac-8da7-4d81-a962-c78df207f4b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Lĩnh</a:t>
            </a:r>
            <a:r>
              <a:rPr lang="en-US" sz="57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vực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nổi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</a:t>
            </a:r>
            <a:r>
              <a:rPr lang="en-US" sz="69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đây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lĩnh</a:t>
            </a:r>
            <a:r>
              <a:rPr lang="en-US" sz="69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vực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đang</a:t>
            </a:r>
            <a:r>
              <a:rPr lang="en-US" sz="69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nổi</a:t>
            </a:r>
            <a:r>
              <a:rPr lang="en-US" sz="69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38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05/18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7a37ed3a-7ded-458a-ad11-62376ebfdf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Thí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bấm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32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niên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13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18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</a:t>
            </a:r>
            <a:endParaRPr lang="en-US" sz="2700" dirty="0"/>
          </a:p>
        </p:txBody>
      </p:sp>
      <p:sp>
        <p:nvSpPr>
          <p:cNvPr id="7" name="Connector line-1792503433933-766052542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chụp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fMRI</a:t>
            </a:r>
            <a:endParaRPr lang="en-US" sz="2700" dirty="0"/>
          </a:p>
        </p:txBody>
      </p:sp>
      <p:sp>
        <p:nvSpPr>
          <p:cNvPr id="12" name="Connector line-1792503433938-224151232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Số</a:t>
            </a:r>
            <a:r>
              <a:rPr lang="en-US" sz="27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hiển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endParaRPr lang="en-US" sz="2700" dirty="0"/>
          </a:p>
        </p:txBody>
      </p:sp>
      <p:sp>
        <p:nvSpPr>
          <p:cNvPr id="17" name="Connector line-1792503433943-233047382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27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7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66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06/18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87020e29-a756-463e-9752-821e1b3542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Dễ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bấm</a:t>
            </a:r>
            <a:r>
              <a:rPr lang="en-US" sz="31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 ảnh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31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lượt,</a:t>
            </a:r>
            <a:r>
              <a:rPr lang="en-US" sz="3150" dirty="0" spc="-4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kể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31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8961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3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31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thưởng,</a:t>
            </a:r>
            <a:r>
              <a:rPr lang="en-US" sz="3150" dirty="0" spc="-3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xã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hội,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31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496800" y="600075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phỏng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295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07/18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d0517155-0fb0-4b8f-bff7-68413f4b3d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563.312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57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điệp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0" dirty="0" spc="-1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563.312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19125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Twitter,</a:t>
            </a:r>
            <a:r>
              <a:rPr lang="en-US" sz="33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33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33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gây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330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rẽ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10565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Ngôn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3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đạo</a:t>
            </a:r>
            <a:r>
              <a:rPr lang="en-US" sz="33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đức-cảm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33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sẻ</a:t>
            </a:r>
            <a:r>
              <a:rPr lang="en-US" sz="33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24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08/18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30a1eccf-dd50-4311-a3f8-647968a1d4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57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thận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trọng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nền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tảng,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 chủ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sát,</a:t>
            </a:r>
            <a:r>
              <a:rPr lang="en-US" sz="30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</a:t>
            </a:r>
            <a:r>
              <a:rPr lang="en-US" sz="30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ngôn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sẻ,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tốc</a:t>
            </a:r>
            <a:r>
              <a:rPr lang="en-US" sz="30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52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09/18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4ed35141-938d-4300-931c-d3822735ea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r>
              <a:rPr lang="en-US" sz="57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57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Thông</a:t>
            </a:r>
            <a:r>
              <a:rPr lang="en-US" sz="30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báo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chú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(suy luận)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Lượt</a:t>
            </a:r>
            <a:r>
              <a:rPr lang="en-US" sz="30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thích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 hiệu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(thí nghiệm mô phỏng)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30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quả</a:t>
            </a:r>
            <a:r>
              <a:rPr lang="en-US" sz="30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lúc</a:t>
            </a:r>
            <a:r>
              <a:rPr lang="en-US" sz="300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có</a:t>
            </a:r>
            <a:r>
              <a:rPr lang="en-US" sz="30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lúc</a:t>
            </a:r>
            <a:r>
              <a:rPr lang="en-US" sz="3000" dirty="0" spc="-1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thưởng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(suy luận)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Nội</a:t>
            </a:r>
            <a:r>
              <a:rPr lang="en-US" sz="300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dung</a:t>
            </a:r>
            <a:r>
              <a:rPr lang="en-US" sz="3000" dirty="0" spc="1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đạo</a:t>
            </a:r>
            <a:r>
              <a:rPr lang="en-US" sz="3000" dirty="0" spc="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đức-cảm</a:t>
            </a:r>
            <a:r>
              <a:rPr lang="en-US" sz="30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xúc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(quan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sát)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981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10/18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e41260d0-418f-409b-a37f-c99375d4ec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Đây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suy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Cột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suy</a:t>
            </a:r>
            <a:r>
              <a:rPr lang="en-US" sz="69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69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11/18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d57418ae-2221-4b5e-9ff7-1d9e324222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9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0,4%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0" dirty="0" spc="-38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0,4%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19125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Công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nghệ</a:t>
            </a:r>
            <a:r>
              <a:rPr lang="en-US" sz="33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3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33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tối</a:t>
            </a:r>
            <a:r>
              <a:rPr lang="en-US" sz="33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0,4%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10565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Hơn</a:t>
            </a:r>
            <a:r>
              <a:rPr lang="en-US" sz="33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300.000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niên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3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Anh</a:t>
            </a:r>
            <a:r>
              <a:rPr lang="en-US" sz="33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Mỹ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38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12/18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6bdcead7-8ae6-4157-8f18-300559a811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sánh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Ăn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khoai</a:t>
            </a:r>
            <a:r>
              <a:rPr lang="en-US" sz="30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tây: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30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Bắt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nạt,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 sa: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30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cực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 hơn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Ngủ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đủ,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ăn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sáng: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30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cực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 hơn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67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13/18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1b4c9f84-861c-40bc-b1ea-6ac6f8c4d0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57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Quan</a:t>
            </a:r>
            <a:r>
              <a:rPr lang="en-US" sz="42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1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1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Nhân</a:t>
            </a: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31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31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895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14/18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ace65665-416a-46b1-916b-6bce374991f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1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Tắt</a:t>
            </a:r>
            <a:r>
              <a:rPr lang="en-US" sz="31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31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thiết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495925" y="4857750"/>
            <a:ext cx="3095625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Đặt</a:t>
            </a:r>
            <a:r>
              <a:rPr lang="en-US" sz="315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315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1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696450" y="6000750"/>
            <a:ext cx="3095625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mình muốn</a:t>
            </a: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thích?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13896975" y="4857750"/>
            <a:ext cx="3095625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Chậm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31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nội</a:t>
            </a: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dung</a:t>
            </a:r>
            <a:r>
              <a:rPr lang="en-US" sz="315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đạo</a:t>
            </a:r>
            <a:r>
              <a:rPr lang="en-US" sz="31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đức-cảm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 [S7]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24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Shape 34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15/18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1bad281e-5dd2-443b-81cc-5ba0d9e23f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Cơ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thưởng,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ý,</a:t>
            </a:r>
            <a:r>
              <a:rPr lang="en-US" sz="300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xã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Tính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tận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 chúng phần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 là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suy luận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9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Tác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hại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niên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nhỏ,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Giảm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động: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gợi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ý,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0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 [S6]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52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16/18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921eb399-5a1b-42cb-ba67-6e3590f0e3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khuyên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</a:t>
            </a:r>
            <a:r>
              <a:rPr lang="en-US" sz="6900" dirty="0" spc="-3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tế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ngủ,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7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âu,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 kiểm</a:t>
            </a:r>
            <a:r>
              <a:rPr lang="en-US" sz="27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soát:</a:t>
            </a:r>
            <a:r>
              <a:rPr lang="en-US" sz="27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7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81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17/18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abc653e-38d6-4af5-8e5c-07cdbfbc3d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15621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Meshi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3000" b="1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Trends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Cogn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Sci,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981450"/>
            <a:ext cx="15621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Sherman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300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Sci,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2016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200650"/>
            <a:ext cx="15621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Orben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Przybylski,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Hum</a:t>
            </a:r>
            <a:r>
              <a:rPr lang="en-US" sz="30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Behav,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2019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419850"/>
            <a:ext cx="15621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Brady</a:t>
            </a:r>
            <a:r>
              <a:rPr lang="en-US" sz="30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30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PNAS,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2017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639050"/>
            <a:ext cx="15621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Schultz</a:t>
            </a:r>
            <a:r>
              <a:rPr lang="en-US" sz="30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1997,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Corbetta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2002, Berridge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1998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Text 34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18/18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8f5475c3-5eac-4074-a4ea-90fb4643d0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2026-10-20T13:39:15Z</dcterms:created>
  <dcterms:modified xsi:type="dcterms:W3CDTF">2026-10-20T13:39:15Z</dcterms:modified>
</cp:coreProperties>
</file>