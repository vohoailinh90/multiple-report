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8288000" cy="10287000"/>
  <p:notesSz cx="10287000" cy="18288000"/>
  <p:embeddedFontLst>
    <p:embeddedFont>
      <p:font typeface="Be Vietnam Pro"/>
      <p:regular r:id="rId49"/>
      <p:bold r:id="rId46"/>
    </p:embeddedFont>
    <p:embeddedFont>
      <p:font typeface="Bricolage Grotesque ExtraBold"/>
      <p:regular r:id="rId47"/>
    </p:embeddedFont>
    <p:embeddedFont>
      <p:font typeface="Be Vietnam Pro SemiBold"/>
      <p:regular r:id="rId48"/>
    </p:embeddedFont>
    <p:embeddedFont>
      <p:font typeface="Be Vietnam Pro ExtraBold"/>
      <p:regular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font" Target="fonts/font1.fntdata"/><Relationship Id="rId47" Type="http://schemas.openxmlformats.org/officeDocument/2006/relationships/font" Target="fonts/font2.fntdata"/><Relationship Id="rId48" Type="http://schemas.openxmlformats.org/officeDocument/2006/relationships/font" Target="fonts/font3.fntdata"/><Relationship Id="rId49" Type="http://schemas.openxmlformats.org/officeDocument/2006/relationships/font" Target="fonts/font4.fntdata"/><Relationship Id="rId5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430250" y="3714750"/>
            <a:ext cx="1714500" cy="1714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620625" y="2905125"/>
            <a:ext cx="3333750" cy="3333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11000" y="2095500"/>
            <a:ext cx="4953000" cy="49530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01375" y="1285875"/>
            <a:ext cx="6572250" cy="65722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1750" y="476250"/>
            <a:ext cx="8191500" cy="819150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82125" y="-333375"/>
            <a:ext cx="9810750" cy="9810750"/>
          </a:xfrm>
          <a:prstGeom prst="ellipse">
            <a:avLst/>
          </a:prstGeom>
          <a:noFill/>
          <a:ln w="3810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39850" y="4324350"/>
            <a:ext cx="495300" cy="495300"/>
          </a:xfrm>
          <a:prstGeom prst="ellipse">
            <a:avLst/>
          </a:prstGeom>
          <a:solidFill>
            <a:srgbClr val="FF6A4D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4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TRIẾT</a:t>
            </a: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Freud,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Jung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Adler: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81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81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vô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330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bác</a:t>
            </a:r>
            <a:r>
              <a:rPr lang="en-US" sz="3300" dirty="0" spc="-2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sĩ</a:t>
            </a:r>
            <a:r>
              <a:rPr lang="en-US" sz="3300" dirty="0" spc="-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300" dirty="0" spc="-5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nguồn,</a:t>
            </a:r>
            <a:r>
              <a:rPr lang="en-US" sz="3300" dirty="0" spc="-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3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3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3300" dirty="0" spc="-26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vô</a:t>
            </a:r>
            <a:r>
              <a:rPr lang="en-US" sz="3300" dirty="0" spc="9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thức?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Freud: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Adler: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Vô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0defe02-58e3-4250-b680-99ff8899be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57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sông,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bác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sĩ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 nguồn,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69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"vì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sao",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"phần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bị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rơi",</a:t>
            </a:r>
            <a:r>
              <a:rPr lang="en-US" sz="27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"để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gì"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Vô</a:t>
            </a:r>
            <a:r>
              <a:rPr lang="en-US" sz="27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7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700" dirty="0" spc="-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02/39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f4a34191-867b-4c88-a45b-d6b76e7555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ảnh: nhà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hảo.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</a:t>
            </a:r>
            <a:r>
              <a:rPr lang="en-US" sz="25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tác.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ảnh: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81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86ab7820-7ed7-40d2-bb47-f4ddc6233b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cảnh: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chảy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1900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Khoa học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nhiên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thắng thế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 bế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"bệnh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kinh"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(hysteria)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r>
              <a:rPr lang="en-US" sz="300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Âu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mâu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thuẫn,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09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04/39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90d1bba3-e15c-48ec-b070-b9400b5df4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Freud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1856,</a:t>
            </a:r>
            <a:r>
              <a:rPr lang="en-US" sz="270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Freiberg</a:t>
            </a:r>
            <a:r>
              <a:rPr lang="en-US" sz="27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Jung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1875,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Thụy Sĩ, con mục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sư: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Adler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1870,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Vienna,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buôn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ngũ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cốc: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 sĩ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mắt,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38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05/39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df7f38e2-c6a7-4b31-8a35-d5c8ca71c1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Freud: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5700" dirty="0"/>
          </a:p>
        </p:txBody>
      </p:sp>
      <p:sp>
        <p:nvSpPr>
          <p:cNvPr id="3" name="Connector line-1792595791315-364615872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383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Connector line-1792595791316-708691372"/>
          <p:cNvSpPr/>
          <p:nvPr/>
        </p:nvSpPr>
        <p:spPr>
          <a:xfrm flipV="1">
            <a:off x="22860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1856: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Freiberg;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1860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Vienna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7815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Connector line-1792595791319-409318465"/>
          <p:cNvSpPr/>
          <p:nvPr/>
        </p:nvSpPr>
        <p:spPr>
          <a:xfrm>
            <a:off x="50292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8481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1881: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nghiệp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y; làm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Brücke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5247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Connector line-1792595791322-771295536"/>
          <p:cNvSpPr/>
          <p:nvPr/>
        </p:nvSpPr>
        <p:spPr>
          <a:xfrm flipV="1">
            <a:off x="7772400" y="523875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5913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1885–86: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Charcot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Paris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2679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Connector line-1792595791324-138201218"/>
          <p:cNvSpPr/>
          <p:nvPr/>
        </p:nvSpPr>
        <p:spPr>
          <a:xfrm>
            <a:off x="10515600" y="605790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345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1895: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24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hysteria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(cùng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Breuer)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0111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Connector line-1792595791326-558367456"/>
          <p:cNvSpPr/>
          <p:nvPr/>
        </p:nvSpPr>
        <p:spPr>
          <a:xfrm flipV="1">
            <a:off x="132588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0777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1897: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tích;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1899/1900: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giấc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mơ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57543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Connector line-1792595791329-299458250"/>
          <p:cNvSpPr/>
          <p:nvPr/>
        </p:nvSpPr>
        <p:spPr>
          <a:xfrm>
            <a:off x="160020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8209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1938: sang</a:t>
            </a:r>
            <a:r>
              <a:rPr lang="en-US" sz="27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London;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1939: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66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06/39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0826e92e-eb96-4152-a482-0c9bbc4a46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Freud: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 tự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nhiên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Helmholtz,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Brücke,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Darwin: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</a:t>
            </a:r>
            <a:endParaRPr lang="en-US" sz="2550" dirty="0"/>
          </a:p>
        </p:txBody>
      </p:sp>
      <p:sp>
        <p:nvSpPr>
          <p:cNvPr id="7" name="Connector line-1792595792577-47844365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Charcot: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do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tưởng</a:t>
            </a:r>
            <a:endParaRPr lang="en-US" sz="2700" dirty="0"/>
          </a:p>
        </p:txBody>
      </p:sp>
      <p:sp>
        <p:nvSpPr>
          <p:cNvPr id="12" name="Connector line-1792595792581-18128790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Breuer: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7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tỏa</a:t>
            </a:r>
            <a:endParaRPr lang="en-US" sz="2700" dirty="0"/>
          </a:p>
        </p:txBody>
      </p:sp>
      <p:sp>
        <p:nvSpPr>
          <p:cNvPr id="17" name="Connector line-1792595792586-530309714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Liên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tưởng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do: nói mọi</a:t>
            </a:r>
            <a:r>
              <a:rPr lang="en-US" sz="27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thoáng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endParaRPr lang="en-US" sz="2700" dirty="0"/>
          </a:p>
        </p:txBody>
      </p:sp>
      <p:sp>
        <p:nvSpPr>
          <p:cNvPr id="22" name="Connector line-1792595792589-464955644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nén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biểu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5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285fb8ab-419e-425f-845d-0e712fe7f3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Freud: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5700" dirty="0"/>
          </a:p>
        </p:txBody>
      </p:sp>
      <p:sp>
        <p:nvSpPr>
          <p:cNvPr id="3" name="Connector line-1792595793632-314576825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4" name="Connector line-1792595793632-102550186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Connector line-1792595793632-706663488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Connector line-1792595793632-449626668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33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tôi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thỏa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mãn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Siêu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ngã: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tế:</a:t>
            </a: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24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e42f2f48-4f51-4972-803a-6cdb87b260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Freud:</a:t>
            </a: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libido,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đoạn,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chết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Libido: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 dục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rộng,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Miệng,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hậu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môn,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vật,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tiềm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ẩn,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Phức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 Oedipus: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phê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1920: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chết,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30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Eros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[S55] [S45]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52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09/39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2f4c5299-6dcf-4250-832a-6a4ef15852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Freud: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phòng</a:t>
            </a:r>
            <a:r>
              <a:rPr lang="en-US" sz="57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giấc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mơ,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Phòng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 chiếu, dời</a:t>
            </a:r>
            <a:r>
              <a:rPr lang="en-US" sz="25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thăng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Giấc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 ẩn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Trị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do,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thấu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[S37]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ab8ee339-5baa-4691-b56d-13c009a579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Lý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Freud: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 thật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Can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3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6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chịu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20090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27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lòng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ái</a:t>
            </a:r>
            <a:r>
              <a:rPr lang="en-US" sz="27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ngây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thơ: Copernicus, Darwin, phân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771525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Khiêm</a:t>
            </a:r>
            <a:r>
              <a:rPr lang="en-US" sz="27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7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phúc: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7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85900" y="822960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270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ngây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thơ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09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11/39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12628f5a-e289-40af-ae46-4e964e2847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Jung: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5700" dirty="0"/>
          </a:p>
        </p:txBody>
      </p:sp>
      <p:sp>
        <p:nvSpPr>
          <p:cNvPr id="3" name="Connector line-1792595799867-633759444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383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Connector line-1792595799868-510152539"/>
          <p:cNvSpPr/>
          <p:nvPr/>
        </p:nvSpPr>
        <p:spPr>
          <a:xfrm flipV="1">
            <a:off x="22860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1875: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Kesswil;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cha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sư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7815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Connector line-1792595799870-930960041"/>
          <p:cNvSpPr/>
          <p:nvPr/>
        </p:nvSpPr>
        <p:spPr>
          <a:xfrm>
            <a:off x="50292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8481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1900: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Burghölzli,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Bleuler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5247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Connector line-1792595799871-217219417"/>
          <p:cNvSpPr/>
          <p:nvPr/>
        </p:nvSpPr>
        <p:spPr>
          <a:xfrm flipV="1">
            <a:off x="7772400" y="523875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5913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1906–07: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7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Freud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2679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Connector line-1792595799875-263821609"/>
          <p:cNvSpPr/>
          <p:nvPr/>
        </p:nvSpPr>
        <p:spPr>
          <a:xfrm>
            <a:off x="10515600" y="605790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345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1913: chia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tay;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khủng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hoảng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30111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Connector line-1792595799877-189385313"/>
          <p:cNvSpPr/>
          <p:nvPr/>
        </p:nvSpPr>
        <p:spPr>
          <a:xfrm flipV="1">
            <a:off x="132588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0777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2009: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đỏ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57543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Connector line-1792595799878-128433276"/>
          <p:cNvSpPr/>
          <p:nvPr/>
        </p:nvSpPr>
        <p:spPr>
          <a:xfrm>
            <a:off x="160020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8209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1961: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[S20]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38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12/39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916a25e2-fffe-4cf3-88bf-6f10070159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"cặp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kính"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Schopenhauer,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Nietzsche,</a:t>
            </a:r>
            <a:r>
              <a:rPr lang="en-US" sz="31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Goethe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69645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5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Truyền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31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Lãng</a:t>
            </a:r>
            <a:r>
              <a:rPr lang="en-US" sz="31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</a:t>
            </a:r>
            <a:r>
              <a:rPr lang="en-US" sz="31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Đức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89697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kim,</a:t>
            </a:r>
            <a:r>
              <a:rPr lang="en-US" sz="31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Đạo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giáo,</a:t>
            </a:r>
            <a:r>
              <a:rPr lang="en-US" sz="31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huyền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[S19] [S32]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[S33]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67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13/39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b346fcf1-ce71-41c2-b6cf-e07d1f7df0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Jung: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2941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8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nhô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629150"/>
            <a:ext cx="15125700" cy="1619250"/>
          </a:xfrm>
          <a:prstGeom prst="roundRect">
            <a:avLst>
              <a:gd name="adj" fmla="val 12941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629150"/>
            <a:ext cx="1436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Vô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nhân: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chìm,</a:t>
            </a:r>
            <a:r>
              <a:rPr lang="en-US" sz="28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6400800"/>
            <a:ext cx="13792200" cy="1619250"/>
          </a:xfrm>
          <a:prstGeom prst="roundRect">
            <a:avLst>
              <a:gd name="adj" fmla="val 12941"/>
            </a:avLst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6400800"/>
            <a:ext cx="13030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Vô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thể: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đất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đáy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895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14/39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3053064f-eadd-4547-828f-0ee07ae791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Jung: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persona,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bóng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tối,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Persona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đeo</a:t>
            </a: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Bóng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 ở mình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hơn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24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ef1c70c1-3828-4b39-84c9-ffa2f87b6d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</a:t>
            </a: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độ,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Tư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duy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Cảm</a:t>
            </a:r>
            <a:r>
              <a:rPr lang="en-US" sz="30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xúc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Giác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Trực</a:t>
            </a:r>
            <a:r>
              <a:rPr lang="en-US" sz="3000" dirty="0" spc="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7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[S52]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52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16/39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33a433b5-1c33-4db1-9cc8-9fad616314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Nửa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đầu:</a:t>
            </a:r>
            <a:r>
              <a:rPr lang="en-US" sz="270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xây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tôi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persona</a:t>
            </a:r>
            <a:endParaRPr lang="en-US" sz="2700" dirty="0"/>
          </a:p>
        </p:txBody>
      </p:sp>
      <p:sp>
        <p:nvSpPr>
          <p:cNvPr id="7" name="Connector line-1792595863494-416596864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Giữa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"thành</a:t>
            </a:r>
            <a:r>
              <a:rPr lang="en-US" sz="27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tựu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gì?"</a:t>
            </a:r>
            <a:endParaRPr lang="en-US" sz="2700" dirty="0"/>
          </a:p>
        </p:txBody>
      </p:sp>
      <p:sp>
        <p:nvSpPr>
          <p:cNvPr id="12" name="Connector line-1792595863498-801007811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Quay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trong,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bóng</a:t>
            </a: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tối</a:t>
            </a:r>
            <a:endParaRPr lang="en-US" sz="2700" dirty="0"/>
          </a:p>
        </p:txBody>
      </p:sp>
      <p:sp>
        <p:nvSpPr>
          <p:cNvPr id="17" name="Connector line-1792595863500-441995256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Hòa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endParaRPr lang="en-US" sz="2700" dirty="0"/>
          </a:p>
        </p:txBody>
      </p:sp>
      <p:sp>
        <p:nvSpPr>
          <p:cNvPr id="22" name="Connector line-1792595863503-235904204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hóa: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trọn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vẹn,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cô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581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30aaf9e6-c8ea-43e5-bc49-d127bf61a7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mơ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tôn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giáo: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Freud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Jung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Giấc</a:t>
            </a: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mơ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1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9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Tôn</a:t>
            </a:r>
            <a:r>
              <a:rPr lang="en-US" sz="42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ảo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 biểu hiện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Biểu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tượng: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ngụy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|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đọc: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|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tưởng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khuếch</a:t>
            </a:r>
            <a:r>
              <a:rPr lang="en-US" sz="28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[S18] [S34]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5c77ac4a-bbc4-454e-8dc8-34b1f28ce3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giai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đoạn: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thú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nhận,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tỏ,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dục,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Tưởng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cực: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Lý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tưởng: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trọn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vẹn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[S20]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38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19/39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3a2113c3-7591-4eab-8f08-911e36e085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Adler: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5700" dirty="0"/>
          </a:p>
        </p:txBody>
      </p:sp>
      <p:sp>
        <p:nvSpPr>
          <p:cNvPr id="3" name="Connector line-1792595867211-929606678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383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" name="Connector line-1792595867212-579543905"/>
          <p:cNvSpPr/>
          <p:nvPr/>
        </p:nvSpPr>
        <p:spPr>
          <a:xfrm flipV="1">
            <a:off x="22860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1870: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Rudolfsheim,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ngoại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ô Vienna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7815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Connector line-1792595867213-782368429"/>
          <p:cNvSpPr/>
          <p:nvPr/>
        </p:nvSpPr>
        <p:spPr>
          <a:xfrm>
            <a:off x="50292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8481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1895: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nghiệp y;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1897:</a:t>
            </a:r>
            <a:r>
              <a:rPr lang="en-US" sz="270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hôn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52475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Connector line-1792595867215-345878052"/>
          <p:cNvSpPr/>
          <p:nvPr/>
        </p:nvSpPr>
        <p:spPr>
          <a:xfrm flipV="1">
            <a:off x="7772400" y="523875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5913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1902: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quanh</a:t>
            </a:r>
            <a:r>
              <a:rPr lang="en-US" sz="270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Freud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2679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Connector line-1792595867216-444831305"/>
          <p:cNvSpPr/>
          <p:nvPr/>
        </p:nvSpPr>
        <p:spPr>
          <a:xfrm>
            <a:off x="10515600" y="605790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345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1907: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khiếm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khuyết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bù trừ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301115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Connector line-1792595867218-398122675"/>
          <p:cNvSpPr/>
          <p:nvPr/>
        </p:nvSpPr>
        <p:spPr>
          <a:xfrm flipV="1">
            <a:off x="13258800" y="523875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0777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1911: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rời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5754350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Connector line-1792595867219-449328746"/>
          <p:cNvSpPr/>
          <p:nvPr/>
        </p:nvSpPr>
        <p:spPr>
          <a:xfrm>
            <a:off x="16002000" y="605790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8209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1937: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Aberdeen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[S50]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67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20/39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debf7608-f8a5-4dad-9e8d-358fa54ed4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Adler: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khiếm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khuyết</a:t>
            </a:r>
            <a:r>
              <a:rPr lang="en-US" sz="57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vươn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khiếm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khuyết</a:t>
            </a:r>
            <a:endParaRPr lang="en-US" sz="2700" dirty="0"/>
          </a:p>
        </p:txBody>
      </p:sp>
      <p:sp>
        <p:nvSpPr>
          <p:cNvPr id="7" name="Connector line-1792595932535-211915727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thường,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lực</a:t>
            </a:r>
            <a:endParaRPr lang="en-US" sz="2700" dirty="0"/>
          </a:p>
        </p:txBody>
      </p:sp>
      <p:sp>
        <p:nvSpPr>
          <p:cNvPr id="12" name="Connector line-1792595932540-411506016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Bù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trừ</a:t>
            </a:r>
            <a:endParaRPr lang="en-US" sz="2700" dirty="0"/>
          </a:p>
        </p:txBody>
      </p:sp>
      <p:sp>
        <p:nvSpPr>
          <p:cNvPr id="17" name="Connector line-1792595932543-311773272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Vươn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700" dirty="0" spc="4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ưu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hoàn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thiện</a:t>
            </a:r>
            <a:endParaRPr lang="en-US" sz="2700" dirty="0"/>
          </a:p>
        </p:txBody>
      </p:sp>
      <p:sp>
        <p:nvSpPr>
          <p:cNvPr id="22" name="Connector line-1792595932547-518601148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Mặc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tôn: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bù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trừ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 [S25]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495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181c5e05-6cb9-4efe-a936-243aa7147e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Adler: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lối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endParaRPr lang="en-US" sz="5700" dirty="0"/>
          </a:p>
        </p:txBody>
      </p:sp>
      <p:sp>
        <p:nvSpPr>
          <p:cNvPr id="3" name="Connector line-1792595933700-510921557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4" name="Connector line-1792595933700-870084544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Connector line-1792595933700-165883834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Connector line-1792595933701-257037962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Mục tiêu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cấu:</a:t>
            </a: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"đứng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an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toàn"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Lối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"không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thì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thua"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Lẽ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[S25] [S28] [S29]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24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cad284a9-0ec2-42f7-ad03-cf418c09b0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Adler: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57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đồng,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sống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Nghề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27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[S24]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[S30]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53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3c26fb69-75f4-4c02-a048-7397651afa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Adler: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đình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Nuông</a:t>
            </a:r>
            <a:r>
              <a:rPr lang="en-US" sz="300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chiều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Bỏ mặc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giới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lẽo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Thứ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tự sinh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quy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7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(Rohrer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2015)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Khích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lệ,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sớm, "như thể"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 [S36]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181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efd42116-cebc-482d-9676-c3e8098bd7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Lý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Adler: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can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Can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bất</a:t>
            </a:r>
            <a:r>
              <a:rPr lang="en-US" sz="6900" dirty="0" spc="-3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20090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7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7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góp,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771525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7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7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85900" y="822960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Nguyên</a:t>
            </a:r>
            <a:r>
              <a:rPr lang="en-US" sz="27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nền: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7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đẳng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[S24]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10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25/39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ec41a9e8-1641-4334-ae04-eab9776e8a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Con</a:t>
            </a:r>
            <a:r>
              <a:rPr lang="en-US" sz="30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Tự</a:t>
            </a:r>
            <a:r>
              <a:rPr lang="en-US" sz="30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nghĩa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Đau</a:t>
            </a:r>
            <a:r>
              <a:rPr lang="en-US" sz="30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khổ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nản lòng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Sống</a:t>
            </a:r>
            <a:r>
              <a:rPr lang="en-US" sz="30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tốt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 chữa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38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26/39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4dce90f8-4ea9-4b08-b663-bf3c13e892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1902–1914</a:t>
            </a:r>
            <a:endParaRPr lang="en-US" sz="5700" dirty="0"/>
          </a:p>
        </p:txBody>
      </p:sp>
      <p:sp>
        <p:nvSpPr>
          <p:cNvPr id="3" name="Connector line-1792595939782-271380322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383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" name="Connector line-1792595939783-629583727"/>
          <p:cNvSpPr/>
          <p:nvPr/>
        </p:nvSpPr>
        <p:spPr>
          <a:xfrm flipV="1">
            <a:off x="2286000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1902: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thảo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 quanh</a:t>
            </a:r>
            <a:r>
              <a:rPr lang="en-US" sz="27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Freud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7815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Connector line-1792595939784-747740214"/>
          <p:cNvSpPr/>
          <p:nvPr/>
        </p:nvSpPr>
        <p:spPr>
          <a:xfrm>
            <a:off x="5029200" y="605790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8481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3/1907:</a:t>
            </a:r>
            <a:r>
              <a:rPr lang="en-US" sz="27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Freud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Jung,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13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7524750" y="55626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Connector line-1792595939786-420591108"/>
          <p:cNvSpPr/>
          <p:nvPr/>
        </p:nvSpPr>
        <p:spPr>
          <a:xfrm flipV="1">
            <a:off x="7772400" y="5238750"/>
            <a:ext cx="0" cy="3238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5913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1909: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Clark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University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0267950" y="556260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Connector line-1792595939788-535872618"/>
          <p:cNvSpPr/>
          <p:nvPr/>
        </p:nvSpPr>
        <p:spPr>
          <a:xfrm>
            <a:off x="10515600" y="6057900"/>
            <a:ext cx="0" cy="32385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3345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1910: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Jung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tịch</a:t>
            </a:r>
            <a:r>
              <a:rPr lang="en-US" sz="2250" dirty="0" spc="-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IPA;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Adler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 tịch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Vienna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011150" y="556260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Connector line-1792595939789-157430455"/>
          <p:cNvSpPr/>
          <p:nvPr/>
        </p:nvSpPr>
        <p:spPr>
          <a:xfrm flipV="1">
            <a:off x="13258800" y="5238750"/>
            <a:ext cx="0" cy="32385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077700" y="342900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1911: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Adler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rời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5754350" y="5562600"/>
            <a:ext cx="495300" cy="4953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Connector line-1792595939791-571441741"/>
          <p:cNvSpPr/>
          <p:nvPr/>
        </p:nvSpPr>
        <p:spPr>
          <a:xfrm>
            <a:off x="16002000" y="6057900"/>
            <a:ext cx="0" cy="3238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820900" y="6381750"/>
            <a:ext cx="23622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1913–14: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chấm</a:t>
            </a:r>
            <a:r>
              <a:rPr lang="en-US" sz="27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dứt;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Jung</a:t>
            </a:r>
            <a:r>
              <a:rPr lang="en-US" sz="27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rời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hiệp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67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27/39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164d90b1-1fbb-4170-a7de-20bbac54e9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cuộc chia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8D9D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Adler (1911)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Jung</a:t>
            </a:r>
            <a:r>
              <a:rPr lang="en-US" sz="4200" dirty="0" spc="-5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(1911–14)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libido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 thêm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31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Lời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bên:</a:t>
            </a:r>
            <a:r>
              <a:rPr lang="en-US" sz="2850" dirty="0" spc="-3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Freud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lõi,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Diễn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giải: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đột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góp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[S35]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96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a3abdaf1-13b4-4f25-92c2-8d8ef0f3a1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Động</a:t>
            </a:r>
            <a:r>
              <a:rPr lang="en-US" sz="3000" dirty="0" spc="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lực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vươn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Vô</a:t>
            </a:r>
            <a:r>
              <a:rPr lang="en-US" sz="3000" dirty="0" spc="1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thức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 muốn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| mục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Hướng</a:t>
            </a:r>
            <a:r>
              <a:rPr lang="en-US" sz="30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nhìn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 mục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Tính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dục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năng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 [S13]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24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29/39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344bebc6-2442-4e84-a823-da71f2a0b2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Tám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kiềm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persona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5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Giấc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mơ,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cải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Trị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 biểu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 khích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Gốc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nản lòng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533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30/39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9207840c-4615-4e61-b866-29fd3cd503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5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Xuất</a:t>
            </a:r>
            <a:r>
              <a:rPr lang="en-US" sz="3000" dirty="0" spc="-1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phát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triết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Hình</a:t>
            </a:r>
            <a:r>
              <a:rPr lang="en-US" sz="30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ảnh</a:t>
            </a:r>
            <a:r>
              <a:rPr lang="en-US" sz="3000" dirty="0" spc="-1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con</a:t>
            </a:r>
            <a:r>
              <a:rPr lang="en-US" sz="300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Vô</a:t>
            </a:r>
            <a:r>
              <a:rPr lang="en-US" sz="3000" dirty="0" spc="1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thức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 mục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Trị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 khích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6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Lý</a:t>
            </a:r>
            <a:r>
              <a:rPr lang="en-US" sz="300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tưởng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7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Người</a:t>
            </a:r>
            <a:r>
              <a:rPr lang="en-US" sz="3000" dirty="0" spc="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trị</a:t>
            </a: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7819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31/39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78535675-67fb-4a9f-bf1e-dacd3243af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tình</a:t>
            </a:r>
            <a:r>
              <a:rPr lang="en-US" sz="57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huống,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xung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ngã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55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sếp</a:t>
            </a: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ảnh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mặt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 phải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giỏi,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đuối ở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bóng</a:t>
            </a:r>
            <a:r>
              <a:rPr lang="en-US" sz="25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persona</a:t>
            </a:r>
            <a:r>
              <a:rPr lang="en-US" sz="25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</a:t>
            </a:r>
            <a:r>
              <a:rPr lang="en-US" sz="25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bẽ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|</a:t>
            </a:r>
            <a:r>
              <a:rPr lang="en-US" sz="25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105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32/39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dd212c5e-b086-4908-a085-d1d8312ee2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Phê</a:t>
            </a:r>
            <a:r>
              <a:rPr lang="en-US" sz="57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bình: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trích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2A2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1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(Popper,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Grünbaum)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262C4A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</a:t>
            </a: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kia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bệnh,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1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Nguyên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đo;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ủng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hộ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7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(1987)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Liệu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pháp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 (2010)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Jung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Adler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[S26]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[S27]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2391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33/39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dba30739-9c03-4bbb-91cc-82cddfeff1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57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hưởng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vệ;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học;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(Bowlby)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nội,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ngoại,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persona,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bóng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tối;</a:t>
            </a:r>
            <a:r>
              <a:rPr lang="en-US" sz="255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MBTI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khích lệ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 quả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nhiên</a:t>
            </a:r>
            <a:r>
              <a:rPr lang="en-US" sz="25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nuôi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(Dreikurs)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[S18]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[S36] [S37] [S52]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[S59]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677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Shape 51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34/39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f3c1a8a8-9781-4844-8df3-dae3b21075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Freud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đều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Tảng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chìm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Freud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MBTI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Jung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Adler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xấu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phái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bác sĩ,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triết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[S27]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[S52]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963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35/39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afa7a017-82ad-494a-8726-0abdfc99f8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phút: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nhà</a:t>
            </a:r>
            <a:endParaRPr lang="en-US" sz="5700" dirty="0"/>
          </a:p>
        </p:txBody>
      </p:sp>
      <p:sp>
        <p:nvSpPr>
          <p:cNvPr id="3" name="Connector line-1792596048921-815082256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4" name="Connector line-1792596048921-520367936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Connector line-1792596048922-89482696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Connector line-1792596048922-26413033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Ngôi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nhà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Jung: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Adler: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gì,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9249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Shape 51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36/39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8" name="Moda image moda-export-watermark-71cb91a6-2b29-45fe-ad24-5e8fc2b2e9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 đẩy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b="1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đi;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Jung: hành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biểu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tượng;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Adler: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vươn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khác;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8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Chung: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Dùng: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1535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37/39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103e6a6c-a2cb-49cf-908c-77a948fe3a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lịch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3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</a:t>
            </a:r>
            <a:r>
              <a:rPr lang="en-US" sz="69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</a:t>
            </a:r>
            <a:r>
              <a:rPr lang="en-US" sz="6900" dirty="0" spc="-2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70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dài:</a:t>
            </a:r>
            <a:r>
              <a:rPr lang="en-US" sz="27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bác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sĩ hoặc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382125" y="954405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5" name="Shape 43"/>
          <p:cNvSpPr/>
          <p:nvPr/>
        </p:nvSpPr>
        <p:spPr>
          <a:xfrm>
            <a:off x="9629775" y="9563100"/>
            <a:ext cx="114300" cy="1143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38/39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9ca9b049-9d75-48cc-b729-d2a12268e4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S1–S6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Ellenberger;</a:t>
            </a:r>
            <a:r>
              <a:rPr lang="en-US" sz="270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1900;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truyện;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1927;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Freud–Jung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từ;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Popper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S7–S8,</a:t>
            </a:r>
            <a:r>
              <a:rPr lang="en-US" sz="30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S26–S27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Shedler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2010;</a:t>
            </a:r>
            <a:r>
              <a:rPr lang="en-US" sz="270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Rohrer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2015;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Grünbaum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1984;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Kihlstrom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1987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S9–S15,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S31, S37–S38,</a:t>
            </a:r>
            <a:r>
              <a:rPr lang="en-US" sz="3000" dirty="0" spc="-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S43–S47,</a:t>
            </a: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S54–S56,</a:t>
            </a:r>
            <a:r>
              <a:rPr lang="en-US" sz="30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S60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Freud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Freud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S16–S20, S32–S35,</a:t>
            </a:r>
            <a:r>
              <a:rPr lang="en-US" sz="30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S48–S49,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S51–S52,</a:t>
            </a:r>
            <a:r>
              <a:rPr lang="en-US" sz="30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S57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Jung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Jung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S21–S25,</a:t>
            </a:r>
            <a:r>
              <a:rPr lang="en-US" sz="30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S28–S30,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S36,</a:t>
            </a: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S40,</a:t>
            </a:r>
            <a:r>
              <a:rPr lang="en-US" sz="30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S50,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S58–S59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Adler,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Vaihinger,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Adlerpedia,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Dreikurs,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Bowlby,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Jaques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42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71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400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28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857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085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14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43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1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000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228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457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686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14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43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71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00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829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057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286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14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43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72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0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29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57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86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115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343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572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00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29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58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867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153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439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725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01175" y="9563100"/>
            <a:ext cx="114300" cy="1143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10725" y="954405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2" name="Text 60"/>
          <p:cNvSpPr/>
          <p:nvPr/>
        </p:nvSpPr>
        <p:spPr>
          <a:xfrm>
            <a:off x="100584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L15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39/39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c467a5af-0bc6-448a-81ff-043527274e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2026-10-21T15:22:54Z</dcterms:created>
  <dcterms:modified xsi:type="dcterms:W3CDTF">2026-10-21T15:22:54Z</dcterms:modified>
</cp:coreProperties>
</file>