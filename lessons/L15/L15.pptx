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8288000" cy="10287000"/>
  <p:notesSz cx="10287000" cy="18288000"/>
  <p:embeddedFontLst>
    <p:embeddedFont>
      <p:font typeface="Be Vietnam Pro SemiBold"/>
      <p:regular r:id="rId46"/>
    </p:embeddedFont>
    <p:embeddedFont>
      <p:font typeface="Bricolage Grotesque ExtraBold"/>
      <p:regular r:id="rId47"/>
    </p:embeddedFont>
    <p:embeddedFont>
      <p:font typeface="Be Vietnam Pro"/>
      <p:regular r:id="rId48"/>
      <p:bold r:id="rId4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font" Target="fonts/font1.fntdata"/><Relationship Id="rId47" Type="http://schemas.openxmlformats.org/officeDocument/2006/relationships/font" Target="fonts/font2.fntdata"/><Relationship Id="rId48" Type="http://schemas.openxmlformats.org/officeDocument/2006/relationships/font" Target="fonts/font3.fntdata"/><Relationship Id="rId4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4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TRIẾT</a:t>
            </a:r>
            <a:r>
              <a:rPr lang="en-US" sz="1950" spc="451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1950" spc="45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44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423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9908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Freud,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Jung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Adler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9525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9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3900" dirty="0" spc="-3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39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900" dirty="0" spc="-36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vô</a:t>
            </a:r>
            <a:r>
              <a:rPr lang="en-US" sz="3900" dirty="0" spc="-3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8572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r>
              <a:rPr lang="en-US" sz="28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khác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10477500" y="1905000"/>
            <a:ext cx="5905500" cy="2095500"/>
          </a:xfrm>
          <a:custGeom>
            <a:avLst/>
            <a:gdLst/>
            <a:ahLst/>
            <a:cxnLst/>
            <a:rect l="l" t="t" r="r" b="b"/>
            <a:pathLst>
              <a:path w="5905500" h="2095500">
                <a:moveTo>
                  <a:pt x="0" y="2095500"/>
                </a:moveTo>
                <a:cubicBezTo>
                  <a:pt x="2190750" y="2095500"/>
                  <a:pt x="3048000" y="0"/>
                  <a:pt x="5905500" y="0"/>
                </a:cubicBezTo>
              </a:path>
            </a:pathLst>
          </a:custGeom>
          <a:ln w="114300">
            <a:solidFill>
              <a:srgbClr val="FFB4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77500" y="4000500"/>
            <a:ext cx="5905500" cy="9144"/>
          </a:xfrm>
          <a:custGeom>
            <a:avLst/>
            <a:gdLst/>
            <a:ahLst/>
            <a:cxnLst/>
            <a:rect l="l" t="t" r="r" b="b"/>
            <a:pathLst>
              <a:path w="5905500" h="9144">
                <a:moveTo>
                  <a:pt x="0" y="0"/>
                </a:moveTo>
                <a:cubicBezTo>
                  <a:pt x="2190750" y="0"/>
                  <a:pt x="3048000" y="0"/>
                  <a:pt x="5905500" y="0"/>
                </a:cubicBezTo>
              </a:path>
            </a:pathLst>
          </a:custGeom>
          <a:ln w="114300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77500" y="4000500"/>
            <a:ext cx="5905500" cy="2095500"/>
          </a:xfrm>
          <a:custGeom>
            <a:avLst/>
            <a:gdLst/>
            <a:ahLst/>
            <a:cxnLst/>
            <a:rect l="l" t="t" r="r" b="b"/>
            <a:pathLst>
              <a:path w="5905500" h="2095500">
                <a:moveTo>
                  <a:pt x="0" y="0"/>
                </a:moveTo>
                <a:cubicBezTo>
                  <a:pt x="2190750" y="0"/>
                  <a:pt x="3048000" y="2095500"/>
                  <a:pt x="5905500" y="2095500"/>
                </a:cubicBezTo>
              </a:path>
            </a:pathLst>
          </a:custGeom>
          <a:ln w="11430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29850" y="3752850"/>
            <a:ext cx="495300" cy="495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0" name="Text 8"/>
          <p:cNvSpPr/>
          <p:nvPr/>
        </p:nvSpPr>
        <p:spPr>
          <a:xfrm>
            <a:off x="16573500" y="1676400"/>
            <a:ext cx="1619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6573500" y="3771900"/>
            <a:ext cx="1619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573500" y="5867400"/>
            <a:ext cx="1619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43800"/>
            <a:ext cx="4572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8286750"/>
            <a:ext cx="457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477000" y="7239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7543800"/>
            <a:ext cx="4572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6858000" y="8286750"/>
            <a:ext cx="457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hảo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2039600" y="7239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20600" y="7543800"/>
            <a:ext cx="4572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2420600" y="8286750"/>
            <a:ext cx="457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b7626ed-7be3-4d67-a6cb-338fd02837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476500"/>
            <a:ext cx="164592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spc="43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b="1" spc="4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700" b="1" spc="4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SÔNG,</a:t>
            </a:r>
            <a:r>
              <a:rPr lang="en-US" sz="2700" b="1" spc="44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spc="4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spc="44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3238500"/>
            <a:ext cx="15716250" cy="23241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7056"/>
              </a:lnSpc>
              <a:buNone/>
            </a:pPr>
            <a:r>
              <a:rPr lang="en-US" sz="63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056"/>
              </a:lnSpc>
              <a:buNone/>
            </a:pPr>
            <a:r>
              <a:rPr lang="en-US" sz="6300" dirty="0" spc="-3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“vì</a:t>
            </a:r>
            <a:r>
              <a:rPr lang="en-US" sz="6300" dirty="0" spc="-2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sao”</a:t>
            </a:r>
            <a:pPr algn="l" indent="0" marL="0">
              <a:lnSpc>
                <a:spcPts val="7056"/>
              </a:lnSpc>
              <a:buNone/>
            </a:pP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Jung hỏi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056"/>
              </a:lnSpc>
              <a:buNone/>
            </a:pPr>
            <a:r>
              <a:rPr lang="en-US" sz="6300" dirty="0" spc="-1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“phần</a:t>
            </a:r>
            <a:r>
              <a:rPr lang="en-US" sz="6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bị bỏ</a:t>
            </a:r>
            <a:r>
              <a:rPr lang="en-US" sz="6300" dirty="0" spc="-4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rơi”</a:t>
            </a:r>
            <a:pPr algn="l" indent="0" marL="0">
              <a:lnSpc>
                <a:spcPts val="7056"/>
              </a:lnSpc>
              <a:buNone/>
            </a:pP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Adler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056"/>
              </a:lnSpc>
              <a:buNone/>
            </a:pPr>
            <a:r>
              <a:rPr lang="en-US" sz="6300" dirty="0" spc="-5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“để</a:t>
            </a:r>
            <a:r>
              <a:rPr lang="en-US" sz="63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300" dirty="0" spc="-2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gì”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14287500" cy="1057275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indent="0" marL="0">
              <a:lnSpc>
                <a:spcPts val="4133"/>
              </a:lnSpc>
              <a:buNone/>
            </a:pP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khác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người.</a:t>
            </a:r>
            <a:endParaRPr lang="en-US" sz="2850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850" dirty="0" spc="-6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Vô</a:t>
            </a:r>
            <a:r>
              <a:rPr lang="en-US" sz="28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thức:</a:t>
            </a:r>
            <a:r>
              <a:rPr lang="en-US" sz="28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4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" name="Shape 5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6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8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9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10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1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Text 42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01/39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f7037367-2cad-4770-81db-97304db04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0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0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53340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49555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1295400" y="36195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1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09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6477000" y="2190750"/>
            <a:ext cx="53340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249555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6858000" y="36195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4000500"/>
            <a:ext cx="4572000" cy="116205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8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31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hảo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6858000" y="57150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609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12039600" y="2190750"/>
            <a:ext cx="53340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20600" y="2495550"/>
            <a:ext cx="4572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12420600" y="36195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420600" y="40005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2420600" y="5715000"/>
            <a:ext cx="457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20600" y="609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Huấn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914400" y="86677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bài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lời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6" name="Shape 54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7" name="Shape 55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8" name="Shape 56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9" name="Shape 57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0" name="Shape 58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02/39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efe51d2e-5f29-4729-8495-e18bc0ac44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cảnh: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1900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47650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0500" dirty="0"/>
          </a:p>
        </p:txBody>
      </p:sp>
      <p:sp>
        <p:nvSpPr>
          <p:cNvPr id="5" name="Text 3"/>
          <p:cNvSpPr/>
          <p:nvPr/>
        </p:nvSpPr>
        <p:spPr>
          <a:xfrm>
            <a:off x="2857500" y="3009900"/>
            <a:ext cx="14097000" cy="752475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Khoa</a:t>
            </a:r>
            <a:r>
              <a:rPr lang="en-US" sz="34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34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4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34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4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34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914400" y="45148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010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0500" dirty="0"/>
          </a:p>
        </p:txBody>
      </p:sp>
      <p:sp>
        <p:nvSpPr>
          <p:cNvPr id="8" name="Text 6"/>
          <p:cNvSpPr/>
          <p:nvPr/>
        </p:nvSpPr>
        <p:spPr>
          <a:xfrm>
            <a:off x="2857500" y="5143500"/>
            <a:ext cx="14097000" cy="752475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</a:t>
            </a:r>
            <a:r>
              <a:rPr lang="en-US" sz="34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 bế</a:t>
            </a:r>
            <a:r>
              <a:rPr lang="en-US" sz="34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4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“bệnh</a:t>
            </a:r>
            <a:r>
              <a:rPr lang="en-US" sz="34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kinh”</a:t>
            </a:r>
            <a:r>
              <a:rPr lang="en-US" sz="34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(hysteria)</a:t>
            </a:r>
            <a:endParaRPr lang="en-US" sz="3450" dirty="0"/>
          </a:p>
        </p:txBody>
      </p:sp>
      <p:sp>
        <p:nvSpPr>
          <p:cNvPr id="9" name="Shape 7"/>
          <p:cNvSpPr/>
          <p:nvPr/>
        </p:nvSpPr>
        <p:spPr>
          <a:xfrm>
            <a:off x="914400" y="66484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743700"/>
            <a:ext cx="13335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0500" dirty="0"/>
          </a:p>
        </p:txBody>
      </p:sp>
      <p:sp>
        <p:nvSpPr>
          <p:cNvPr id="11" name="Text 9"/>
          <p:cNvSpPr/>
          <p:nvPr/>
        </p:nvSpPr>
        <p:spPr>
          <a:xfrm>
            <a:off x="2857500" y="7277100"/>
            <a:ext cx="14097000" cy="752475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34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4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4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</a:t>
            </a:r>
            <a:r>
              <a:rPr lang="en-US" sz="34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4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34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34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4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 Thái</a:t>
            </a:r>
            <a:r>
              <a:rPr lang="en-US" sz="34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34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14400" y="88582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Vienna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Zurich.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Charcot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do ý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Text 5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03/39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def95b40-0aaf-40ac-83b0-9b405f8278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xuất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thân</a:t>
            </a:r>
            <a:endParaRPr lang="en-US" sz="6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7239000"/>
                <a:gridCol w="5791200"/>
              </a:tblGrid>
              <a:tr h="857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SINH RA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NGHỀ</a:t>
                      </a:r>
                      <a:r>
                        <a:rPr lang="en-US" sz="2100" b="1" dirty="0" spc="-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KHỞI</a:t>
                      </a:r>
                      <a:r>
                        <a:rPr lang="en-US" sz="2100" b="1" dirty="0" spc="-2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endParaRPr lang="en-US" sz="1200" dirty="0"/>
                    </a:p>
                  </a:txBody>
                  <a:tcPr marL="266700" marR="266700" marT="266700" marB="266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-17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1856,</a:t>
                      </a:r>
                      <a:r>
                        <a:rPr lang="en-US" sz="2850" dirty="0" spc="-4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Freiberg</a:t>
                      </a:r>
                      <a:r>
                        <a:rPr lang="en-US" sz="2850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Vienna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Nhà thần kinh</a:t>
                      </a:r>
                      <a:r>
                        <a:rPr lang="en-US" sz="28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1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1875,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Thụy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Sĩ,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</a:t>
                      </a: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8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sư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Bác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sĩ</a:t>
                      </a:r>
                      <a:r>
                        <a:rPr lang="en-US" sz="28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tâm</a:t>
                      </a: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thần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619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680"/>
                        </a:lnSpc>
                        <a:buNone/>
                      </a:pPr>
                      <a:r>
                        <a:rPr lang="en-US" sz="3900" dirty="0" spc="-24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1870,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Vienna,</a:t>
                      </a: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nhà buôn</a:t>
                      </a:r>
                      <a:r>
                        <a:rPr lang="en-US" sz="28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ngũ</a:t>
                      </a:r>
                      <a:r>
                        <a:rPr lang="en-US" sz="28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Bác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sĩ</a:t>
                      </a:r>
                      <a:r>
                        <a:rPr lang="en-US" sz="28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mắt,</a:t>
                      </a:r>
                      <a:r>
                        <a:rPr lang="en-US" sz="2850" dirty="0" spc="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</a:t>
                      </a: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khoa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" name="Shape 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" name="Shape 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7" name="Shape 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0" name="Shape 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1" name="Shape 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1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2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3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Text 4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04/39</a:t>
            </a:r>
            <a:endParaRPr lang="en-US" sz="1650" dirty="0"/>
          </a:p>
        </p:txBody>
      </p:sp>
      <p:sp>
        <p:nvSpPr>
          <p:cNvPr id="44" name="Text 4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endParaRPr lang="en-US" sz="1650" dirty="0"/>
          </a:p>
        </p:txBody>
      </p:sp>
      <p:sp>
        <p:nvSpPr>
          <p:cNvPr id="45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e199fd60-4ca3-406a-9e4c-22056052bf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Freud: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000" dirty="0"/>
          </a:p>
        </p:txBody>
      </p:sp>
      <p:sp>
        <p:nvSpPr>
          <p:cNvPr id="3" name="Connector line-1792504068444-700914034"/>
          <p:cNvSpPr/>
          <p:nvPr/>
        </p:nvSpPr>
        <p:spPr>
          <a:xfrm>
            <a:off x="914400" y="5619750"/>
            <a:ext cx="16459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1619250" y="542925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Connector line-1792504068444-927188579"/>
          <p:cNvSpPr/>
          <p:nvPr/>
        </p:nvSpPr>
        <p:spPr>
          <a:xfrm flipV="1">
            <a:off x="1809750" y="4762500"/>
            <a:ext cx="0" cy="85725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762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1856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286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Freiberg;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1860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Vienna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52950" y="542925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9" name="Connector line-1792504068452-74254536"/>
          <p:cNvSpPr/>
          <p:nvPr/>
        </p:nvSpPr>
        <p:spPr>
          <a:xfrm>
            <a:off x="4743450" y="5619750"/>
            <a:ext cx="0" cy="9525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099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1881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362325" y="75247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y;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Brücke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486650" y="542925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Connector line-1792504068457-229769116"/>
          <p:cNvSpPr/>
          <p:nvPr/>
        </p:nvSpPr>
        <p:spPr>
          <a:xfrm flipV="1">
            <a:off x="7677150" y="4762500"/>
            <a:ext cx="0" cy="85725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63436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1885–86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2960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Charcot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Paris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20350" y="542925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Connector line-1792504068461-340143017"/>
          <p:cNvSpPr/>
          <p:nvPr/>
        </p:nvSpPr>
        <p:spPr>
          <a:xfrm>
            <a:off x="10610850" y="5619750"/>
            <a:ext cx="0" cy="9525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2773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1895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229725" y="75247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88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</a:t>
            </a:r>
            <a:r>
              <a:rPr lang="en-US" sz="1988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988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88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hysteria</a:t>
            </a:r>
            <a:r>
              <a:rPr lang="en-US" sz="1988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(cùng</a:t>
            </a:r>
            <a:r>
              <a:rPr lang="en-US" sz="1988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Breuer)</a:t>
            </a:r>
            <a:endParaRPr lang="en-US" sz="1988" dirty="0"/>
          </a:p>
        </p:txBody>
      </p:sp>
      <p:sp>
        <p:nvSpPr>
          <p:cNvPr id="20" name="Shape 18"/>
          <p:cNvSpPr/>
          <p:nvPr/>
        </p:nvSpPr>
        <p:spPr>
          <a:xfrm>
            <a:off x="13354050" y="542925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1" name="Connector line-1792504068472-490720377"/>
          <p:cNvSpPr/>
          <p:nvPr/>
        </p:nvSpPr>
        <p:spPr>
          <a:xfrm flipV="1">
            <a:off x="13544550" y="4762500"/>
            <a:ext cx="0" cy="85725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115800" y="2762250"/>
            <a:ext cx="285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7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1897–1900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21634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giấc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mơ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6287750" y="542925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5" name="Connector line-1792504068477-836987718"/>
          <p:cNvSpPr/>
          <p:nvPr/>
        </p:nvSpPr>
        <p:spPr>
          <a:xfrm>
            <a:off x="16478250" y="5619750"/>
            <a:ext cx="0" cy="9525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5049500" y="6762750"/>
            <a:ext cx="2857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1938–39</a:t>
            </a:r>
            <a:endParaRPr lang="en-US" sz="4200" dirty="0"/>
          </a:p>
        </p:txBody>
      </p:sp>
      <p:sp>
        <p:nvSpPr>
          <p:cNvPr id="27" name="Text 25"/>
          <p:cNvSpPr/>
          <p:nvPr/>
        </p:nvSpPr>
        <p:spPr>
          <a:xfrm>
            <a:off x="15097125" y="7524750"/>
            <a:ext cx="27622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London;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4400" y="88582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Diễn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tiểu sử: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thuyết,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 Oedipus.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Shape 5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6" name="Shape 5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7" name="Shape 5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8" name="Shape 5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1" name="Shape 5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4" name="Shape 6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5" name="Shape 6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6" name="Shape 6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7" name="Shape 6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8" name="Text 6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05/39</a:t>
            </a:r>
            <a:endParaRPr lang="en-US" sz="1650" dirty="0"/>
          </a:p>
        </p:txBody>
      </p:sp>
      <p:sp>
        <p:nvSpPr>
          <p:cNvPr id="69" name="Text 67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S9</a:t>
            </a:r>
            <a:endParaRPr lang="en-US" sz="165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738fd549-3258-4bb4-90e8-0e84e2b5f3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Freud: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4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khoa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 tự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nhiên</a:t>
            </a:r>
            <a:r>
              <a:rPr lang="en-US" sz="54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54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3143250"/>
            <a:ext cx="2324100" cy="1724025"/>
          </a:xfrm>
          <a:prstGeom prst="rect">
            <a:avLst/>
          </a:prstGeom>
          <a:noFill/>
          <a:ln/>
        </p:spPr>
        <p:txBody>
          <a:bodyPr wrap="square" lIns="0" tIns="12373" rIns="0" bIns="-12373" rtlCol="0" anchor="t"/>
          <a:lstStyle/>
          <a:p>
            <a:pPr algn="l" indent="0" marL="0">
              <a:lnSpc>
                <a:spcPts val="2981"/>
              </a:lnSpc>
              <a:buNone/>
            </a:pPr>
            <a:r>
              <a:rPr lang="en-US" sz="2293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Helmholtz,</a:t>
            </a:r>
            <a:r>
              <a:rPr lang="en-US" sz="2293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Brücke,</a:t>
            </a:r>
            <a:r>
              <a:rPr lang="en-US" sz="2293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Darwin:</a:t>
            </a:r>
            <a:r>
              <a:rPr lang="en-US" sz="2293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293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293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93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93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93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93" dirty="0"/>
          </a:p>
        </p:txBody>
      </p:sp>
      <p:sp>
        <p:nvSpPr>
          <p:cNvPr id="5" name="Connector line-1792504069430-659426392"/>
          <p:cNvSpPr/>
          <p:nvPr/>
        </p:nvSpPr>
        <p:spPr>
          <a:xfrm>
            <a:off x="3771900" y="4762500"/>
            <a:ext cx="542925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314825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81525" y="3143250"/>
            <a:ext cx="23241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Charcot: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2550" dirty="0"/>
          </a:p>
        </p:txBody>
      </p:sp>
      <p:sp>
        <p:nvSpPr>
          <p:cNvPr id="8" name="Connector line-1792504069432-744658772"/>
          <p:cNvSpPr/>
          <p:nvPr/>
        </p:nvSpPr>
        <p:spPr>
          <a:xfrm>
            <a:off x="7172325" y="4762500"/>
            <a:ext cx="542925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1525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81950" y="3143250"/>
            <a:ext cx="2324100" cy="942975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Breuer: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tỏa</a:t>
            </a:r>
            <a:endParaRPr lang="en-US" sz="2550" dirty="0"/>
          </a:p>
        </p:txBody>
      </p:sp>
      <p:sp>
        <p:nvSpPr>
          <p:cNvPr id="11" name="Connector line-1792504069435-218059222"/>
          <p:cNvSpPr/>
          <p:nvPr/>
        </p:nvSpPr>
        <p:spPr>
          <a:xfrm>
            <a:off x="10572750" y="4762500"/>
            <a:ext cx="542925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1115675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382375" y="3143250"/>
            <a:ext cx="2324100" cy="1333500"/>
          </a:xfrm>
          <a:prstGeom prst="rect">
            <a:avLst/>
          </a:prstGeom>
          <a:noFill/>
          <a:ln/>
        </p:spPr>
        <p:txBody>
          <a:bodyPr wrap="square" lIns="0" tIns="12738" rIns="0" bIns="-12738" rtlCol="0" anchor="t"/>
          <a:lstStyle/>
          <a:p>
            <a:pPr algn="l" indent="0" marL="0">
              <a:lnSpc>
                <a:spcPts val="3068"/>
              </a:lnSpc>
              <a:buNone/>
            </a:pPr>
            <a:r>
              <a:rPr lang="en-US" sz="236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36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36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36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do:</a:t>
            </a:r>
            <a:r>
              <a:rPr lang="en-US" sz="236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36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36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36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thoáng</a:t>
            </a:r>
            <a:r>
              <a:rPr lang="en-US" sz="236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360" dirty="0"/>
          </a:p>
        </p:txBody>
      </p:sp>
      <p:sp>
        <p:nvSpPr>
          <p:cNvPr id="14" name="Connector line-1792504069441-65383671"/>
          <p:cNvSpPr/>
          <p:nvPr/>
        </p:nvSpPr>
        <p:spPr>
          <a:xfrm>
            <a:off x="13973175" y="4762500"/>
            <a:ext cx="542925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451610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2A2418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782800" y="3143250"/>
            <a:ext cx="2324100" cy="1333500"/>
          </a:xfrm>
          <a:prstGeom prst="rect">
            <a:avLst/>
          </a:prstGeom>
          <a:noFill/>
          <a:ln/>
        </p:spPr>
        <p:txBody>
          <a:bodyPr wrap="square" lIns="0" tIns="12595" rIns="0" bIns="-12595" rtlCol="0" anchor="t"/>
          <a:lstStyle/>
          <a:p>
            <a:pPr algn="l" indent="0" marL="0">
              <a:lnSpc>
                <a:spcPts val="3024"/>
              </a:lnSpc>
              <a:buNone/>
            </a:pPr>
            <a:r>
              <a:rPr lang="en-US" sz="2327" b="1" dirty="0" spc="-7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327" b="1" dirty="0" spc="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327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327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327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327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327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327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327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327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327" dirty="0"/>
          </a:p>
        </p:txBody>
      </p:sp>
      <p:sp>
        <p:nvSpPr>
          <p:cNvPr id="17" name="Text 15"/>
          <p:cNvSpPr/>
          <p:nvPr/>
        </p:nvSpPr>
        <p:spPr>
          <a:xfrm>
            <a:off x="914400" y="7524750"/>
            <a:ext cx="16459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Quyết</a:t>
            </a:r>
            <a:r>
              <a:rPr lang="en-US" sz="3000" dirty="0" spc="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30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lý:</a:t>
            </a: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nghĩ,</a:t>
            </a: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giấc</a:t>
            </a:r>
            <a:r>
              <a:rPr lang="en-US" sz="3000" dirty="0" spc="-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mơ,</a:t>
            </a: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r>
              <a:rPr lang="en-US" sz="30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nhân.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6" name="Shape 54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06/39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S9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82f9ff1f-44f7-4ae8-8835-ac4246eac7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Freud: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0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16383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cưỡi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ngựa: ngựa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(cái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nó)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cưỡi,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6819900" y="4000500"/>
            <a:ext cx="1276350" cy="1333500"/>
          </a:xfrm>
          <a:custGeom>
            <a:avLst/>
            <a:gdLst/>
            <a:ahLst/>
            <a:cxnLst/>
            <a:rect l="l" t="t" r="r" b="b"/>
            <a:pathLst>
              <a:path w="1276350" h="1333500">
                <a:moveTo>
                  <a:pt x="1276350" y="1333500"/>
                </a:moveTo>
                <a:cubicBezTo>
                  <a:pt x="514350" y="952500"/>
                  <a:pt x="514350" y="190500"/>
                  <a:pt x="0" y="0"/>
                </a:cubicBezTo>
              </a:path>
            </a:pathLst>
          </a:custGeom>
          <a:ln w="76200">
            <a:solidFill>
              <a:srgbClr val="B4530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1750" y="4000500"/>
            <a:ext cx="1276350" cy="1333500"/>
          </a:xfrm>
          <a:custGeom>
            <a:avLst/>
            <a:gdLst/>
            <a:ahLst/>
            <a:cxnLst/>
            <a:rect l="l" t="t" r="r" b="b"/>
            <a:pathLst>
              <a:path w="1276350" h="1333500">
                <a:moveTo>
                  <a:pt x="0" y="1333500"/>
                </a:moveTo>
                <a:cubicBezTo>
                  <a:pt x="762000" y="952500"/>
                  <a:pt x="762000" y="190500"/>
                  <a:pt x="1276350" y="0"/>
                </a:cubicBezTo>
              </a:path>
            </a:pathLst>
          </a:custGeom>
          <a:ln w="762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0" y="7048500"/>
            <a:ext cx="9144" cy="571500"/>
          </a:xfrm>
          <a:custGeom>
            <a:avLst/>
            <a:gdLst/>
            <a:ahLst/>
            <a:cxnLst/>
            <a:rect l="l" t="t" r="r" b="b"/>
            <a:pathLst>
              <a:path w="9144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ln w="762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15250" y="4381500"/>
            <a:ext cx="2857500" cy="2857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8001000" y="5524500"/>
            <a:ext cx="2286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tôi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8001000" y="6096000"/>
            <a:ext cx="228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dirty="0" spc="1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762250"/>
            <a:ext cx="5905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300990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6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38250" y="3733800"/>
            <a:ext cx="533400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muốn,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mãn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1468100" y="2762250"/>
            <a:ext cx="5905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91950" y="300990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Siêu</a:t>
            </a:r>
            <a:r>
              <a:rPr lang="en-US" sz="36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ngã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791950" y="3733800"/>
            <a:ext cx="53340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6191250" y="7620000"/>
            <a:ext cx="59055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5100" y="7810500"/>
            <a:ext cx="5334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Thực</a:t>
            </a:r>
            <a:r>
              <a:rPr lang="en-US" sz="3600" dirty="0" spc="-1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515100" y="8477250"/>
            <a:ext cx="5334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Shape 5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Shape 5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6" name="Shape 5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7" name="Shape 5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07/39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S31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a0224805-a0fe-4e13-8428-3e85c27036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Freud:</a:t>
            </a:r>
            <a:r>
              <a:rPr lang="en-US" sz="54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libido,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đoạn,</a:t>
            </a:r>
            <a:r>
              <a:rPr lang="en-US" sz="5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28600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2857500" y="276225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Libido: năng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1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3150" dirty="0"/>
          </a:p>
        </p:txBody>
      </p:sp>
      <p:sp>
        <p:nvSpPr>
          <p:cNvPr id="6" name="Shape 4"/>
          <p:cNvSpPr/>
          <p:nvPr/>
        </p:nvSpPr>
        <p:spPr>
          <a:xfrm>
            <a:off x="914400" y="4000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09575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2857500" y="45720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Miệng,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môn,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31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vật,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tiềm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914400" y="5810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590550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2857500" y="638175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Phức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Oedipus: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bị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 nhiều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7620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71525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9000" dirty="0"/>
          </a:p>
        </p:txBody>
      </p:sp>
      <p:sp>
        <p:nvSpPr>
          <p:cNvPr id="14" name="Text 12"/>
          <p:cNvSpPr/>
          <p:nvPr/>
        </p:nvSpPr>
        <p:spPr>
          <a:xfrm>
            <a:off x="2857500" y="81915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1920: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31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31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(Eros)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Text 52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08/39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S12 · S45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S55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4ad6a15c-4632-467c-a569-ef9f4a0dc5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Freud: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phòng</a:t>
            </a:r>
            <a:r>
              <a:rPr lang="en-US" sz="54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vệ,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giấc</a:t>
            </a:r>
            <a:r>
              <a:rPr lang="en-US" sz="54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mơ,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5334000" cy="62865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705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Phòng</a:t>
            </a:r>
            <a:r>
              <a:rPr lang="en-US" sz="4200" dirty="0" spc="-3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295400" y="3714750"/>
            <a:ext cx="4572000" cy="1057275"/>
          </a:xfrm>
          <a:prstGeom prst="rect">
            <a:avLst/>
          </a:prstGeom>
          <a:noFill/>
          <a:ln/>
        </p:spPr>
        <p:txBody>
          <a:bodyPr wrap="square" lIns="0" tIns="6286" rIns="0" bIns="-6286" rtlCol="0" anchor="t"/>
          <a:lstStyle/>
          <a:p>
            <a:pPr algn="l" indent="0" marL="0">
              <a:lnSpc>
                <a:spcPts val="3968"/>
              </a:lnSpc>
              <a:buNone/>
            </a:pPr>
            <a:r>
              <a:rPr lang="en-US" sz="2834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Nén,</a:t>
            </a:r>
            <a:r>
              <a:rPr lang="en-US" sz="2834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834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bỏ,</a:t>
            </a:r>
            <a:r>
              <a:rPr lang="en-US" sz="2834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34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 dời</a:t>
            </a:r>
            <a:r>
              <a:rPr lang="en-US" sz="2834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834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thăng</a:t>
            </a:r>
            <a:r>
              <a:rPr lang="en-US" sz="2834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endParaRPr lang="en-US" sz="2834" dirty="0"/>
          </a:p>
        </p:txBody>
      </p:sp>
      <p:sp>
        <p:nvSpPr>
          <p:cNvPr id="6" name="Shape 4"/>
          <p:cNvSpPr/>
          <p:nvPr/>
        </p:nvSpPr>
        <p:spPr>
          <a:xfrm>
            <a:off x="6477000" y="2381250"/>
            <a:ext cx="5334000" cy="62865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0" y="2705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Giấc</a:t>
            </a: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mơ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0" y="3714750"/>
            <a:ext cx="4572000" cy="1485900"/>
          </a:xfrm>
          <a:prstGeom prst="rect">
            <a:avLst/>
          </a:prstGeom>
          <a:noFill/>
          <a:ln/>
        </p:spPr>
        <p:txBody>
          <a:bodyPr wrap="square" lIns="0" tIns="6210" rIns="0" bIns="-6210" rtlCol="0" anchor="t"/>
          <a:lstStyle/>
          <a:p>
            <a:pPr algn="l" indent="0" marL="0">
              <a:lnSpc>
                <a:spcPts val="3891"/>
              </a:lnSpc>
              <a:buNone/>
            </a:pPr>
            <a:r>
              <a:rPr lang="en-US" sz="278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78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8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278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78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 nội dung ẩn:</a:t>
            </a:r>
            <a:r>
              <a:rPr lang="en-US" sz="278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ham</a:t>
            </a:r>
            <a:r>
              <a:rPr lang="en-US" sz="278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78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8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78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78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780" dirty="0"/>
          </a:p>
        </p:txBody>
      </p:sp>
      <p:sp>
        <p:nvSpPr>
          <p:cNvPr id="9" name="Shape 7"/>
          <p:cNvSpPr/>
          <p:nvPr/>
        </p:nvSpPr>
        <p:spPr>
          <a:xfrm>
            <a:off x="12039600" y="2381250"/>
            <a:ext cx="5334000" cy="62865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20600" y="2705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Trị</a:t>
            </a:r>
            <a:r>
              <a:rPr lang="en-US" sz="42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2420600" y="3714750"/>
            <a:ext cx="4572000" cy="1057275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thấu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14400" y="90487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 mỗi tuần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khuôn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khổ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Text 5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09/39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S15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S37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3b19a91b-bdfe-4ede-b133-91d8718614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381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1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2400" b="1" spc="3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400" b="1" spc="3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spc="37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r>
              <a:rPr lang="en-US" sz="2400" b="1" spc="3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spc="33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spc="36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b="1" spc="3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3048000"/>
            <a:ext cx="15240000" cy="17526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81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kể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 chịu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5716250" cy="1485900"/>
          </a:xfrm>
          <a:prstGeom prst="rect">
            <a:avLst/>
          </a:prstGeom>
          <a:noFill/>
          <a:ln/>
        </p:spPr>
        <p:txBody>
          <a:bodyPr wrap="square" lIns="0" tIns="-2469" rIns="0" bIns="2469" rtlCol="0" anchor="t"/>
          <a:lstStyle/>
          <a:p>
            <a:pPr algn="l" indent="0" marL="0">
              <a:lnSpc>
                <a:spcPts val="3888"/>
              </a:lnSpc>
              <a:buNone/>
            </a:pP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92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2592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lòng</a:t>
            </a:r>
            <a:r>
              <a:rPr lang="en-US" sz="2592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ái</a:t>
            </a:r>
            <a:r>
              <a:rPr lang="en-US" sz="2592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ngây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thơ:</a:t>
            </a: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Copernicus,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Darwin, phân</a:t>
            </a:r>
            <a:r>
              <a:rPr lang="en-US" sz="2592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92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92" dirty="0"/>
          </a:p>
          <a:p>
            <a:pPr algn="l" indent="0" marL="0">
              <a:lnSpc>
                <a:spcPts val="3888"/>
              </a:lnSpc>
              <a:buNone/>
            </a:pP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Khiêm</a:t>
            </a:r>
            <a:r>
              <a:rPr lang="en-US" sz="2592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592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</a:t>
            </a: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phúc:</a:t>
            </a:r>
            <a:r>
              <a:rPr lang="en-US" sz="2592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khổ</a:t>
            </a: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92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592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92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92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92" dirty="0"/>
          </a:p>
          <a:p>
            <a:pPr algn="l" indent="0" marL="0">
              <a:lnSpc>
                <a:spcPts val="3888"/>
              </a:lnSpc>
              <a:buNone/>
            </a:pPr>
            <a:r>
              <a:rPr lang="en-US" sz="2592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92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92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592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92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ngây</a:t>
            </a:r>
            <a:r>
              <a:rPr lang="en-US" sz="2592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thơ.</a:t>
            </a:r>
            <a:endParaRPr lang="en-US" sz="2592" dirty="0"/>
          </a:p>
        </p:txBody>
      </p:sp>
      <p:sp>
        <p:nvSpPr>
          <p:cNvPr id="5" name="Shape 3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" name="Shape 4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7" name="Shape 5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8" name="Shape 6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0" name="Shape 8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1" name="Shape 9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10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1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3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Text 42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10/39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S9 · S11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S14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e5cd133e-79a6-43e8-8f8e-088ef6bd24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000" dirty="0"/>
          </a:p>
        </p:txBody>
      </p:sp>
      <p:sp>
        <p:nvSpPr>
          <p:cNvPr id="3" name="Connector line-1792504114971-58547674"/>
          <p:cNvSpPr/>
          <p:nvPr/>
        </p:nvSpPr>
        <p:spPr>
          <a:xfrm>
            <a:off x="914400" y="5619750"/>
            <a:ext cx="16459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16192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Connector line-1792504114971-107050519"/>
          <p:cNvSpPr/>
          <p:nvPr/>
        </p:nvSpPr>
        <p:spPr>
          <a:xfrm flipV="1">
            <a:off x="1809750" y="4762500"/>
            <a:ext cx="0" cy="85725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762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2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1875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286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Kesswil;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529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Connector line-1792504114975-977349014"/>
          <p:cNvSpPr/>
          <p:nvPr/>
        </p:nvSpPr>
        <p:spPr>
          <a:xfrm>
            <a:off x="4743450" y="5619750"/>
            <a:ext cx="0" cy="95250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099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362325" y="75247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Burghölzli,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Bleuler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4866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3" name="Connector line-1792504114979-864241464"/>
          <p:cNvSpPr/>
          <p:nvPr/>
        </p:nvSpPr>
        <p:spPr>
          <a:xfrm flipV="1">
            <a:off x="7677150" y="4762500"/>
            <a:ext cx="0" cy="85725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63436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1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1906–07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2960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40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203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Connector line-1792504114982-954604555"/>
          <p:cNvSpPr/>
          <p:nvPr/>
        </p:nvSpPr>
        <p:spPr>
          <a:xfrm>
            <a:off x="10610850" y="5619750"/>
            <a:ext cx="0" cy="95250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2773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1913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229725" y="75247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khủng hoảng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33540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1" name="Connector line-1792504114985-875435957"/>
          <p:cNvSpPr/>
          <p:nvPr/>
        </p:nvSpPr>
        <p:spPr>
          <a:xfrm flipV="1">
            <a:off x="13544550" y="4762500"/>
            <a:ext cx="0" cy="85725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2110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2009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2163425" y="3524250"/>
            <a:ext cx="27622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Sách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6287750" y="5429250"/>
            <a:ext cx="381000" cy="381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Connector line-1792504114989-255967212"/>
          <p:cNvSpPr/>
          <p:nvPr/>
        </p:nvSpPr>
        <p:spPr>
          <a:xfrm>
            <a:off x="16478250" y="5619750"/>
            <a:ext cx="0" cy="95250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51447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1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1961</a:t>
            </a:r>
            <a:endParaRPr lang="en-US" sz="4200" dirty="0"/>
          </a:p>
        </p:txBody>
      </p:sp>
      <p:sp>
        <p:nvSpPr>
          <p:cNvPr id="27" name="Text 25"/>
          <p:cNvSpPr/>
          <p:nvPr/>
        </p:nvSpPr>
        <p:spPr>
          <a:xfrm>
            <a:off x="15097125" y="7524750"/>
            <a:ext cx="27622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4400" y="88582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truyện: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Shape 5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6" name="Shape 5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7" name="Shape 5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8" name="Shape 5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1" name="Shape 5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4" name="Shape 6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5" name="Shape 6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6" name="Shape 6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7" name="Shape 6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8" name="Text 6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11/39</a:t>
            </a:r>
            <a:endParaRPr lang="en-US" sz="1650" dirty="0"/>
          </a:p>
        </p:txBody>
      </p:sp>
      <p:sp>
        <p:nvSpPr>
          <p:cNvPr id="69" name="Text 67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 · S20</a:t>
            </a:r>
            <a:endParaRPr lang="en-US" sz="165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f2239c46-73b1-40f1-89a2-6de633428b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 từ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3886200" cy="5334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2705100"/>
            <a:ext cx="3238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Kant</a:t>
            </a:r>
            <a:endParaRPr lang="en-US" sz="3750" dirty="0"/>
          </a:p>
        </p:txBody>
      </p:sp>
      <p:sp>
        <p:nvSpPr>
          <p:cNvPr id="5" name="Text 3"/>
          <p:cNvSpPr/>
          <p:nvPr/>
        </p:nvSpPr>
        <p:spPr>
          <a:xfrm>
            <a:off x="1238250" y="3619500"/>
            <a:ext cx="3238500" cy="14097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“cặp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kính”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105400" y="2381250"/>
            <a:ext cx="3886200" cy="5334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29250" y="2705100"/>
            <a:ext cx="3238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Triết</a:t>
            </a:r>
            <a:r>
              <a:rPr lang="en-US" sz="37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375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Đức</a:t>
            </a:r>
            <a:endParaRPr lang="en-US" sz="3750" dirty="0"/>
          </a:p>
        </p:txBody>
      </p:sp>
      <p:sp>
        <p:nvSpPr>
          <p:cNvPr id="8" name="Text 6"/>
          <p:cNvSpPr/>
          <p:nvPr/>
        </p:nvSpPr>
        <p:spPr>
          <a:xfrm>
            <a:off x="5429250" y="3619500"/>
            <a:ext cx="3238500" cy="1000125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Schopenhauer,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Nietzsche,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Goethe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296400" y="2381250"/>
            <a:ext cx="3886200" cy="5334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20250" y="2705100"/>
            <a:ext cx="3238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Lãng mạn</a:t>
            </a:r>
            <a:endParaRPr lang="en-US" sz="3750" dirty="0"/>
          </a:p>
        </p:txBody>
      </p:sp>
      <p:sp>
        <p:nvSpPr>
          <p:cNvPr id="11" name="Text 9"/>
          <p:cNvSpPr/>
          <p:nvPr/>
        </p:nvSpPr>
        <p:spPr>
          <a:xfrm>
            <a:off x="9620250" y="3619500"/>
            <a:ext cx="3238500" cy="14097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Lãng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Đức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 vô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2381250"/>
            <a:ext cx="3886200" cy="5334000"/>
          </a:xfrm>
          <a:prstGeom prst="roundRect">
            <a:avLst>
              <a:gd name="adj" fmla="val 686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11250" y="2705100"/>
            <a:ext cx="3238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Huyền</a:t>
            </a:r>
            <a:r>
              <a:rPr lang="en-US" sz="37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13811250" y="3619500"/>
            <a:ext cx="3238500" cy="14097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kim,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Phật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191500"/>
            <a:ext cx="161925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Diễn giải:</a:t>
            </a:r>
            <a:r>
              <a:rPr lang="en-US" sz="22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Lãng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</a:t>
            </a:r>
            <a:r>
              <a:rPr lang="en-US" sz="22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Kant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2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giới. Jung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 là nhà kinh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Text 53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12/39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S19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S33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2dedfba3-2f44-4ec4-8491-ae9282789a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0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hồn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264795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 THỨC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333500" y="3105150"/>
            <a:ext cx="1524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3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3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nhô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3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3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33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14400" y="438150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8CC9BC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64820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0B4F4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VÔ</a:t>
            </a:r>
            <a:r>
              <a:rPr lang="en-US" sz="1950" b="1" spc="300" kern="0" dirty="0">
                <a:solidFill>
                  <a:srgbClr val="0B4F4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b="1" spc="273" kern="0" dirty="0">
                <a:solidFill>
                  <a:srgbClr val="0B4F4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950" b="1" spc="299" kern="0" dirty="0">
                <a:solidFill>
                  <a:srgbClr val="0B4F4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33500" y="5105400"/>
            <a:ext cx="1524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3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33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chìm: ký</a:t>
            </a:r>
            <a:r>
              <a:rPr lang="en-US" sz="33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3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</a:t>
            </a:r>
            <a:r>
              <a:rPr lang="en-US" sz="33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nén, các</a:t>
            </a:r>
            <a:r>
              <a:rPr lang="en-US" sz="33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3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914400" y="6381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648450"/>
            <a:ext cx="1524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VÔ</a:t>
            </a:r>
            <a:r>
              <a:rPr lang="en-US" sz="1950" b="1" spc="30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b="1" spc="252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1950" b="1" spc="30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33500" y="7105650"/>
            <a:ext cx="15240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đất chung</a:t>
            </a:r>
            <a:r>
              <a:rPr lang="en-US" sz="33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33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đáy</a:t>
            </a:r>
            <a:r>
              <a:rPr lang="en-US" sz="33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biển:</a:t>
            </a:r>
            <a:r>
              <a:rPr lang="en-US" sz="33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mẫu,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3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loài</a:t>
            </a:r>
            <a:r>
              <a:rPr lang="en-US" sz="33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bẩm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ảnh;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quan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Text 5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13/39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48af62f7-20e7-4ced-ab1d-8023f7f22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persona,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bóng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tối,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5334000" cy="5715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705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Persona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295400" y="3714750"/>
            <a:ext cx="4572000" cy="15621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đeo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hội.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77000" y="2381250"/>
            <a:ext cx="5334000" cy="5715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0" y="2705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Bóng</a:t>
            </a:r>
            <a:r>
              <a:rPr lang="en-US" sz="42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0" y="3714750"/>
            <a:ext cx="4572000" cy="2019300"/>
          </a:xfrm>
          <a:prstGeom prst="rect">
            <a:avLst/>
          </a:prstGeom>
          <a:noFill/>
          <a:ln/>
        </p:spPr>
        <p:txBody>
          <a:bodyPr wrap="square" lIns="0" tIns="11231" rIns="0" bIns="-11231" rtlCol="0" anchor="t"/>
          <a:lstStyle/>
          <a:p>
            <a:pPr algn="l" indent="0" marL="0">
              <a:lnSpc>
                <a:spcPts val="3971"/>
              </a:lnSpc>
              <a:buNone/>
            </a:pPr>
            <a:r>
              <a:rPr lang="en-US" sz="2942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942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942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942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942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942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mình: giận</a:t>
            </a:r>
            <a:r>
              <a:rPr lang="en-US" sz="2942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dữ,</a:t>
            </a:r>
            <a:r>
              <a:rPr lang="en-US" sz="2942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942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kỷ,</a:t>
            </a:r>
            <a:r>
              <a:rPr lang="en-US" sz="2942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942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đuối. Cũng</a:t>
            </a:r>
            <a:r>
              <a:rPr lang="en-US" sz="2942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942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tiềm</a:t>
            </a:r>
            <a:r>
              <a:rPr lang="en-US" sz="2942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942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942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942" dirty="0"/>
          </a:p>
        </p:txBody>
      </p:sp>
      <p:sp>
        <p:nvSpPr>
          <p:cNvPr id="9" name="Shape 7"/>
          <p:cNvSpPr/>
          <p:nvPr/>
        </p:nvSpPr>
        <p:spPr>
          <a:xfrm>
            <a:off x="12039600" y="2381250"/>
            <a:ext cx="5334000" cy="5715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20600" y="2705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2420600" y="3714750"/>
            <a:ext cx="4572000" cy="15621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tôi.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nhạc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công,</a:t>
            </a:r>
            <a:r>
              <a:rPr lang="en-US" sz="3000" dirty="0" spc="-10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Anima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animus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phê phán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 mẫu giới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(diễn giải).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Text 5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14/39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b7451ec4-5d92-4c7b-9007-3c7b2e20e4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độ,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5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286000"/>
          <a:ext cx="13716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0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CHỨC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NĂNG</a:t>
                      </a:r>
                      <a:endParaRPr lang="en-US" sz="1200" dirty="0"/>
                    </a:p>
                  </a:txBody>
                  <a:tcPr marL="266700" marR="266700" marT="266700" marB="17526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HỎI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66700" marR="266700" marT="266700" marB="17526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-26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Tư</a:t>
                      </a:r>
                      <a:r>
                        <a:rPr lang="en-US" sz="3450" dirty="0" spc="-2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duy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8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hay</a:t>
                      </a:r>
                      <a:r>
                        <a:rPr lang="en-US" sz="28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sai?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2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Cảm</a:t>
                      </a:r>
                      <a:r>
                        <a:rPr lang="en-US" sz="3450" dirty="0" spc="-4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xúc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Quan</a:t>
                      </a:r>
                      <a:r>
                        <a:rPr lang="en-US" sz="285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trọng</a:t>
                      </a:r>
                      <a:r>
                        <a:rPr lang="en-US" sz="28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85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tôi</a:t>
                      </a:r>
                      <a:r>
                        <a:rPr lang="en-US" sz="28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8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-2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Giác</a:t>
                      </a:r>
                      <a:r>
                        <a:rPr lang="en-US" sz="3450" dirty="0" spc="0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quan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Điều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r>
                        <a:rPr lang="en-US" sz="28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r>
                        <a:rPr lang="en-US" sz="2850" dirty="0" spc="-3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85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r>
                        <a:rPr lang="en-US" sz="28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mắt?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-45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Trực</a:t>
                      </a:r>
                      <a:r>
                        <a:rPr lang="en-US" sz="3450" dirty="0" spc="-3" kern="0">
                          <a:solidFill>
                            <a:srgbClr val="0F766E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giác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Điều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 có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85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xảy</a:t>
                      </a:r>
                      <a:r>
                        <a:rPr lang="en-US" sz="2850" dirty="0" spc="-2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8191500"/>
            <a:ext cx="16192500" cy="8286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độ: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(năng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trong)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(quay</a:t>
            </a:r>
            <a:r>
              <a:rPr lang="en-US" sz="22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giới).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MBTI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Briggs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Myers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Jung.</a:t>
            </a: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3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4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5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7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8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9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0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2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5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6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7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8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19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0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1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3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5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6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7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29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0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1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2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3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4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5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6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7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8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0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Text 41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15/39</a:t>
            </a:r>
            <a:endParaRPr lang="en-US" sz="1650" dirty="0"/>
          </a:p>
        </p:txBody>
      </p:sp>
      <p:sp>
        <p:nvSpPr>
          <p:cNvPr id="45" name="Text 42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S52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202aed36-92d8-41f4-b5ce-c8039cb3a2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0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r>
              <a:rPr lang="en-US" sz="60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60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3143250"/>
            <a:ext cx="2324100" cy="12573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Nửa</a:t>
            </a:r>
            <a:r>
              <a:rPr lang="en-US" sz="24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</a:t>
            </a:r>
            <a:endParaRPr lang="en-US" sz="2400" dirty="0"/>
          </a:p>
        </p:txBody>
      </p:sp>
      <p:sp>
        <p:nvSpPr>
          <p:cNvPr id="5" name="Connector line-1792504161322-413117402"/>
          <p:cNvSpPr/>
          <p:nvPr/>
        </p:nvSpPr>
        <p:spPr>
          <a:xfrm>
            <a:off x="3771900" y="4762500"/>
            <a:ext cx="542925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314825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81525" y="3143250"/>
            <a:ext cx="2324100" cy="12573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4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“thành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tựu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là gì?”</a:t>
            </a:r>
            <a:endParaRPr lang="en-US" sz="2400" dirty="0"/>
          </a:p>
        </p:txBody>
      </p:sp>
      <p:sp>
        <p:nvSpPr>
          <p:cNvPr id="8" name="Connector line-1792504161325-633261306"/>
          <p:cNvSpPr/>
          <p:nvPr/>
        </p:nvSpPr>
        <p:spPr>
          <a:xfrm>
            <a:off x="7172325" y="4762500"/>
            <a:ext cx="542925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1525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81950" y="3143250"/>
            <a:ext cx="2324100" cy="885825"/>
          </a:xfrm>
          <a:prstGeom prst="rect">
            <a:avLst/>
          </a:prstGeom>
          <a:noFill/>
          <a:ln/>
        </p:spPr>
        <p:txBody>
          <a:bodyPr wrap="square" lIns="0" tIns="12507" rIns="0" bIns="-12507" rtlCol="0" anchor="t"/>
          <a:lstStyle/>
          <a:p>
            <a:pPr algn="l" indent="0" marL="0">
              <a:lnSpc>
                <a:spcPts val="3015"/>
              </a:lnSpc>
              <a:buNone/>
            </a:pPr>
            <a:r>
              <a:rPr lang="en-US" sz="2319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Quay</a:t>
            </a:r>
            <a:r>
              <a:rPr lang="en-US" sz="2319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319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trong,</a:t>
            </a:r>
            <a:r>
              <a:rPr lang="en-US" sz="2319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319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bóng</a:t>
            </a:r>
            <a:r>
              <a:rPr lang="en-US" sz="2319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endParaRPr lang="en-US" sz="2319" dirty="0"/>
          </a:p>
        </p:txBody>
      </p:sp>
      <p:sp>
        <p:nvSpPr>
          <p:cNvPr id="11" name="Connector line-1792504161329-356229250"/>
          <p:cNvSpPr/>
          <p:nvPr/>
        </p:nvSpPr>
        <p:spPr>
          <a:xfrm>
            <a:off x="10572750" y="4762500"/>
            <a:ext cx="542925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1115675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382375" y="3143250"/>
            <a:ext cx="2324100" cy="885825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Hòa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400" dirty="0"/>
          </a:p>
        </p:txBody>
      </p:sp>
      <p:sp>
        <p:nvSpPr>
          <p:cNvPr id="14" name="Connector line-1792504161331-902700381"/>
          <p:cNvSpPr/>
          <p:nvPr/>
        </p:nvSpPr>
        <p:spPr>
          <a:xfrm>
            <a:off x="13973175" y="4762500"/>
            <a:ext cx="542925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451610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2302A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782800" y="3143250"/>
            <a:ext cx="2324100" cy="1257300"/>
          </a:xfrm>
          <a:prstGeom prst="rect">
            <a:avLst/>
          </a:prstGeom>
          <a:noFill/>
          <a:ln/>
        </p:spPr>
        <p:txBody>
          <a:bodyPr wrap="square" lIns="0" tIns="12632" rIns="0" bIns="-12632" rtlCol="0" anchor="t"/>
          <a:lstStyle/>
          <a:p>
            <a:pPr algn="l" indent="0" marL="0">
              <a:lnSpc>
                <a:spcPts val="3039"/>
              </a:lnSpc>
              <a:buNone/>
            </a:pPr>
            <a:r>
              <a:rPr lang="en-US" sz="2338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</a:t>
            </a:r>
            <a:r>
              <a:rPr lang="en-US" sz="2338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hóa:</a:t>
            </a:r>
            <a:r>
              <a:rPr lang="en-US" sz="2338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338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338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338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338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338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338" dirty="0"/>
          </a:p>
        </p:txBody>
      </p:sp>
      <p:sp>
        <p:nvSpPr>
          <p:cNvPr id="17" name="Text 15"/>
          <p:cNvSpPr/>
          <p:nvPr/>
        </p:nvSpPr>
        <p:spPr>
          <a:xfrm>
            <a:off x="914400" y="75247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 khổ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nghĩa.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lâm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6" name="Shape 54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16/39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S18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18683031-971c-4f5d-9cce-a65bae81ec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Giấc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mơ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tôn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giáo: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Freud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Jung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6860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endParaRPr lang="en-US" sz="2100" dirty="0"/>
          </a:p>
        </p:txBody>
      </p:sp>
      <p:sp>
        <p:nvSpPr>
          <p:cNvPr id="5" name="Text richtext-1792504162205-361388872"/>
          <p:cNvSpPr/>
          <p:nvPr/>
        </p:nvSpPr>
        <p:spPr>
          <a:xfrm>
            <a:off x="1295400" y="33337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mơ: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Tôn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giáo: ảo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ngụy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372600" y="238125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53600" y="26860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endParaRPr lang="en-US" sz="2100" dirty="0"/>
          </a:p>
        </p:txBody>
      </p:sp>
      <p:sp>
        <p:nvSpPr>
          <p:cNvPr id="8" name="Text richtext-1792504162225-895649089"/>
          <p:cNvSpPr/>
          <p:nvPr/>
        </p:nvSpPr>
        <p:spPr>
          <a:xfrm>
            <a:off x="9753600" y="33337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mơ: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Tôn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hiện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khuếch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866775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tuyên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Thượng</a:t>
            </a:r>
            <a:r>
              <a:rPr lang="en-US" sz="21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 hay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không;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hình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Thượng</a:t>
            </a: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9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1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Text 47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17/39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S34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b6f348fa-df1f-49b8-b73e-36e018757e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57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28600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2857500" y="276225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1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đoạn: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31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tỏ,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dục,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3150" dirty="0"/>
          </a:p>
        </p:txBody>
      </p:sp>
      <p:sp>
        <p:nvSpPr>
          <p:cNvPr id="6" name="Shape 4"/>
          <p:cNvSpPr/>
          <p:nvPr/>
        </p:nvSpPr>
        <p:spPr>
          <a:xfrm>
            <a:off x="914400" y="4000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09575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2857500" y="45720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Tưởng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1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cực: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914400" y="5810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590550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2857500" y="638175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1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1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7620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2302A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715250"/>
            <a:ext cx="133350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9000" dirty="0"/>
          </a:p>
        </p:txBody>
      </p:sp>
      <p:sp>
        <p:nvSpPr>
          <p:cNvPr id="14" name="Text 12"/>
          <p:cNvSpPr/>
          <p:nvPr/>
        </p:nvSpPr>
        <p:spPr>
          <a:xfrm>
            <a:off x="2857500" y="8191500"/>
            <a:ext cx="1409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7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3150" b="1" dirty="0" spc="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tưởng:</a:t>
            </a:r>
            <a:r>
              <a:rPr lang="en-US" sz="3150" b="1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3150" b="1" dirty="0" spc="-2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31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1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31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hảo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Text 52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18/39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S18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S20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981d2872-2444-41e1-9244-3f93fbab05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Adler: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000" dirty="0"/>
          </a:p>
        </p:txBody>
      </p:sp>
      <p:sp>
        <p:nvSpPr>
          <p:cNvPr id="3" name="Connector line-1792504164105-763575595"/>
          <p:cNvSpPr/>
          <p:nvPr/>
        </p:nvSpPr>
        <p:spPr>
          <a:xfrm>
            <a:off x="914400" y="5619750"/>
            <a:ext cx="164592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16192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" name="Connector line-1792504164105-866932545"/>
          <p:cNvSpPr/>
          <p:nvPr/>
        </p:nvSpPr>
        <p:spPr>
          <a:xfrm flipV="1">
            <a:off x="1809750" y="4762500"/>
            <a:ext cx="0" cy="85725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4762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1870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286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Rudolfsheim,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Vienna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529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Connector line-1792504164108-891409566"/>
          <p:cNvSpPr/>
          <p:nvPr/>
        </p:nvSpPr>
        <p:spPr>
          <a:xfrm>
            <a:off x="4743450" y="5619750"/>
            <a:ext cx="0" cy="9525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099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2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1895–97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362325" y="75247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y;</a:t>
            </a:r>
            <a:r>
              <a:rPr lang="en-US" sz="240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hôn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4866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Connector line-1792504164112-236280173"/>
          <p:cNvSpPr/>
          <p:nvPr/>
        </p:nvSpPr>
        <p:spPr>
          <a:xfrm flipV="1">
            <a:off x="7677150" y="4762500"/>
            <a:ext cx="0" cy="85725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63436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2960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40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04203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Connector line-1792504164114-59562956"/>
          <p:cNvSpPr/>
          <p:nvPr/>
        </p:nvSpPr>
        <p:spPr>
          <a:xfrm>
            <a:off x="10610850" y="5619750"/>
            <a:ext cx="0" cy="9525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2773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2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1907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229725" y="75247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Khiếm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quan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 trừ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33540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Connector line-1792504164116-436733748"/>
          <p:cNvSpPr/>
          <p:nvPr/>
        </p:nvSpPr>
        <p:spPr>
          <a:xfrm flipV="1">
            <a:off x="13544550" y="4762500"/>
            <a:ext cx="0" cy="85725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211050" y="27622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1911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2163425" y="3524250"/>
            <a:ext cx="276225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Rời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nhóm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6287750" y="542925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Connector line-1792504164119-42670599"/>
          <p:cNvSpPr/>
          <p:nvPr/>
        </p:nvSpPr>
        <p:spPr>
          <a:xfrm>
            <a:off x="16478250" y="5619750"/>
            <a:ext cx="0" cy="9525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5144750" y="6762750"/>
            <a:ext cx="266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1937</a:t>
            </a:r>
            <a:endParaRPr lang="en-US" sz="4200" dirty="0"/>
          </a:p>
        </p:txBody>
      </p:sp>
      <p:sp>
        <p:nvSpPr>
          <p:cNvPr id="27" name="Text 25"/>
          <p:cNvSpPr/>
          <p:nvPr/>
        </p:nvSpPr>
        <p:spPr>
          <a:xfrm>
            <a:off x="15097125" y="7524750"/>
            <a:ext cx="27622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Aberdeen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4400" y="8858250"/>
            <a:ext cx="1619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Phòng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nuôi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trẻ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Vienna: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khoảng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1919–1922,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1934.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Shape 5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6" name="Shape 5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7" name="Shape 5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8" name="Shape 5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1" name="Shape 5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4" name="Shape 6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5" name="Shape 6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6" name="Shape 6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7" name="Shape 6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8" name="Text 6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19/39</a:t>
            </a:r>
            <a:endParaRPr lang="en-US" sz="1650" dirty="0"/>
          </a:p>
        </p:txBody>
      </p:sp>
      <p:sp>
        <p:nvSpPr>
          <p:cNvPr id="69" name="Text 67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S22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S50</a:t>
            </a:r>
            <a:endParaRPr lang="en-US" sz="165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ccb27d88-e2dc-4622-9573-1992e1f394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khiếm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khuyết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vươn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5700" dirty="0"/>
          </a:p>
        </p:txBody>
      </p:sp>
      <p:sp>
        <p:nvSpPr>
          <p:cNvPr id="3" name="Connector line-1792504398170-805250507"/>
          <p:cNvSpPr/>
          <p:nvPr/>
        </p:nvSpPr>
        <p:spPr>
          <a:xfrm>
            <a:off x="3771900" y="4762500"/>
            <a:ext cx="542925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4" name="Connector line-1792504398171-578573778"/>
          <p:cNvSpPr/>
          <p:nvPr/>
        </p:nvSpPr>
        <p:spPr>
          <a:xfrm>
            <a:off x="7172325" y="4762500"/>
            <a:ext cx="542925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504398171-486880678"/>
          <p:cNvSpPr/>
          <p:nvPr/>
        </p:nvSpPr>
        <p:spPr>
          <a:xfrm>
            <a:off x="10572750" y="4762500"/>
            <a:ext cx="542925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504398172-528725437"/>
          <p:cNvSpPr/>
          <p:nvPr/>
        </p:nvSpPr>
        <p:spPr>
          <a:xfrm>
            <a:off x="13973175" y="4762500"/>
            <a:ext cx="542925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1440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14825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1525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15675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516100" y="2857500"/>
            <a:ext cx="2857500" cy="3810000"/>
          </a:xfrm>
          <a:prstGeom prst="roundRect">
            <a:avLst>
              <a:gd name="adj" fmla="val 8000"/>
            </a:avLst>
          </a:prstGeom>
          <a:solidFill>
            <a:srgbClr val="3A1E1A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3067050"/>
            <a:ext cx="2324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581525" y="3067050"/>
            <a:ext cx="2324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981950" y="3067050"/>
            <a:ext cx="2324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382375" y="3067050"/>
            <a:ext cx="2324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4782800" y="3067050"/>
            <a:ext cx="2324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181100" y="4000500"/>
            <a:ext cx="23241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khiếm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81525" y="4000500"/>
            <a:ext cx="23241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981950" y="4000500"/>
            <a:ext cx="23241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382375" y="4000500"/>
            <a:ext cx="23241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Vươn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82800" y="4000500"/>
            <a:ext cx="23241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4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tôn:</a:t>
            </a:r>
            <a:r>
              <a:rPr lang="en-US" sz="24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752475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không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6" name="Shape 5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7" name="Shape 5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8" name="Shape 5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9" name="Shape 5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0" name="Shape 5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1" name="Shape 5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2" name="Text 6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20/39</a:t>
            </a:r>
            <a:endParaRPr lang="en-US" sz="1650" dirty="0"/>
          </a:p>
        </p:txBody>
      </p:sp>
      <p:sp>
        <p:nvSpPr>
          <p:cNvPr id="63" name="Text 6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 · S21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S25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2450a934-e731-476e-8b8c-0d54733bc0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endParaRPr lang="en-US" sz="5700" dirty="0"/>
          </a:p>
        </p:txBody>
      </p:sp>
      <p:sp>
        <p:nvSpPr>
          <p:cNvPr id="3" name="Connector line-1792504399318-315170729"/>
          <p:cNvSpPr/>
          <p:nvPr/>
        </p:nvSpPr>
        <p:spPr>
          <a:xfrm>
            <a:off x="6819900" y="3048000"/>
            <a:ext cx="2324100" cy="2000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4" name="Connector line-1792504399319-254916321"/>
          <p:cNvSpPr/>
          <p:nvPr/>
        </p:nvSpPr>
        <p:spPr>
          <a:xfrm flipH="1">
            <a:off x="9144000" y="3048000"/>
            <a:ext cx="2324100" cy="2000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Connector line-1792504399319-780944208"/>
          <p:cNvSpPr/>
          <p:nvPr/>
        </p:nvSpPr>
        <p:spPr>
          <a:xfrm flipV="1">
            <a:off x="9144000" y="5048250"/>
            <a:ext cx="0" cy="18097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14400" y="2190750"/>
            <a:ext cx="5905500" cy="17145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1100" y="2381250"/>
            <a:ext cx="53721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</a:t>
            </a:r>
            <a:r>
              <a:rPr lang="en-US" sz="25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“đứng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toàn”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1468100" y="2190750"/>
            <a:ext cx="5905500" cy="171450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34800" y="2381250"/>
            <a:ext cx="53721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Logic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 thua”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191250" y="6858000"/>
            <a:ext cx="5905500" cy="1524000"/>
          </a:xfrm>
          <a:prstGeom prst="roundRect">
            <a:avLst>
              <a:gd name="adj" fmla="val 1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950" y="7029450"/>
            <a:ext cx="53721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Lẽ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hiểu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667500" y="3810000"/>
            <a:ext cx="4953000" cy="2476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44767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64" dirty="0" spc="-15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4364" dirty="0" spc="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endParaRPr lang="en-US" sz="4364" dirty="0"/>
          </a:p>
        </p:txBody>
      </p:sp>
      <p:sp>
        <p:nvSpPr>
          <p:cNvPr id="14" name="Text 12"/>
          <p:cNvSpPr/>
          <p:nvPr/>
        </p:nvSpPr>
        <p:spPr>
          <a:xfrm>
            <a:off x="6858000" y="5191125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8715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Vô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 mà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Shape 52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Text 53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21/39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S28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S29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63478447-36bc-4d13-b9c2-b4df2dcc43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Adler: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 giác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54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đồng,</a:t>
            </a:r>
            <a:r>
              <a:rPr lang="en-US" sz="54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51816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53200" y="2381250"/>
            <a:ext cx="51816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92000" y="2381250"/>
            <a:ext cx="51816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2619375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6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246" dirty="0"/>
          </a:p>
        </p:txBody>
      </p:sp>
      <p:sp>
        <p:nvSpPr>
          <p:cNvPr id="7" name="Text 5"/>
          <p:cNvSpPr/>
          <p:nvPr/>
        </p:nvSpPr>
        <p:spPr>
          <a:xfrm>
            <a:off x="6896100" y="2619375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6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6" dirty="0"/>
          </a:p>
        </p:txBody>
      </p:sp>
      <p:sp>
        <p:nvSpPr>
          <p:cNvPr id="8" name="Text 6"/>
          <p:cNvSpPr/>
          <p:nvPr/>
        </p:nvSpPr>
        <p:spPr>
          <a:xfrm>
            <a:off x="12534900" y="2619375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6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6" dirty="0"/>
          </a:p>
        </p:txBody>
      </p:sp>
      <p:sp>
        <p:nvSpPr>
          <p:cNvPr id="9" name="Text 7"/>
          <p:cNvSpPr/>
          <p:nvPr/>
        </p:nvSpPr>
        <p:spPr>
          <a:xfrm>
            <a:off x="1257300" y="3810000"/>
            <a:ext cx="4495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Cộng</a:t>
            </a:r>
            <a:r>
              <a:rPr lang="en-US" sz="3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257300" y="466725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Sống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896100" y="3810000"/>
            <a:ext cx="4495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Nghề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nghiệp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896100" y="466725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534900" y="3810000"/>
            <a:ext cx="4495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Tình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534900" y="466725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" y="7048500"/>
            <a:ext cx="164592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Cảm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đồng: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tai,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</a:t>
            </a: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nhà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Text 53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22/39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S30</a:t>
            </a:r>
            <a:endParaRPr lang="en-US" sz="165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dfa7304c-faea-4937-ab92-a1e3f4c98c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đình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57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286000"/>
          <a:ext cx="13716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0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CHỦ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endParaRPr lang="en-US" sz="1200" dirty="0"/>
                    </a:p>
                  </a:txBody>
                  <a:tcPr marL="266700" marR="266700" marT="266700" marB="17526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Ý</a:t>
                      </a: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CHÍNH</a:t>
                      </a:r>
                      <a:endParaRPr lang="en-US" sz="1200" dirty="0"/>
                    </a:p>
                  </a:txBody>
                  <a:tcPr marL="266700" marR="266700" marT="266700" marB="17526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-1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Nuông</a:t>
                      </a:r>
                      <a:r>
                        <a:rPr lang="en-US" sz="3450" dirty="0" spc="0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chiều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Học</a:t>
                      </a:r>
                      <a:r>
                        <a:rPr lang="en-US" sz="28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rằng</a:t>
                      </a:r>
                      <a:r>
                        <a:rPr lang="en-US" sz="28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phải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phục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mình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2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Bỏ</a:t>
                      </a:r>
                      <a:r>
                        <a:rPr lang="en-US" sz="3450" dirty="0" spc="1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mặc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Học</a:t>
                      </a:r>
                      <a:r>
                        <a:rPr lang="en-US" sz="28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rằng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thế giới lạnh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lẽo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1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Thứ</a:t>
                      </a:r>
                      <a:r>
                        <a:rPr lang="en-US" sz="3450" dirty="0" spc="-2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tự</a:t>
                      </a:r>
                      <a:r>
                        <a:rPr lang="en-US" sz="3450" dirty="0" spc="-1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sinh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Gợi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ý,</a:t>
                      </a: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phải quy</a:t>
                      </a:r>
                      <a:r>
                        <a:rPr lang="en-US" sz="28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luật</a:t>
                      </a:r>
                      <a:r>
                        <a:rPr lang="en-US" sz="285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(Rohrer</a:t>
                      </a:r>
                      <a:r>
                        <a:rPr lang="en-US" sz="28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2015)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4140"/>
                        </a:lnSpc>
                        <a:buNone/>
                      </a:pPr>
                      <a:r>
                        <a:rPr lang="en-US" sz="3450" dirty="0" spc="-19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Trị</a:t>
                      </a:r>
                      <a:r>
                        <a:rPr lang="en-US" sz="3450" dirty="0" spc="0" kern="0">
                          <a:solidFill>
                            <a:srgbClr val="E8472B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Khích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lệ,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8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ức</a:t>
                      </a:r>
                      <a:r>
                        <a:rPr lang="en-US" sz="28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sớm,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“như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thể”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81915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Dreikurs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ý: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đứa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trẻ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đứa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trẻ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nản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lòng,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3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4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5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7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8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9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0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2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5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6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7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8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19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0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1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3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5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7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29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0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1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2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3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4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5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6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7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8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0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Text 41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23/39</a:t>
            </a:r>
            <a:endParaRPr lang="en-US" sz="1650" dirty="0"/>
          </a:p>
        </p:txBody>
      </p:sp>
      <p:sp>
        <p:nvSpPr>
          <p:cNvPr id="45" name="Text 42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S8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S36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7d4340fb-170f-4100-88ec-0eedc92f09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Can</a:t>
            </a:r>
            <a:r>
              <a:rPr lang="en-US" sz="8100" dirty="0" spc="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đảm</a:t>
            </a:r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toàn,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910"/>
              </a:lnSpc>
              <a:buNone/>
            </a:pPr>
            <a:r>
              <a:rPr lang="en-US" sz="8100" dirty="0" spc="-6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r>
              <a:rPr lang="en-US" sz="81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pPr algn="l" indent="0" marL="0">
              <a:lnSpc>
                <a:spcPts val="8910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 cho cạnh</a:t>
            </a:r>
            <a:r>
              <a:rPr lang="en-US" sz="81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tranh</a:t>
            </a:r>
            <a:endParaRPr lang="en-US" sz="81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76200" cy="7620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334000"/>
            <a:ext cx="1607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hạng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" cy="7620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477000"/>
            <a:ext cx="1607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7620000"/>
            <a:ext cx="76200" cy="7620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620000"/>
            <a:ext cx="1607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nền: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8810625"/>
            <a:ext cx="16459200" cy="6667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trích: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19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hộ;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kháng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1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24/39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S24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f39f48ed-57e0-4ada-8113-95e1715d97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</a:t>
            </a:r>
            <a:r>
              <a:rPr lang="en-US" sz="57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57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05000"/>
          <a:ext cx="13716000" cy="914400"/>
        </p:xfrm>
        <a:graphic>
          <a:graphicData uri="http://schemas.openxmlformats.org/drawingml/2006/table">
            <a:tbl>
              <a:tblPr/>
              <a:tblGrid>
                <a:gridCol w="2857500"/>
                <a:gridCol w="4533900"/>
                <a:gridCol w="4533900"/>
                <a:gridCol w="4533900"/>
              </a:tblGrid>
              <a:tr h="723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​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4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28600" marR="228600" marT="167640" marB="1676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28600" marR="228600" marT="167640" marB="1676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28600" marR="228600" marT="167640" marB="1676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Con</a:t>
                      </a:r>
                      <a:r>
                        <a:rPr lang="en-US" sz="2550" dirty="0" spc="-24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người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 năng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Hành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4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trọn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vẹn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Hướng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9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Tự</a:t>
                      </a:r>
                      <a:r>
                        <a:rPr lang="en-US" sz="2550" dirty="0" spc="-1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do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Hiểu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nhân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bởi</a:t>
                      </a:r>
                      <a:r>
                        <a:rPr lang="en-US" sz="24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vô</a:t>
                      </a:r>
                      <a:r>
                        <a:rPr lang="en-US" sz="24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Ý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gán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2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Đau</a:t>
                      </a:r>
                      <a:r>
                        <a:rPr lang="en-US" sz="2550" dirty="0" spc="0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khổ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Xung</a:t>
                      </a:r>
                      <a:r>
                        <a:rPr lang="en-US" sz="24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nén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Lệch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Nản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lòng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Sống</a:t>
                      </a:r>
                      <a:r>
                        <a:rPr lang="en-US" sz="2550" dirty="0" spc="-13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tốt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Sự</a:t>
                      </a: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thật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Trọn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vẹn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Can</a:t>
                      </a:r>
                      <a:r>
                        <a:rPr lang="en-US" sz="240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đảm,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0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Người</a:t>
                      </a:r>
                      <a:r>
                        <a:rPr lang="en-US" sz="2550" dirty="0" spc="-17" kern="0">
                          <a:solidFill>
                            <a:srgbClr val="1F3FD1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chữa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Nhà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khảo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Huấn</a:t>
                      </a:r>
                      <a:r>
                        <a:rPr lang="en-US" sz="24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luyện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819150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triết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nghề</a:t>
            </a:r>
            <a:r>
              <a:rPr lang="en-US" sz="22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bệnh.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lời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" name="Shape 3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7" name="Shape 4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8" name="Shape 5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7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8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9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0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2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5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6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7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8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19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0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1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3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5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6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7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29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0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1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2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3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4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5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6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7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8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0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Text 41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25/39</a:t>
            </a:r>
            <a:endParaRPr lang="en-US" sz="1650" dirty="0"/>
          </a:p>
        </p:txBody>
      </p:sp>
      <p:sp>
        <p:nvSpPr>
          <p:cNvPr id="45" name="Text 42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 · S13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3f121b45-f54b-4eeb-8cd9-3865a35953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1902–1914</a:t>
            </a:r>
            <a:endParaRPr lang="en-US" sz="5700" dirty="0"/>
          </a:p>
        </p:txBody>
      </p:sp>
      <p:sp>
        <p:nvSpPr>
          <p:cNvPr id="3" name="Connector line-1792504452422-879182671"/>
          <p:cNvSpPr/>
          <p:nvPr/>
        </p:nvSpPr>
        <p:spPr>
          <a:xfrm>
            <a:off x="914400" y="5143500"/>
            <a:ext cx="16459200" cy="0"/>
          </a:xfrm>
          <a:prstGeom prst="line">
            <a:avLst/>
          </a:prstGeom>
          <a:noFill/>
          <a:ln w="571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4" name="Connector line-1792504452422-105409061"/>
          <p:cNvSpPr/>
          <p:nvPr/>
        </p:nvSpPr>
        <p:spPr>
          <a:xfrm>
            <a:off x="2190750" y="3810000"/>
            <a:ext cx="0" cy="13335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504452423-891735449"/>
          <p:cNvSpPr/>
          <p:nvPr/>
        </p:nvSpPr>
        <p:spPr>
          <a:xfrm>
            <a:off x="4972050" y="5143500"/>
            <a:ext cx="0" cy="1333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504452423-701308047"/>
          <p:cNvSpPr/>
          <p:nvPr/>
        </p:nvSpPr>
        <p:spPr>
          <a:xfrm>
            <a:off x="7753350" y="3810000"/>
            <a:ext cx="0" cy="133350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Connector line-1792504452423-869365040"/>
          <p:cNvSpPr/>
          <p:nvPr/>
        </p:nvSpPr>
        <p:spPr>
          <a:xfrm>
            <a:off x="10534650" y="5143500"/>
            <a:ext cx="0" cy="133350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8" name="Connector line-1792504452423-726364234"/>
          <p:cNvSpPr/>
          <p:nvPr/>
        </p:nvSpPr>
        <p:spPr>
          <a:xfrm>
            <a:off x="13315950" y="3810000"/>
            <a:ext cx="0" cy="133350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9" name="Connector line-1792504452423-900206983"/>
          <p:cNvSpPr/>
          <p:nvPr/>
        </p:nvSpPr>
        <p:spPr>
          <a:xfrm>
            <a:off x="16097250" y="5143500"/>
            <a:ext cx="0" cy="1333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2038350" y="499110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Shape 9"/>
          <p:cNvSpPr/>
          <p:nvPr/>
        </p:nvSpPr>
        <p:spPr>
          <a:xfrm>
            <a:off x="4819650" y="499110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2" name="Shape 10"/>
          <p:cNvSpPr/>
          <p:nvPr/>
        </p:nvSpPr>
        <p:spPr>
          <a:xfrm>
            <a:off x="7600950" y="499110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82250" y="499110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3163550" y="4991100"/>
            <a:ext cx="304800" cy="304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15944850" y="499110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857250" y="2381250"/>
            <a:ext cx="266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1902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57250" y="3048000"/>
            <a:ext cx="2667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b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thảo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638550" y="6667500"/>
            <a:ext cx="266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3/1907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3638550" y="7334250"/>
            <a:ext cx="2667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Jung,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419850" y="2381250"/>
            <a:ext cx="266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1909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6419850" y="3048000"/>
            <a:ext cx="2667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b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Clark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University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201150" y="6667500"/>
            <a:ext cx="266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1910</a:t>
            </a:r>
            <a:endParaRPr lang="en-US" sz="3900" dirty="0"/>
          </a:p>
        </p:txBody>
      </p:sp>
      <p:sp>
        <p:nvSpPr>
          <p:cNvPr id="23" name="Text 21"/>
          <p:cNvSpPr/>
          <p:nvPr/>
        </p:nvSpPr>
        <p:spPr>
          <a:xfrm>
            <a:off x="9201150" y="7334250"/>
            <a:ext cx="2667000" cy="1428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tịch</a:t>
            </a:r>
            <a:r>
              <a:rPr lang="en-US" sz="21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IPA;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tịch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Vienna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982450" y="2381250"/>
            <a:ext cx="266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spc="-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1911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1982450" y="3048000"/>
            <a:ext cx="2667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b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4763750" y="6667500"/>
            <a:ext cx="266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dirty="0" spc="-3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1913–14</a:t>
            </a:r>
            <a:endParaRPr lang="en-US" sz="3900" dirty="0"/>
          </a:p>
        </p:txBody>
      </p:sp>
      <p:sp>
        <p:nvSpPr>
          <p:cNvPr id="27" name="Text 25"/>
          <p:cNvSpPr/>
          <p:nvPr/>
        </p:nvSpPr>
        <p:spPr>
          <a:xfrm>
            <a:off x="14763750" y="7334250"/>
            <a:ext cx="2667000" cy="1428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r>
              <a:rPr lang="en-US" sz="21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dứt;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hiệp hội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1062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“13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giờ”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theo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7" name="Shape 5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8" name="Shape 5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1" name="Shape 5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4" name="Shape 6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5" name="Shape 6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6" name="Shape 6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7" name="Shape 6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8" name="Text 6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26/39</a:t>
            </a:r>
            <a:endParaRPr lang="en-US" sz="1650" dirty="0"/>
          </a:p>
        </p:txBody>
      </p:sp>
      <p:sp>
        <p:nvSpPr>
          <p:cNvPr id="69" name="Text 67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</a:t>
            </a:r>
            <a:endParaRPr lang="en-US" sz="165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7bd20094-09ed-435c-b40b-498f7f5c3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cuộc chia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8001000" cy="3810000"/>
          </a:xfrm>
          <a:prstGeom prst="roundRect">
            <a:avLst>
              <a:gd name="adj" fmla="val 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57300" y="2457450"/>
            <a:ext cx="7334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r>
              <a:rPr lang="en-US" sz="3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1911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257300" y="3429000"/>
            <a:ext cx="7334250" cy="2286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dục.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372600" y="2190750"/>
            <a:ext cx="8001000" cy="3810000"/>
          </a:xfrm>
          <a:prstGeom prst="roundRect">
            <a:avLst>
              <a:gd name="adj" fmla="val 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15500" y="2457450"/>
            <a:ext cx="7334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-3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1911–14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9715500" y="3429000"/>
            <a:ext cx="7334250" cy="2286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Libido là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 thêm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14400" y="6477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477000"/>
            <a:ext cx="1577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bên: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 cốt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 thần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79057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57300" y="7905750"/>
            <a:ext cx="1577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Diễn</a:t>
            </a:r>
            <a:r>
              <a:rPr lang="en-US" sz="25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giải:</a:t>
            </a:r>
            <a:r>
              <a:rPr lang="en-US" sz="25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Text 5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27/39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 · S35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2653fa32-46c5-4812-ab58-97bdf4f2a0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1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57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00250"/>
          <a:ext cx="13716000" cy="914400"/>
        </p:xfrm>
        <a:graphic>
          <a:graphicData uri="http://schemas.openxmlformats.org/drawingml/2006/table">
            <a:tbl>
              <a:tblPr/>
              <a:tblGrid>
                <a:gridCol w="3238500"/>
                <a:gridCol w="4400550"/>
                <a:gridCol w="4410075"/>
                <a:gridCol w="4410075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1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TRỤC</a:t>
                      </a:r>
                      <a:endParaRPr lang="en-US" sz="1200" dirty="0"/>
                    </a:p>
                  </a:txBody>
                  <a:tcPr marL="266700" marR="266700" marT="251460" marB="2514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8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66700" marR="2667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66700" marR="2667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1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66700" marR="2667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Động</a:t>
                      </a:r>
                      <a:r>
                        <a:rPr lang="en-US" sz="3000" dirty="0" spc="-29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lực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Trọn</a:t>
                      </a:r>
                      <a:r>
                        <a:rPr lang="en-US" sz="25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vẹn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Vươn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lên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7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Vô</a:t>
                      </a:r>
                      <a:r>
                        <a:rPr lang="en-US" sz="3000" dirty="0" spc="-24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Ham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muốn bị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nén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nhân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+</a:t>
                      </a:r>
                      <a:r>
                        <a:rPr lang="en-US" sz="25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tập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r>
                        <a:rPr lang="en-US" sz="25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hiểu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38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Hướng</a:t>
                      </a:r>
                      <a:r>
                        <a:rPr lang="en-US" sz="3000" dirty="0" spc="-7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nhìn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Quá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khứ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r>
                        <a:rPr lang="en-US" sz="2550" dirty="0" spc="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333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Tính</a:t>
                      </a:r>
                      <a:r>
                        <a:rPr lang="en-US" sz="3000" dirty="0" spc="0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dục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Trung</a:t>
                      </a:r>
                      <a:r>
                        <a:rPr lang="en-US" sz="25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tâm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dạng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năng</a:t>
                      </a:r>
                      <a:r>
                        <a:rPr lang="en-US" sz="255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lĩnh</a:t>
                      </a:r>
                      <a:r>
                        <a:rPr lang="en-US" sz="255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vực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" name="Shape 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" name="Shape 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7" name="Shape 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9" name="Shape 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0" name="Shape 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1" name="Shape 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1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2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3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Text 4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28/39</a:t>
            </a:r>
            <a:endParaRPr lang="en-US" sz="1650" dirty="0"/>
          </a:p>
        </p:txBody>
      </p:sp>
      <p:sp>
        <p:nvSpPr>
          <p:cNvPr id="44" name="Text 4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 · S12 · S13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endParaRPr lang="en-US" sz="1650" dirty="0"/>
          </a:p>
        </p:txBody>
      </p:sp>
      <p:sp>
        <p:nvSpPr>
          <p:cNvPr id="45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41fc5ff8-8cef-495d-a9f2-734ff630cd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76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1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1809750"/>
            <a:ext cx="8058150" cy="3429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15450" y="1809750"/>
            <a:ext cx="8058150" cy="3429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5524500"/>
            <a:ext cx="8058150" cy="3429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15450" y="5524500"/>
            <a:ext cx="8058150" cy="3429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20193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3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Xã</a:t>
            </a:r>
            <a:r>
              <a:rPr lang="en-US" sz="345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257300" y="285750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Freud: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kiềm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Jung: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Adler: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658350" y="20193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Giấc</a:t>
            </a:r>
            <a:r>
              <a:rPr lang="en-US" sz="3450" dirty="0" spc="-3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mơ,</a:t>
            </a:r>
            <a:r>
              <a:rPr lang="en-US" sz="3450" dirty="0" spc="-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tôn</a:t>
            </a:r>
            <a:r>
              <a:rPr lang="en-US" sz="345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giáo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658350" y="285750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Freud: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Jung: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Adler: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diễn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57300" y="5734050"/>
            <a:ext cx="7429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Trị</a:t>
            </a:r>
            <a:r>
              <a:rPr lang="en-US" sz="345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57300" y="657225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Freud: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Jung: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Adler: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khích lệ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658350" y="5734050"/>
            <a:ext cx="7429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Gốc</a:t>
            </a:r>
            <a:r>
              <a:rPr lang="en-US" sz="3450" dirty="0" spc="-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rối</a:t>
            </a:r>
            <a:r>
              <a:rPr lang="en-US" sz="345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loạn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9658350" y="657225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Freud: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Jung: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Adler: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nản lòng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5" name="Shape 43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Text 52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29/39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S23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S38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480715df-542b-46c1-918d-3c5c03b599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76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5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57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09750"/>
          <a:ext cx="13716000" cy="914400"/>
        </p:xfrm>
        <a:graphic>
          <a:graphicData uri="http://schemas.openxmlformats.org/drawingml/2006/table">
            <a:tbl>
              <a:tblPr/>
              <a:tblGrid>
                <a:gridCol w="3238500"/>
                <a:gridCol w="4400550"/>
                <a:gridCol w="4410075"/>
                <a:gridCol w="4410075"/>
              </a:tblGrid>
              <a:tr h="723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TIÊU</a:t>
                      </a:r>
                      <a:r>
                        <a:rPr lang="en-US" sz="19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</a:t>
                      </a:r>
                      <a:endParaRPr lang="en-US" sz="1200" dirty="0"/>
                    </a:p>
                  </a:txBody>
                  <a:tcPr marL="228600" marR="228600" marT="213360" marB="2133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7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Freud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Jung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2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Adler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Xuất</a:t>
                      </a:r>
                      <a:r>
                        <a:rPr lang="en-US" sz="2400" dirty="0" spc="1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phát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Sinh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Triết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r>
                        <a:rPr lang="en-US" sz="240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Y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r>
                        <a:rPr lang="en-US" sz="24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xã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hội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Hình</a:t>
                      </a:r>
                      <a:r>
                        <a:rPr lang="en-US" sz="2400" dirty="0" spc="0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ảnh con</a:t>
                      </a:r>
                      <a:r>
                        <a:rPr lang="en-US" sz="2400" dirty="0" spc="-23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người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 năng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Trọn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vẹn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Hướng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mục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7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Vô</a:t>
                      </a:r>
                      <a:r>
                        <a:rPr lang="en-US" sz="2400" dirty="0" spc="-20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Nén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Tập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tiêu</a:t>
                      </a:r>
                      <a:r>
                        <a:rPr lang="en-US" sz="24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hiểu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5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Trị</a:t>
                      </a:r>
                      <a:r>
                        <a:rPr lang="en-US" sz="2400" dirty="0" spc="1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Liên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tưởng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Biểu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Khích lệ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Lý</a:t>
                      </a:r>
                      <a:r>
                        <a:rPr lang="en-US" sz="2400" dirty="0" spc="-26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tưởng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Sự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thật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Trọn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vẹn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Can</a:t>
                      </a:r>
                      <a:r>
                        <a:rPr lang="en-US" sz="24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đảm,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7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Người</a:t>
                      </a:r>
                      <a:r>
                        <a:rPr lang="en-US" sz="2400" dirty="0" spc="-2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trị</a:t>
                      </a:r>
                      <a:r>
                        <a:rPr lang="en-US" sz="2400" dirty="0" spc="1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Nhà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khảo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Huấn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luyện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" name="Shape 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" name="Shape 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7" name="Shape 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9" name="Shape 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0" name="Shape 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1" name="Shape 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1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2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3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Text 4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30/39</a:t>
            </a:r>
            <a:endParaRPr lang="en-US" sz="1650" dirty="0"/>
          </a:p>
        </p:txBody>
      </p:sp>
      <p:sp>
        <p:nvSpPr>
          <p:cNvPr id="44" name="Text 41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S4</a:t>
            </a:r>
            <a:endParaRPr lang="en-US" sz="1650" dirty="0"/>
          </a:p>
        </p:txBody>
      </p:sp>
      <p:sp>
        <p:nvSpPr>
          <p:cNvPr id="45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cd5b8700-a180-41f5-b2d5-ebce91bb2a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4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tình</a:t>
            </a:r>
            <a:r>
              <a:rPr lang="en-US" sz="54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huống,</a:t>
            </a:r>
            <a:r>
              <a:rPr lang="en-US" sz="54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5181600" cy="5810250"/>
          </a:xfrm>
          <a:prstGeom prst="roundRect">
            <a:avLst>
              <a:gd name="adj" fmla="val 441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53200" y="2000250"/>
            <a:ext cx="5181600" cy="5810250"/>
          </a:xfrm>
          <a:prstGeom prst="roundRect">
            <a:avLst>
              <a:gd name="adj" fmla="val 441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92000" y="2000250"/>
            <a:ext cx="5181600" cy="5810250"/>
          </a:xfrm>
          <a:prstGeom prst="roundRect">
            <a:avLst>
              <a:gd name="adj" fmla="val 441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22479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57300" y="3143250"/>
            <a:ext cx="4495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3524250"/>
            <a:ext cx="4495800" cy="1619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cũ;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ngã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5334000"/>
            <a:ext cx="4495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257300" y="571500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Sếp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896100" y="22479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896100" y="3143250"/>
            <a:ext cx="4495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896100" y="3524250"/>
            <a:ext cx="4495800" cy="1619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Mặt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 giỏi;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đuối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96100" y="5334000"/>
            <a:ext cx="4495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96100" y="571500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cơn giận.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534900" y="22479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534900" y="3143250"/>
            <a:ext cx="4495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2534900" y="3524250"/>
            <a:ext cx="4495800" cy="1619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bẽ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534900" y="5334000"/>
            <a:ext cx="4495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534900" y="571500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096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thách.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 2: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nhịn,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sếp.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ca bệnh;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sếp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4" name="Shape 52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Shape 53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6" name="Shape 54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7" name="Shape 55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8" name="Shape 56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9" name="Shape 57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0" name="Shape 58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31/39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3207b91f-7dd0-4e9a-a11e-f14b013e84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Phê</a:t>
            </a:r>
            <a:r>
              <a:rPr lang="en-US" sz="54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bình:</a:t>
            </a:r>
            <a:r>
              <a:rPr lang="en-US" sz="54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 chỉ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trích</a:t>
            </a:r>
            <a:r>
              <a:rPr lang="en-US" sz="54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 lại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8001000" cy="4762500"/>
          </a:xfrm>
          <a:prstGeom prst="roundRect">
            <a:avLst>
              <a:gd name="adj" fmla="val 48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57300" y="243840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endParaRPr lang="en-US" sz="2250" dirty="0"/>
          </a:p>
        </p:txBody>
      </p:sp>
      <p:sp>
        <p:nvSpPr>
          <p:cNvPr id="5" name="Text richtext-1792504498927-899725959"/>
          <p:cNvSpPr/>
          <p:nvPr/>
        </p:nvSpPr>
        <p:spPr>
          <a:xfrm>
            <a:off x="1257300" y="3143250"/>
            <a:ext cx="7334250" cy="3619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(Popper,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Grünbaum)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ủng hộ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372600" y="2190750"/>
            <a:ext cx="8001000" cy="4762500"/>
          </a:xfrm>
          <a:prstGeom prst="roundRect">
            <a:avLst>
              <a:gd name="adj" fmla="val 48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15500" y="243840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8" name="Text richtext-1792504498947-777247769"/>
          <p:cNvSpPr/>
          <p:nvPr/>
        </p:nvSpPr>
        <p:spPr>
          <a:xfrm>
            <a:off x="9715500" y="3143250"/>
            <a:ext cx="7334250" cy="3619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nhận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(1987)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(2010)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2A2E3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7429500"/>
            <a:ext cx="157734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theo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1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4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5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6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32/39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S6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S8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S27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5e145d7e-89cd-46a3-ac93-b9a2c3d24a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6750"/>
            <a:ext cx="164592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57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hưởng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5181600" cy="5715000"/>
          </a:xfrm>
          <a:prstGeom prst="roundRect">
            <a:avLst>
              <a:gd name="adj" fmla="val 441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53200" y="2190750"/>
            <a:ext cx="5181600" cy="5715000"/>
          </a:xfrm>
          <a:prstGeom prst="roundRect">
            <a:avLst>
              <a:gd name="adj" fmla="val 441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92000" y="2190750"/>
            <a:ext cx="5181600" cy="5715000"/>
          </a:xfrm>
          <a:prstGeom prst="roundRect">
            <a:avLst>
              <a:gd name="adj" fmla="val 441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2438400"/>
            <a:ext cx="4495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4200" dirty="0"/>
          </a:p>
        </p:txBody>
      </p:sp>
      <p:sp>
        <p:nvSpPr>
          <p:cNvPr id="7" name="Text richtext-1792504499951-645878129"/>
          <p:cNvSpPr/>
          <p:nvPr/>
        </p:nvSpPr>
        <p:spPr>
          <a:xfrm>
            <a:off x="1257300" y="3429000"/>
            <a:ext cx="4495800" cy="4286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(Bowlby)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nhánh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96100" y="2438400"/>
            <a:ext cx="4495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4200" dirty="0"/>
          </a:p>
        </p:txBody>
      </p:sp>
      <p:sp>
        <p:nvSpPr>
          <p:cNvPr id="9" name="Text richtext-1792504499958-277421007"/>
          <p:cNvSpPr/>
          <p:nvPr/>
        </p:nvSpPr>
        <p:spPr>
          <a:xfrm>
            <a:off x="6896100" y="3429000"/>
            <a:ext cx="4495800" cy="4286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nội,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MBTI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534900" y="2438400"/>
            <a:ext cx="4495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4200" dirty="0"/>
          </a:p>
        </p:txBody>
      </p:sp>
      <p:sp>
        <p:nvSpPr>
          <p:cNvPr id="11" name="Text richtext-1792504499963-899693370"/>
          <p:cNvSpPr/>
          <p:nvPr/>
        </p:nvSpPr>
        <p:spPr>
          <a:xfrm>
            <a:off x="12534900" y="3429000"/>
            <a:ext cx="4495800" cy="4286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Khích lệ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 quả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nuôi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(Dreikurs)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2867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Text 50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33/39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2192000" y="9648825"/>
            <a:ext cx="590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S15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S36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S59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2dd5f43f-2eee-4f5b-a1da-a1e867a30d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762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180975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90525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953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600075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7048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81100" y="180975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181100" y="28575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181100" y="390525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1181100" y="49530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1181100" y="600075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181100" y="70485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2286000" y="180975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286000" y="285750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Tảng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chìm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Freud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286000" y="390525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MBTI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2286000" y="495300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 là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2286000" y="600075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cùng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phái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2286000" y="7048500"/>
            <a:ext cx="1485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triết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14400" y="83820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luận: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học?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6" name="Shape 54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7" name="Shape 55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8" name="Shape 56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9" name="Shape 57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0" name="Shape 58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34/39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S12 ·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S52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0d73e8da-f842-4ecd-a772-9fcd1cbf9f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54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4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phút:</a:t>
            </a:r>
            <a:r>
              <a:rPr lang="en-US" sz="5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endParaRPr lang="en-US" sz="5400" dirty="0"/>
          </a:p>
        </p:txBody>
      </p:sp>
      <p:sp>
        <p:nvSpPr>
          <p:cNvPr id="3" name="Connector line-1792504533427-422351455"/>
          <p:cNvSpPr/>
          <p:nvPr/>
        </p:nvSpPr>
        <p:spPr>
          <a:xfrm flipH="1">
            <a:off x="9525000" y="2762250"/>
            <a:ext cx="1714500" cy="13335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4" name="Connector line-1792504533427-631062830"/>
          <p:cNvSpPr/>
          <p:nvPr/>
        </p:nvSpPr>
        <p:spPr>
          <a:xfrm flipH="1">
            <a:off x="9906000" y="4953000"/>
            <a:ext cx="1333500" cy="1143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504533427-729506786"/>
          <p:cNvSpPr/>
          <p:nvPr/>
        </p:nvSpPr>
        <p:spPr>
          <a:xfrm flipH="1">
            <a:off x="10191750" y="7191375"/>
            <a:ext cx="1047750" cy="952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76750" y="2000250"/>
            <a:ext cx="5524500" cy="1428750"/>
          </a:xfrm>
          <a:custGeom>
            <a:avLst/>
            <a:gdLst/>
            <a:ahLst/>
            <a:cxnLst/>
            <a:rect l="l" t="t" r="r" b="b"/>
            <a:pathLst>
              <a:path w="5524500" h="1428750">
                <a:moveTo>
                  <a:pt x="0" y="1428750"/>
                </a:moveTo>
                <a:lnTo>
                  <a:pt x="2762250" y="0"/>
                </a:lnTo>
                <a:lnTo>
                  <a:pt x="5524500" y="1428750"/>
                </a:lnTo>
                <a:close/>
              </a:path>
            </a:pathLst>
          </a:cu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7250" y="3429000"/>
            <a:ext cx="5143500" cy="1905000"/>
          </a:xfrm>
          <a:prstGeom prst="rect">
            <a:avLst/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7250" y="3429000"/>
            <a:ext cx="5143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Ngôi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30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(con</a:t>
            </a:r>
            <a:r>
              <a:rPr lang="en-US" sz="30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667250" y="5334000"/>
            <a:ext cx="5143500" cy="1428750"/>
          </a:xfrm>
          <a:prstGeom prst="rect">
            <a:avLst/>
          </a:prstGeom>
          <a:solidFill>
            <a:srgbClr val="DDD5C1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7250" y="5334000"/>
            <a:ext cx="5143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4191000" y="6762750"/>
            <a:ext cx="6096000" cy="104775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4191000" y="676275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loài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1239500" y="2095500"/>
            <a:ext cx="61341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06200" y="2247900"/>
            <a:ext cx="56007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Adler:</a:t>
            </a:r>
            <a:r>
              <a:rPr lang="en-US" sz="30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900"/>
              </a:lnSpc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11239500" y="4286250"/>
            <a:ext cx="61341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506200" y="4438650"/>
            <a:ext cx="56007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Freud:</a:t>
            </a:r>
            <a:r>
              <a:rPr lang="en-US" sz="300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90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1239500" y="6381750"/>
            <a:ext cx="6134100" cy="1619250"/>
          </a:xfrm>
          <a:prstGeom prst="roundRect">
            <a:avLst>
              <a:gd name="adj" fmla="val 1176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06200" y="6534150"/>
            <a:ext cx="5600700" cy="1333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Jung:</a:t>
            </a:r>
            <a:r>
              <a:rPr lang="en-US" sz="30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90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xuống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loài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người.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4400" y="8429625"/>
            <a:ext cx="16459200" cy="952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mô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ảnh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không nói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móng chung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Adler.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7" name="Shape 45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9" name="Shape 47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0" name="Shape 48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1" name="Shape 49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2" name="Shape 50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3" name="Shape 51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5" name="Shape 53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7" name="Shape 55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8" name="Shape 56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59" name="Text 57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35/39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5728d9e4-0277-4cb8-a151-35b8cb2cb1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762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Nhớ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1809750"/>
            <a:ext cx="16459200" cy="1200150"/>
          </a:xfrm>
          <a:prstGeom prst="roundRect">
            <a:avLst>
              <a:gd name="adj" fmla="val 158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143250"/>
            <a:ext cx="16459200" cy="1200150"/>
          </a:xfrm>
          <a:prstGeom prst="roundRect">
            <a:avLst>
              <a:gd name="adj" fmla="val 1587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476750"/>
            <a:ext cx="16459200" cy="1200150"/>
          </a:xfrm>
          <a:prstGeom prst="roundRect">
            <a:avLst>
              <a:gd name="adj" fmla="val 1587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810250"/>
            <a:ext cx="16459200" cy="1200150"/>
          </a:xfrm>
          <a:prstGeom prst="roundRect">
            <a:avLst>
              <a:gd name="adj" fmla="val 1587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7143750"/>
            <a:ext cx="16459200" cy="1200150"/>
          </a:xfrm>
          <a:prstGeom prst="roundRect">
            <a:avLst>
              <a:gd name="adj" fmla="val 1587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1809750"/>
            <a:ext cx="24765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Freud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38250" y="3143250"/>
            <a:ext cx="24765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Jung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238250" y="4476750"/>
            <a:ext cx="24765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Adler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38250" y="5810250"/>
            <a:ext cx="24765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38250" y="7143750"/>
            <a:ext cx="24765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810000" y="1809750"/>
            <a:ext cx="13296900" cy="12001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khứ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khảo cổ.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3810000" y="3143250"/>
            <a:ext cx="13296900" cy="12001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biểu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3810000" y="4476750"/>
            <a:ext cx="13296900" cy="12001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Vươn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 Huấn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3810000" y="5810250"/>
            <a:ext cx="13296900" cy="12001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3810000" y="7143750"/>
            <a:ext cx="13296900" cy="12001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nhìn, không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đúng.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667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luôn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4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4" name="Shape 4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6" name="Shape 4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7" name="Shape 4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8" name="Shape 4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9" name="Shape 4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0" name="Shape 4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1" name="Shape 4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2" name="Shape 5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3" name="Shape 5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4" name="Shape 5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5" name="Shape 5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7" name="Shape 5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36/39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2999b38c-51d4-46d7-85f1-cbf95ed6e2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3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6459200" cy="30480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5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75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75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500" dirty="0" spc="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3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5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75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</a:t>
            </a:r>
            <a:r>
              <a:rPr lang="en-US" sz="7500" dirty="0" spc="-3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5334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chỉ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858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858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</a:t>
            </a: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8429625"/>
            <a:ext cx="16459200" cy="952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tiểu sử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truyện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tiểu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 nên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 Bài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0" name="Shape 8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1" name="Shape 9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2" name="Shape 10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4" name="Shape 12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5" name="Shape 13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8" name="Shape 16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19" name="Shape 17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1" name="Shape 19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2" name="Shape 20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4" name="Shape 22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6" name="Shape 24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7" name="Shape 25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0" name="Shape 28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1" name="Shape 29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2" name="Shape 30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3" name="Shape 31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4" name="Shape 32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5" name="Shape 33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6" name="Shape 34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7" name="Shape 35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8" name="Shape 36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0" name="Shape 38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1" name="Shape 39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2" name="Shape 40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3" name="Shape 41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4" name="Shape 42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5" name="Shape 43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6" name="Shape 44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BDB5A2"/>
          </a:solidFill>
          <a:ln/>
        </p:spPr>
      </p:sp>
      <p:sp>
        <p:nvSpPr>
          <p:cNvPr id="48" name="Text 46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37/39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0798851-de6b-4267-a124-ed53fc9942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762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09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53000"/>
                <a:gridCol w="11506200"/>
              </a:tblGrid>
              <a:tr h="666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195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228600" marR="228600" marT="184785" marB="18478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 DUNG</a:t>
                      </a:r>
                      <a:endParaRPr lang="en-US" sz="1200" dirty="0"/>
                    </a:p>
                  </a:txBody>
                  <a:tcPr marL="228600" marR="228600" marT="184785" marB="18478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B"/>
                    </a:solidFill>
                  </a:tcPr>
                </a:tc>
              </a:tr>
              <a:tr h="1181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S1–S6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Ellenberger;</a:t>
                      </a:r>
                      <a:r>
                        <a:rPr lang="en-US" sz="225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Freud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1900; Jung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truyện;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Adler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1927;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Freud–Jung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từ;</a:t>
                      </a: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Popper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81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8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S7–S8,</a:t>
                      </a:r>
                      <a:r>
                        <a:rPr lang="en-US" sz="2550" dirty="0" spc="-2" kern="0">
                          <a:solidFill>
                            <a:srgbClr val="7C93FF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S26–S27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Shedler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2010;</a:t>
                      </a:r>
                      <a:r>
                        <a:rPr lang="en-US" sz="2250" dirty="0" spc="-3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Rohrer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2015; Grünbaum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1984;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Kihlstrom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1987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81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S9–S15,</a:t>
                      </a:r>
                      <a:r>
                        <a:rPr lang="en-US" sz="2250" dirty="0" spc="1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S31,</a:t>
                      </a:r>
                      <a:r>
                        <a:rPr lang="en-US" sz="2250" dirty="0" spc="-11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S37–S38,</a:t>
                      </a:r>
                      <a:r>
                        <a:rPr lang="en-US" sz="2250" dirty="0" spc="-32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S43–S47,</a:t>
                      </a:r>
                      <a:r>
                        <a:rPr lang="en-US" sz="2250" dirty="0" spc="-4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S54–S56,</a:t>
                      </a: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S60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Freud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25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Freud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81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S16–S20,</a:t>
                      </a: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S32–S35,</a:t>
                      </a:r>
                      <a:r>
                        <a:rPr lang="en-US" sz="2250" dirty="0" spc="-6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S48–S49,</a:t>
                      </a:r>
                      <a:r>
                        <a:rPr lang="en-US" sz="2250" dirty="0" spc="-4" kern="0">
                          <a:solidFill>
                            <a:srgbClr val="3DD6A0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S51–S52, S57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Jung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81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S21–S25,</a:t>
                      </a: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S28–S30,</a:t>
                      </a:r>
                      <a:r>
                        <a:rPr lang="en-US" sz="2250" dirty="0" spc="2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S36,</a:t>
                      </a:r>
                      <a:r>
                        <a:rPr lang="en-US" sz="2250" dirty="0" spc="-10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S40,</a:t>
                      </a:r>
                      <a:r>
                        <a:rPr lang="en-US" sz="2250" dirty="0" spc="-13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S50,</a:t>
                      </a:r>
                      <a:r>
                        <a:rPr lang="en-US" sz="2250" dirty="0" spc="-4" kern="0">
                          <a:solidFill>
                            <a:srgbClr val="FF6A4D"/>
                          </a:solidFill>
                          <a:latin typeface="Bricolage Grotesque ExtraBold" pitchFamily="34" charset="0"/>
                          <a:ea typeface="Bricolage Grotesque ExtraBold" pitchFamily="34" charset="-122"/>
                          <a:cs typeface="Bricolage Grotesque ExtraBold" pitchFamily="34" charset="-120"/>
                        </a:rPr>
                        <a:t> S58–S59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Adler,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Vaihinger,</a:t>
                      </a: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Adlerpedia,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Dreikurs,</a:t>
                      </a:r>
                      <a:r>
                        <a:rPr lang="en-US" sz="22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Bowlby,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Jaques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866775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lesson.md.</a:t>
            </a:r>
            <a:endParaRPr lang="en-US" sz="1950" dirty="0"/>
          </a:p>
        </p:txBody>
      </p:sp>
      <p:sp>
        <p:nvSpPr>
          <p:cNvPr id="5" name="Shape 2"/>
          <p:cNvSpPr/>
          <p:nvPr/>
        </p:nvSpPr>
        <p:spPr>
          <a:xfrm>
            <a:off x="1009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6" name="Shape 3"/>
          <p:cNvSpPr/>
          <p:nvPr/>
        </p:nvSpPr>
        <p:spPr>
          <a:xfrm>
            <a:off x="1181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7" name="Shape 4"/>
          <p:cNvSpPr/>
          <p:nvPr/>
        </p:nvSpPr>
        <p:spPr>
          <a:xfrm>
            <a:off x="1352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8" name="Shape 5"/>
          <p:cNvSpPr/>
          <p:nvPr/>
        </p:nvSpPr>
        <p:spPr>
          <a:xfrm>
            <a:off x="1524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0" name="Shape 7"/>
          <p:cNvSpPr/>
          <p:nvPr/>
        </p:nvSpPr>
        <p:spPr>
          <a:xfrm>
            <a:off x="1866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1" name="Shape 8"/>
          <p:cNvSpPr/>
          <p:nvPr/>
        </p:nvSpPr>
        <p:spPr>
          <a:xfrm>
            <a:off x="2038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2" name="Shape 9"/>
          <p:cNvSpPr/>
          <p:nvPr/>
        </p:nvSpPr>
        <p:spPr>
          <a:xfrm>
            <a:off x="2209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3" name="Shape 10"/>
          <p:cNvSpPr/>
          <p:nvPr/>
        </p:nvSpPr>
        <p:spPr>
          <a:xfrm>
            <a:off x="2381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52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5" name="Shape 12"/>
          <p:cNvSpPr/>
          <p:nvPr/>
        </p:nvSpPr>
        <p:spPr>
          <a:xfrm>
            <a:off x="2724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95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7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8" name="Shape 15"/>
          <p:cNvSpPr/>
          <p:nvPr/>
        </p:nvSpPr>
        <p:spPr>
          <a:xfrm>
            <a:off x="3238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19" name="Shape 16"/>
          <p:cNvSpPr/>
          <p:nvPr/>
        </p:nvSpPr>
        <p:spPr>
          <a:xfrm>
            <a:off x="3409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0" name="Shape 17"/>
          <p:cNvSpPr/>
          <p:nvPr/>
        </p:nvSpPr>
        <p:spPr>
          <a:xfrm>
            <a:off x="3581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1" name="Shape 18"/>
          <p:cNvSpPr/>
          <p:nvPr/>
        </p:nvSpPr>
        <p:spPr>
          <a:xfrm>
            <a:off x="3752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2" name="Shape 19"/>
          <p:cNvSpPr/>
          <p:nvPr/>
        </p:nvSpPr>
        <p:spPr>
          <a:xfrm>
            <a:off x="3924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3" name="Shape 20"/>
          <p:cNvSpPr/>
          <p:nvPr/>
        </p:nvSpPr>
        <p:spPr>
          <a:xfrm>
            <a:off x="40957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4" name="Shape 21"/>
          <p:cNvSpPr/>
          <p:nvPr/>
        </p:nvSpPr>
        <p:spPr>
          <a:xfrm>
            <a:off x="42672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86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6" name="Shape 23"/>
          <p:cNvSpPr/>
          <p:nvPr/>
        </p:nvSpPr>
        <p:spPr>
          <a:xfrm>
            <a:off x="46101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15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8" name="Shape 25"/>
          <p:cNvSpPr/>
          <p:nvPr/>
        </p:nvSpPr>
        <p:spPr>
          <a:xfrm>
            <a:off x="49530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29" name="Shape 26"/>
          <p:cNvSpPr/>
          <p:nvPr/>
        </p:nvSpPr>
        <p:spPr>
          <a:xfrm>
            <a:off x="51244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0" name="Shape 27"/>
          <p:cNvSpPr/>
          <p:nvPr/>
        </p:nvSpPr>
        <p:spPr>
          <a:xfrm>
            <a:off x="52959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673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2" name="Shape 29"/>
          <p:cNvSpPr/>
          <p:nvPr/>
        </p:nvSpPr>
        <p:spPr>
          <a:xfrm>
            <a:off x="56388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3" name="Shape 30"/>
          <p:cNvSpPr/>
          <p:nvPr/>
        </p:nvSpPr>
        <p:spPr>
          <a:xfrm>
            <a:off x="58102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4" name="Shape 31"/>
          <p:cNvSpPr/>
          <p:nvPr/>
        </p:nvSpPr>
        <p:spPr>
          <a:xfrm>
            <a:off x="59817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5" name="Shape 32"/>
          <p:cNvSpPr/>
          <p:nvPr/>
        </p:nvSpPr>
        <p:spPr>
          <a:xfrm>
            <a:off x="61531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6" name="Shape 33"/>
          <p:cNvSpPr/>
          <p:nvPr/>
        </p:nvSpPr>
        <p:spPr>
          <a:xfrm>
            <a:off x="63246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7" name="Shape 34"/>
          <p:cNvSpPr/>
          <p:nvPr/>
        </p:nvSpPr>
        <p:spPr>
          <a:xfrm>
            <a:off x="64960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8" name="Shape 35"/>
          <p:cNvSpPr/>
          <p:nvPr/>
        </p:nvSpPr>
        <p:spPr>
          <a:xfrm>
            <a:off x="66675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39" name="Shape 36"/>
          <p:cNvSpPr/>
          <p:nvPr/>
        </p:nvSpPr>
        <p:spPr>
          <a:xfrm>
            <a:off x="68389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0" name="Shape 37"/>
          <p:cNvSpPr/>
          <p:nvPr/>
        </p:nvSpPr>
        <p:spPr>
          <a:xfrm>
            <a:off x="70104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1" name="Shape 38"/>
          <p:cNvSpPr/>
          <p:nvPr/>
        </p:nvSpPr>
        <p:spPr>
          <a:xfrm>
            <a:off x="718185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53300" y="9753600"/>
            <a:ext cx="114300" cy="114300"/>
          </a:xfrm>
          <a:prstGeom prst="ellipse">
            <a:avLst/>
          </a:prstGeom>
          <a:solidFill>
            <a:srgbClr val="3A3F52"/>
          </a:solidFill>
          <a:ln/>
        </p:spPr>
      </p:sp>
      <p:sp>
        <p:nvSpPr>
          <p:cNvPr id="43" name="Shape 40"/>
          <p:cNvSpPr/>
          <p:nvPr/>
        </p:nvSpPr>
        <p:spPr>
          <a:xfrm>
            <a:off x="7524750" y="9753600"/>
            <a:ext cx="114300" cy="114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Text 41"/>
          <p:cNvSpPr/>
          <p:nvPr/>
        </p:nvSpPr>
        <p:spPr>
          <a:xfrm>
            <a:off x="8001000" y="9648825"/>
            <a:ext cx="4000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38/39</a:t>
            </a:r>
            <a:endParaRPr lang="en-US" sz="1650" dirty="0"/>
          </a:p>
        </p:txBody>
      </p:sp>
      <p:sp>
        <p:nvSpPr>
          <p:cNvPr id="45" name="Text 42"/>
          <p:cNvSpPr/>
          <p:nvPr/>
        </p:nvSpPr>
        <p:spPr>
          <a:xfrm>
            <a:off x="12192000" y="9648825"/>
            <a:ext cx="4095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S1–S60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4ad4186f-85f4-4ea1-a848-6363a6263a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2026-10-20T13:56:34Z</dcterms:created>
  <dcterms:modified xsi:type="dcterms:W3CDTF">2026-10-20T13:56:34Z</dcterms:modified>
</cp:coreProperties>
</file>