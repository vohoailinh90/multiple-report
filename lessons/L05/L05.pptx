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8288000" cy="10287000"/>
  <p:notesSz cx="10287000" cy="18288000"/>
  <p:embeddedFontLst>
    <p:embeddedFont>
      <p:font typeface="Be Vietnam Pro"/>
      <p:regular r:id="rId29"/>
      <p:bold r:id="rId26"/>
    </p:embeddedFont>
    <p:embeddedFont>
      <p:font typeface="Bricolage Grotesque ExtraBold"/>
      <p:regular r:id="rId27"/>
    </p:embeddedFont>
    <p:embeddedFont>
      <p:font typeface="Be Vietnam Pro SemiBold"/>
      <p:regular r:id="rId28"/>
    </p:embeddedFont>
    <p:embeddedFont>
      <p:font typeface="Be Vietnam Pro ExtraBold"/>
      <p:regular r:id="rId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Relationship Id="rId29" Type="http://schemas.openxmlformats.org/officeDocument/2006/relationships/font" Target="fonts/font4.fntdata"/><Relationship Id="rId3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430250" y="3714750"/>
            <a:ext cx="1714500" cy="1714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620625" y="2905125"/>
            <a:ext cx="3333750" cy="3333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11000" y="2095500"/>
            <a:ext cx="4953000" cy="49530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01375" y="1285875"/>
            <a:ext cx="6572250" cy="65722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1750" y="476250"/>
            <a:ext cx="8191500" cy="8191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82125" y="-333375"/>
            <a:ext cx="9810750" cy="9810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39850" y="4324350"/>
            <a:ext cx="495300" cy="495300"/>
          </a:xfrm>
          <a:prstGeom prst="ellipse">
            <a:avLst/>
          </a:prstGeom>
          <a:solidFill>
            <a:srgbClr val="FF6A4D">
              <a:alpha val="7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THẦN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100" b="1" spc="4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thưởng,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 ý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</a:t>
            </a:r>
            <a:endParaRPr lang="en-US" sz="8100" dirty="0"/>
          </a:p>
        </p:txBody>
      </p:sp>
      <p:sp>
        <p:nvSpPr>
          <p:cNvPr id="11" name="Text 9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Vì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3300" dirty="0" spc="-1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</a:t>
            </a:r>
            <a:r>
              <a:rPr lang="en-US" sz="33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cuốn</a:t>
            </a:r>
            <a:r>
              <a:rPr lang="en-US" sz="3300" dirty="0" spc="-1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330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3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3300" dirty="0" spc="-2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trọng?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9b9811d-2560-42c1-a240-3bf68aa8be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cuốn</a:t>
            </a:r>
            <a:r>
              <a:rPr lang="en-US" sz="57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ccd0ebf-b1ed-4492-bf75-ec8367309a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đuổi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Hạnh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3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03/19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c27f06b0-5d14-4d79-8751-c5f1fea456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Dự đoán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endParaRPr lang="en-US" sz="2700" dirty="0"/>
          </a:p>
        </p:txBody>
      </p:sp>
      <p:sp>
        <p:nvSpPr>
          <p:cNvPr id="7" name="Connector line-1792505128046-309984525"/>
          <p:cNvSpPr/>
          <p:nvPr/>
        </p:nvSpPr>
        <p:spPr>
          <a:xfrm>
            <a:off x="6029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05625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6905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24675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Phần</a:t>
            </a: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endParaRPr lang="en-US" sz="2700" dirty="0"/>
          </a:p>
        </p:txBody>
      </p:sp>
      <p:sp>
        <p:nvSpPr>
          <p:cNvPr id="12" name="Connector line-1792505128050-474899714"/>
          <p:cNvSpPr/>
          <p:nvPr/>
        </p:nvSpPr>
        <p:spPr>
          <a:xfrm>
            <a:off x="11744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2334875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6206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620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639675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Dopamine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chênh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27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04/19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d1c07e25-0ce7-4fb8-a6e5-4f2cdbf364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hút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1C4236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Thích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khoái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tách</a:t>
            </a:r>
            <a:r>
              <a:rPr lang="en-US" sz="28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rời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05/19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402cc28a-2817-44bd-ab73-9f49620a0c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hệ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khiển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Connector line-1792505162016-259020023"/>
          <p:cNvSpPr/>
          <p:nvPr/>
        </p:nvSpPr>
        <p:spPr>
          <a:xfrm flipH="1" flipV="1">
            <a:off x="3619500" y="3810000"/>
            <a:ext cx="5524500" cy="180975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4" name="Connector line-1792505162017-222024133"/>
          <p:cNvSpPr/>
          <p:nvPr/>
        </p:nvSpPr>
        <p:spPr>
          <a:xfrm flipV="1">
            <a:off x="9144000" y="3810000"/>
            <a:ext cx="5524500" cy="18097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5" name="Connector line-1792505162017-42478971"/>
          <p:cNvSpPr/>
          <p:nvPr/>
        </p:nvSpPr>
        <p:spPr>
          <a:xfrm>
            <a:off x="9144000" y="5619750"/>
            <a:ext cx="0" cy="247650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Chú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lưng: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96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bụng: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72250" y="733425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733425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06/19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349400e2-4be5-4c55-87bd-94c8e820da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Chú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hoàn</a:t>
            </a:r>
            <a:r>
              <a:rPr lang="en-US" sz="57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57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6900" dirty="0" spc="-2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6900" dirty="0" spc="2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7c6a4ea-4eae-4ddc-912c-0927e274b9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Hạnh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nỗi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sợ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Tiếp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2291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959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Thể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ức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08/19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c8f5b10-a7c1-41eb-97d8-86f62c54f0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Nỗi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sợ</a:t>
            </a:r>
            <a:r>
              <a:rPr lang="en-US" sz="57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29337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29337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Kích</a:t>
            </a:r>
            <a:r>
              <a:rPr lang="en-US" sz="25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endParaRPr lang="en-US" sz="2550" dirty="0"/>
          </a:p>
        </p:txBody>
      </p:sp>
      <p:sp>
        <p:nvSpPr>
          <p:cNvPr id="5" name="Connector line-1792505164832-916556199"/>
          <p:cNvSpPr/>
          <p:nvPr/>
        </p:nvSpPr>
        <p:spPr>
          <a:xfrm>
            <a:off x="5029200" y="3562350"/>
            <a:ext cx="0" cy="5391150"/>
          </a:xfrm>
          <a:prstGeom prst="line">
            <a:avLst/>
          </a:prstGeom>
          <a:noFill/>
          <a:ln w="3810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11633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11633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Phản</a:t>
            </a:r>
            <a:r>
              <a:rPr lang="en-US" sz="2550" dirty="0" spc="3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ứng</a:t>
            </a:r>
            <a:r>
              <a:rPr lang="en-US" sz="25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5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vật</a:t>
            </a:r>
            <a:endParaRPr lang="en-US" sz="2550" dirty="0"/>
          </a:p>
        </p:txBody>
      </p:sp>
      <p:sp>
        <p:nvSpPr>
          <p:cNvPr id="8" name="Connector line-1792505164835-974831838"/>
          <p:cNvSpPr/>
          <p:nvPr/>
        </p:nvSpPr>
        <p:spPr>
          <a:xfrm>
            <a:off x="13258800" y="3562350"/>
            <a:ext cx="0" cy="5391150"/>
          </a:xfrm>
          <a:prstGeom prst="line">
            <a:avLst/>
          </a:prstGeom>
          <a:noFill/>
          <a:ln w="3810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9" name="Connector line-1792505164835-121919866"/>
          <p:cNvSpPr/>
          <p:nvPr/>
        </p:nvSpPr>
        <p:spPr>
          <a:xfrm>
            <a:off x="5029200" y="4667250"/>
            <a:ext cx="82296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24450" y="4057650"/>
            <a:ext cx="8039100" cy="5715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</a:t>
            </a: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Âm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thanh,</a:t>
            </a:r>
            <a:r>
              <a:rPr lang="en-US" sz="22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cú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sốc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nhẹ</a:t>
            </a:r>
            <a:endParaRPr lang="en-US" sz="2250" dirty="0"/>
          </a:p>
        </p:txBody>
      </p:sp>
      <p:sp>
        <p:nvSpPr>
          <p:cNvPr id="11" name="Connector line-1792505164837-143818333"/>
          <p:cNvSpPr/>
          <p:nvPr/>
        </p:nvSpPr>
        <p:spPr>
          <a:xfrm>
            <a:off x="5029200" y="6381750"/>
            <a:ext cx="82296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124450" y="5772150"/>
            <a:ext cx="8039100" cy="5715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2.</a:t>
            </a:r>
            <a:r>
              <a:rPr lang="en-US" sz="22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endParaRPr lang="en-US" sz="2250" dirty="0"/>
          </a:p>
        </p:txBody>
      </p:sp>
      <p:sp>
        <p:nvSpPr>
          <p:cNvPr id="13" name="Connector line-1792505164839-996463877"/>
          <p:cNvSpPr/>
          <p:nvPr/>
        </p:nvSpPr>
        <p:spPr>
          <a:xfrm>
            <a:off x="5029200" y="8096250"/>
            <a:ext cx="82296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124450" y="7486650"/>
            <a:ext cx="8039100" cy="5715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3.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âm thanh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2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gây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0a4dcb3-e2b8-4d71-83d5-3b608b852c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7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vật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Chủ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động</a:t>
            </a:r>
            <a:r>
              <a:rPr lang="en-US" sz="6900" dirty="0" spc="-5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vật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46ad168-645f-46a2-a3ff-2c7eabc5a2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505167401-9220564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58989" y="2438400"/>
            <a:ext cx="7607321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Amygdala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8194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hạnh nhân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4038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Nucleus</a:t>
            </a:r>
            <a:r>
              <a:rPr lang="en-US" sz="22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accumbens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47675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nhân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accumbens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6959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Orbital</a:t>
            </a:r>
            <a:r>
              <a:rPr lang="en-US" sz="22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frontal</a:t>
            </a:r>
            <a:r>
              <a:rPr lang="en-US" sz="225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cortex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61341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</a:t>
            </a:r>
            <a:r>
              <a:rPr lang="en-US" sz="25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endParaRPr lang="en-US" sz="2550" dirty="0"/>
          </a:p>
        </p:txBody>
      </p:sp>
      <p:sp>
        <p:nvSpPr>
          <p:cNvPr id="17" name="Text 14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10)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11/19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7180ed9-6c3a-4700-92a2-446eac321b6d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Não</a:t>
            </a: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mối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đe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Não</a:t>
            </a:r>
            <a:r>
              <a:rPr lang="en-US" sz="27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mối</a:t>
            </a:r>
            <a:r>
              <a:rPr lang="en-US" sz="27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dọa</a:t>
            </a:r>
            <a:endParaRPr lang="en-US" sz="2700" dirty="0"/>
          </a:p>
        </p:txBody>
      </p:sp>
      <p:sp>
        <p:nvSpPr>
          <p:cNvPr id="7" name="Connector line-1792505222108-78573258"/>
          <p:cNvSpPr/>
          <p:nvPr/>
        </p:nvSpPr>
        <p:spPr>
          <a:xfrm>
            <a:off x="6029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05625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905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24675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Hormone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căng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27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tiết</a:t>
            </a:r>
            <a:r>
              <a:rPr lang="en-US" sz="27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endParaRPr lang="en-US" sz="2700" dirty="0"/>
          </a:p>
        </p:txBody>
      </p:sp>
      <p:sp>
        <p:nvSpPr>
          <p:cNvPr id="12" name="Connector line-1792505222112-906292411"/>
          <p:cNvSpPr/>
          <p:nvPr/>
        </p:nvSpPr>
        <p:spPr>
          <a:xfrm>
            <a:off x="11744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2334875" y="3429000"/>
            <a:ext cx="5038725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6206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12620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639675" y="4572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mòn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12/19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35cafc70-d2d7-4087-b217-9b41f41b33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Ngắn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mãn tính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F3DFB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Ngắn</a:t>
            </a: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giúp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31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(allostasis)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CFE8E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Mãn</a:t>
            </a: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hao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mòn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(allostatic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load)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13/19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0e79b4f3-7c5f-42e5-b86d-754febec0b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Căng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thẳng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Hải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Hạnh nhân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4968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8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1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1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14/19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f956f2aa-507d-43aa-931a-7263f28b6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gánh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Vận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hỗ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trợ</a:t>
            </a: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0956baa-bbc5-4208-b1cd-5a0f2044bd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29337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29337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Thông</a:t>
            </a:r>
            <a:r>
              <a:rPr lang="en-US" sz="25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endParaRPr lang="en-US" sz="2550" dirty="0"/>
          </a:p>
        </p:txBody>
      </p:sp>
      <p:sp>
        <p:nvSpPr>
          <p:cNvPr id="5" name="Connector line-1792505225941-864301772"/>
          <p:cNvSpPr/>
          <p:nvPr/>
        </p:nvSpPr>
        <p:spPr>
          <a:xfrm>
            <a:off x="5029200" y="3562350"/>
            <a:ext cx="0" cy="5391150"/>
          </a:xfrm>
          <a:prstGeom prst="line">
            <a:avLst/>
          </a:prstGeom>
          <a:noFill/>
          <a:ln w="3810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11633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3DD6A0"/>
          </a:solidFill>
          <a:ln/>
        </p:spPr>
      </p:sp>
      <p:sp>
        <p:nvSpPr>
          <p:cNvPr id="7" name="Text 5"/>
          <p:cNvSpPr/>
          <p:nvPr/>
        </p:nvSpPr>
        <p:spPr>
          <a:xfrm>
            <a:off x="111633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Não</a:t>
            </a:r>
            <a:endParaRPr lang="en-US" sz="2550" dirty="0"/>
          </a:p>
        </p:txBody>
      </p:sp>
      <p:sp>
        <p:nvSpPr>
          <p:cNvPr id="8" name="Connector line-1792505225943-64364567"/>
          <p:cNvSpPr/>
          <p:nvPr/>
        </p:nvSpPr>
        <p:spPr>
          <a:xfrm>
            <a:off x="13258800" y="3562350"/>
            <a:ext cx="0" cy="5391150"/>
          </a:xfrm>
          <a:prstGeom prst="line">
            <a:avLst/>
          </a:prstGeom>
          <a:noFill/>
          <a:ln w="3810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9" name="Connector line-1792505225943-853999782"/>
          <p:cNvSpPr/>
          <p:nvPr/>
        </p:nvSpPr>
        <p:spPr>
          <a:xfrm>
            <a:off x="5029200" y="4667250"/>
            <a:ext cx="82296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24450" y="4057650"/>
            <a:ext cx="8039100" cy="5715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25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endParaRPr lang="en-US" sz="2250" dirty="0"/>
          </a:p>
        </p:txBody>
      </p:sp>
      <p:sp>
        <p:nvSpPr>
          <p:cNvPr id="11" name="Connector line-1792505225944-774564842"/>
          <p:cNvSpPr/>
          <p:nvPr/>
        </p:nvSpPr>
        <p:spPr>
          <a:xfrm>
            <a:off x="5029200" y="5953125"/>
            <a:ext cx="82296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124450" y="5343525"/>
            <a:ext cx="8039100" cy="5715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2.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2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endParaRPr lang="en-US" sz="2250" dirty="0"/>
          </a:p>
        </p:txBody>
      </p:sp>
      <p:sp>
        <p:nvSpPr>
          <p:cNvPr id="13" name="Connector line-1792505225947-172090164"/>
          <p:cNvSpPr/>
          <p:nvPr/>
        </p:nvSpPr>
        <p:spPr>
          <a:xfrm>
            <a:off x="5029200" y="7239000"/>
            <a:ext cx="82296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5124450" y="6629400"/>
            <a:ext cx="8039100" cy="5715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3.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Mạch cảm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tham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nếu</a:t>
            </a:r>
            <a:r>
              <a:rPr lang="en-US" sz="22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đáng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</a:t>
            </a:r>
            <a:endParaRPr lang="en-US" sz="2250" dirty="0"/>
          </a:p>
        </p:txBody>
      </p:sp>
      <p:sp>
        <p:nvSpPr>
          <p:cNvPr id="15" name="Connector line-1792505225949-469949578"/>
          <p:cNvSpPr/>
          <p:nvPr/>
        </p:nvSpPr>
        <p:spPr>
          <a:xfrm>
            <a:off x="5029200" y="8524875"/>
            <a:ext cx="8229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124450" y="7915275"/>
            <a:ext cx="8039100" cy="5715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4.</a:t>
            </a:r>
            <a:r>
              <a:rPr lang="en-US" sz="2250" dirty="0" spc="-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Vỏ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2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2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cân nhắc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16/19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37fc16a6-47b3-47e1-aaeb-9bf320c111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250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Dopamine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3000" dirty="0" spc="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</a:t>
            </a:r>
            <a:r>
              <a:rPr lang="en-US" sz="30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đoán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250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250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Hạnh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tham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nỗi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250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Căng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mãn tính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hao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mòn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dần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8250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Vỏ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0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trán</a:t>
            </a:r>
            <a:r>
              <a:rPr lang="en-US" sz="300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chỉnh, có</a:t>
            </a:r>
            <a:r>
              <a:rPr lang="en-US" sz="30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17/19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7cd983a2-9ad6-4d0d-b816-6c27ca715b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31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chế,</a:t>
            </a: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31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khuyên</a:t>
            </a: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</a:t>
            </a:r>
            <a:r>
              <a:rPr lang="en-US" sz="31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Căng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thẳng, lo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</a:t>
            </a:r>
            <a:r>
              <a:rPr lang="en-US" sz="270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8961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</a:t>
            </a:r>
            <a:r>
              <a:rPr lang="en-US" sz="270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hạnh nhân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4968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sợ,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10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Shape 3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18/19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6f090b4-9d69-4479-b428-f55282fb68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Schultz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Science,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1997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38004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8004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80047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Berridge</a:t>
            </a:r>
            <a:r>
              <a:rPr lang="en-US" sz="30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Robinson,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Brain</a:t>
            </a:r>
            <a:r>
              <a:rPr lang="en-US" sz="30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</a:t>
            </a:r>
            <a:r>
              <a:rPr lang="en-US" sz="3000" b="1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Rev,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1998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483870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83870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83870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LeDoux,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Annu</a:t>
            </a:r>
            <a:r>
              <a:rPr lang="en-US" sz="3000" b="1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587692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87692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87692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McEwen,</a:t>
            </a:r>
            <a:r>
              <a:rPr lang="en-US" sz="30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Physiol</a:t>
            </a: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Rev,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2007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69151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9151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91515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Corbetta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Shulman,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3000" b="1" dirty="0" spc="-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Neurosci,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2002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14400" y="79533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79533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95337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(hình)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38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19/19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221e8bc-c90b-4b46-ac85-62a03ee8bb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2026-10-20T14:07:44Z</dcterms:created>
  <dcterms:modified xsi:type="dcterms:W3CDTF">2026-10-20T14:07:44Z</dcterms:modified>
</cp:coreProperties>
</file>