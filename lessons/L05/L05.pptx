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8288000" cy="10287000"/>
  <p:notesSz cx="10287000" cy="18288000"/>
  <p:embeddedFontLst>
    <p:embeddedFont>
      <p:font typeface="Be Vietnam Pro"/>
      <p:regular r:id="rId53"/>
      <p:bold r:id="rId50"/>
    </p:embeddedFont>
    <p:embeddedFont>
      <p:font typeface="Bricolage Grotesque ExtraBold"/>
      <p:regular r:id="rId51"/>
    </p:embeddedFont>
    <p:embeddedFont>
      <p:font typeface="Be Vietnam Pro SemiBold"/>
      <p:regular r:id="rId52"/>
    </p:embeddedFont>
    <p:embeddedFont>
      <p:font typeface="Be Vietnam Pro ExtraBold"/>
      <p:regular r:id="rId54"/>
    </p:embeddedFont>
    <p:embeddedFont>
      <p:font typeface="Be Vietnam Pro Medium"/>
      <p:regular r:id="rId5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Relationship Id="rId50" Type="http://schemas.openxmlformats.org/officeDocument/2006/relationships/font" Target="fonts/font1.fntdata"/><Relationship Id="rId51" Type="http://schemas.openxmlformats.org/officeDocument/2006/relationships/font" Target="fonts/font2.fntdata"/><Relationship Id="rId52" Type="http://schemas.openxmlformats.org/officeDocument/2006/relationships/font" Target="fonts/font3.fntdata"/><Relationship Id="rId53" Type="http://schemas.openxmlformats.org/officeDocument/2006/relationships/font" Target="fonts/font4.fntdata"/><Relationship Id="rId54" Type="http://schemas.openxmlformats.org/officeDocument/2006/relationships/font" Target="fonts/font5.fntdata"/><Relationship Id="rId55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430250" y="3714750"/>
            <a:ext cx="1714500" cy="1714500"/>
          </a:xfrm>
          <a:prstGeom prst="ellipse">
            <a:avLst/>
          </a:prstGeom>
          <a:noFill/>
          <a:ln w="38100">
            <a:solidFill>
              <a:srgbClr val="2C30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620625" y="2905125"/>
            <a:ext cx="3333750" cy="3333750"/>
          </a:xfrm>
          <a:prstGeom prst="ellipse">
            <a:avLst/>
          </a:prstGeom>
          <a:noFill/>
          <a:ln w="38100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11000" y="2095500"/>
            <a:ext cx="4953000" cy="4953000"/>
          </a:xfrm>
          <a:prstGeom prst="ellipse">
            <a:avLst/>
          </a:prstGeom>
          <a:noFill/>
          <a:ln w="38100">
            <a:solidFill>
              <a:srgbClr val="2C30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01375" y="1285875"/>
            <a:ext cx="6572250" cy="6572250"/>
          </a:xfrm>
          <a:prstGeom prst="ellipse">
            <a:avLst/>
          </a:prstGeom>
          <a:noFill/>
          <a:ln w="38100">
            <a:solidFill>
              <a:srgbClr val="2C30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1750" y="476250"/>
            <a:ext cx="8191500" cy="8191500"/>
          </a:xfrm>
          <a:prstGeom prst="ellipse">
            <a:avLst/>
          </a:prstGeom>
          <a:noFill/>
          <a:ln w="38100">
            <a:solidFill>
              <a:srgbClr val="2C30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82125" y="-333375"/>
            <a:ext cx="9810750" cy="9810750"/>
          </a:xfrm>
          <a:prstGeom prst="ellipse">
            <a:avLst/>
          </a:prstGeom>
          <a:noFill/>
          <a:ln w="38100">
            <a:solidFill>
              <a:srgbClr val="2C304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039850" y="4324350"/>
            <a:ext cx="495300" cy="495300"/>
          </a:xfrm>
          <a:prstGeom prst="ellipse">
            <a:avLst/>
          </a:prstGeom>
          <a:solidFill>
            <a:srgbClr val="FF6A4D">
              <a:alpha val="7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9144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spc="4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THẦN</a:t>
            </a:r>
            <a:r>
              <a:rPr lang="en-US" sz="2100" b="1" spc="4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KINH</a:t>
            </a:r>
            <a:r>
              <a:rPr lang="en-US" sz="2100" b="1" spc="4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2100" b="1" spc="4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spc="44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b="1" spc="4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14400" y="1619250"/>
            <a:ext cx="14287500" cy="38100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Hệ</a:t>
            </a:r>
            <a:r>
              <a:rPr lang="en-US" sz="8100" dirty="0" spc="-4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thưởng,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chú ý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căng thẳng</a:t>
            </a:r>
            <a:endParaRPr lang="en-US" sz="8100" dirty="0"/>
          </a:p>
        </p:txBody>
      </p:sp>
      <p:sp>
        <p:nvSpPr>
          <p:cNvPr id="11" name="Text 9"/>
          <p:cNvSpPr/>
          <p:nvPr/>
        </p:nvSpPr>
        <p:spPr>
          <a:xfrm>
            <a:off x="914400" y="5619750"/>
            <a:ext cx="13335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68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Vì</a:t>
            </a:r>
            <a:r>
              <a:rPr lang="en-US" sz="33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sao</a:t>
            </a:r>
            <a:r>
              <a:rPr lang="en-US" sz="3300" dirty="0" spc="-16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ta</a:t>
            </a:r>
            <a:r>
              <a:rPr lang="en-US" sz="3300" dirty="0" spc="-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bị cuốn</a:t>
            </a:r>
            <a:r>
              <a:rPr lang="en-US" sz="3300" dirty="0" spc="-16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33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thứ</a:t>
            </a:r>
            <a:r>
              <a:rPr lang="en-US" sz="3300" dirty="0" spc="-7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300" dirty="0" spc="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quan</a:t>
            </a:r>
            <a:r>
              <a:rPr lang="en-US" sz="3300" dirty="0" spc="-2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trọng?</a:t>
            </a:r>
            <a:endParaRPr lang="en-US" sz="3300" dirty="0"/>
          </a:p>
        </p:txBody>
      </p:sp>
      <p:sp>
        <p:nvSpPr>
          <p:cNvPr id="12" name="Shape 10"/>
          <p:cNvSpPr/>
          <p:nvPr/>
        </p:nvSpPr>
        <p:spPr>
          <a:xfrm>
            <a:off x="914400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1100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5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thưởng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5095875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62575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Chú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277350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FF6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44050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Hạnh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13458825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25525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Căng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bddb3a9f-a76f-4303-b950-2732a37efd0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</a:t>
            </a: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57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ta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cuốn</a:t>
            </a:r>
            <a:r>
              <a:rPr lang="en-US" sz="5700" dirty="0" spc="-5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quan</a:t>
            </a:r>
            <a:r>
              <a:rPr lang="en-US" sz="57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trọng?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9527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4" name="Text 2"/>
          <p:cNvSpPr/>
          <p:nvPr/>
        </p:nvSpPr>
        <p:spPr>
          <a:xfrm>
            <a:off x="1485900" y="28575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69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kéo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ta: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-4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thưởng,</a:t>
            </a:r>
            <a:r>
              <a:rPr lang="en-US" sz="69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chú</a:t>
            </a:r>
            <a:r>
              <a:rPr lang="en-US" sz="6900" dirty="0" spc="-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6900" dirty="0" spc="-77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căng</a:t>
            </a:r>
            <a:r>
              <a:rPr lang="en-US" sz="69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thẳng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[S12]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[S13]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[S15]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4696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41893" y="9549366"/>
            <a:ext cx="141767" cy="14176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8" name="Shape 6"/>
          <p:cNvSpPr/>
          <p:nvPr/>
        </p:nvSpPr>
        <p:spPr>
          <a:xfrm>
            <a:off x="137226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58491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79756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1021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22287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43552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64817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86082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07347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28612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49877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71143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924081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13673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34938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56203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477468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498733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19998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41264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562529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583794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05059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626324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647589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668854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690120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113851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732650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53915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775180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796445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17710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838975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860241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881506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902771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924036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945301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966566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987831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Text 47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02/43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1" name="Moda image moda-export-watermark-7487c4c2-d4c2-4378-b32d-05cebe6a0e1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57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hệ,</a:t>
            </a:r>
            <a:r>
              <a:rPr lang="en-US" sz="57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 hỏi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7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thưởng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5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đáng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đuổi?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Mạch</a:t>
            </a:r>
            <a:r>
              <a:rPr lang="en-US" sz="255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vỏ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não,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vân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bụng,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dopamine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5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151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65151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0" name="Text 8"/>
          <p:cNvSpPr/>
          <p:nvPr/>
        </p:nvSpPr>
        <p:spPr>
          <a:xfrm>
            <a:off x="68961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68961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Chú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8961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25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đâu?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mục</a:t>
            </a:r>
            <a:r>
              <a:rPr lang="en-US" sz="25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55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 kích thích</a:t>
            </a:r>
            <a:r>
              <a:rPr lang="en-US" sz="255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550" dirty="0" spc="3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21158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1158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5" name="Text 13"/>
          <p:cNvSpPr/>
          <p:nvPr/>
        </p:nvSpPr>
        <p:spPr>
          <a:xfrm>
            <a:off x="124968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124968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Căng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24968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chuẩn</a:t>
            </a:r>
            <a:r>
              <a:rPr lang="en-US" sz="25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r>
              <a:rPr lang="en-US" sz="25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r>
              <a:rPr lang="en-US" sz="25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trục</a:t>
            </a:r>
            <a:r>
              <a:rPr lang="en-US" sz="2550" dirty="0" spc="-4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HPA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[S12]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[S13]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[S16]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469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5961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354544" y="9549366"/>
            <a:ext cx="141767" cy="1417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2" name="Shape 20"/>
          <p:cNvSpPr/>
          <p:nvPr/>
        </p:nvSpPr>
        <p:spPr>
          <a:xfrm>
            <a:off x="158491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79756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01021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22287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43552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64817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86082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07347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28612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49877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71143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92408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13673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34938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56203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77468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98733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19998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41264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62529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83794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05059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26324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47589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68854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90120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11385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32650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53915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75180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96445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17710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38975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60241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8150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02771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24036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45301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66566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87831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Text 60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03/43</a:t>
            </a:r>
            <a:endParaRPr lang="en-US" sz="1800" dirty="0"/>
          </a:p>
        </p:txBody>
      </p:sp>
      <p:sp>
        <p:nvSpPr>
          <p:cNvPr id="63" name="Shape 6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4" name="Moda image moda-export-watermark-b407c4fe-35ab-443c-8235-462d761a9c8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Hệ</a:t>
            </a:r>
            <a:r>
              <a:rPr lang="en-US" sz="57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thưởng</a:t>
            </a:r>
            <a:r>
              <a:rPr lang="en-US" sz="57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57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mạch,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57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7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Haber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Knutson,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 vùng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bào</a:t>
            </a:r>
            <a:r>
              <a:rPr lang="en-US" sz="28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2850" dirty="0" spc="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thưởng,</a:t>
            </a:r>
            <a:r>
              <a:rPr lang="en-US" sz="28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8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tim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850" b="1" dirty="0" spc="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thưởng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mạch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vỏ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–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hạch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[S12]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Mạch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28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vỏ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8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đai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28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vỏ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mắt,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thể</a:t>
            </a:r>
            <a:r>
              <a:rPr lang="en-US" sz="2850" b="1" dirty="0" spc="-1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vân</a:t>
            </a:r>
            <a:r>
              <a:rPr lang="en-US" sz="285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bụng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,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nhạt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bụng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nơron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dopamine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não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giữa,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khép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thị;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nhân,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hải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 thân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85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chỉnh nó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[S12]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9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 thích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chuột,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nhân</a:t>
            </a:r>
            <a:r>
              <a:rPr lang="en-US" sz="285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accumbens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mái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bụng</a:t>
            </a:r>
            <a:r>
              <a:rPr lang="en-US" sz="2850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(VTA)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coi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tâm,</a:t>
            </a:r>
            <a:r>
              <a:rPr lang="en-US" sz="28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 liên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8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[S12]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1950" dirty="0" spc="5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6669" rIns="0" bIns="-16669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sz="2100" dirty="0" spc="-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vỏ</a:t>
            </a:r>
            <a:r>
              <a:rPr lang="en-US" sz="21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trán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ổ</a:t>
            </a:r>
            <a:r>
              <a:rPr lang="en-US" sz="21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mắt,</a:t>
            </a:r>
            <a:r>
              <a:rPr lang="en-US" sz="21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vòng</a:t>
            </a:r>
            <a:r>
              <a:rPr lang="en-US" sz="21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đai</a:t>
            </a:r>
            <a:r>
              <a:rPr lang="en-US" sz="21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trước,</a:t>
            </a:r>
            <a:r>
              <a:rPr lang="en-US" sz="21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21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vân</a:t>
            </a:r>
            <a:r>
              <a:rPr lang="en-US" sz="21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bụng,</a:t>
            </a:r>
            <a:r>
              <a:rPr lang="en-US" sz="21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r>
              <a:rPr lang="en-US" sz="21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giữa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1950" dirty="0" spc="-4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nối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24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thưởng</a:t>
            </a:r>
            <a:r>
              <a:rPr lang="en-US" sz="24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mạch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</a:t>
            </a:r>
            <a:r>
              <a:rPr lang="en-US" sz="240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thức</a:t>
            </a:r>
            <a:r>
              <a:rPr lang="en-US" sz="240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4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vận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7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VTA</a:t>
            </a:r>
            <a:r>
              <a:rPr lang="en-US" sz="240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accumbens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 trung</a:t>
            </a:r>
            <a:r>
              <a:rPr lang="en-US" sz="24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tâm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4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4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vòng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lớn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[S12]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696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5961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7226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567195" y="9549366"/>
            <a:ext cx="141767" cy="14176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2" name="Shape 20"/>
          <p:cNvSpPr/>
          <p:nvPr/>
        </p:nvSpPr>
        <p:spPr>
          <a:xfrm>
            <a:off x="179756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01021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22287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43552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64817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86082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07347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28612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49877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71143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924081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13673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34938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56203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77468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98733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19998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41264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62529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83794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05059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26324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47589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68854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90120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113851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32650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53915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75180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96445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17710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38975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60241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81506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02771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24036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45301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66566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87831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Text 59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04/43</a:t>
            </a:r>
            <a:endParaRPr lang="en-US" sz="1800" dirty="0"/>
          </a:p>
        </p:txBody>
      </p:sp>
      <p:sp>
        <p:nvSpPr>
          <p:cNvPr id="62" name="Shape 6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3" name="Moda image moda-export-watermark-c9bf0c43-6654-40bf-9e73-dd577e72813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Thẻ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</a:t>
            </a:r>
            <a:r>
              <a:rPr lang="en-US" sz="5700" dirty="0" spc="-5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sơ: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57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thưởng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2100" dirty="0" spc="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5400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Mạch</a:t>
            </a:r>
            <a:r>
              <a:rPr lang="en-US" sz="2550" dirty="0" spc="-1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vỏ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não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–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hạch</a:t>
            </a:r>
            <a:r>
              <a:rPr lang="en-US" sz="2550" dirty="0" spc="-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nền,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từ</a:t>
            </a:r>
            <a:r>
              <a:rPr lang="en-US" sz="2550" dirty="0" spc="-1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vỏ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não</a:t>
            </a:r>
            <a:r>
              <a:rPr lang="en-US" sz="2550" dirty="0" spc="-1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trán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xuống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não</a:t>
            </a:r>
            <a:r>
              <a:rPr lang="en-US" sz="2550" dirty="0" spc="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giữa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5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[S12]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48652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648652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9" name="Text 7"/>
          <p:cNvSpPr/>
          <p:nvPr/>
        </p:nvSpPr>
        <p:spPr>
          <a:xfrm>
            <a:off x="686752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6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Gồm</a:t>
            </a:r>
            <a:r>
              <a:rPr lang="en-US" sz="210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86752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55" rIns="0" bIns="-17755" rtlCol="0" anchor="t"/>
          <a:lstStyle/>
          <a:p>
            <a:pPr algn="l" indent="0" marL="0">
              <a:lnSpc>
                <a:spcPts val="3179"/>
              </a:lnSpc>
              <a:buNone/>
            </a:pPr>
            <a:r>
              <a:rPr lang="en-US" sz="2543" dirty="0" spc="-6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Vỏ</a:t>
            </a:r>
            <a:r>
              <a:rPr lang="en-US" sz="2543" dirty="0" spc="-1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trán</a:t>
            </a:r>
            <a:r>
              <a:rPr lang="en-US" sz="2543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ổ</a:t>
            </a:r>
            <a:r>
              <a:rPr lang="en-US" sz="2543" dirty="0" spc="-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mắt,</a:t>
            </a:r>
            <a:r>
              <a:rPr lang="en-US" sz="2543" dirty="0" spc="-1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vỏ</a:t>
            </a:r>
            <a:r>
              <a:rPr lang="en-US" sz="2543" dirty="0" spc="-1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vòng</a:t>
            </a:r>
            <a:r>
              <a:rPr lang="en-US" sz="2543" dirty="0" spc="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đai</a:t>
            </a:r>
            <a:r>
              <a:rPr lang="en-US" sz="2543" dirty="0" spc="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trước,</a:t>
            </a:r>
            <a:r>
              <a:rPr lang="en-US" sz="2543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thể</a:t>
            </a:r>
            <a:r>
              <a:rPr lang="en-US" sz="2543" dirty="0" spc="-1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vân</a:t>
            </a:r>
            <a:r>
              <a:rPr lang="en-US" sz="2543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bụng,</a:t>
            </a:r>
            <a:r>
              <a:rPr lang="en-US" sz="2543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cầu</a:t>
            </a:r>
            <a:r>
              <a:rPr lang="en-US" sz="2543" dirty="0" spc="-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nhạt</a:t>
            </a:r>
            <a:r>
              <a:rPr lang="en-US" sz="2543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bụng,</a:t>
            </a:r>
            <a:r>
              <a:rPr lang="en-US" sz="2543" dirty="0" spc="-1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nơron</a:t>
            </a:r>
            <a:r>
              <a:rPr lang="en-US" sz="2543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dopamine</a:t>
            </a:r>
            <a:r>
              <a:rPr lang="en-US" sz="2543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não</a:t>
            </a:r>
            <a:r>
              <a:rPr lang="en-US" sz="2543" dirty="0" spc="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giữa</a:t>
            </a:r>
            <a:r>
              <a:rPr lang="en-US" sz="2543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79"/>
              </a:lnSpc>
              <a:buNone/>
            </a:pPr>
            <a:r>
              <a:rPr lang="en-US" sz="2543" dirty="0" spc="4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[S12]</a:t>
            </a:r>
            <a:endParaRPr lang="en-US" sz="2543" dirty="0"/>
          </a:p>
        </p:txBody>
      </p:sp>
      <p:sp>
        <p:nvSpPr>
          <p:cNvPr id="11" name="Shape 9"/>
          <p:cNvSpPr/>
          <p:nvPr/>
        </p:nvSpPr>
        <p:spPr>
          <a:xfrm>
            <a:off x="1206817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6817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3" name="Text 11"/>
          <p:cNvSpPr/>
          <p:nvPr/>
        </p:nvSpPr>
        <p:spPr>
          <a:xfrm>
            <a:off x="1244917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2100" dirty="0" spc="-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gì,</a:t>
            </a:r>
            <a:r>
              <a:rPr lang="en-US" sz="2100" dirty="0" spc="-6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bằng</a:t>
            </a:r>
            <a:r>
              <a:rPr lang="en-US" sz="2100" dirty="0" spc="1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chứng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44917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Người:</a:t>
            </a:r>
            <a:r>
              <a:rPr lang="en-US" sz="240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chờ</a:t>
            </a:r>
            <a:r>
              <a:rPr lang="en-US" sz="2400" dirty="0" spc="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thưởng</a:t>
            </a:r>
            <a:r>
              <a:rPr lang="en-US" sz="240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làm</a:t>
            </a:r>
            <a:r>
              <a:rPr lang="en-US" sz="240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accumbens</a:t>
            </a:r>
            <a:r>
              <a:rPr lang="en-US" sz="2400" dirty="0" spc="-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hoạt</a:t>
            </a:r>
            <a:r>
              <a:rPr lang="en-US" sz="2400" dirty="0" spc="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động</a:t>
            </a:r>
            <a:r>
              <a:rPr lang="en-US" sz="240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mạnh hơn</a:t>
            </a:r>
            <a:r>
              <a:rPr lang="en-US" sz="2400" dirty="0" spc="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000"/>
              </a:lnSpc>
              <a:buNone/>
            </a:pPr>
            <a:r>
              <a:rPr lang="en-US" sz="2400" dirty="0" spc="-1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[S12]</a:t>
            </a:r>
            <a:pPr algn="l" indent="0" marL="0">
              <a:lnSpc>
                <a:spcPts val="3000"/>
              </a:lnSpc>
              <a:buNone/>
            </a:pPr>
            <a:r>
              <a:rPr lang="en-US" sz="240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.</a:t>
            </a:r>
            <a:r>
              <a:rPr lang="en-US" sz="240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Chuột:</a:t>
            </a:r>
            <a:r>
              <a:rPr lang="en-US" sz="2400" dirty="0" spc="-1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tổn</a:t>
            </a:r>
            <a:r>
              <a:rPr lang="en-US" sz="2400" dirty="0" spc="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thương</a:t>
            </a:r>
            <a:r>
              <a:rPr lang="en-US" sz="240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thể</a:t>
            </a:r>
            <a:r>
              <a:rPr lang="en-US" sz="2400" dirty="0" spc="-1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vân</a:t>
            </a:r>
            <a:r>
              <a:rPr lang="en-US" sz="240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học</a:t>
            </a:r>
            <a:r>
              <a:rPr lang="en-US" sz="2400" dirty="0" spc="-2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kém</a:t>
            </a:r>
            <a:r>
              <a:rPr lang="en-US" sz="2400" dirty="0" spc="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000"/>
              </a:lnSpc>
              <a:buNone/>
            </a:pPr>
            <a:r>
              <a:rPr lang="en-US" sz="2400" dirty="0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[S3]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14400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3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Kết</a:t>
            </a:r>
            <a:r>
              <a:rPr lang="en-US" sz="2100" dirty="0" spc="-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nối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95400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Hạnh</a:t>
            </a:r>
            <a:r>
              <a:rPr lang="en-US" sz="25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nhân,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hải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mã</a:t>
            </a:r>
            <a:r>
              <a:rPr lang="en-US" sz="2550" dirty="0" spc="4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gửi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tín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hiệu</a:t>
            </a:r>
            <a:r>
              <a:rPr lang="en-US" sz="2550" dirty="0" spc="-7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tới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thể</a:t>
            </a:r>
            <a:r>
              <a:rPr lang="en-US" sz="2550" dirty="0" spc="-1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vân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bụng;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tín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hiệu</a:t>
            </a:r>
            <a:r>
              <a:rPr lang="en-US" sz="2550" dirty="0" spc="-2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về</a:t>
            </a:r>
            <a:r>
              <a:rPr lang="en-US" sz="2550" dirty="0" spc="-1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vỏ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não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qua</a:t>
            </a:r>
            <a:r>
              <a:rPr lang="en-US" sz="2550" dirty="0" spc="1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đồi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thị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5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[S12]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6486525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20" name="Shape 18"/>
          <p:cNvSpPr/>
          <p:nvPr/>
        </p:nvSpPr>
        <p:spPr>
          <a:xfrm>
            <a:off x="6486525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1" name="Text 19"/>
          <p:cNvSpPr/>
          <p:nvPr/>
        </p:nvSpPr>
        <p:spPr>
          <a:xfrm>
            <a:off x="6867525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Chất</a:t>
            </a:r>
            <a:r>
              <a:rPr lang="en-US" sz="2100" dirty="0" spc="-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chính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6867525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Dopamine: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khoảng</a:t>
            </a:r>
            <a:r>
              <a:rPr lang="en-US" sz="2550" dirty="0" spc="-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một</a:t>
            </a:r>
            <a:r>
              <a:rPr lang="en-US" sz="2550" dirty="0" spc="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triệu</a:t>
            </a:r>
            <a:r>
              <a:rPr lang="en-US" sz="2550" dirty="0" spc="-1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nơron</a:t>
            </a:r>
            <a:r>
              <a:rPr lang="en-US" sz="2550" dirty="0" spc="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ở</a:t>
            </a:r>
            <a:r>
              <a:rPr lang="en-US" sz="2550" dirty="0" spc="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người,</a:t>
            </a:r>
            <a:r>
              <a:rPr lang="en-US" sz="2550" dirty="0" spc="-1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tỏa</a:t>
            </a:r>
            <a:r>
              <a:rPr lang="en-US" sz="2550" dirty="0" spc="-7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tới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thể</a:t>
            </a:r>
            <a:r>
              <a:rPr lang="en-US" sz="2550" dirty="0" spc="-1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vân,</a:t>
            </a:r>
            <a:r>
              <a:rPr lang="en-US" sz="2550" dirty="0" spc="-1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vỏ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thùy</a:t>
            </a:r>
            <a:r>
              <a:rPr lang="en-US" sz="2550" dirty="0" spc="-1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trán,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hạnh</a:t>
            </a:r>
            <a:r>
              <a:rPr lang="en-US" sz="25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nhân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[S9]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12068175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24" name="Shape 22"/>
          <p:cNvSpPr/>
          <p:nvPr/>
        </p:nvSpPr>
        <p:spPr>
          <a:xfrm>
            <a:off x="12068175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5" name="Text 23"/>
          <p:cNvSpPr/>
          <p:nvPr/>
        </p:nvSpPr>
        <p:spPr>
          <a:xfrm>
            <a:off x="12449175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2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210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2100" dirty="0" spc="-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2449175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Không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phải</a:t>
            </a:r>
            <a:r>
              <a:rPr lang="en-US" sz="25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một</a:t>
            </a:r>
            <a:r>
              <a:rPr lang="en-US" sz="2550" dirty="0" spc="1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điểm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khoái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cảm;</a:t>
            </a:r>
            <a:r>
              <a:rPr lang="en-US" sz="25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phần</a:t>
            </a:r>
            <a:r>
              <a:rPr lang="en-US" sz="2550" dirty="0" spc="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thưởng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nối</a:t>
            </a:r>
            <a:r>
              <a:rPr lang="en-US" sz="2550" dirty="0" spc="-1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với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mạch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nhận</a:t>
            </a:r>
            <a:r>
              <a:rPr lang="en-US" sz="2550" dirty="0" spc="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thức</a:t>
            </a:r>
            <a:r>
              <a:rPr lang="en-US" sz="2550" dirty="0" spc="-2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và</a:t>
            </a:r>
            <a:r>
              <a:rPr lang="en-US" sz="2550" dirty="0" spc="-1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vận</a:t>
            </a:r>
            <a:r>
              <a:rPr lang="en-US" sz="2550" dirty="0" spc="7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động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5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[S12]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 [S9] [S12]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469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5961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37226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58491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779847" y="9549366"/>
            <a:ext cx="141767" cy="1417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3" name="Shape 31"/>
          <p:cNvSpPr/>
          <p:nvPr/>
        </p:nvSpPr>
        <p:spPr>
          <a:xfrm>
            <a:off x="201021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22287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43552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64817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286082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07347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28612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49877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71143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392408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13673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34938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56203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477468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498733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19998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41264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62529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583794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05059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26324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47589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668854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690120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11385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32650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53915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75180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96445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17710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38975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60241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8150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902771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924036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45301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966566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87831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1" name="Text 69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05/43</a:t>
            </a:r>
            <a:endParaRPr lang="en-US" sz="1800" dirty="0"/>
          </a:p>
        </p:txBody>
      </p:sp>
      <p:sp>
        <p:nvSpPr>
          <p:cNvPr id="72" name="Shape 7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3" name="Moda image moda-export-watermark-c89e3032-d213-4f8c-af9a-1f1a09d6bed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Tín</a:t>
            </a: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hiệu</a:t>
            </a:r>
            <a:r>
              <a:rPr lang="en-US" sz="5700" dirty="0" spc="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57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7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vòng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khép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kín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00150" y="3714750"/>
            <a:ext cx="647700" cy="6477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1920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7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Vỏ</a:t>
            </a:r>
            <a:r>
              <a:rPr lang="en-US" sz="27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trán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ổ</a:t>
            </a:r>
            <a:r>
              <a:rPr lang="en-US" sz="27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mắt</a:t>
            </a:r>
            <a:r>
              <a:rPr lang="en-US" sz="2700" dirty="0" spc="-2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70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vòng</a:t>
            </a:r>
            <a:r>
              <a:rPr lang="en-US" sz="270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đai</a:t>
            </a:r>
            <a:r>
              <a:rPr lang="en-US" sz="270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700" dirty="0" spc="4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gửi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tín hiệu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xuống</a:t>
            </a:r>
            <a:r>
              <a:rPr lang="en-US" sz="27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27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vân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bụng</a:t>
            </a:r>
            <a:endParaRPr lang="en-US" sz="2700" dirty="0"/>
          </a:p>
        </p:txBody>
      </p:sp>
      <p:sp>
        <p:nvSpPr>
          <p:cNvPr id="7" name="Connector line-1792620220385-230804407"/>
          <p:cNvSpPr/>
          <p:nvPr/>
        </p:nvSpPr>
        <p:spPr>
          <a:xfrm>
            <a:off x="4610100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20065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0" y="3714750"/>
            <a:ext cx="647700" cy="6477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550545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Dopamine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r>
              <a:rPr lang="en-US" sz="2700" dirty="0" spc="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giữa đổ</a:t>
            </a:r>
            <a:r>
              <a:rPr lang="en-US" sz="270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27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vân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bụng</a:t>
            </a:r>
            <a:endParaRPr lang="en-US" sz="2700" dirty="0"/>
          </a:p>
        </p:txBody>
      </p:sp>
      <p:sp>
        <p:nvSpPr>
          <p:cNvPr id="12" name="Connector line-1792620220389-801720589"/>
          <p:cNvSpPr/>
          <p:nvPr/>
        </p:nvSpPr>
        <p:spPr>
          <a:xfrm>
            <a:off x="8886825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477375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763125" y="3714750"/>
            <a:ext cx="647700" cy="6477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5" name="Text 13"/>
          <p:cNvSpPr/>
          <p:nvPr/>
        </p:nvSpPr>
        <p:spPr>
          <a:xfrm>
            <a:off x="97631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782175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Thể</a:t>
            </a:r>
            <a:r>
              <a:rPr lang="en-US" sz="27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vân</a:t>
            </a:r>
            <a:r>
              <a:rPr lang="en-US" sz="27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bụng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chiếu</a:t>
            </a:r>
            <a:r>
              <a:rPr lang="en-US" sz="27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tới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cầu</a:t>
            </a:r>
            <a:r>
              <a:rPr lang="en-US" sz="27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nhạt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bụng,</a:t>
            </a:r>
            <a:r>
              <a:rPr lang="en-US" sz="2700" dirty="0" spc="-6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VTA</a:t>
            </a:r>
            <a:r>
              <a:rPr lang="en-US" sz="2700" dirty="0" spc="-2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liềm</a:t>
            </a:r>
            <a:r>
              <a:rPr lang="en-US" sz="270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đen</a:t>
            </a:r>
            <a:endParaRPr lang="en-US" sz="2700" dirty="0"/>
          </a:p>
        </p:txBody>
      </p:sp>
      <p:sp>
        <p:nvSpPr>
          <p:cNvPr id="17" name="Connector line-1792620220393-423376063"/>
          <p:cNvSpPr/>
          <p:nvPr/>
        </p:nvSpPr>
        <p:spPr>
          <a:xfrm>
            <a:off x="13163550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375410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039850" y="3714750"/>
            <a:ext cx="647700" cy="6477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0" name="Text 18"/>
          <p:cNvSpPr/>
          <p:nvPr/>
        </p:nvSpPr>
        <p:spPr>
          <a:xfrm>
            <a:off x="140398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405890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Tín hiệu</a:t>
            </a:r>
            <a:r>
              <a:rPr lang="en-US" sz="2700" dirty="0" spc="-2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r>
              <a:rPr lang="en-US" sz="2700" dirty="0" spc="-2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vỏ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r>
              <a:rPr lang="en-US" sz="270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70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trán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 nhân</a:t>
            </a:r>
            <a:r>
              <a:rPr lang="en-US" sz="2700" dirty="0" spc="2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lưng</a:t>
            </a:r>
            <a:r>
              <a:rPr lang="en-US" sz="2700" dirty="0" spc="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giữa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70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đồi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thị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[S12]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469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5961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37226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58491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79756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992498" y="9549366"/>
            <a:ext cx="141767" cy="1417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9" name="Shape 27"/>
          <p:cNvSpPr/>
          <p:nvPr/>
        </p:nvSpPr>
        <p:spPr>
          <a:xfrm>
            <a:off x="222287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43552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64817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86082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07347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28612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49877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71143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92408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13673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34938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56203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77468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98733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19998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41264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62529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83794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05059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26324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47589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68854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90120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11385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32650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53915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75180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96445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17710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38975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60241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8150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02771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24036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45301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66566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987831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Text 64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06/43</a:t>
            </a:r>
            <a:endParaRPr lang="en-US" sz="1800" dirty="0"/>
          </a:p>
        </p:txBody>
      </p:sp>
      <p:sp>
        <p:nvSpPr>
          <p:cNvPr id="67" name="Shape 6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8" name="Moda image moda-export-watermark-13874e51-876e-4a37-8b87-3baf4085cc3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Thể</a:t>
            </a:r>
            <a:r>
              <a:rPr lang="en-US" sz="57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vân:</a:t>
            </a:r>
            <a:r>
              <a:rPr lang="en-US" sz="57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nơi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5700" dirty="0" spc="-5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thưởng</a:t>
            </a:r>
            <a:r>
              <a:rPr lang="en-US" sz="57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gặp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thói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quen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247900"/>
            <a:ext cx="8953500" cy="609600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28575">
            <a:solidFill>
              <a:srgbClr val="DDD5C1"/>
            </a:solidFill>
            <a:prstDash val="solid"/>
          </a:ln>
        </p:spPr>
      </p:sp>
      <p:pic>
        <p:nvPicPr>
          <p:cNvPr id="4" name="Moda image rect-1792620294353-82285433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533650" y="2438400"/>
            <a:ext cx="5715000" cy="5715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8477250"/>
            <a:ext cx="16459200" cy="495300"/>
          </a:xfrm>
          <a:prstGeom prst="rect">
            <a:avLst/>
          </a:prstGeom>
          <a:noFill/>
          <a:ln/>
        </p:spPr>
        <p:txBody>
          <a:bodyPr wrap="square" lIns="0" tIns="14435" rIns="0" bIns="-14435" rtlCol="0" anchor="t"/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Hình: Wikipedia,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giấy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6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CC</a:t>
            </a:r>
            <a:r>
              <a:rPr lang="en-US" sz="16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BY-SA;</a:t>
            </a:r>
            <a:r>
              <a:rPr lang="en-US" sz="16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Hove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 Martinez,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(chương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8)</a:t>
            </a:r>
            <a:endParaRPr lang="en-US" sz="1650" dirty="0"/>
          </a:p>
        </p:txBody>
      </p:sp>
      <p:sp>
        <p:nvSpPr>
          <p:cNvPr id="6" name="Shape 3"/>
          <p:cNvSpPr/>
          <p:nvPr/>
        </p:nvSpPr>
        <p:spPr>
          <a:xfrm>
            <a:off x="10248900" y="2247900"/>
            <a:ext cx="7124700" cy="990600"/>
          </a:xfrm>
          <a:prstGeom prst="roundRect">
            <a:avLst>
              <a:gd name="adj" fmla="val 19231"/>
            </a:avLst>
          </a:prstGeom>
          <a:solidFill>
            <a:srgbClr val="E8E0CF"/>
          </a:solidFill>
          <a:ln/>
        </p:spPr>
      </p:sp>
      <p:sp>
        <p:nvSpPr>
          <p:cNvPr id="7" name="Shape 4"/>
          <p:cNvSpPr/>
          <p:nvPr/>
        </p:nvSpPr>
        <p:spPr>
          <a:xfrm>
            <a:off x="10248900" y="2247900"/>
            <a:ext cx="114300" cy="9906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8" name="Text 5"/>
          <p:cNvSpPr/>
          <p:nvPr/>
        </p:nvSpPr>
        <p:spPr>
          <a:xfrm>
            <a:off x="10591800" y="2343150"/>
            <a:ext cx="6591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Striatum</a:t>
            </a:r>
            <a:endParaRPr lang="en-US" sz="2250" dirty="0"/>
          </a:p>
        </p:txBody>
      </p:sp>
      <p:sp>
        <p:nvSpPr>
          <p:cNvPr id="9" name="Text 6"/>
          <p:cNvSpPr/>
          <p:nvPr/>
        </p:nvSpPr>
        <p:spPr>
          <a:xfrm>
            <a:off x="10591800" y="2647950"/>
            <a:ext cx="6591300" cy="5524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thể</a:t>
            </a:r>
            <a:r>
              <a:rPr lang="en-US" sz="25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vân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(nhân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đuôi</a:t>
            </a:r>
            <a:r>
              <a:rPr lang="en-US" sz="2550" dirty="0" spc="-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bèo</a:t>
            </a:r>
            <a:r>
              <a:rPr lang="en-US" sz="25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sẫm)</a:t>
            </a:r>
            <a:endParaRPr lang="en-US" sz="2550" dirty="0"/>
          </a:p>
        </p:txBody>
      </p:sp>
      <p:sp>
        <p:nvSpPr>
          <p:cNvPr id="10" name="Shape 7"/>
          <p:cNvSpPr/>
          <p:nvPr/>
        </p:nvSpPr>
        <p:spPr>
          <a:xfrm>
            <a:off x="10248900" y="3390900"/>
            <a:ext cx="7124700" cy="990600"/>
          </a:xfrm>
          <a:prstGeom prst="roundRect">
            <a:avLst>
              <a:gd name="adj" fmla="val 19231"/>
            </a:avLst>
          </a:prstGeom>
          <a:solidFill>
            <a:srgbClr val="E8E0CF"/>
          </a:solidFill>
          <a:ln/>
        </p:spPr>
      </p:sp>
      <p:sp>
        <p:nvSpPr>
          <p:cNvPr id="11" name="Shape 8"/>
          <p:cNvSpPr/>
          <p:nvPr/>
        </p:nvSpPr>
        <p:spPr>
          <a:xfrm>
            <a:off x="10248900" y="3390900"/>
            <a:ext cx="114300" cy="990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2" name="Text 9"/>
          <p:cNvSpPr/>
          <p:nvPr/>
        </p:nvSpPr>
        <p:spPr>
          <a:xfrm>
            <a:off x="10591800" y="3486150"/>
            <a:ext cx="6591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5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Ventral</a:t>
            </a:r>
            <a:r>
              <a:rPr lang="en-US" sz="2250" dirty="0" spc="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striatum</a:t>
            </a:r>
            <a:endParaRPr lang="en-US" sz="2250" dirty="0"/>
          </a:p>
        </p:txBody>
      </p:sp>
      <p:sp>
        <p:nvSpPr>
          <p:cNvPr id="13" name="Text 10"/>
          <p:cNvSpPr/>
          <p:nvPr/>
        </p:nvSpPr>
        <p:spPr>
          <a:xfrm>
            <a:off x="10591800" y="3790950"/>
            <a:ext cx="6591300" cy="5524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thể</a:t>
            </a:r>
            <a:r>
              <a:rPr lang="en-US" sz="25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vân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bụng,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nhân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accumbens</a:t>
            </a:r>
            <a:endParaRPr lang="en-US" sz="2550" dirty="0"/>
          </a:p>
        </p:txBody>
      </p:sp>
      <p:sp>
        <p:nvSpPr>
          <p:cNvPr id="14" name="Shape 11"/>
          <p:cNvSpPr/>
          <p:nvPr/>
        </p:nvSpPr>
        <p:spPr>
          <a:xfrm>
            <a:off x="10248900" y="4533900"/>
            <a:ext cx="7124700" cy="3810000"/>
          </a:xfrm>
          <a:prstGeom prst="roundRect">
            <a:avLst>
              <a:gd name="adj" fmla="val 5000"/>
            </a:avLst>
          </a:prstGeom>
          <a:solidFill>
            <a:srgbClr val="F8D9D0"/>
          </a:solidFill>
          <a:ln/>
        </p:spPr>
      </p:sp>
      <p:sp>
        <p:nvSpPr>
          <p:cNvPr id="15" name="Text 12"/>
          <p:cNvSpPr/>
          <p:nvPr/>
        </p:nvSpPr>
        <p:spPr>
          <a:xfrm>
            <a:off x="10553700" y="4800600"/>
            <a:ext cx="6515100" cy="32766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Thể</a:t>
            </a:r>
            <a:r>
              <a:rPr lang="en-US" sz="2400" b="1" dirty="0" spc="-1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vân</a:t>
            </a:r>
            <a:pPr algn="l" indent="0" marL="0">
              <a:lnSpc>
                <a:spcPts val="3120"/>
              </a:lnSpc>
              <a:buNone/>
            </a:pP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đuôi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bèo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sẫm,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thói quen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thưởng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120"/>
              </a:lnSpc>
              <a:buNone/>
            </a:pPr>
            <a:r>
              <a:rPr lang="en-US" sz="2400" dirty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[S3]</a:t>
            </a:r>
            <a:pPr algn="l" indent="0" marL="0">
              <a:lnSpc>
                <a:spcPts val="3120"/>
              </a:lnSpc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120"/>
              </a:lnSpc>
              <a:buNone/>
            </a:pPr>
            <a:r>
              <a:rPr lang="en-US" sz="240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Nhân accumbens</a:t>
            </a:r>
            <a:pPr algn="l" indent="0" marL="0">
              <a:lnSpc>
                <a:spcPts val="3120"/>
              </a:lnSpc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nhỏ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120"/>
              </a:lnSpc>
              <a:buNone/>
            </a:pPr>
            <a:r>
              <a:rPr lang="en-US" sz="2400" b="1" dirty="0" spc="-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thể</a:t>
            </a:r>
            <a:r>
              <a:rPr lang="en-US" sz="2400" b="1" dirty="0" spc="-1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vân</a:t>
            </a:r>
            <a:r>
              <a:rPr lang="en-US" sz="240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bụng</a:t>
            </a:r>
            <a:pPr algn="l" indent="0" marL="0">
              <a:lnSpc>
                <a:spcPts val="3120"/>
              </a:lnSpc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 duy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bó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dày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hạnh nhân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hải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120"/>
              </a:lnSpc>
              <a:buNone/>
            </a:pPr>
            <a:r>
              <a:rPr lang="en-US" sz="2400" dirty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[S12]</a:t>
            </a:r>
            <a:pPr algn="l" indent="0" marL="0">
              <a:lnSpc>
                <a:spcPts val="3120"/>
              </a:lnSpc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chuột,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thương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vân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40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kém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rẽ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âm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120"/>
              </a:lnSpc>
              <a:buNone/>
            </a:pPr>
            <a:r>
              <a:rPr lang="en-US" sz="2400" dirty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[S3]</a:t>
            </a:r>
            <a:pPr algn="l" indent="0" marL="0">
              <a:lnSpc>
                <a:spcPts val="3120"/>
              </a:lnSpc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 [S12]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94696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115961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6"/>
          <p:cNvSpPr/>
          <p:nvPr/>
        </p:nvSpPr>
        <p:spPr>
          <a:xfrm>
            <a:off x="137226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158491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179756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201021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2205149" y="9549366"/>
            <a:ext cx="141767" cy="14176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4" name="Shape 21"/>
          <p:cNvSpPr/>
          <p:nvPr/>
        </p:nvSpPr>
        <p:spPr>
          <a:xfrm>
            <a:off x="243552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264817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286082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307347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328612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349877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371143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3924081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413673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434938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456203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477468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498733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519998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541264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6"/>
          <p:cNvSpPr/>
          <p:nvPr/>
        </p:nvSpPr>
        <p:spPr>
          <a:xfrm>
            <a:off x="562529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7"/>
          <p:cNvSpPr/>
          <p:nvPr/>
        </p:nvSpPr>
        <p:spPr>
          <a:xfrm>
            <a:off x="583794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605059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39"/>
          <p:cNvSpPr/>
          <p:nvPr/>
        </p:nvSpPr>
        <p:spPr>
          <a:xfrm>
            <a:off x="626324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0"/>
          <p:cNvSpPr/>
          <p:nvPr/>
        </p:nvSpPr>
        <p:spPr>
          <a:xfrm>
            <a:off x="647589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668854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2"/>
          <p:cNvSpPr/>
          <p:nvPr/>
        </p:nvSpPr>
        <p:spPr>
          <a:xfrm>
            <a:off x="690120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3"/>
          <p:cNvSpPr/>
          <p:nvPr/>
        </p:nvSpPr>
        <p:spPr>
          <a:xfrm>
            <a:off x="7113851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732650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5"/>
          <p:cNvSpPr/>
          <p:nvPr/>
        </p:nvSpPr>
        <p:spPr>
          <a:xfrm>
            <a:off x="753915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6"/>
          <p:cNvSpPr/>
          <p:nvPr/>
        </p:nvSpPr>
        <p:spPr>
          <a:xfrm>
            <a:off x="775180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796445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817710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838975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860241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1"/>
          <p:cNvSpPr/>
          <p:nvPr/>
        </p:nvSpPr>
        <p:spPr>
          <a:xfrm>
            <a:off x="881506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2"/>
          <p:cNvSpPr/>
          <p:nvPr/>
        </p:nvSpPr>
        <p:spPr>
          <a:xfrm>
            <a:off x="902771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3"/>
          <p:cNvSpPr/>
          <p:nvPr/>
        </p:nvSpPr>
        <p:spPr>
          <a:xfrm>
            <a:off x="924036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945301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966566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987831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Text 57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07/43</a:t>
            </a:r>
            <a:endParaRPr lang="en-US" sz="1800" dirty="0"/>
          </a:p>
        </p:txBody>
      </p:sp>
      <p:sp>
        <p:nvSpPr>
          <p:cNvPr id="61" name="Shape 5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2" name="Moda image moda-export-watermark-d7ab107d-16ae-4047-82a8-0e74a619627b" descr="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Sai</a:t>
            </a: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dự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đoán: phần</a:t>
            </a:r>
            <a:r>
              <a:rPr lang="en-US" sz="5700" dirty="0" spc="-5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thưởng</a:t>
            </a:r>
            <a:r>
              <a:rPr lang="en-US" sz="57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trừ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dự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đoán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b="1" dirty="0" spc="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Sai</a:t>
            </a:r>
            <a:r>
              <a:rPr lang="en-US" sz="285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b="1" dirty="0" spc="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850" b="1" dirty="0" spc="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đoán</a:t>
            </a:r>
            <a:r>
              <a:rPr lang="en-US" sz="285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850" b="1" dirty="0" spc="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thưởng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(reward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prediction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error)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thưởng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thưởng</a:t>
            </a:r>
            <a:r>
              <a:rPr lang="en-US" sz="28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đoán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[S9]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Schultz</a:t>
            </a:r>
            <a:r>
              <a:rPr lang="en-US" sz="2850" dirty="0" spc="-4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 ông: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bấm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đại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 thích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sai</a:t>
            </a:r>
            <a:r>
              <a:rPr lang="en-US" sz="28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b="1" dirty="0" spc="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dương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,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 bấm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8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[S9]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Bấm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mãi</a:t>
            </a:r>
            <a:r>
              <a:rPr lang="en-US" sz="28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còn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8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học.</a:t>
            </a:r>
            <a:r>
              <a:rPr lang="en-US" sz="2850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tuần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ấy</a:t>
            </a:r>
            <a:r>
              <a:rPr lang="en-US" sz="28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khác: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sai</a:t>
            </a:r>
            <a:r>
              <a:rPr lang="en-US" sz="28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b="1" dirty="0" spc="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âm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,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[S9]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Dương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tốt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hơn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dự</a:t>
            </a:r>
            <a:r>
              <a:rPr lang="en-US" sz="24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đoán,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 lại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Bằng</a:t>
            </a:r>
            <a:r>
              <a:rPr lang="en-US" sz="1950" dirty="0" spc="-1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không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đúng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dự</a:t>
            </a:r>
            <a:r>
              <a:rPr lang="en-US" sz="24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đoán,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4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học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thêm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Âm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3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kém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hơn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dự</a:t>
            </a:r>
            <a:r>
              <a:rPr lang="en-US" sz="24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đoán,</a:t>
            </a:r>
            <a:r>
              <a:rPr lang="en-US" sz="24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tránh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lần sau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69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5961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7226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58491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79756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01021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22287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417801" y="9549366"/>
            <a:ext cx="141767" cy="1417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6" name="Shape 24"/>
          <p:cNvSpPr/>
          <p:nvPr/>
        </p:nvSpPr>
        <p:spPr>
          <a:xfrm>
            <a:off x="264817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86082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07347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28612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49877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71143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92408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13673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34938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56203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77468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98733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19998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41264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62529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83794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05059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26324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47589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68854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90120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11385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32650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53915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75180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96445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17710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38975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60241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8150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02771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24036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45301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66566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87831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Text 59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08/43</a:t>
            </a:r>
            <a:endParaRPr lang="en-US" sz="1800" dirty="0"/>
          </a:p>
        </p:txBody>
      </p:sp>
      <p:sp>
        <p:nvSpPr>
          <p:cNvPr id="62" name="Shape 6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3" name="Moda image moda-export-watermark-9a4eeabc-bbe7-4b36-8a65-0c3318971af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5700" dirty="0" spc="-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57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r>
              <a:rPr lang="en-US" sz="57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</a:t>
            </a: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nghiệm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5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Phần</a:t>
            </a:r>
            <a:r>
              <a:rPr lang="en-US" sz="3000" dirty="0" spc="5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thưởng</a:t>
            </a:r>
            <a:r>
              <a:rPr lang="en-US" sz="3000" dirty="0" spc="-7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bất</a:t>
            </a:r>
            <a:r>
              <a:rPr lang="en-US" sz="3000" dirty="0" spc="-1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ngờ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581900" y="27622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nơron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dopamine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mạnh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2291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2291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2291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Phần</a:t>
            </a:r>
            <a:r>
              <a:rPr lang="en-US" sz="3000" dirty="0" spc="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thưởng</a:t>
            </a:r>
            <a:r>
              <a:rPr lang="en-US" sz="3000" dirty="0" spc="6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đã</a:t>
            </a:r>
            <a:r>
              <a:rPr lang="en-US" sz="3000" dirty="0" spc="1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được</a:t>
            </a:r>
            <a:r>
              <a:rPr lang="en-US" sz="3000" dirty="0" spc="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báo</a:t>
            </a:r>
            <a:r>
              <a:rPr lang="en-US" sz="3000" dirty="0" spc="12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81900" y="422910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hoạt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56959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56959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56959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Phần</a:t>
            </a:r>
            <a:r>
              <a:rPr lang="en-US" sz="3000" dirty="0" spc="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thưởng</a:t>
            </a:r>
            <a:r>
              <a:rPr lang="en-US" sz="3000" dirty="0" spc="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đã</a:t>
            </a:r>
            <a:r>
              <a:rPr lang="en-US" sz="3000" dirty="0" spc="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báo</a:t>
            </a:r>
            <a:r>
              <a:rPr lang="en-US" sz="3000" dirty="0" spc="-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mà</a:t>
            </a:r>
            <a:r>
              <a:rPr lang="en-US" sz="3000" dirty="0" spc="-1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không</a:t>
            </a:r>
            <a:r>
              <a:rPr lang="en-US" sz="3000" dirty="0" spc="-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đến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581900" y="56959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hoạt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[S7]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4696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5961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37226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58491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79756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01021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22287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43552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630452" y="9549366"/>
            <a:ext cx="141767" cy="14176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5" name="Shape 23"/>
          <p:cNvSpPr/>
          <p:nvPr/>
        </p:nvSpPr>
        <p:spPr>
          <a:xfrm>
            <a:off x="286082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07347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28612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49877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71143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924081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13673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34938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56203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77468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98733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19998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41264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62529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83794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05059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26324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47589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68854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90120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113851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32650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53915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75180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96445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17710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38975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60241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81506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902771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924036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45301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66566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87831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Text 57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09/43</a:t>
            </a:r>
            <a:endParaRPr lang="en-US" sz="1800" dirty="0"/>
          </a:p>
        </p:txBody>
      </p:sp>
      <p:sp>
        <p:nvSpPr>
          <p:cNvPr id="60" name="Shape 5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1" name="Moda image moda-export-watermark-5770e833-ca27-4837-bc16-45e921a123b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Đáp</a:t>
            </a:r>
            <a:r>
              <a:rPr lang="en-US" sz="57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57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dời</a:t>
            </a:r>
            <a:r>
              <a:rPr lang="en-US" sz="5700" dirty="0" spc="-6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dấu</a:t>
            </a: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hiệu</a:t>
            </a:r>
            <a:r>
              <a:rPr lang="en-US" sz="57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sớm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5700" dirty="0"/>
          </a:p>
        </p:txBody>
      </p:sp>
      <p:sp>
        <p:nvSpPr>
          <p:cNvPr id="3" name="Connector line-1792620295232-233152498"/>
          <p:cNvSpPr/>
          <p:nvPr/>
        </p:nvSpPr>
        <p:spPr>
          <a:xfrm>
            <a:off x="914400" y="5810250"/>
            <a:ext cx="16459200" cy="0"/>
          </a:xfrm>
          <a:prstGeom prst="line">
            <a:avLst/>
          </a:prstGeom>
          <a:noFill/>
          <a:ln w="57150">
            <a:solidFill>
              <a:srgbClr val="9AA0B5"/>
            </a:solidFill>
            <a:prstDash val="solid"/>
            <a:headEnd type="none"/>
            <a:tailEnd type="none"/>
          </a:ln>
        </p:spPr>
      </p:sp>
      <p:sp>
        <p:nvSpPr>
          <p:cNvPr id="4" name="Shape 2"/>
          <p:cNvSpPr/>
          <p:nvPr/>
        </p:nvSpPr>
        <p:spPr>
          <a:xfrm>
            <a:off x="2724150" y="5562600"/>
            <a:ext cx="495300" cy="4953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5" name="Connector line-1792620295232-312611614"/>
          <p:cNvSpPr/>
          <p:nvPr/>
        </p:nvSpPr>
        <p:spPr>
          <a:xfrm flipV="1">
            <a:off x="2971800" y="5238750"/>
            <a:ext cx="0" cy="323850"/>
          </a:xfrm>
          <a:prstGeom prst="line">
            <a:avLst/>
          </a:prstGeom>
          <a:noFill/>
          <a:ln w="38100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1104900" y="3429000"/>
            <a:ext cx="37338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7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Ban</a:t>
            </a:r>
            <a:r>
              <a:rPr lang="en-US" sz="2700" dirty="0" spc="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đầu:</a:t>
            </a:r>
            <a:r>
              <a:rPr lang="en-US" sz="27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nơron</a:t>
            </a:r>
            <a:r>
              <a:rPr lang="en-US" sz="270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đáp</a:t>
            </a:r>
            <a:r>
              <a:rPr lang="en-US" sz="2700" dirty="0" spc="3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ứng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270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thưởng đến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6838950" y="5562600"/>
            <a:ext cx="495300" cy="4953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8" name="Connector line-1792620295236-408696631"/>
          <p:cNvSpPr/>
          <p:nvPr/>
        </p:nvSpPr>
        <p:spPr>
          <a:xfrm>
            <a:off x="7086600" y="6057900"/>
            <a:ext cx="0" cy="32385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219700" y="6381750"/>
            <a:ext cx="37338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Học</a:t>
            </a:r>
            <a:r>
              <a:rPr lang="en-US" sz="270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xong:</a:t>
            </a:r>
            <a:r>
              <a:rPr lang="en-US" sz="270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đáp</a:t>
            </a:r>
            <a:r>
              <a:rPr lang="en-US" sz="2700" dirty="0" spc="3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ứng</a:t>
            </a:r>
            <a:r>
              <a:rPr lang="en-US" sz="270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chuyển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sang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dấu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hiệu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báo</a:t>
            </a:r>
            <a:r>
              <a:rPr lang="en-US" sz="270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10953750" y="5562600"/>
            <a:ext cx="495300" cy="4953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1" name="Connector line-1792620295238-796869985"/>
          <p:cNvSpPr/>
          <p:nvPr/>
        </p:nvSpPr>
        <p:spPr>
          <a:xfrm flipV="1">
            <a:off x="11201400" y="5238750"/>
            <a:ext cx="0" cy="323850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9334500" y="3429000"/>
            <a:ext cx="37338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Chuỗi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dài:</a:t>
            </a:r>
            <a:r>
              <a:rPr lang="en-US" sz="2700" dirty="0" spc="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đáp</a:t>
            </a:r>
            <a:r>
              <a:rPr lang="en-US" sz="2700" dirty="0" spc="3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ứng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dời</a:t>
            </a:r>
            <a:r>
              <a:rPr lang="en-US" sz="2700" dirty="0" spc="-2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dấu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hiệu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sớm</a:t>
            </a:r>
            <a:r>
              <a:rPr lang="en-US" sz="27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nhất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15068550" y="5562600"/>
            <a:ext cx="495300" cy="4953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4" name="Connector line-1792620295240-834319494"/>
          <p:cNvSpPr/>
          <p:nvPr/>
        </p:nvSpPr>
        <p:spPr>
          <a:xfrm>
            <a:off x="15316200" y="6057900"/>
            <a:ext cx="0" cy="32385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13449300" y="6381750"/>
            <a:ext cx="37338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Chờ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càng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lâu:</a:t>
            </a:r>
            <a:r>
              <a:rPr lang="en-US" sz="270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đáp</a:t>
            </a:r>
            <a:r>
              <a:rPr lang="en-US" sz="2700" dirty="0" spc="3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ứng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càng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nhỏ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469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15961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37226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58491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79756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01021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22287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43552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64817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843103" y="9549366"/>
            <a:ext cx="141767" cy="1417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7" name="Shape 25"/>
          <p:cNvSpPr/>
          <p:nvPr/>
        </p:nvSpPr>
        <p:spPr>
          <a:xfrm>
            <a:off x="307347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28612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49877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71143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92408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13673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34938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56203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77468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98733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19998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41264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62529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83794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05059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26324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47589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68854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90120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11385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32650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53915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75180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96445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17710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38975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60241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8150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902771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24036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45301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66566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87831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Text 58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10/43</a:t>
            </a:r>
            <a:endParaRPr lang="en-US" sz="1800" dirty="0"/>
          </a:p>
        </p:txBody>
      </p:sp>
      <p:sp>
        <p:nvSpPr>
          <p:cNvPr id="61" name="Shape 5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2" name="Moda image moda-export-watermark-cbd82572-2b2d-46e5-bbe2-ba097be1e4d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Sai</a:t>
            </a: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dự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đoán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dạy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 học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00150" y="3714750"/>
            <a:ext cx="647700" cy="6477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1920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Dự đoán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27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thưởng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kinh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nghiệm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</a:t>
            </a:r>
            <a:endParaRPr lang="en-US" sz="2700" dirty="0"/>
          </a:p>
        </p:txBody>
      </p:sp>
      <p:sp>
        <p:nvSpPr>
          <p:cNvPr id="7" name="Connector line-1792620296280-28396442"/>
          <p:cNvSpPr/>
          <p:nvPr/>
        </p:nvSpPr>
        <p:spPr>
          <a:xfrm>
            <a:off x="4610100" y="5334000"/>
            <a:ext cx="5143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20065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0" y="3714750"/>
            <a:ext cx="647700" cy="6477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550545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So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27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thưởng</a:t>
            </a:r>
            <a:r>
              <a:rPr lang="en-US" sz="27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thật</a:t>
            </a:r>
            <a:r>
              <a:rPr lang="en-US" sz="27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dự</a:t>
            </a:r>
            <a:r>
              <a:rPr lang="en-US" sz="27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đoán</a:t>
            </a:r>
            <a:endParaRPr lang="en-US" sz="2700" dirty="0"/>
          </a:p>
        </p:txBody>
      </p:sp>
      <p:sp>
        <p:nvSpPr>
          <p:cNvPr id="12" name="Connector line-1792620296284-559594743"/>
          <p:cNvSpPr/>
          <p:nvPr/>
        </p:nvSpPr>
        <p:spPr>
          <a:xfrm>
            <a:off x="8886825" y="5334000"/>
            <a:ext cx="5143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477375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763125" y="3714750"/>
            <a:ext cx="647700" cy="6477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Text 13"/>
          <p:cNvSpPr/>
          <p:nvPr/>
        </p:nvSpPr>
        <p:spPr>
          <a:xfrm>
            <a:off x="97631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782175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Có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sai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số: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cập</a:t>
            </a:r>
            <a:r>
              <a:rPr lang="en-US" sz="27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nhật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dự</a:t>
            </a:r>
            <a:r>
              <a:rPr lang="en-US" sz="27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đoán</a:t>
            </a:r>
            <a:r>
              <a:rPr lang="en-US" sz="270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7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</a:t>
            </a:r>
            <a:endParaRPr lang="en-US" sz="2700" dirty="0"/>
          </a:p>
        </p:txBody>
      </p:sp>
      <p:sp>
        <p:nvSpPr>
          <p:cNvPr id="17" name="Connector line-1792620296287-535919997"/>
          <p:cNvSpPr/>
          <p:nvPr/>
        </p:nvSpPr>
        <p:spPr>
          <a:xfrm>
            <a:off x="13163550" y="5334000"/>
            <a:ext cx="5143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375410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039850" y="3714750"/>
            <a:ext cx="647700" cy="6477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20" name="Text 18"/>
          <p:cNvSpPr/>
          <p:nvPr/>
        </p:nvSpPr>
        <p:spPr>
          <a:xfrm>
            <a:off x="140398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405890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sai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số: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</a:t>
            </a:r>
            <a:r>
              <a:rPr lang="en-US" sz="27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nguyên,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7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học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thêm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[S7]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 [S8]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4696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5961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37226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58491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79756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01021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22287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43552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64817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86082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055755" y="9549366"/>
            <a:ext cx="141767" cy="14176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4" name="Shape 32"/>
          <p:cNvSpPr/>
          <p:nvPr/>
        </p:nvSpPr>
        <p:spPr>
          <a:xfrm>
            <a:off x="328612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49877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71143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924081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13673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34938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56203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77468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98733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19998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41264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62529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83794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05059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26324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47589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68854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90120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113851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32650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53915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75180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96445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17710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38975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60241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81506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02771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24036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45301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66566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987831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Text 64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11/43</a:t>
            </a:r>
            <a:endParaRPr lang="en-US" sz="1800" dirty="0"/>
          </a:p>
        </p:txBody>
      </p:sp>
      <p:sp>
        <p:nvSpPr>
          <p:cNvPr id="67" name="Shape 6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8" name="Moda image moda-export-watermark-1b42a1c0-1225-4964-8064-30e4c84bc0b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tiết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dễ</a:t>
            </a: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bỏ</a:t>
            </a:r>
            <a:r>
              <a:rPr lang="en-US" sz="57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sót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4A3A22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Đáp</a:t>
            </a:r>
            <a:r>
              <a:rPr lang="en-US" sz="4200" dirty="0" spc="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42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42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42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 hiệu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nổi</a:t>
            </a:r>
            <a:r>
              <a:rPr lang="en-US" sz="31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315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31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31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chục</a:t>
            </a:r>
            <a:r>
              <a:rPr lang="en-US" sz="31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31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315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trăm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mili</a:t>
            </a:r>
            <a:r>
              <a:rPr lang="en-US" sz="31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giây,</a:t>
            </a:r>
            <a:r>
              <a:rPr lang="en-US" sz="31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31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 hiệu</a:t>
            </a:r>
            <a:r>
              <a:rPr lang="en-US" sz="31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31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1C4236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</a:t>
            </a:r>
            <a:r>
              <a:rPr lang="en-US" sz="42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kia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Ở</a:t>
            </a:r>
            <a:r>
              <a:rPr lang="en-US" sz="31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người,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 hiệu</a:t>
            </a:r>
            <a:r>
              <a:rPr lang="en-US" sz="31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r>
              <a:rPr lang="en-US" sz="31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1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3150" dirty="0" spc="-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thể</a:t>
            </a:r>
            <a:r>
              <a:rPr lang="en-US" sz="31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vân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 là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31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Schultz:</a:t>
            </a:r>
            <a:r>
              <a:rPr lang="en-US" sz="28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fMRI</a:t>
            </a:r>
            <a:r>
              <a:rPr lang="en-US" sz="28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phản</a:t>
            </a:r>
            <a:r>
              <a:rPr lang="en-US" sz="28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ánh</a:t>
            </a:r>
            <a:r>
              <a:rPr lang="en-US" sz="285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tổng</a:t>
            </a:r>
            <a:r>
              <a:rPr lang="en-US" sz="2850" dirty="0" spc="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điện</a:t>
            </a:r>
            <a:r>
              <a:rPr lang="en-US" sz="28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thế</a:t>
            </a:r>
            <a:r>
              <a:rPr lang="en-US" sz="28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85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nơron</a:t>
            </a:r>
            <a:r>
              <a:rPr lang="en-US" sz="28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</a:t>
            </a:r>
            <a:r>
              <a:rPr lang="en-US" sz="28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dopamine,</a:t>
            </a:r>
            <a:r>
              <a:rPr lang="en-US" sz="28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8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8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thân</a:t>
            </a:r>
            <a:r>
              <a:rPr lang="en-US" sz="28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tế</a:t>
            </a:r>
            <a:r>
              <a:rPr lang="en-US" sz="28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bào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 [S12]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69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5961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37226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58491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79756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01021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22287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43552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64817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86082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07347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268406" y="9549366"/>
            <a:ext cx="141767" cy="1417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6" name="Shape 24"/>
          <p:cNvSpPr/>
          <p:nvPr/>
        </p:nvSpPr>
        <p:spPr>
          <a:xfrm>
            <a:off x="349877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71143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92408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13673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34938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56203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77468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98733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19998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41264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62529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83794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05059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26324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47589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68854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90120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11385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32650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53915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75180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96445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17710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38975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60241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8150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902771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924036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945301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966566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87831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Text 55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12/43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9" name="Moda image moda-export-watermark-ee553e95-fc49-4569-b761-0b23572eb52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Khi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chất</a:t>
            </a:r>
            <a:r>
              <a:rPr lang="en-US" sz="57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gây</a:t>
            </a: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nghiện chen</a:t>
            </a:r>
            <a:r>
              <a:rPr lang="en-US" sz="57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ngang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9527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4" name="Text 2"/>
          <p:cNvSpPr/>
          <p:nvPr/>
        </p:nvSpPr>
        <p:spPr>
          <a:xfrm>
            <a:off x="1485900" y="28575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Theo</a:t>
            </a:r>
            <a:r>
              <a:rPr lang="en-US" sz="6900" dirty="0" spc="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Schultz,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thuốc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</a:t>
            </a:r>
            <a:r>
              <a:rPr lang="en-US" sz="6900" dirty="0" spc="-8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dự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đoán,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nên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giống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sai</a:t>
            </a:r>
            <a:r>
              <a:rPr lang="en-US" sz="69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900" dirty="0" spc="-7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dương</a:t>
            </a:r>
            <a:r>
              <a:rPr lang="en-US" sz="6900" dirty="0" spc="-39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kéo</a:t>
            </a:r>
            <a:r>
              <a:rPr lang="en-US" sz="69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dài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1485900" y="7429500"/>
            <a:ext cx="15811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Cocaine,</a:t>
            </a:r>
            <a:r>
              <a:rPr lang="en-US" sz="27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amphetamine,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nicotine,</a:t>
            </a:r>
            <a:r>
              <a:rPr lang="en-US" sz="27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rượu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</a:t>
            </a:r>
            <a:r>
              <a:rPr lang="en-US" sz="27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70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7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dopamine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4696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5961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37226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58491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79756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01021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22287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43552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64817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286082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07347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28612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481057" y="9549366"/>
            <a:ext cx="141767" cy="14176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371143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924081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13673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34938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456203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477468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98733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9998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541264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562529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583794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605059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626324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647589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668854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90120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7113851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32650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753915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775180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796445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817710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838975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860241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881506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902771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924036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945301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966566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987831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13/43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2" name="Moda image moda-export-watermark-96a27fb6-5b4c-45a5-904d-5b94a8b04c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57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5700" dirty="0" spc="-5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thưởng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Thích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(liking)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550" dirty="0" spc="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cốt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</a:t>
            </a:r>
            <a:r>
              <a:rPr lang="en-US" sz="25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khoái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cảm,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nổi</a:t>
            </a:r>
            <a:r>
              <a:rPr lang="en-US" sz="2550" dirty="0" spc="-2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trội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5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thụ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151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65151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0" name="Text 8"/>
          <p:cNvSpPr/>
          <p:nvPr/>
        </p:nvSpPr>
        <p:spPr>
          <a:xfrm>
            <a:off x="68961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68961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Muốn</a:t>
            </a:r>
            <a:r>
              <a:rPr lang="en-US" sz="27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(wanting)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8961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sức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hút</a:t>
            </a:r>
            <a:r>
              <a:rPr lang="en-US" sz="255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(incentive</a:t>
            </a:r>
            <a:r>
              <a:rPr lang="en-US" sz="25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salience),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thúc</a:t>
            </a:r>
            <a:r>
              <a:rPr lang="en-US" sz="25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550" dirty="0" spc="3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5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21158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1158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5" name="Text 13"/>
          <p:cNvSpPr/>
          <p:nvPr/>
        </p:nvSpPr>
        <p:spPr>
          <a:xfrm>
            <a:off x="124968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124968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Học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(learning)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24968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 hệ</a:t>
            </a:r>
            <a:r>
              <a:rPr lang="en-US" sz="25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25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được,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diễn</a:t>
            </a:r>
            <a:r>
              <a:rPr lang="en-US" sz="2550" dirty="0" spc="-3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suốt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</a:t>
            </a:r>
            <a:r>
              <a:rPr lang="en-US" sz="255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[S11]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469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5961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37226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58491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79756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01021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22287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43552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64817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86082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07347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28612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49877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693709" y="9549366"/>
            <a:ext cx="141767" cy="1417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3" name="Shape 31"/>
          <p:cNvSpPr/>
          <p:nvPr/>
        </p:nvSpPr>
        <p:spPr>
          <a:xfrm>
            <a:off x="392408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13673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34938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56203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77468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98733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19998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41264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62529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83794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05059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26324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47589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68854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90120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11385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32650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53915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75180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96445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17710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38975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60241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8150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02771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24036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45301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66566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87831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Text 60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14/43</a:t>
            </a:r>
            <a:endParaRPr lang="en-US" sz="1800" dirty="0"/>
          </a:p>
        </p:txBody>
      </p:sp>
      <p:sp>
        <p:nvSpPr>
          <p:cNvPr id="63" name="Shape 6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4" name="Moda image moda-export-watermark-43fc849c-9c06-452e-a194-b601fd0b6e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Thí</a:t>
            </a: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nghiệm then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chốt:</a:t>
            </a:r>
            <a:r>
              <a:rPr lang="en-US" sz="57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bỏ dopamine,</a:t>
            </a:r>
            <a:r>
              <a:rPr lang="en-US" sz="5700" dirty="0" spc="-4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thích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Berridge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Robinson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thần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kinh</a:t>
            </a:r>
            <a:r>
              <a:rPr lang="en-US" sz="28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6-hydroxydopamine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dopamine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accumbens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vân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chuột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99%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[S10]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Chuột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850" dirty="0" spc="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thích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ghét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quinine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(chất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đắng)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thường,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khoái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mới,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khoái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benzodiazepine,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thuốc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[S10]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2850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dopamine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 cho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gán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2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sức</a:t>
            </a:r>
            <a:r>
              <a:rPr lang="en-US" sz="285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hút động</a:t>
            </a:r>
            <a:r>
              <a:rPr lang="en-US" sz="285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(incentive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salience),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tức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muốn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[S10]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1950" dirty="0" spc="-4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giảm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dopamine tới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99%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chuột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37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Kết</a:t>
            </a:r>
            <a:r>
              <a:rPr lang="en-US" sz="1950" dirty="0" spc="0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quả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phản</a:t>
            </a:r>
            <a:r>
              <a:rPr lang="en-US" sz="2400" dirty="0" spc="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ứng</a:t>
            </a:r>
            <a:r>
              <a:rPr lang="en-US" sz="24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</a:t>
            </a:r>
            <a:r>
              <a:rPr lang="en-US" sz="2400" dirty="0" spc="-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4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ghét</a:t>
            </a:r>
            <a:r>
              <a:rPr lang="en-US" sz="24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vẫn</a:t>
            </a:r>
            <a:r>
              <a:rPr lang="en-US" sz="24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bình</a:t>
            </a:r>
            <a:r>
              <a:rPr lang="en-US" sz="24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thường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3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kết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quả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chuột,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4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quan</a:t>
            </a:r>
            <a:r>
              <a:rPr lang="en-US" sz="240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điểm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696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5961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7226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58491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79756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01021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22287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43552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64817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86082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07347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28612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49877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71143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906360" y="9549366"/>
            <a:ext cx="141767" cy="14176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3" name="Shape 31"/>
          <p:cNvSpPr/>
          <p:nvPr/>
        </p:nvSpPr>
        <p:spPr>
          <a:xfrm>
            <a:off x="413673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34938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56203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77468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98733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19998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41264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62529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83794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05059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26324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47589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68854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90120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113851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32650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53915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75180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96445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17710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38975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60241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81506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02771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24036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45301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66566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87831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Text 59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15/43</a:t>
            </a:r>
            <a:endParaRPr lang="en-US" sz="1800" dirty="0"/>
          </a:p>
        </p:txBody>
      </p:sp>
      <p:sp>
        <p:nvSpPr>
          <p:cNvPr id="62" name="Shape 6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3" name="Moda image moda-export-watermark-2aa53a50-f40f-4115-9d00-4172d09f9b6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Muốn</a:t>
            </a:r>
            <a:r>
              <a:rPr lang="en-US" sz="57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thích dùng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mạch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4A3A22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Muốn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31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lớn,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31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tán;</a:t>
            </a:r>
            <a:r>
              <a:rPr lang="en-US" sz="31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1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chuột,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dopamine</a:t>
            </a:r>
            <a:r>
              <a:rPr lang="en-US" sz="31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3150" dirty="0" spc="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nóng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accumbens</a:t>
            </a:r>
            <a:r>
              <a:rPr lang="en-US" sz="31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muốn ăn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1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31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ngọt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1C4236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Thích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1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3150" dirty="0" spc="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31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nóng</a:t>
            </a:r>
            <a:r>
              <a:rPr lang="en-US" sz="31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khoái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r>
              <a:rPr lang="en-US" sz="31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viền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Bản</a:t>
            </a:r>
            <a:r>
              <a:rPr lang="en-US" sz="2850" dirty="0" spc="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</a:t>
            </a:r>
            <a:r>
              <a:rPr lang="en-US" sz="2850" dirty="0" spc="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điểm</a:t>
            </a:r>
            <a:r>
              <a:rPr lang="en-US" sz="285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nóng</a:t>
            </a:r>
            <a:r>
              <a:rPr lang="en-US" sz="285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8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mạch</a:t>
            </a:r>
            <a:r>
              <a:rPr lang="en-US" sz="28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thích:</a:t>
            </a:r>
            <a:r>
              <a:rPr lang="en-US" sz="2850" dirty="0" spc="-2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xem</a:t>
            </a:r>
            <a:r>
              <a:rPr lang="en-US" sz="2850" dirty="0" spc="-3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L09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[S11]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69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5961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37226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58491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79756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01021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22287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43552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64817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86082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07347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28612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49877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71143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92408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119011" y="9549366"/>
            <a:ext cx="141767" cy="1417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0" name="Shape 28"/>
          <p:cNvSpPr/>
          <p:nvPr/>
        </p:nvSpPr>
        <p:spPr>
          <a:xfrm>
            <a:off x="434938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56203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77468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98733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19998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41264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62529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83794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05059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26324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47589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68854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90120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11385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32650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53915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75180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96445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17710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38975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60241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8150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902771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924036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945301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966566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87831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Text 55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16/43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9" name="Moda image moda-export-watermark-8fb1baee-8769-4bd9-a95e-1602c455d25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Tranh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luận: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dopamine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57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5700" dirty="0"/>
          </a:p>
        </p:txBody>
      </p:sp>
      <p:sp>
        <p:nvSpPr>
          <p:cNvPr id="3" name="Connector line-1792620339767-148298632"/>
          <p:cNvSpPr/>
          <p:nvPr/>
        </p:nvSpPr>
        <p:spPr>
          <a:xfrm flipH="1" flipV="1">
            <a:off x="3619500" y="3810000"/>
            <a:ext cx="5524500" cy="180975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4" name="Connector line-1792620339768-413847944"/>
          <p:cNvSpPr/>
          <p:nvPr/>
        </p:nvSpPr>
        <p:spPr>
          <a:xfrm flipV="1">
            <a:off x="9144000" y="3810000"/>
            <a:ext cx="5524500" cy="180975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5" name="Connector line-1792620339768-675141200"/>
          <p:cNvSpPr/>
          <p:nvPr/>
        </p:nvSpPr>
        <p:spPr>
          <a:xfrm>
            <a:off x="9144000" y="5619750"/>
            <a:ext cx="0" cy="247650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6953250" y="4191000"/>
            <a:ext cx="4381500" cy="2857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7" name="Text 5"/>
          <p:cNvSpPr/>
          <p:nvPr/>
        </p:nvSpPr>
        <p:spPr>
          <a:xfrm>
            <a:off x="7239000" y="4476750"/>
            <a:ext cx="3810000" cy="2286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ctr"/>
          <a:lstStyle/>
          <a:p>
            <a:pPr algn="ctr" indent="0" marL="0">
              <a:lnSpc>
                <a:spcPts val="3630"/>
              </a:lnSpc>
              <a:buNone/>
            </a:pP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Dopamine</a:t>
            </a:r>
            <a:r>
              <a:rPr lang="en-US" sz="3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33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1047750" y="304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47625">
            <a:solidFill>
              <a:srgbClr val="B4530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33500" y="304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Khoái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cảm: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Wise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1980, chính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Wise</a:t>
            </a: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rút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096750" y="304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47625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82500" y="304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dạy: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Schultz</a:t>
            </a: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1997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6572250" y="733425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47625">
            <a:solidFill>
              <a:srgbClr val="E847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0" y="733425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Sức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hút (muốn):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Berridge</a:t>
            </a:r>
            <a:r>
              <a:rPr lang="en-US" sz="25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Robinson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1998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[S11]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[S7]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4696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5961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37226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58491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79756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01021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22287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43552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64817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86082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07347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28612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49877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71143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924081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13673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331663" y="9549366"/>
            <a:ext cx="141767" cy="14176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2" name="Shape 30"/>
          <p:cNvSpPr/>
          <p:nvPr/>
        </p:nvSpPr>
        <p:spPr>
          <a:xfrm>
            <a:off x="456203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77468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98733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19998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41264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62529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83794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05059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26324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47589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68854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90120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113851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32650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53915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75180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96445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17710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38975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60241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81506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902771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924036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945301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66566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87831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Text 56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17/43</a:t>
            </a:r>
            <a:endParaRPr lang="en-US" sz="1800" dirty="0"/>
          </a:p>
        </p:txBody>
      </p:sp>
      <p:sp>
        <p:nvSpPr>
          <p:cNvPr id="59" name="Shape 5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0" name="Moda image moda-export-watermark-3a1c0229-8a9a-4536-ae21-80aa606f569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Muốn mà không thích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6670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8700" dirty="0"/>
          </a:p>
        </p:txBody>
      </p:sp>
      <p:sp>
        <p:nvSpPr>
          <p:cNvPr id="4" name="Shape 2"/>
          <p:cNvSpPr/>
          <p:nvPr/>
        </p:nvSpPr>
        <p:spPr>
          <a:xfrm>
            <a:off x="2724150" y="27622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3105150" y="27622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Người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nghiện</a:t>
            </a:r>
            <a:r>
              <a:rPr lang="en-US" sz="300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thường</a:t>
            </a:r>
            <a:r>
              <a:rPr lang="en-US" sz="300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vẫn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thèm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ma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túy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</a:t>
            </a:r>
            <a:r>
              <a:rPr lang="en-US" sz="30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biết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liều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sẵn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00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đem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khoái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cảm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[S1]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421005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8700" dirty="0"/>
          </a:p>
        </p:txBody>
      </p:sp>
      <p:sp>
        <p:nvSpPr>
          <p:cNvPr id="7" name="Shape 5"/>
          <p:cNvSpPr/>
          <p:nvPr/>
        </p:nvSpPr>
        <p:spPr>
          <a:xfrm>
            <a:off x="2724150" y="430530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430530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Giả</a:t>
            </a:r>
            <a:r>
              <a:rPr lang="en-US" sz="300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thuyết</a:t>
            </a:r>
            <a:r>
              <a:rPr lang="en-US" sz="30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nhạy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cảm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hóa: dùng</a:t>
            </a: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lặp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30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phóng</a:t>
            </a:r>
            <a:r>
              <a:rPr lang="en-US" sz="3000" dirty="0" spc="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đại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muốn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do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dấu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hiệu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gợi</a:t>
            </a:r>
            <a:r>
              <a:rPr lang="en-US" sz="3000" dirty="0" spc="-2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</a:t>
            </a: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[S11]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57531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8700" dirty="0"/>
          </a:p>
        </p:txBody>
      </p:sp>
      <p:sp>
        <p:nvSpPr>
          <p:cNvPr id="10" name="Shape 8"/>
          <p:cNvSpPr/>
          <p:nvPr/>
        </p:nvSpPr>
        <p:spPr>
          <a:xfrm>
            <a:off x="2724150" y="58483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3105150" y="58483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Ví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dụ</a:t>
            </a:r>
            <a:r>
              <a:rPr lang="en-US" sz="3000" dirty="0" spc="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đời</a:t>
            </a:r>
            <a:r>
              <a:rPr lang="en-US" sz="300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thường</a:t>
            </a:r>
            <a:r>
              <a:rPr lang="en-US" sz="3000" dirty="0" spc="-2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muốn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mà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thích:</a:t>
            </a:r>
            <a:r>
              <a:rPr lang="en-US" sz="3000" dirty="0" spc="-2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xem</a:t>
            </a:r>
            <a:r>
              <a:rPr lang="en-US" sz="3000" dirty="0" spc="-4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L00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 [S11]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469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5961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37226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58491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9756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01021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22287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43552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64817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86082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07347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28612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49877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71143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92408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13673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34938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544314" y="9549366"/>
            <a:ext cx="141767" cy="1417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1" name="Shape 29"/>
          <p:cNvSpPr/>
          <p:nvPr/>
        </p:nvSpPr>
        <p:spPr>
          <a:xfrm>
            <a:off x="477468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98733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19998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41264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62529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83794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05059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26324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47589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68854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90120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11385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32650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53915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75180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96445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17710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38975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60241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8150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902771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924036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945301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966566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987831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Text 54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18/43</a:t>
            </a:r>
            <a:endParaRPr lang="en-US" sz="1800" dirty="0"/>
          </a:p>
        </p:txBody>
      </p:sp>
      <p:sp>
        <p:nvSpPr>
          <p:cNvPr id="57" name="Shape 5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8" name="Moda image moda-export-watermark-12edb1c6-a3b8-472d-a55e-3ae5e7312df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 cách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chú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 thông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Chú</a:t>
            </a:r>
            <a:r>
              <a:rPr lang="en-US" sz="2850" b="1" dirty="0" spc="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(attention):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Anderson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 mở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8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 của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giác quan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[S14]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 mô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 kích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thích: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nguyện,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2850" b="1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, như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chìa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xe;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nguyện,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1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</a:t>
            </a:r>
            <a:r>
              <a:rPr lang="en-US" sz="285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nổi</a:t>
            </a:r>
            <a:r>
              <a:rPr lang="en-US" sz="2850" b="1" dirty="0" spc="-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vật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8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850" dirty="0" spc="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đi,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quay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tiếng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đột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ngột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[S14]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Corbetta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Shulman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8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8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rằng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8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dựa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[S13]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Theo</a:t>
            </a:r>
            <a:r>
              <a:rPr lang="en-US" sz="1950" dirty="0" spc="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mục</a:t>
            </a:r>
            <a:r>
              <a:rPr lang="en-US" sz="1950" dirty="0" spc="-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tiêu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tìm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chìa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240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xe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Theo</a:t>
            </a:r>
            <a:r>
              <a:rPr lang="en-US" sz="1950" dirty="0" spc="-2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kích</a:t>
            </a:r>
            <a:r>
              <a:rPr lang="en-US" sz="1950" dirty="0" spc="-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thích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quay</a:t>
            </a:r>
            <a:r>
              <a:rPr lang="en-US" sz="240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tiếng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 đột</a:t>
            </a:r>
            <a:r>
              <a:rPr lang="en-US" sz="24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ngột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chú ý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hoàn</a:t>
            </a:r>
            <a:r>
              <a:rPr lang="en-US" sz="24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toàn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do ý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chí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[S14] [S13]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696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5961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7226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58491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79756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01021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22287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43552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64817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86082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07347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28612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49877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71143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924081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13673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34938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56203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756965" y="9549366"/>
            <a:ext cx="141767" cy="14176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7" name="Shape 35"/>
          <p:cNvSpPr/>
          <p:nvPr/>
        </p:nvSpPr>
        <p:spPr>
          <a:xfrm>
            <a:off x="498733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19998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41264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62529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83794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05059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26324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47589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68854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90120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113851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32650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53915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75180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96445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17710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38975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60241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81506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02771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24036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45301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66566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87831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Text 59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19/43</a:t>
            </a:r>
            <a:endParaRPr lang="en-US" sz="1800" dirty="0"/>
          </a:p>
        </p:txBody>
      </p:sp>
      <p:sp>
        <p:nvSpPr>
          <p:cNvPr id="62" name="Shape 6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3" name="Moda image moda-export-watermark-f7e523d2-27dd-46d9-b742-1831cb889f0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Hệ</a:t>
            </a:r>
            <a:r>
              <a:rPr lang="en-US" sz="57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lưng</a:t>
            </a:r>
            <a:r>
              <a:rPr lang="en-US" sz="57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57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bụng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4A3A22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5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Hệ</a:t>
            </a:r>
            <a:r>
              <a:rPr lang="en-US" sz="405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lưng</a:t>
            </a:r>
            <a:r>
              <a:rPr lang="en-US" sz="4050" dirty="0" spc="-2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(theo</a:t>
            </a:r>
            <a:r>
              <a:rPr lang="en-US" sz="405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mục</a:t>
            </a:r>
            <a:r>
              <a:rPr lang="en-US" sz="4050" dirty="0" spc="-1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tiêu)</a:t>
            </a:r>
            <a:endParaRPr lang="en-US" sz="405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vỏ</a:t>
            </a:r>
            <a:r>
              <a:rPr lang="en-US" sz="315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đỉnh</a:t>
            </a:r>
            <a:r>
              <a:rPr lang="en-US" sz="31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31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rãnh</a:t>
            </a:r>
            <a:r>
              <a:rPr lang="en-US" sz="31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1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vỏ</a:t>
            </a:r>
            <a:r>
              <a:rPr lang="en-US" sz="31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</a:t>
            </a:r>
            <a:r>
              <a:rPr lang="en-US" sz="31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trên;</a:t>
            </a:r>
            <a:r>
              <a:rPr lang="en-US" sz="31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31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3150" dirty="0" spc="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31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1C4236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Hệ</a:t>
            </a:r>
            <a:r>
              <a:rPr lang="en-US" sz="375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bụng</a:t>
            </a:r>
            <a:r>
              <a:rPr lang="en-US" sz="3750" dirty="0" spc="-2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(theo</a:t>
            </a:r>
            <a:r>
              <a:rPr lang="en-US" sz="375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kích</a:t>
            </a:r>
            <a:r>
              <a:rPr lang="en-US" sz="3750" dirty="0" spc="-1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thích)</a:t>
            </a:r>
            <a:endParaRPr lang="en-US" sz="375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vỏ</a:t>
            </a:r>
            <a:r>
              <a:rPr lang="en-US" sz="31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31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dương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–</a:t>
            </a:r>
            <a:r>
              <a:rPr lang="en-US" sz="315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đỉnh</a:t>
            </a:r>
            <a:r>
              <a:rPr lang="en-US" sz="31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1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vỏ</a:t>
            </a:r>
            <a:r>
              <a:rPr lang="en-US" sz="31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</a:t>
            </a:r>
            <a:r>
              <a:rPr lang="en-US" sz="31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dưới,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nghiêng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phải;</a:t>
            </a:r>
            <a:r>
              <a:rPr lang="en-US" sz="31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315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nổi</a:t>
            </a:r>
            <a:r>
              <a:rPr lang="en-US" sz="31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bật,</a:t>
            </a:r>
            <a:r>
              <a:rPr lang="en-US" sz="31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31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ngờ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Lưng</a:t>
            </a:r>
            <a:r>
              <a:rPr lang="en-US" sz="285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8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bụng</a:t>
            </a:r>
            <a:r>
              <a:rPr lang="en-US" sz="28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85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hướng</a:t>
            </a:r>
            <a:r>
              <a:rPr lang="en-US" sz="285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28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não:</a:t>
            </a:r>
            <a:r>
              <a:rPr lang="en-US" sz="28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phía</a:t>
            </a:r>
            <a:r>
              <a:rPr lang="en-US" sz="2850" dirty="0" spc="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đỉnh</a:t>
            </a:r>
            <a:r>
              <a:rPr lang="en-US" sz="2850" dirty="0" spc="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</a:t>
            </a:r>
            <a:r>
              <a:rPr lang="en-US" sz="285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8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phía</a:t>
            </a:r>
            <a:r>
              <a:rPr lang="en-US" sz="28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nền</a:t>
            </a:r>
            <a:r>
              <a:rPr lang="en-US" sz="28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r>
              <a:rPr lang="en-US" sz="285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(xem</a:t>
            </a:r>
            <a:r>
              <a:rPr lang="en-US" sz="2850" dirty="0" spc="-3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L01)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[S13]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69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5961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37226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58491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79756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01021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22287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43552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64817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86082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07347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28612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49877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71143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92408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13673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34938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56203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77468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969617" y="9549366"/>
            <a:ext cx="141767" cy="1417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4" name="Shape 32"/>
          <p:cNvSpPr/>
          <p:nvPr/>
        </p:nvSpPr>
        <p:spPr>
          <a:xfrm>
            <a:off x="519998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41264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62529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83794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05059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26324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47589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68854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90120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11385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32650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53915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75180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96445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17710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38975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60241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8150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902771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924036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945301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966566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87831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Text 55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20/43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9" name="Moda image moda-export-watermark-a93ca8b2-9023-4042-9e4b-d18fb989940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Thẻ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</a:t>
            </a:r>
            <a:r>
              <a:rPr lang="en-US" sz="5700" dirty="0" spc="-5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sơ: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 chú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2100" dirty="0" spc="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5400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Lưng:</a:t>
            </a:r>
            <a:r>
              <a:rPr lang="en-US" sz="2550" dirty="0" spc="-1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vỏ</a:t>
            </a:r>
            <a:r>
              <a:rPr lang="en-US" sz="2550" dirty="0" spc="17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đỉnh</a:t>
            </a:r>
            <a:r>
              <a:rPr lang="en-US" sz="2550" dirty="0" spc="-1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trong rãnh,</a:t>
            </a:r>
            <a:r>
              <a:rPr lang="en-US" sz="2550" dirty="0" spc="-1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vỏ</a:t>
            </a:r>
            <a:r>
              <a:rPr lang="en-US" sz="2550" dirty="0" spc="-1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trán</a:t>
            </a:r>
            <a:r>
              <a:rPr lang="en-US" sz="2550" dirty="0" spc="-17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trên.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Bụng:</a:t>
            </a:r>
            <a:r>
              <a:rPr lang="en-US" sz="2550" dirty="0" spc="-1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vỏ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thái</a:t>
            </a:r>
            <a:r>
              <a:rPr lang="en-US" sz="2550" dirty="0" spc="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dương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–</a:t>
            </a:r>
            <a:r>
              <a:rPr lang="en-US" sz="2550" dirty="0" spc="1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đỉnh,</a:t>
            </a:r>
            <a:r>
              <a:rPr lang="en-US" sz="2550" dirty="0" spc="-1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vỏ</a:t>
            </a:r>
            <a:r>
              <a:rPr lang="en-US" sz="2550" dirty="0" spc="-1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trán</a:t>
            </a:r>
            <a:r>
              <a:rPr lang="en-US" sz="2550" dirty="0" spc="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dưới</a:t>
            </a:r>
            <a:r>
              <a:rPr lang="en-US" sz="255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[S13]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48652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648652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9" name="Text 7"/>
          <p:cNvSpPr/>
          <p:nvPr/>
        </p:nvSpPr>
        <p:spPr>
          <a:xfrm>
            <a:off x="686752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210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86752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Lưng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chọn theo</a:t>
            </a:r>
            <a:r>
              <a:rPr lang="en-US" sz="2550" dirty="0" spc="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mục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tiêu;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bụng</a:t>
            </a:r>
            <a:r>
              <a:rPr lang="en-US" sz="2550" dirty="0" spc="-1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phát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hiện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kích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thích nổi</a:t>
            </a:r>
            <a:r>
              <a:rPr lang="en-US" sz="2550" dirty="0" spc="-1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bật,</a:t>
            </a:r>
            <a:r>
              <a:rPr lang="en-US" sz="2550" dirty="0" spc="-1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bất</a:t>
            </a:r>
            <a:r>
              <a:rPr lang="en-US" sz="2550" dirty="0" spc="-1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ngờ</a:t>
            </a:r>
            <a:r>
              <a:rPr lang="en-US" sz="255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[S13]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06817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6817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3" name="Text 11"/>
          <p:cNvSpPr/>
          <p:nvPr/>
        </p:nvSpPr>
        <p:spPr>
          <a:xfrm>
            <a:off x="1244917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3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Kết</a:t>
            </a:r>
            <a:r>
              <a:rPr lang="en-US" sz="2100" dirty="0" spc="-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nối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44917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Bụng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là cầu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dao của</a:t>
            </a:r>
            <a:r>
              <a:rPr lang="en-US" sz="2550" dirty="0" spc="1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lưng;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hai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hệ</a:t>
            </a:r>
            <a:r>
              <a:rPr lang="en-US" sz="2550" dirty="0" spc="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tương</a:t>
            </a:r>
            <a:r>
              <a:rPr lang="en-US" sz="2550" dirty="0" spc="-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tác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khi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nhìn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bình</a:t>
            </a:r>
            <a:r>
              <a:rPr lang="en-US" sz="2550" dirty="0" spc="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thường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[S13]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14400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Bằng</a:t>
            </a:r>
            <a:r>
              <a:rPr lang="en-US" sz="2100" dirty="0" spc="1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chứng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95400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1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Corbetta</a:t>
            </a:r>
            <a:r>
              <a:rPr lang="en-US" sz="2550" dirty="0" spc="-2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và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Shulman</a:t>
            </a:r>
            <a:r>
              <a:rPr lang="en-US" sz="2550" dirty="0" spc="-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tổng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hợp</a:t>
            </a:r>
            <a:r>
              <a:rPr lang="en-US" sz="25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bằng</a:t>
            </a:r>
            <a:r>
              <a:rPr lang="en-US" sz="2550" dirty="0" spc="17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chứng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từ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nhiều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nghiên</a:t>
            </a:r>
            <a:r>
              <a:rPr lang="en-US" sz="2550" dirty="0" spc="2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cứu</a:t>
            </a:r>
            <a:r>
              <a:rPr lang="en-US" sz="2550" dirty="0" spc="-2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về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hai mạng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[S13]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6486525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20" name="Shape 18"/>
          <p:cNvSpPr/>
          <p:nvPr/>
        </p:nvSpPr>
        <p:spPr>
          <a:xfrm>
            <a:off x="6486525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1" name="Text 19"/>
          <p:cNvSpPr/>
          <p:nvPr/>
        </p:nvSpPr>
        <p:spPr>
          <a:xfrm>
            <a:off x="6867525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Khi</a:t>
            </a:r>
            <a:r>
              <a:rPr lang="en-US" sz="2100" dirty="0" spc="-9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rối</a:t>
            </a:r>
            <a:r>
              <a:rPr lang="en-US" sz="2100" dirty="0" spc="-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loạn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6867525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Cả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hai</a:t>
            </a:r>
            <a:r>
              <a:rPr lang="en-US" sz="25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hệ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cùng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bị</a:t>
            </a:r>
            <a:r>
              <a:rPr lang="en-US" sz="2550" dirty="0" spc="-1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rối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loạn</a:t>
            </a:r>
            <a:r>
              <a:rPr lang="en-US" sz="2550" dirty="0" spc="-1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trong</a:t>
            </a:r>
            <a:r>
              <a:rPr lang="en-US" sz="2550" dirty="0" spc="1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chứng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lãng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quên</a:t>
            </a:r>
            <a:r>
              <a:rPr lang="en-US" sz="2550" dirty="0" spc="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nửa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không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gian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[S13]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12068175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24" name="Shape 22"/>
          <p:cNvSpPr/>
          <p:nvPr/>
        </p:nvSpPr>
        <p:spPr>
          <a:xfrm>
            <a:off x="12068175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5" name="Text 23"/>
          <p:cNvSpPr/>
          <p:nvPr/>
        </p:nvSpPr>
        <p:spPr>
          <a:xfrm>
            <a:off x="12449175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2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210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2100" dirty="0" spc="-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2449175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Hệ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bụng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không phải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thứ</a:t>
            </a:r>
            <a:r>
              <a:rPr lang="en-US" sz="2550" dirty="0" spc="-2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xấu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cần</a:t>
            </a:r>
            <a:r>
              <a:rPr lang="en-US" sz="2550" dirty="0" spc="-1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tắt;</a:t>
            </a:r>
            <a:r>
              <a:rPr lang="en-US" sz="2550" dirty="0" spc="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chưa</a:t>
            </a:r>
            <a:r>
              <a:rPr lang="en-US" sz="2550" dirty="0" spc="-2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rõ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có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trùng mạng</a:t>
            </a:r>
            <a:r>
              <a:rPr lang="en-US" sz="255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ở</a:t>
            </a:r>
            <a:r>
              <a:rPr lang="en-US" sz="2550" dirty="0" spc="-4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L04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[S13]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[S13]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469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5961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37226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58491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79756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01021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22287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43552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64817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286082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07347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28612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49877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71143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392408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13673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34938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56203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477468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498733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182268" y="9549366"/>
            <a:ext cx="141767" cy="1417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9" name="Shape 47"/>
          <p:cNvSpPr/>
          <p:nvPr/>
        </p:nvSpPr>
        <p:spPr>
          <a:xfrm>
            <a:off x="541264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62529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583794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05059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26324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47589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668854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690120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11385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32650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53915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75180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96445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17710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38975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60241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8150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902771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924036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45301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966566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87831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1" name="Text 69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21/43</a:t>
            </a:r>
            <a:endParaRPr lang="en-US" sz="1800" dirty="0"/>
          </a:p>
        </p:txBody>
      </p:sp>
      <p:sp>
        <p:nvSpPr>
          <p:cNvPr id="72" name="Shape 7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3" name="Moda image moda-export-watermark-4ec931d0-8cd0-47ed-af7b-2469da71306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Hệ</a:t>
            </a:r>
            <a:r>
              <a:rPr lang="en-US" sz="57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bụng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dao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57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lưng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00150" y="3714750"/>
            <a:ext cx="647700" cy="6477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1920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Hệ</a:t>
            </a:r>
            <a:r>
              <a:rPr lang="en-US" sz="2700" dirty="0" spc="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lưng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chú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ý</a:t>
            </a:r>
            <a:r>
              <a:rPr lang="en-US" sz="27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mục tiêu</a:t>
            </a:r>
            <a:endParaRPr lang="en-US" sz="2700" dirty="0"/>
          </a:p>
        </p:txBody>
      </p:sp>
      <p:sp>
        <p:nvSpPr>
          <p:cNvPr id="7" name="Connector line-1792620400617-585331190"/>
          <p:cNvSpPr/>
          <p:nvPr/>
        </p:nvSpPr>
        <p:spPr>
          <a:xfrm>
            <a:off x="4610100" y="5334000"/>
            <a:ext cx="5143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20065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0" y="3714750"/>
            <a:ext cx="647700" cy="6477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550545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Một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kích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nổi</a:t>
            </a:r>
            <a:r>
              <a:rPr lang="en-US" sz="27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bật,</a:t>
            </a:r>
            <a:r>
              <a:rPr lang="en-US" sz="27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bất</a:t>
            </a:r>
            <a:r>
              <a:rPr lang="en-US" sz="27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ngờ</a:t>
            </a:r>
            <a:r>
              <a:rPr lang="en-US" sz="27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xuất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hiện</a:t>
            </a:r>
            <a:endParaRPr lang="en-US" sz="2700" dirty="0"/>
          </a:p>
        </p:txBody>
      </p:sp>
      <p:sp>
        <p:nvSpPr>
          <p:cNvPr id="12" name="Connector line-1792620400619-274340280"/>
          <p:cNvSpPr/>
          <p:nvPr/>
        </p:nvSpPr>
        <p:spPr>
          <a:xfrm>
            <a:off x="8886825" y="5334000"/>
            <a:ext cx="5143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477375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763125" y="3714750"/>
            <a:ext cx="647700" cy="6477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Text 13"/>
          <p:cNvSpPr/>
          <p:nvPr/>
        </p:nvSpPr>
        <p:spPr>
          <a:xfrm>
            <a:off x="97631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782175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Hệ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bụng</a:t>
            </a:r>
            <a:r>
              <a:rPr lang="en-US" sz="27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ngắt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mạch,</a:t>
            </a:r>
            <a:r>
              <a:rPr lang="en-US" sz="27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chuyển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chú ý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sang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sự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kiện</a:t>
            </a:r>
            <a:endParaRPr lang="en-US" sz="2700" dirty="0"/>
          </a:p>
        </p:txBody>
      </p:sp>
      <p:sp>
        <p:nvSpPr>
          <p:cNvPr id="17" name="Connector line-1792620400623-730877926"/>
          <p:cNvSpPr/>
          <p:nvPr/>
        </p:nvSpPr>
        <p:spPr>
          <a:xfrm>
            <a:off x="13163550" y="5334000"/>
            <a:ext cx="5143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375410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039850" y="3714750"/>
            <a:ext cx="647700" cy="6477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20" name="Text 18"/>
          <p:cNvSpPr/>
          <p:nvPr/>
        </p:nvSpPr>
        <p:spPr>
          <a:xfrm>
            <a:off x="140398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405890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liên</a:t>
            </a:r>
            <a:r>
              <a:rPr lang="en-US" sz="27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quan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2700" dirty="0" spc="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lưng</a:t>
            </a:r>
            <a:r>
              <a:rPr lang="en-US" sz="2700" dirty="0" spc="-3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kéo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chú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ý</a:t>
            </a:r>
            <a:r>
              <a:rPr lang="en-US" sz="2700" dirty="0" spc="-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trở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[S13]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4696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5961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37226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58491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79756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01021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22287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43552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64817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86082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07347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28612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49877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71143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924081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13673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34938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56203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77468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98733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19998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394919" y="9549366"/>
            <a:ext cx="141767" cy="14176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5" name="Shape 43"/>
          <p:cNvSpPr/>
          <p:nvPr/>
        </p:nvSpPr>
        <p:spPr>
          <a:xfrm>
            <a:off x="562529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83794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05059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26324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47589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68854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90120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113851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32650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53915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75180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96445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17710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38975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60241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81506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02771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24036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45301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66566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987831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Text 64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22/43</a:t>
            </a:r>
            <a:endParaRPr lang="en-US" sz="1800" dirty="0"/>
          </a:p>
        </p:txBody>
      </p:sp>
      <p:sp>
        <p:nvSpPr>
          <p:cNvPr id="67" name="Shape 6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8" name="Moda image moda-export-watermark-5a34311b-8fe9-48a2-bf3b-612d9f8591d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Phần</a:t>
            </a:r>
            <a:r>
              <a:rPr lang="en-US" sz="57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thưởng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cũng</a:t>
            </a:r>
            <a:r>
              <a:rPr lang="en-US" sz="57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kéo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chú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Anderson,</a:t>
            </a:r>
            <a:r>
              <a:rPr lang="en-US" sz="285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Laurent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5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Yantis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</a:t>
            </a: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pha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luyện,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85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vật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tiền</a:t>
            </a:r>
            <a:r>
              <a:rPr lang="en-US" sz="2850" b="1" dirty="0" spc="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thưởng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[S14]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đó,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 nổi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bật,</a:t>
            </a:r>
            <a:r>
              <a:rPr lang="en-US" sz="285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vật</a:t>
            </a: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ấy,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nổi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 quan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vụ,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tìm,</a:t>
            </a:r>
            <a:r>
              <a:rPr lang="en-US" sz="2850" dirty="0" spc="-4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 khi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còn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thưởng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[S14]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8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trị,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nổi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bật;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85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850" dirty="0" spc="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 dung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trí</a:t>
            </a:r>
            <a:r>
              <a:rPr lang="en-US" sz="28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8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(working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memory)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bốc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[S14]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Thí</a:t>
            </a:r>
            <a:r>
              <a:rPr lang="en-US" sz="1950" dirty="0" spc="-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nghiệm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2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vật</a:t>
            </a:r>
            <a:r>
              <a:rPr lang="en-US" sz="2400" dirty="0" spc="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từng</a:t>
            </a:r>
            <a:r>
              <a:rPr lang="en-US" sz="24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gắn</a:t>
            </a:r>
            <a:r>
              <a:rPr lang="en-US" sz="240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tiền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 chậm</a:t>
            </a: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</a:t>
            </a:r>
            <a:r>
              <a:rPr lang="en-US" sz="24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tìm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Khác</a:t>
            </a:r>
            <a:r>
              <a:rPr lang="en-US" sz="1950" dirty="0" spc="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người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3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đi</a:t>
            </a: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cùng</a:t>
            </a:r>
            <a:r>
              <a:rPr lang="en-US" sz="2400" dirty="0" spc="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trí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việc,</a:t>
            </a:r>
            <a:r>
              <a:rPr lang="en-US" sz="24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bốc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đồng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3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kết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quả</a:t>
            </a:r>
            <a:r>
              <a:rPr lang="en-US" sz="24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phòng</a:t>
            </a:r>
            <a:r>
              <a:rPr lang="en-US" sz="24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</a:t>
            </a: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nghiệm,</a:t>
            </a:r>
            <a:r>
              <a:rPr lang="en-US" sz="240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đời thực</a:t>
            </a:r>
            <a:r>
              <a:rPr lang="en-US" sz="2400" dirty="0" spc="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2400" dirty="0" spc="-2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rõ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[S14]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69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5961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7226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58491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79756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01021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22287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43552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64817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86082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07347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28612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49877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71143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92408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13673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34938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56203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77468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98733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19998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41264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607571" y="9549366"/>
            <a:ext cx="141767" cy="1417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1" name="Shape 39"/>
          <p:cNvSpPr/>
          <p:nvPr/>
        </p:nvSpPr>
        <p:spPr>
          <a:xfrm>
            <a:off x="583794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05059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26324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47589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68854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90120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11385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32650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53915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75180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96445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17710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38975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60241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8150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02771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24036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45301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66566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87831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Text 59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23/43</a:t>
            </a:r>
            <a:endParaRPr lang="en-US" sz="1800" dirty="0"/>
          </a:p>
        </p:txBody>
      </p:sp>
      <p:sp>
        <p:nvSpPr>
          <p:cNvPr id="62" name="Shape 6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3" name="Moda image moda-export-watermark-1b68b74f-f20a-4dcc-9ff4-8c04f2c8040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Não quyết</a:t>
            </a:r>
            <a:r>
              <a:rPr lang="en-US" sz="5700" dirty="0" spc="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5700" dirty="0" spc="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57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57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đe</a:t>
            </a:r>
            <a:r>
              <a:rPr lang="en-US" sz="57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dọa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9527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4" name="Text 2"/>
          <p:cNvSpPr/>
          <p:nvPr/>
        </p:nvSpPr>
        <p:spPr>
          <a:xfrm>
            <a:off x="1485900" y="28575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Não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quan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then</a:t>
            </a:r>
            <a:r>
              <a:rPr lang="en-US" sz="69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chốt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căng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thẳng: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 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quyết</a:t>
            </a:r>
            <a:r>
              <a:rPr lang="en-US" sz="6900" dirty="0" spc="2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6900" dirty="0" spc="27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-2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6900" dirty="0" spc="18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đe</a:t>
            </a:r>
            <a:r>
              <a:rPr lang="en-US" sz="6900" dirty="0" spc="-9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dọa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1485900" y="7429500"/>
            <a:ext cx="15811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Căng thẳng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7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lạc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</a:t>
            </a:r>
            <a:r>
              <a:rPr lang="en-US" sz="27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7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7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tim</a:t>
            </a:r>
            <a:r>
              <a:rPr lang="en-US" sz="27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mạch,</a:t>
            </a:r>
            <a:r>
              <a:rPr lang="en-US" sz="27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miễn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[S15]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[S15]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[S16]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4696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5961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37226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58491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79756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01021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22287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43552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64817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286082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07347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28612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49877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71143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924081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13673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34938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456203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477468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98733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9998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541264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562529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5820222" y="9549366"/>
            <a:ext cx="141767" cy="14176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Shape 29"/>
          <p:cNvSpPr/>
          <p:nvPr/>
        </p:nvSpPr>
        <p:spPr>
          <a:xfrm>
            <a:off x="605059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626324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647589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668854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90120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7113851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32650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753915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775180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796445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817710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838975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860241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881506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902771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924036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945301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966566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987831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24/43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2" name="Moda image moda-export-watermark-a14f48f4-6ad7-4a2d-9127-e9c38bf68c5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Đường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nhanh: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cảm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247900"/>
            <a:ext cx="8953500" cy="609600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28575">
            <a:solidFill>
              <a:srgbClr val="2C3040"/>
            </a:solidFill>
            <a:prstDash val="solid"/>
          </a:ln>
        </p:spPr>
      </p:sp>
      <p:pic>
        <p:nvPicPr>
          <p:cNvPr id="4" name="Moda image rect-1792620454005-66150695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600623" y="2438400"/>
            <a:ext cx="5581055" cy="5715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8477250"/>
            <a:ext cx="16459200" cy="495300"/>
          </a:xfrm>
          <a:prstGeom prst="rect">
            <a:avLst/>
          </a:prstGeom>
          <a:noFill/>
          <a:ln/>
        </p:spPr>
        <p:txBody>
          <a:bodyPr wrap="square" lIns="0" tIns="14435" rIns="0" bIns="-14435" rtlCol="0" anchor="t"/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Hình: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OpenStax, giấy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CC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BY-NC-SA;</a:t>
            </a:r>
            <a:r>
              <a:rPr lang="en-US" sz="16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Hove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Martinez,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 (chương 2)</a:t>
            </a:r>
            <a:endParaRPr lang="en-US" sz="1650" dirty="0"/>
          </a:p>
        </p:txBody>
      </p:sp>
      <p:sp>
        <p:nvSpPr>
          <p:cNvPr id="6" name="Shape 3"/>
          <p:cNvSpPr/>
          <p:nvPr/>
        </p:nvSpPr>
        <p:spPr>
          <a:xfrm>
            <a:off x="10248900" y="2247900"/>
            <a:ext cx="7124700" cy="838200"/>
          </a:xfrm>
          <a:prstGeom prst="roundRect">
            <a:avLst>
              <a:gd name="adj" fmla="val 22727"/>
            </a:avLst>
          </a:prstGeom>
          <a:solidFill>
            <a:srgbClr val="1E212B"/>
          </a:solidFill>
          <a:ln/>
        </p:spPr>
      </p:sp>
      <p:sp>
        <p:nvSpPr>
          <p:cNvPr id="7" name="Shape 4"/>
          <p:cNvSpPr/>
          <p:nvPr/>
        </p:nvSpPr>
        <p:spPr>
          <a:xfrm>
            <a:off x="10248900" y="2247900"/>
            <a:ext cx="114300" cy="8382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8" name="Text 5"/>
          <p:cNvSpPr/>
          <p:nvPr/>
        </p:nvSpPr>
        <p:spPr>
          <a:xfrm>
            <a:off x="10591800" y="2343150"/>
            <a:ext cx="65913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87" dirty="0" spc="-8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Increases</a:t>
            </a:r>
            <a:r>
              <a:rPr lang="en-US" sz="2187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heart</a:t>
            </a:r>
            <a:r>
              <a:rPr lang="en-US" sz="2187" dirty="0" spc="-8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rate</a:t>
            </a:r>
            <a:endParaRPr lang="en-US" sz="2187" dirty="0"/>
          </a:p>
        </p:txBody>
      </p:sp>
      <p:sp>
        <p:nvSpPr>
          <p:cNvPr id="9" name="Text 6"/>
          <p:cNvSpPr/>
          <p:nvPr/>
        </p:nvSpPr>
        <p:spPr>
          <a:xfrm>
            <a:off x="10591800" y="2581275"/>
            <a:ext cx="6591300" cy="466725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tăng</a:t>
            </a:r>
            <a:r>
              <a:rPr lang="en-US" sz="25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nhịp</a:t>
            </a: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tim</a:t>
            </a:r>
            <a:endParaRPr lang="en-US" sz="2550" dirty="0"/>
          </a:p>
        </p:txBody>
      </p:sp>
      <p:sp>
        <p:nvSpPr>
          <p:cNvPr id="10" name="Shape 7"/>
          <p:cNvSpPr/>
          <p:nvPr/>
        </p:nvSpPr>
        <p:spPr>
          <a:xfrm>
            <a:off x="10248900" y="3219450"/>
            <a:ext cx="7124700" cy="838200"/>
          </a:xfrm>
          <a:prstGeom prst="roundRect">
            <a:avLst>
              <a:gd name="adj" fmla="val 22727"/>
            </a:avLst>
          </a:prstGeom>
          <a:solidFill>
            <a:srgbClr val="1E212B"/>
          </a:solidFill>
          <a:ln/>
        </p:spPr>
      </p:sp>
      <p:sp>
        <p:nvSpPr>
          <p:cNvPr id="11" name="Shape 8"/>
          <p:cNvSpPr/>
          <p:nvPr/>
        </p:nvSpPr>
        <p:spPr>
          <a:xfrm>
            <a:off x="10248900" y="3219450"/>
            <a:ext cx="114300" cy="838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2" name="Text 9"/>
          <p:cNvSpPr/>
          <p:nvPr/>
        </p:nvSpPr>
        <p:spPr>
          <a:xfrm>
            <a:off x="10591800" y="3314700"/>
            <a:ext cx="65913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87" dirty="0" spc="-2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Slows</a:t>
            </a:r>
            <a:r>
              <a:rPr lang="en-US" sz="2187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heart</a:t>
            </a:r>
            <a:r>
              <a:rPr lang="en-US" sz="2187" dirty="0" spc="-8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rate</a:t>
            </a:r>
            <a:endParaRPr lang="en-US" sz="2187" dirty="0"/>
          </a:p>
        </p:txBody>
      </p:sp>
      <p:sp>
        <p:nvSpPr>
          <p:cNvPr id="13" name="Text 10"/>
          <p:cNvSpPr/>
          <p:nvPr/>
        </p:nvSpPr>
        <p:spPr>
          <a:xfrm>
            <a:off x="10591800" y="3552825"/>
            <a:ext cx="6591300" cy="466725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làm</a:t>
            </a: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chậm</a:t>
            </a:r>
            <a:r>
              <a:rPr lang="en-US" sz="25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nhịp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tim</a:t>
            </a:r>
            <a:endParaRPr lang="en-US" sz="2550" dirty="0"/>
          </a:p>
        </p:txBody>
      </p:sp>
      <p:sp>
        <p:nvSpPr>
          <p:cNvPr id="14" name="Shape 11"/>
          <p:cNvSpPr/>
          <p:nvPr/>
        </p:nvSpPr>
        <p:spPr>
          <a:xfrm>
            <a:off x="10248900" y="4191000"/>
            <a:ext cx="7124700" cy="838200"/>
          </a:xfrm>
          <a:prstGeom prst="roundRect">
            <a:avLst>
              <a:gd name="adj" fmla="val 22727"/>
            </a:avLst>
          </a:prstGeom>
          <a:solidFill>
            <a:srgbClr val="1E212B"/>
          </a:solidFill>
          <a:ln/>
        </p:spPr>
      </p:sp>
      <p:sp>
        <p:nvSpPr>
          <p:cNvPr id="15" name="Shape 12"/>
          <p:cNvSpPr/>
          <p:nvPr/>
        </p:nvSpPr>
        <p:spPr>
          <a:xfrm>
            <a:off x="10248900" y="4191000"/>
            <a:ext cx="114300" cy="838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6" name="Text 13"/>
          <p:cNvSpPr/>
          <p:nvPr/>
        </p:nvSpPr>
        <p:spPr>
          <a:xfrm>
            <a:off x="10591800" y="4286250"/>
            <a:ext cx="65913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87" dirty="0" spc="-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Stimulates</a:t>
            </a:r>
            <a:r>
              <a:rPr lang="en-US" sz="2187" dirty="0" spc="-8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secretion</a:t>
            </a:r>
            <a:r>
              <a:rPr lang="en-US" sz="2187" dirty="0" spc="-1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of</a:t>
            </a:r>
            <a:r>
              <a:rPr lang="en-US" sz="2187" dirty="0" spc="-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adrenaline</a:t>
            </a:r>
            <a:endParaRPr lang="en-US" sz="2187" dirty="0"/>
          </a:p>
        </p:txBody>
      </p:sp>
      <p:sp>
        <p:nvSpPr>
          <p:cNvPr id="17" name="Text 14"/>
          <p:cNvSpPr/>
          <p:nvPr/>
        </p:nvSpPr>
        <p:spPr>
          <a:xfrm>
            <a:off x="10591800" y="4524375"/>
            <a:ext cx="6591300" cy="466725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tiết</a:t>
            </a:r>
            <a:r>
              <a:rPr lang="en-US" sz="255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adrenaline</a:t>
            </a:r>
            <a:endParaRPr lang="en-US" sz="2550" dirty="0"/>
          </a:p>
        </p:txBody>
      </p:sp>
      <p:sp>
        <p:nvSpPr>
          <p:cNvPr id="18" name="Shape 15"/>
          <p:cNvSpPr/>
          <p:nvPr/>
        </p:nvSpPr>
        <p:spPr>
          <a:xfrm>
            <a:off x="10248900" y="5162550"/>
            <a:ext cx="7124700" cy="3181350"/>
          </a:xfrm>
          <a:prstGeom prst="roundRect">
            <a:avLst>
              <a:gd name="adj" fmla="val 5988"/>
            </a:avLst>
          </a:prstGeom>
          <a:solidFill>
            <a:srgbClr val="4A3A22"/>
          </a:solidFill>
          <a:ln/>
        </p:spPr>
      </p:sp>
      <p:sp>
        <p:nvSpPr>
          <p:cNvPr id="19" name="Text 16"/>
          <p:cNvSpPr/>
          <p:nvPr/>
        </p:nvSpPr>
        <p:spPr>
          <a:xfrm>
            <a:off x="10553700" y="5429250"/>
            <a:ext cx="6515100" cy="26479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phẫu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thần kinh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ở</a:t>
            </a:r>
            <a:r>
              <a:rPr lang="en-US" sz="2250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L01.</a:t>
            </a:r>
            <a:r>
              <a:rPr lang="en-US" sz="22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925"/>
              </a:lnSpc>
              <a:buNone/>
            </a:pPr>
            <a:r>
              <a:rPr lang="en-US" sz="225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250" b="1" dirty="0" spc="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250" dirty="0" spc="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chạy: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tim</a:t>
            </a:r>
            <a:r>
              <a:rPr lang="en-US" sz="22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đập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nhanh, tiêu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2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ức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chế,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sách,</a:t>
            </a:r>
            <a:r>
              <a:rPr lang="en-US" sz="22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925"/>
              </a:lnSpc>
              <a:buNone/>
            </a:pPr>
            <a:r>
              <a:rPr lang="en-US" sz="22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adrenaline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noradrenaline</a:t>
            </a:r>
            <a:r>
              <a:rPr lang="en-US" sz="22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[S2]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925"/>
              </a:lnSpc>
              <a:buNone/>
            </a:pPr>
            <a:r>
              <a:rPr lang="en-US" sz="225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250" b="1" dirty="0" spc="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dirty="0" spc="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 quan</a:t>
            </a:r>
            <a:r>
              <a:rPr lang="en-US" sz="22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2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2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đó;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–</a:t>
            </a:r>
            <a:r>
              <a:rPr lang="en-US" sz="2250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[S2]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250" dirty="0"/>
          </a:p>
        </p:txBody>
      </p:sp>
      <p:sp>
        <p:nvSpPr>
          <p:cNvPr id="20" name="Text 17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9469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115961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137226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158491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179756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201021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222287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243552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264817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286082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307347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328612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349877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371143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392408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413673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434938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456203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6"/>
          <p:cNvSpPr/>
          <p:nvPr/>
        </p:nvSpPr>
        <p:spPr>
          <a:xfrm>
            <a:off x="477468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7"/>
          <p:cNvSpPr/>
          <p:nvPr/>
        </p:nvSpPr>
        <p:spPr>
          <a:xfrm>
            <a:off x="498733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519998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39"/>
          <p:cNvSpPr/>
          <p:nvPr/>
        </p:nvSpPr>
        <p:spPr>
          <a:xfrm>
            <a:off x="541264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0"/>
          <p:cNvSpPr/>
          <p:nvPr/>
        </p:nvSpPr>
        <p:spPr>
          <a:xfrm>
            <a:off x="562529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583794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2"/>
          <p:cNvSpPr/>
          <p:nvPr/>
        </p:nvSpPr>
        <p:spPr>
          <a:xfrm>
            <a:off x="6032873" y="9549366"/>
            <a:ext cx="141767" cy="1417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6" name="Shape 43"/>
          <p:cNvSpPr/>
          <p:nvPr/>
        </p:nvSpPr>
        <p:spPr>
          <a:xfrm>
            <a:off x="626324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647589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5"/>
          <p:cNvSpPr/>
          <p:nvPr/>
        </p:nvSpPr>
        <p:spPr>
          <a:xfrm>
            <a:off x="668854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6"/>
          <p:cNvSpPr/>
          <p:nvPr/>
        </p:nvSpPr>
        <p:spPr>
          <a:xfrm>
            <a:off x="690120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711385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732650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753915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775180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1"/>
          <p:cNvSpPr/>
          <p:nvPr/>
        </p:nvSpPr>
        <p:spPr>
          <a:xfrm>
            <a:off x="796445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2"/>
          <p:cNvSpPr/>
          <p:nvPr/>
        </p:nvSpPr>
        <p:spPr>
          <a:xfrm>
            <a:off x="817710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3"/>
          <p:cNvSpPr/>
          <p:nvPr/>
        </p:nvSpPr>
        <p:spPr>
          <a:xfrm>
            <a:off x="838975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860241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88150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902771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7"/>
          <p:cNvSpPr/>
          <p:nvPr/>
        </p:nvSpPr>
        <p:spPr>
          <a:xfrm>
            <a:off x="924036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8"/>
          <p:cNvSpPr/>
          <p:nvPr/>
        </p:nvSpPr>
        <p:spPr>
          <a:xfrm>
            <a:off x="945301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59"/>
          <p:cNvSpPr/>
          <p:nvPr/>
        </p:nvSpPr>
        <p:spPr>
          <a:xfrm>
            <a:off x="966566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0"/>
          <p:cNvSpPr/>
          <p:nvPr/>
        </p:nvSpPr>
        <p:spPr>
          <a:xfrm>
            <a:off x="987831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Text 6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25/43</a:t>
            </a:r>
            <a:endParaRPr lang="en-US" sz="1800" dirty="0"/>
          </a:p>
        </p:txBody>
      </p:sp>
      <p:sp>
        <p:nvSpPr>
          <p:cNvPr id="65" name="Shape 6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6" name="Moda image moda-export-watermark-1c8f205d-5982-451b-9366-8ab34237eacc" descr="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Đường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chậm:</a:t>
            </a:r>
            <a:r>
              <a:rPr lang="en-US" sz="57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trục</a:t>
            </a:r>
            <a:r>
              <a:rPr lang="en-US" sz="5700" dirty="0" spc="-10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HPA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00150" y="3714750"/>
            <a:ext cx="647700" cy="6477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1920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2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Vùng</a:t>
            </a:r>
            <a:r>
              <a:rPr lang="en-US" sz="270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dưới</a:t>
            </a:r>
            <a:r>
              <a:rPr lang="en-US" sz="27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đồi</a:t>
            </a:r>
            <a:r>
              <a:rPr lang="en-US" sz="27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tiết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CRF</a:t>
            </a:r>
            <a:r>
              <a:rPr lang="en-US" sz="270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mạch</a:t>
            </a:r>
            <a:r>
              <a:rPr lang="en-US" sz="27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máu</a:t>
            </a: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tới</a:t>
            </a:r>
            <a:r>
              <a:rPr lang="en-US" sz="270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tuyến</a:t>
            </a:r>
            <a:r>
              <a:rPr lang="en-US" sz="2700" dirty="0" spc="-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yên</a:t>
            </a:r>
            <a:endParaRPr lang="en-US" sz="2700" dirty="0"/>
          </a:p>
        </p:txBody>
      </p:sp>
      <p:sp>
        <p:nvSpPr>
          <p:cNvPr id="7" name="Connector line-1792620455123-796032729"/>
          <p:cNvSpPr/>
          <p:nvPr/>
        </p:nvSpPr>
        <p:spPr>
          <a:xfrm>
            <a:off x="4610100" y="5334000"/>
            <a:ext cx="5143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20065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0" y="3714750"/>
            <a:ext cx="647700" cy="6477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550545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6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Tuyến</a:t>
            </a:r>
            <a:r>
              <a:rPr lang="en-US" sz="2700" dirty="0" spc="-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yên</a:t>
            </a:r>
            <a:r>
              <a:rPr lang="en-US" sz="27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tiết</a:t>
            </a:r>
            <a:r>
              <a:rPr lang="en-US" sz="2700" dirty="0" spc="-5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ACTH</a:t>
            </a:r>
            <a:r>
              <a:rPr lang="en-US" sz="27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máu</a:t>
            </a:r>
            <a:endParaRPr lang="en-US" sz="2700" dirty="0"/>
          </a:p>
        </p:txBody>
      </p:sp>
      <p:sp>
        <p:nvSpPr>
          <p:cNvPr id="12" name="Connector line-1792620455126-381658034"/>
          <p:cNvSpPr/>
          <p:nvPr/>
        </p:nvSpPr>
        <p:spPr>
          <a:xfrm>
            <a:off x="8886825" y="5334000"/>
            <a:ext cx="5143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477375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763125" y="3714750"/>
            <a:ext cx="647700" cy="6477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Text 13"/>
          <p:cNvSpPr/>
          <p:nvPr/>
        </p:nvSpPr>
        <p:spPr>
          <a:xfrm>
            <a:off x="97631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782175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7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Vỏ</a:t>
            </a:r>
            <a:r>
              <a:rPr lang="en-US" sz="27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thượng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thận</a:t>
            </a:r>
            <a:r>
              <a:rPr lang="en-US" sz="27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tạo</a:t>
            </a:r>
            <a:r>
              <a:rPr lang="en-US" sz="2700" dirty="0" spc="-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7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tiết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cortisol</a:t>
            </a:r>
            <a:endParaRPr lang="en-US" sz="2700" dirty="0"/>
          </a:p>
        </p:txBody>
      </p:sp>
      <p:sp>
        <p:nvSpPr>
          <p:cNvPr id="17" name="Connector line-1792620455130-779118725"/>
          <p:cNvSpPr/>
          <p:nvPr/>
        </p:nvSpPr>
        <p:spPr>
          <a:xfrm>
            <a:off x="13163550" y="5334000"/>
            <a:ext cx="5143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375410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039850" y="3714750"/>
            <a:ext cx="647700" cy="6477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20" name="Text 18"/>
          <p:cNvSpPr/>
          <p:nvPr/>
        </p:nvSpPr>
        <p:spPr>
          <a:xfrm>
            <a:off x="140398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405890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Cortisol</a:t>
            </a:r>
            <a:r>
              <a:rPr lang="en-US" sz="27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tác</a:t>
            </a:r>
            <a:r>
              <a:rPr lang="en-US" sz="27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mô</a:t>
            </a:r>
            <a:r>
              <a:rPr lang="en-US" sz="2700" dirty="0" spc="-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700" dirty="0" spc="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ức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</a:t>
            </a:r>
            <a:r>
              <a:rPr lang="en-US" sz="27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ngược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trục</a:t>
            </a:r>
            <a:r>
              <a:rPr lang="en-US" sz="2700" dirty="0" spc="-5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HPA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[S16] [S6]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4696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5961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37226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58491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79756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01021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22287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43552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64817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86082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07347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28612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49877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71143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924081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13673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34938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56203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77468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98733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19998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41264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62529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83794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05059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245525" y="9549366"/>
            <a:ext cx="141767" cy="14176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9" name="Shape 47"/>
          <p:cNvSpPr/>
          <p:nvPr/>
        </p:nvSpPr>
        <p:spPr>
          <a:xfrm>
            <a:off x="647589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68854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90120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113851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32650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53915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75180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96445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17710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38975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60241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81506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02771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24036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45301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66566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987831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Text 64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26/43</a:t>
            </a:r>
            <a:endParaRPr lang="en-US" sz="1800" dirty="0"/>
          </a:p>
        </p:txBody>
      </p:sp>
      <p:sp>
        <p:nvSpPr>
          <p:cNvPr id="67" name="Shape 6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8" name="Moda image moda-export-watermark-a2a34d91-58b5-48e6-bd7b-dba46d20ef7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Thẻ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</a:t>
            </a:r>
            <a:r>
              <a:rPr lang="en-US" sz="5700" dirty="0" spc="-5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sơ:</a:t>
            </a:r>
            <a:r>
              <a:rPr lang="en-US" sz="57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trục</a:t>
            </a:r>
            <a:r>
              <a:rPr lang="en-US" sz="5700" dirty="0" spc="-10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HPA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2100" dirty="0" spc="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5400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Nhân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cạnh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não</a:t>
            </a:r>
            <a:r>
              <a:rPr lang="en-US" sz="2550" dirty="0" spc="-1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thất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của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vùng</a:t>
            </a:r>
            <a:r>
              <a:rPr lang="en-US" sz="2550" dirty="0" spc="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dưới đồi,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thùy</a:t>
            </a:r>
            <a:r>
              <a:rPr lang="en-US" sz="2550" dirty="0" spc="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trước</a:t>
            </a:r>
            <a:r>
              <a:rPr lang="en-US" sz="2550" dirty="0" spc="-1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tuyến</a:t>
            </a:r>
            <a:r>
              <a:rPr lang="en-US" sz="2550" dirty="0" spc="-2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yên,</a:t>
            </a:r>
            <a:r>
              <a:rPr lang="en-US" sz="2550" dirty="0" spc="-17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tuyến</a:t>
            </a:r>
            <a:r>
              <a:rPr lang="en-US" sz="2550" dirty="0" spc="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thượng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thận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[S16]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48652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648652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9" name="Text 7"/>
          <p:cNvSpPr/>
          <p:nvPr/>
        </p:nvSpPr>
        <p:spPr>
          <a:xfrm>
            <a:off x="686752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6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Chất</a:t>
            </a:r>
            <a:r>
              <a:rPr lang="en-US" sz="2100" dirty="0" spc="-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chính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86752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CRF,</a:t>
            </a:r>
            <a:r>
              <a:rPr lang="en-US" sz="2550" dirty="0" spc="-1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rồi</a:t>
            </a:r>
            <a:r>
              <a:rPr lang="en-US" sz="2550" dirty="0" spc="-4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ACTH,</a:t>
            </a:r>
            <a:r>
              <a:rPr lang="en-US" sz="2550" dirty="0" spc="-1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rồi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glucocorticoid: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cortisol</a:t>
            </a:r>
            <a:r>
              <a:rPr lang="en-US" sz="2550" dirty="0" spc="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ở</a:t>
            </a:r>
            <a:r>
              <a:rPr lang="en-US" sz="2550" dirty="0" spc="7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người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[S16]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;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cortisol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là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hormone</a:t>
            </a:r>
            <a:r>
              <a:rPr lang="en-US" sz="2550" dirty="0" spc="-1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steroid</a:t>
            </a:r>
            <a:r>
              <a:rPr lang="en-US" sz="2550" dirty="0" spc="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[S6]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06817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6817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3" name="Text 11"/>
          <p:cNvSpPr/>
          <p:nvPr/>
        </p:nvSpPr>
        <p:spPr>
          <a:xfrm>
            <a:off x="1244917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2100" dirty="0" spc="-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44917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6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Tăng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tỉnh</a:t>
            </a:r>
            <a:r>
              <a:rPr lang="en-US" sz="2550" dirty="0" spc="-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táo,</a:t>
            </a:r>
            <a:r>
              <a:rPr lang="en-US" sz="25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nhận</a:t>
            </a:r>
            <a:r>
              <a:rPr lang="en-US" sz="2550" dirty="0" spc="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thức,</a:t>
            </a:r>
            <a:r>
              <a:rPr lang="en-US" sz="2550" dirty="0" spc="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giảm</a:t>
            </a:r>
            <a:r>
              <a:rPr lang="en-US" sz="2550" dirty="0" spc="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đau;</a:t>
            </a:r>
            <a:r>
              <a:rPr lang="en-US" sz="2550" dirty="0" spc="-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tạm</a:t>
            </a:r>
            <a:r>
              <a:rPr lang="en-US" sz="2550" dirty="0" spc="1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ngừng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tiêu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hóa,</a:t>
            </a:r>
            <a:r>
              <a:rPr lang="en-US" sz="2550" dirty="0" spc="-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tăng</a:t>
            </a:r>
            <a:r>
              <a:rPr lang="en-US" sz="2550" dirty="0" spc="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trưởng,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sinh</a:t>
            </a:r>
            <a:r>
              <a:rPr lang="en-US" sz="2550" dirty="0" spc="-7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sản,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miễn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dịch</a:t>
            </a:r>
            <a:r>
              <a:rPr lang="en-US" sz="255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[S16]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14400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Ai</a:t>
            </a:r>
            <a:r>
              <a:rPr lang="en-US" sz="2100" dirty="0" spc="-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bật,</a:t>
            </a:r>
            <a:r>
              <a:rPr lang="en-US" sz="2100" dirty="0" spc="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ai</a:t>
            </a:r>
            <a:r>
              <a:rPr lang="en-US" sz="2100" dirty="0" spc="-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tắt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95400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Hạnh</a:t>
            </a:r>
            <a:r>
              <a:rPr lang="en-US" sz="25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nhân</a:t>
            </a:r>
            <a:r>
              <a:rPr lang="en-US" sz="2550" dirty="0" spc="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được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cho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là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kích</a:t>
            </a:r>
            <a:r>
              <a:rPr lang="en-US" sz="2550" dirty="0" spc="-1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hoạt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trục;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hải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mã</a:t>
            </a:r>
            <a:r>
              <a:rPr lang="en-US" sz="2550" dirty="0" spc="-2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và</a:t>
            </a:r>
            <a:r>
              <a:rPr lang="en-US" sz="2550" dirty="0" spc="-1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vỏ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não</a:t>
            </a:r>
            <a:r>
              <a:rPr lang="en-US" sz="2550" dirty="0" spc="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trước</a:t>
            </a:r>
            <a:r>
              <a:rPr lang="en-US" sz="2550" dirty="0" spc="-1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trán</a:t>
            </a:r>
            <a:r>
              <a:rPr lang="en-US" sz="2550" dirty="0" spc="1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ức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chế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nó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[S16]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6486525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20" name="Shape 18"/>
          <p:cNvSpPr/>
          <p:nvPr/>
        </p:nvSpPr>
        <p:spPr>
          <a:xfrm>
            <a:off x="6486525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1" name="Text 19"/>
          <p:cNvSpPr/>
          <p:nvPr/>
        </p:nvSpPr>
        <p:spPr>
          <a:xfrm>
            <a:off x="6867525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3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Kết</a:t>
            </a:r>
            <a:r>
              <a:rPr lang="en-US" sz="2100" dirty="0" spc="-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nối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6867525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2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Nơron</a:t>
            </a:r>
            <a:r>
              <a:rPr lang="en-US" sz="2550" dirty="0" spc="-1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noradrenaline</a:t>
            </a:r>
            <a:r>
              <a:rPr lang="en-US" sz="2550" dirty="0" spc="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ở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thân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não là</a:t>
            </a:r>
            <a:r>
              <a:rPr lang="en-US" sz="2550" dirty="0" spc="1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lực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kích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thích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chính lên</a:t>
            </a:r>
            <a:r>
              <a:rPr lang="en-US" sz="255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trục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[S16]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12068175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24" name="Shape 22"/>
          <p:cNvSpPr/>
          <p:nvPr/>
        </p:nvSpPr>
        <p:spPr>
          <a:xfrm>
            <a:off x="12068175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5" name="Text 23"/>
          <p:cNvSpPr/>
          <p:nvPr/>
        </p:nvSpPr>
        <p:spPr>
          <a:xfrm>
            <a:off x="12449175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2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210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2100" dirty="0" spc="-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2449175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Cortisol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không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phải hormone</a:t>
            </a:r>
            <a:r>
              <a:rPr lang="en-US" sz="2550" dirty="0" spc="-1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xấu:</a:t>
            </a:r>
            <a:r>
              <a:rPr lang="en-US" sz="2550" dirty="0" spc="-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tác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dụng</a:t>
            </a:r>
            <a:r>
              <a:rPr lang="en-US" sz="2550" dirty="0" spc="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thường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là thích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nghi,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bảo</a:t>
            </a:r>
            <a:r>
              <a:rPr lang="en-US" sz="2550" dirty="0" spc="-2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vệ</a:t>
            </a:r>
            <a:r>
              <a:rPr lang="en-US" sz="2550" dirty="0" spc="-1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ngắn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hạn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[S15] [S16]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[S16] [S6]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[S15]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469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5961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37226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58491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79756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01021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22287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43552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64817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286082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07347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28612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49877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71143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392408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13673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34938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56203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477468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498733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19998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41264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62529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583794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05059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26324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458176" y="9549366"/>
            <a:ext cx="141767" cy="1417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5" name="Shape 53"/>
          <p:cNvSpPr/>
          <p:nvPr/>
        </p:nvSpPr>
        <p:spPr>
          <a:xfrm>
            <a:off x="668854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690120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11385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32650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53915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75180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96445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17710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38975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60241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8150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902771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924036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45301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966566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87831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1" name="Text 69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27/43</a:t>
            </a:r>
            <a:endParaRPr lang="en-US" sz="1800" dirty="0"/>
          </a:p>
        </p:txBody>
      </p:sp>
      <p:sp>
        <p:nvSpPr>
          <p:cNvPr id="72" name="Shape 7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3" name="Moda image moda-export-watermark-389def52-e77b-4284-9c2f-dab50a69eab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Nhanh</a:t>
            </a:r>
            <a:r>
              <a:rPr lang="en-US" sz="57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chậm,</a:t>
            </a: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57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F3DFB8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49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Đường</a:t>
            </a:r>
            <a:r>
              <a:rPr lang="en-US" sz="42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thần</a:t>
            </a:r>
            <a:r>
              <a:rPr lang="en-US" sz="4200" dirty="0" spc="-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kinh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cảm,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lục</a:t>
            </a:r>
            <a:r>
              <a:rPr lang="en-US" sz="31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1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nơron</a:t>
            </a:r>
            <a:r>
              <a:rPr lang="en-US" sz="31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noradrenaline;</a:t>
            </a:r>
            <a:r>
              <a:rPr lang="en-US" sz="31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adrenaline,</a:t>
            </a:r>
            <a:r>
              <a:rPr lang="en-US" sz="31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noradrenaline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CFE8E2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49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Đường</a:t>
            </a:r>
            <a:r>
              <a:rPr lang="en-US" sz="42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hormone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trục</a:t>
            </a:r>
            <a:r>
              <a:rPr lang="en-US" sz="3150" dirty="0" spc="-4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HPA,</a:t>
            </a:r>
            <a:r>
              <a:rPr lang="en-US" sz="3150" dirty="0" spc="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31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31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máu;</a:t>
            </a:r>
            <a:r>
              <a:rPr lang="en-US" sz="31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cortisol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Thang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thời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gian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chung:</a:t>
            </a:r>
            <a:r>
              <a:rPr lang="en-US" sz="285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điện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thế</a:t>
            </a:r>
            <a:r>
              <a:rPr lang="en-US" sz="28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hoạt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r>
              <a:rPr lang="en-US" sz="28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vài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mili</a:t>
            </a:r>
            <a:r>
              <a:rPr lang="en-US" sz="28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giây;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</a:t>
            </a:r>
            <a:r>
              <a:rPr lang="en-US" sz="2850" dirty="0" spc="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28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hòa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thần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kinh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hàng</a:t>
            </a:r>
            <a:r>
              <a:rPr lang="en-US" sz="28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trăm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mili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giây</a:t>
            </a:r>
            <a:r>
              <a:rPr lang="en-US" sz="285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đến</a:t>
            </a:r>
            <a:r>
              <a:rPr lang="en-US" sz="28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vài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phút;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hormone</a:t>
            </a:r>
            <a:r>
              <a:rPr lang="en-US" sz="28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vài</a:t>
            </a:r>
            <a:r>
              <a:rPr lang="en-US" sz="28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giây</a:t>
            </a:r>
            <a:r>
              <a:rPr lang="en-US" sz="285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đến</a:t>
            </a:r>
            <a:r>
              <a:rPr lang="en-US" sz="28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vài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giờ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[S6] [S16]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696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5961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37226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58491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79756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01021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22287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43552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64817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86082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07347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28612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49877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71143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924081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13673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34938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56203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77468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98733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19998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41264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62529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83794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05059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26324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47589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670827" y="9549366"/>
            <a:ext cx="141767" cy="14176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2" name="Shape 40"/>
          <p:cNvSpPr/>
          <p:nvPr/>
        </p:nvSpPr>
        <p:spPr>
          <a:xfrm>
            <a:off x="690120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113851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32650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53915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75180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96445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17710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38975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60241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81506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902771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924036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945301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966566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87831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Text 55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28/43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9" name="Moda image moda-export-watermark-9ec6b8fb-096c-4973-a421-f9da6f1d527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Allostasis</a:t>
            </a:r>
            <a:r>
              <a:rPr lang="en-US" sz="57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allostatic</a:t>
            </a:r>
            <a:r>
              <a:rPr lang="en-US" sz="57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load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McEwen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8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rằng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hormone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căng thẳng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vệ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thúc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nghi, quá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allostasis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[S15]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850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8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căng thẳng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 tính, còn có</a:t>
            </a:r>
            <a:r>
              <a:rPr lang="en-US" sz="28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8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căng thẳng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mãn tính;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gian nó</a:t>
            </a:r>
            <a:r>
              <a:rPr lang="en-US" sz="28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gây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hao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mòn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thể,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allostatic</a:t>
            </a:r>
            <a:r>
              <a:rPr lang="en-US" sz="28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load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(gánh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nặng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allostatic)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[S15]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hormone</a:t>
            </a: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ấy,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850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thích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gây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hại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[S15]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Ngắn</a:t>
            </a:r>
            <a:r>
              <a:rPr lang="en-US" sz="195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hạn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hormone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bảo</a:t>
            </a:r>
            <a:r>
              <a:rPr lang="en-US" sz="240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vệ,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thúc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đẩy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nghi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Mãn tính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sự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kiện</a:t>
            </a:r>
            <a:r>
              <a:rPr lang="en-US" sz="240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đời</a:t>
            </a:r>
            <a:r>
              <a:rPr lang="en-US" sz="240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thường</a:t>
            </a:r>
            <a:r>
              <a:rPr lang="en-US" sz="240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gây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hao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mòn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thời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gian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hormone căng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thẳng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hại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[S15]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69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5961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7226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58491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79756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01021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22287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43552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64817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86082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07347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28612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49877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71143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92408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13673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34938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56203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77468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98733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19998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41264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62529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83794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05059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26324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47589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68854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883479" y="9549366"/>
            <a:ext cx="141767" cy="1417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7" name="Shape 45"/>
          <p:cNvSpPr/>
          <p:nvPr/>
        </p:nvSpPr>
        <p:spPr>
          <a:xfrm>
            <a:off x="711385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32650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53915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75180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96445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17710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38975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60241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8150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02771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24036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45301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66566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87831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Text 59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29/43</a:t>
            </a:r>
            <a:endParaRPr lang="en-US" sz="1800" dirty="0"/>
          </a:p>
        </p:txBody>
      </p:sp>
      <p:sp>
        <p:nvSpPr>
          <p:cNvPr id="62" name="Shape 6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3" name="Moda image moda-export-watermark-de25110f-712c-49f8-a750-8863264eaec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Chạy</a:t>
            </a:r>
            <a:r>
              <a:rPr lang="en-US" sz="5700" dirty="0" spc="-8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nước</a:t>
            </a:r>
            <a:r>
              <a:rPr lang="en-US" sz="57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rút</a:t>
            </a:r>
            <a:r>
              <a:rPr lang="en-US" sz="57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nghỉ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F3DFB8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Chạy</a:t>
            </a:r>
            <a:r>
              <a:rPr lang="en-US" sz="4200" dirty="0" spc="-58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nước</a:t>
            </a:r>
            <a:r>
              <a:rPr lang="en-US" sz="4200" dirty="0" spc="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rút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nhanh, có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ích,</a:t>
            </a:r>
            <a:r>
              <a:rPr lang="en-US" sz="31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nghỉ;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31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allostasis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CFE8E2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 chạy</a:t>
            </a:r>
            <a:r>
              <a:rPr lang="en-US" sz="42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42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nghỉ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1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việc,</a:t>
            </a:r>
            <a:r>
              <a:rPr lang="en-US" sz="31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mòn dần;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31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allostatic</a:t>
            </a:r>
            <a:r>
              <a:rPr lang="en-US" sz="31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load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Ví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dụ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8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viết,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minh</a:t>
            </a:r>
            <a:r>
              <a:rPr lang="en-US" sz="28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họa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khái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niệm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8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McEwen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[S15]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696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5961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37226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58491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79756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01021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22287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43552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64817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86082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07347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28612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49877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71143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924081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13673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34938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56203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77468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98733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19998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41264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62529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83794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05059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26324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47589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68854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90120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096130" y="9549366"/>
            <a:ext cx="141767" cy="14176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4" name="Shape 42"/>
          <p:cNvSpPr/>
          <p:nvPr/>
        </p:nvSpPr>
        <p:spPr>
          <a:xfrm>
            <a:off x="732650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53915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75180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96445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17710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38975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60241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81506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902771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924036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945301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966566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87831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Text 55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30/43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9" name="Moda image moda-export-watermark-c0f8e4e1-8895-4ab5-961c-6c1daaee1b7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Căng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thẳng</a:t>
            </a: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cấp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tính:</a:t>
            </a:r>
            <a:r>
              <a:rPr lang="en-US" sz="5700" dirty="0" spc="-7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57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mất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Mất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5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đòi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suy nghĩ</a:t>
            </a:r>
            <a:r>
              <a:rPr lang="en-US" sz="25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phức</a:t>
            </a:r>
            <a:r>
              <a:rPr lang="en-US" sz="25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tạp,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linh</a:t>
            </a:r>
            <a:r>
              <a:rPr lang="en-US" sz="25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 bị</a:t>
            </a:r>
            <a:r>
              <a:rPr lang="en-US" sz="255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kém</a:t>
            </a:r>
            <a:r>
              <a:rPr lang="en-US" sz="2550" dirty="0" spc="3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151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65151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0" name="Text 8"/>
          <p:cNvSpPr/>
          <p:nvPr/>
        </p:nvSpPr>
        <p:spPr>
          <a:xfrm>
            <a:off x="68961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68961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8961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5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giản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luyện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21158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1158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5" name="Text 13"/>
          <p:cNvSpPr/>
          <p:nvPr/>
        </p:nvSpPr>
        <p:spPr>
          <a:xfrm>
            <a:off x="124968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124968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Cảm</a:t>
            </a: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giác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7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soát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24968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tình huống</a:t>
            </a:r>
            <a:r>
              <a:rPr lang="en-US" sz="25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suy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[S17]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469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5961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37226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58491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79756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01021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22287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43552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64817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86082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07347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28612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49877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71143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92408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13673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34938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56203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77468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98733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19998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41264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62529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83794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05059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26324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47589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68854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90120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11385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308781" y="9549366"/>
            <a:ext cx="141767" cy="1417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0" name="Shape 48"/>
          <p:cNvSpPr/>
          <p:nvPr/>
        </p:nvSpPr>
        <p:spPr>
          <a:xfrm>
            <a:off x="753915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75180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96445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17710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38975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60241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8150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02771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24036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45301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66566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87831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Text 60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31/43</a:t>
            </a:r>
            <a:endParaRPr lang="en-US" sz="1800" dirty="0"/>
          </a:p>
        </p:txBody>
      </p:sp>
      <p:sp>
        <p:nvSpPr>
          <p:cNvPr id="63" name="Shape 6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4" name="Moda image moda-export-watermark-b2566ce9-291b-4ce0-876f-76ca5deeefa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57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gánh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nặng</a:t>
            </a: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nặng</a:t>
            </a:r>
            <a:r>
              <a:rPr lang="en-US" sz="57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r>
              <a:rPr lang="en-US" sz="57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nhẹ</a:t>
            </a:r>
            <a:r>
              <a:rPr lang="en-US" sz="5700" dirty="0" spc="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16459200" cy="1619250"/>
          </a:xfrm>
          <a:prstGeom prst="roundRect">
            <a:avLst>
              <a:gd name="adj" fmla="val 12941"/>
            </a:avLst>
          </a:prstGeom>
          <a:solidFill>
            <a:srgbClr val="F3DFB8"/>
          </a:solidFill>
          <a:ln w="38100">
            <a:solidFill>
              <a:srgbClr val="B4530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95400" y="2857500"/>
            <a:ext cx="156972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85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đời: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850" b="1" dirty="0" spc="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căng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 suốt</a:t>
            </a:r>
            <a:r>
              <a:rPr lang="en-US" sz="285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[S15]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581150" y="4629150"/>
            <a:ext cx="15125700" cy="1619250"/>
          </a:xfrm>
          <a:prstGeom prst="roundRect">
            <a:avLst>
              <a:gd name="adj" fmla="val 12941"/>
            </a:avLst>
          </a:prstGeom>
          <a:solidFill>
            <a:srgbClr val="CFE8E2"/>
          </a:solidFill>
          <a:ln w="38100">
            <a:solidFill>
              <a:srgbClr val="0F76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62150" y="4629150"/>
            <a:ext cx="143637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Mức</a:t>
            </a:r>
            <a:r>
              <a:rPr lang="en-US" sz="28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độ: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căng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 nhẹ,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soát</a:t>
            </a:r>
            <a:r>
              <a:rPr lang="en-US" sz="285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vẻ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phục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hồi;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nặng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8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ngược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(động</a:t>
            </a:r>
            <a:r>
              <a:rPr lang="en-US" sz="28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vật)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[S17]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2247900" y="6400800"/>
            <a:ext cx="13792200" cy="1619250"/>
          </a:xfrm>
          <a:prstGeom prst="roundRect">
            <a:avLst>
              <a:gd name="adj" fmla="val 12941"/>
            </a:avLst>
          </a:prstGeom>
          <a:solidFill>
            <a:srgbClr val="F8D9D0"/>
          </a:solidFill>
          <a:ln w="38100">
            <a:solidFill>
              <a:srgbClr val="E847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28900" y="6400800"/>
            <a:ext cx="130302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Lối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sống:</a:t>
            </a:r>
            <a:r>
              <a:rPr lang="en-US" sz="28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8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đặn</a:t>
            </a:r>
            <a:r>
              <a:rPr lang="en-US" sz="28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28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2850" b="1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xã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giúp</a:t>
            </a: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gánh nặng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[S15]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[S15]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[S17]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4696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5961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37226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58491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79756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01021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222287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43552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64817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86082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07347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28612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49877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71143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924081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413673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34938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56203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77468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98733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519998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41264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62529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83794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605059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26324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647589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68854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90120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7113851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732650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521433" y="9549366"/>
            <a:ext cx="141767" cy="14176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2" name="Shape 40"/>
          <p:cNvSpPr/>
          <p:nvPr/>
        </p:nvSpPr>
        <p:spPr>
          <a:xfrm>
            <a:off x="775180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96445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817710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38975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60241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81506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902771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924036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945301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966566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987831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Text 5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32/43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5" name="Moda image moda-export-watermark-3a58f882-1a2f-43eb-a045-988d3df4327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vùng</a:t>
            </a:r>
            <a:r>
              <a:rPr lang="en-US" sz="5700" dirty="0" spc="-7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căng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thẳng</a:t>
            </a:r>
            <a:r>
              <a:rPr lang="en-US" sz="57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tái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cấu</a:t>
            </a:r>
            <a:r>
              <a:rPr lang="en-US" sz="57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trúc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McEwen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8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rằng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căng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thẳng,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hải mã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tiên,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8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đồi,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glucocorticoid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[S15]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Hải mã,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hạnh</a:t>
            </a:r>
            <a:r>
              <a:rPr lang="en-US" sz="28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3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vỏ</a:t>
            </a:r>
            <a:r>
              <a:rPr lang="en-US" sz="28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850" b="1" dirty="0" spc="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8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trải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tái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căng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thẳng,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850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[S15]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Arnsten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8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rằng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vỏ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nhạy</a:t>
            </a: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nhất: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căng thẳng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dù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nhẹ, nếu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soát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được,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khả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[S17]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Hải</a:t>
            </a:r>
            <a:r>
              <a:rPr lang="en-US" sz="1950" dirty="0" spc="-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mã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mục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tiêu</a:t>
            </a:r>
            <a:r>
              <a:rPr lang="en-US" sz="2400" dirty="0" spc="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tiên của</a:t>
            </a: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glucocorticoid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6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Vỏ</a:t>
            </a:r>
            <a:r>
              <a:rPr lang="en-US" sz="195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não</a:t>
            </a:r>
            <a:r>
              <a:rPr lang="en-US" sz="1950" dirty="0" spc="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</a:t>
            </a:r>
            <a:r>
              <a:rPr lang="en-US" sz="1950" dirty="0" spc="-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trán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nhạy</a:t>
            </a:r>
            <a:r>
              <a:rPr lang="en-US" sz="24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nhất</a:t>
            </a:r>
            <a:r>
              <a:rPr lang="en-US" sz="24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24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tác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hại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căng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thẳng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chi</a:t>
            </a: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tiết</a:t>
            </a:r>
            <a:r>
              <a:rPr lang="en-US" sz="24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tế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bào chủ</a:t>
            </a:r>
            <a:r>
              <a:rPr lang="en-US" sz="2400" dirty="0" spc="-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yếu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r>
              <a:rPr lang="en-US" sz="2400" dirty="0" spc="-2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vật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[S15]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[S17]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69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5961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7226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58491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79756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01021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22287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43552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64817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86082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07347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28612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49877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71143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92408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13673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34938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56203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77468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98733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19998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41264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62529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83794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05059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26324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47589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68854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90120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11385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32650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53915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734084" y="9549366"/>
            <a:ext cx="141767" cy="1417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1" name="Shape 49"/>
          <p:cNvSpPr/>
          <p:nvPr/>
        </p:nvSpPr>
        <p:spPr>
          <a:xfrm>
            <a:off x="796445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17710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38975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60241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8150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02771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24036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45301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66566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87831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Text 59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33/43</a:t>
            </a:r>
            <a:endParaRPr lang="en-US" sz="1800" dirty="0"/>
          </a:p>
        </p:txBody>
      </p:sp>
      <p:sp>
        <p:nvSpPr>
          <p:cNvPr id="62" name="Shape 6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3" name="Moda image moda-export-watermark-ac604dc8-c4c8-4c72-aab0-a1b7d7d3ea0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Ở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chuột:</a:t>
            </a:r>
            <a:r>
              <a:rPr lang="en-US" sz="57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đuôi</a:t>
            </a:r>
            <a:r>
              <a:rPr lang="en-US" sz="57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gai</a:t>
            </a: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5700" dirty="0" spc="-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vỏ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r>
              <a:rPr lang="en-US" sz="5700" dirty="0" spc="-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57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trán,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nở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hạnh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F3DFB8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118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Vỏ</a:t>
            </a:r>
            <a:r>
              <a:rPr lang="en-US" sz="3750" dirty="0" spc="-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r>
              <a:rPr lang="en-US" sz="3750" dirty="0" spc="-4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3750" dirty="0" spc="-1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trán</a:t>
            </a:r>
            <a:r>
              <a:rPr lang="en-US" sz="3750" dirty="0" spc="-4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(chuột)</a:t>
            </a:r>
            <a:endParaRPr lang="en-US" sz="375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nhánh</a:t>
            </a:r>
            <a:r>
              <a:rPr lang="en-US" sz="31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1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gai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đuôi</a:t>
            </a:r>
            <a:r>
              <a:rPr lang="en-US" sz="31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gai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giảm,</a:t>
            </a:r>
            <a:r>
              <a:rPr lang="en-US" sz="31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kém</a:t>
            </a:r>
            <a:r>
              <a:rPr lang="en-US" sz="31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31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 ý; dần</a:t>
            </a:r>
            <a:r>
              <a:rPr lang="en-US" sz="31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đảo</a:t>
            </a:r>
            <a:r>
              <a:rPr lang="en-US" sz="31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ngược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31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căng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CFE8E2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Hạnh</a:t>
            </a:r>
            <a:r>
              <a:rPr lang="en-US" sz="42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r>
              <a:rPr lang="en-US" sz="4200" dirty="0" spc="-5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(chuột)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đuôi</a:t>
            </a:r>
            <a:r>
              <a:rPr lang="en-US" sz="31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gai</a:t>
            </a:r>
            <a:r>
              <a:rPr lang="en-US" sz="31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nở</a:t>
            </a:r>
            <a:r>
              <a:rPr lang="en-US" sz="31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31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căng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mãn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Arnsten: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căng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thẳng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mãn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tính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28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yếu</a:t>
            </a:r>
            <a:r>
              <a:rPr lang="en-US" sz="28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hãm,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mạnh</a:t>
            </a:r>
            <a:r>
              <a:rPr lang="en-US" sz="28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thúc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phản</a:t>
            </a:r>
            <a:r>
              <a:rPr lang="en-US" sz="2850" dirty="0" spc="3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ứng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căng thẳng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[S17]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696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5961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37226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58491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79756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01021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22287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43552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64817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86082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07347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28612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49877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71143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924081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13673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34938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56203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77468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98733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19998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41264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62529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83794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05059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26324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47589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68854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90120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113851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32650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53915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75180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946736" y="9549366"/>
            <a:ext cx="141767" cy="14176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8" name="Shape 46"/>
          <p:cNvSpPr/>
          <p:nvPr/>
        </p:nvSpPr>
        <p:spPr>
          <a:xfrm>
            <a:off x="817710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38975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60241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81506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902771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924036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945301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966566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87831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Text 55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34/43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9" name="Moda image moda-export-watermark-b7b126b0-a9bd-4099-8f06-f999506bd30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Dưới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căng</a:t>
            </a:r>
            <a:r>
              <a:rPr lang="en-US" sz="5700" dirty="0" spc="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thẳng,</a:t>
            </a:r>
            <a:r>
              <a:rPr lang="en-US" sz="57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khiển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chuyển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00150" y="3714750"/>
            <a:ext cx="647700" cy="6477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1920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Căng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thẳng</a:t>
            </a:r>
            <a:r>
              <a:rPr lang="en-US" sz="27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tăng</a:t>
            </a:r>
            <a:r>
              <a:rPr lang="en-US" sz="27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catecholamine</a:t>
            </a:r>
            <a:r>
              <a:rPr lang="en-US" sz="2700" dirty="0" spc="-2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glucocorticoid</a:t>
            </a:r>
            <a:endParaRPr lang="en-US" sz="2700" dirty="0"/>
          </a:p>
        </p:txBody>
      </p:sp>
      <p:sp>
        <p:nvSpPr>
          <p:cNvPr id="7" name="Connector line-1792620572580-257288773"/>
          <p:cNvSpPr/>
          <p:nvPr/>
        </p:nvSpPr>
        <p:spPr>
          <a:xfrm>
            <a:off x="4610100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20065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0" y="3714750"/>
            <a:ext cx="647700" cy="6477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550545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Hạnh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nhân mạnh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lên:</a:t>
            </a:r>
            <a:r>
              <a:rPr lang="en-US" sz="27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học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nỗi</a:t>
            </a:r>
            <a:r>
              <a:rPr lang="en-US" sz="27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sợ,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củng</a:t>
            </a:r>
            <a:r>
              <a:rPr lang="en-US" sz="27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</a:t>
            </a:r>
            <a:r>
              <a:rPr lang="en-US" sz="2700" dirty="0" spc="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ức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cảm xúc</a:t>
            </a:r>
            <a:endParaRPr lang="en-US" sz="2700" dirty="0"/>
          </a:p>
        </p:txBody>
      </p:sp>
      <p:sp>
        <p:nvSpPr>
          <p:cNvPr id="12" name="Connector line-1792620572584-111942308"/>
          <p:cNvSpPr/>
          <p:nvPr/>
        </p:nvSpPr>
        <p:spPr>
          <a:xfrm>
            <a:off x="8886825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477375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763125" y="3714750"/>
            <a:ext cx="647700" cy="6477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5" name="Text 13"/>
          <p:cNvSpPr/>
          <p:nvPr/>
        </p:nvSpPr>
        <p:spPr>
          <a:xfrm>
            <a:off x="97631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782175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7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Vỏ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r>
              <a:rPr lang="en-US" sz="270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7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trán</a:t>
            </a:r>
            <a:r>
              <a:rPr lang="en-US" sz="2700" dirty="0" spc="-2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yếu</a:t>
            </a:r>
            <a:r>
              <a:rPr lang="en-US" sz="2700" dirty="0" spc="2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đi:</a:t>
            </a:r>
            <a:r>
              <a:rPr lang="en-US" sz="2700" dirty="0" spc="-3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kém</a:t>
            </a:r>
            <a:r>
              <a:rPr lang="en-US" sz="27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suy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nghĩ linh</a:t>
            </a:r>
            <a:r>
              <a:rPr lang="en-US" sz="270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hoạt</a:t>
            </a:r>
            <a:endParaRPr lang="en-US" sz="2700" dirty="0"/>
          </a:p>
        </p:txBody>
      </p:sp>
      <p:sp>
        <p:nvSpPr>
          <p:cNvPr id="17" name="Connector line-1792620572587-981034256"/>
          <p:cNvSpPr/>
          <p:nvPr/>
        </p:nvSpPr>
        <p:spPr>
          <a:xfrm>
            <a:off x="13163550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375410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039850" y="3714750"/>
            <a:ext cx="647700" cy="6477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0" name="Text 18"/>
          <p:cNvSpPr/>
          <p:nvPr/>
        </p:nvSpPr>
        <p:spPr>
          <a:xfrm>
            <a:off x="140398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405890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Thói</a:t>
            </a:r>
            <a:r>
              <a:rPr lang="en-US" sz="27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quen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do thể</a:t>
            </a:r>
            <a:r>
              <a:rPr lang="en-US" sz="27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vân</a:t>
            </a:r>
            <a:r>
              <a:rPr lang="en-US" sz="2700" dirty="0" spc="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đảm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</a:t>
            </a:r>
            <a:r>
              <a:rPr lang="en-US" sz="2700" dirty="0" spc="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</a:t>
            </a:r>
            <a:r>
              <a:rPr lang="en-US" sz="27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</a:t>
            </a:r>
            <a:r>
              <a:rPr lang="en-US" sz="27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tăng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[S17] [S3]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469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5961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37226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58491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79756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01021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22287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43552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64817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86082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07347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28612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49877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71143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92408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13673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34938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56203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77468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98733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19998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41264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62529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83794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05059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26324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47589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68854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90120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11385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32650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53915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75180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96445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159387" y="9549366"/>
            <a:ext cx="141767" cy="1417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8" name="Shape 56"/>
          <p:cNvSpPr/>
          <p:nvPr/>
        </p:nvSpPr>
        <p:spPr>
          <a:xfrm>
            <a:off x="838975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60241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8150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02771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24036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45301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66566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987831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Text 64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35/43</a:t>
            </a:r>
            <a:endParaRPr lang="en-US" sz="1800" dirty="0"/>
          </a:p>
        </p:txBody>
      </p:sp>
      <p:sp>
        <p:nvSpPr>
          <p:cNvPr id="67" name="Shape 6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8" name="Moda image moda-export-watermark-d8c4e541-73c3-4c6d-be2b-4ff357ba825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vùng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liên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quan</a:t>
            </a:r>
            <a:r>
              <a:rPr lang="en-US" sz="57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PTSD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247900"/>
            <a:ext cx="8953500" cy="609600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28575">
            <a:solidFill>
              <a:srgbClr val="DDD5C1"/>
            </a:solidFill>
            <a:prstDash val="solid"/>
          </a:ln>
        </p:spPr>
      </p:sp>
      <p:pic>
        <p:nvPicPr>
          <p:cNvPr id="4" name="Moda image rect-1792620574135-65651640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04900" y="2533278"/>
            <a:ext cx="8572500" cy="55252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8477250"/>
            <a:ext cx="16459200" cy="495300"/>
          </a:xfrm>
          <a:prstGeom prst="rect">
            <a:avLst/>
          </a:prstGeom>
          <a:noFill/>
          <a:ln/>
        </p:spPr>
        <p:txBody>
          <a:bodyPr wrap="square" lIns="0" tIns="14435" rIns="0" bIns="-14435" rtlCol="0" anchor="t"/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Hình: Wikipedia,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giấy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6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CC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BY;</a:t>
            </a:r>
            <a:r>
              <a:rPr lang="en-US" sz="16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Hove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 Martinez,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 (chương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12)</a:t>
            </a:r>
            <a:endParaRPr lang="en-US" sz="1650" dirty="0"/>
          </a:p>
        </p:txBody>
      </p:sp>
      <p:sp>
        <p:nvSpPr>
          <p:cNvPr id="6" name="Shape 3"/>
          <p:cNvSpPr/>
          <p:nvPr/>
        </p:nvSpPr>
        <p:spPr>
          <a:xfrm>
            <a:off x="10248900" y="2247900"/>
            <a:ext cx="7124700" cy="838200"/>
          </a:xfrm>
          <a:prstGeom prst="roundRect">
            <a:avLst>
              <a:gd name="adj" fmla="val 22727"/>
            </a:avLst>
          </a:prstGeom>
          <a:solidFill>
            <a:srgbClr val="E8E0CF"/>
          </a:solidFill>
          <a:ln/>
        </p:spPr>
      </p:sp>
      <p:sp>
        <p:nvSpPr>
          <p:cNvPr id="7" name="Shape 4"/>
          <p:cNvSpPr/>
          <p:nvPr/>
        </p:nvSpPr>
        <p:spPr>
          <a:xfrm>
            <a:off x="10248900" y="2247900"/>
            <a:ext cx="114300" cy="8382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8" name="Text 5"/>
          <p:cNvSpPr/>
          <p:nvPr/>
        </p:nvSpPr>
        <p:spPr>
          <a:xfrm>
            <a:off x="10591800" y="2343150"/>
            <a:ext cx="65913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87" dirty="0" spc="-1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Prefrontal</a:t>
            </a:r>
            <a:r>
              <a:rPr lang="en-US" sz="2187" dirty="0" spc="-9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cortex</a:t>
            </a:r>
            <a:endParaRPr lang="en-US" sz="2187" dirty="0"/>
          </a:p>
        </p:txBody>
      </p:sp>
      <p:sp>
        <p:nvSpPr>
          <p:cNvPr id="9" name="Text 6"/>
          <p:cNvSpPr/>
          <p:nvPr/>
        </p:nvSpPr>
        <p:spPr>
          <a:xfrm>
            <a:off x="10591800" y="2581275"/>
            <a:ext cx="6591300" cy="466725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3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vỏ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r>
              <a:rPr lang="en-US" sz="25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55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trán</a:t>
            </a:r>
            <a:endParaRPr lang="en-US" sz="2550" dirty="0"/>
          </a:p>
        </p:txBody>
      </p:sp>
      <p:sp>
        <p:nvSpPr>
          <p:cNvPr id="10" name="Shape 7"/>
          <p:cNvSpPr/>
          <p:nvPr/>
        </p:nvSpPr>
        <p:spPr>
          <a:xfrm>
            <a:off x="10248900" y="3219450"/>
            <a:ext cx="7124700" cy="838200"/>
          </a:xfrm>
          <a:prstGeom prst="roundRect">
            <a:avLst>
              <a:gd name="adj" fmla="val 22727"/>
            </a:avLst>
          </a:prstGeom>
          <a:solidFill>
            <a:srgbClr val="E8E0CF"/>
          </a:solidFill>
          <a:ln/>
        </p:spPr>
      </p:sp>
      <p:sp>
        <p:nvSpPr>
          <p:cNvPr id="11" name="Shape 8"/>
          <p:cNvSpPr/>
          <p:nvPr/>
        </p:nvSpPr>
        <p:spPr>
          <a:xfrm>
            <a:off x="10248900" y="3219450"/>
            <a:ext cx="114300" cy="8382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2" name="Text 9"/>
          <p:cNvSpPr/>
          <p:nvPr/>
        </p:nvSpPr>
        <p:spPr>
          <a:xfrm>
            <a:off x="10591800" y="3314700"/>
            <a:ext cx="65913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87" dirty="0" spc="-16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Amygdala</a:t>
            </a:r>
            <a:endParaRPr lang="en-US" sz="2187" dirty="0"/>
          </a:p>
        </p:txBody>
      </p:sp>
      <p:sp>
        <p:nvSpPr>
          <p:cNvPr id="13" name="Text 10"/>
          <p:cNvSpPr/>
          <p:nvPr/>
        </p:nvSpPr>
        <p:spPr>
          <a:xfrm>
            <a:off x="10591800" y="3552825"/>
            <a:ext cx="6591300" cy="466725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hạnh nhân</a:t>
            </a:r>
            <a:endParaRPr lang="en-US" sz="2550" dirty="0"/>
          </a:p>
        </p:txBody>
      </p:sp>
      <p:sp>
        <p:nvSpPr>
          <p:cNvPr id="14" name="Shape 11"/>
          <p:cNvSpPr/>
          <p:nvPr/>
        </p:nvSpPr>
        <p:spPr>
          <a:xfrm>
            <a:off x="10248900" y="4191000"/>
            <a:ext cx="7124700" cy="838200"/>
          </a:xfrm>
          <a:prstGeom prst="roundRect">
            <a:avLst>
              <a:gd name="adj" fmla="val 22727"/>
            </a:avLst>
          </a:prstGeom>
          <a:solidFill>
            <a:srgbClr val="E8E0CF"/>
          </a:solidFill>
          <a:ln/>
        </p:spPr>
      </p:sp>
      <p:sp>
        <p:nvSpPr>
          <p:cNvPr id="15" name="Shape 12"/>
          <p:cNvSpPr/>
          <p:nvPr/>
        </p:nvSpPr>
        <p:spPr>
          <a:xfrm>
            <a:off x="10248900" y="4191000"/>
            <a:ext cx="114300" cy="838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6" name="Text 13"/>
          <p:cNvSpPr/>
          <p:nvPr/>
        </p:nvSpPr>
        <p:spPr>
          <a:xfrm>
            <a:off x="10591800" y="4286250"/>
            <a:ext cx="65913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87" dirty="0" spc="-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Hippocampus</a:t>
            </a:r>
            <a:endParaRPr lang="en-US" sz="2187" dirty="0"/>
          </a:p>
        </p:txBody>
      </p:sp>
      <p:sp>
        <p:nvSpPr>
          <p:cNvPr id="17" name="Text 14"/>
          <p:cNvSpPr/>
          <p:nvPr/>
        </p:nvSpPr>
        <p:spPr>
          <a:xfrm>
            <a:off x="10591800" y="4524375"/>
            <a:ext cx="6591300" cy="466725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hải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endParaRPr lang="en-US" sz="2550" dirty="0"/>
          </a:p>
        </p:txBody>
      </p:sp>
      <p:sp>
        <p:nvSpPr>
          <p:cNvPr id="18" name="Shape 15"/>
          <p:cNvSpPr/>
          <p:nvPr/>
        </p:nvSpPr>
        <p:spPr>
          <a:xfrm>
            <a:off x="10248900" y="5162550"/>
            <a:ext cx="7124700" cy="3181350"/>
          </a:xfrm>
          <a:prstGeom prst="roundRect">
            <a:avLst>
              <a:gd name="adj" fmla="val 5988"/>
            </a:avLst>
          </a:prstGeom>
          <a:solidFill>
            <a:srgbClr val="DDE3FA"/>
          </a:solidFill>
          <a:ln/>
        </p:spPr>
      </p:sp>
      <p:sp>
        <p:nvSpPr>
          <p:cNvPr id="19" name="Text 16"/>
          <p:cNvSpPr/>
          <p:nvPr/>
        </p:nvSpPr>
        <p:spPr>
          <a:xfrm>
            <a:off x="10553700" y="5429250"/>
            <a:ext cx="6515100" cy="26479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Giáo</a:t>
            </a:r>
            <a:r>
              <a:rPr lang="en-US" sz="21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liệt</a:t>
            </a:r>
            <a:r>
              <a:rPr lang="en-US" sz="210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1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rối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loạn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căng thẳng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chấn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</a:t>
            </a:r>
            <a:pPr algn="l" indent="0" marL="0">
              <a:lnSpc>
                <a:spcPts val="2730"/>
              </a:lnSpc>
              <a:buNone/>
            </a:pPr>
            <a:r>
              <a:rPr lang="en-US" sz="2100" b="1" dirty="0" spc="-1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PTSD</a:t>
            </a:r>
            <a:pPr algn="l" indent="0" marL="0">
              <a:lnSpc>
                <a:spcPts val="2730"/>
              </a:lnSpc>
              <a:buNone/>
            </a:pP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):</a:t>
            </a:r>
            <a:r>
              <a:rPr lang="en-US" sz="21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vỏ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1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1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trán,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hải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vỏ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1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đai</a:t>
            </a:r>
            <a:r>
              <a:rPr lang="en-US" sz="21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730"/>
              </a:lnSpc>
              <a:buNone/>
            </a:pPr>
            <a:r>
              <a:rPr lang="en-US" sz="210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hạnh</a:t>
            </a:r>
            <a:r>
              <a:rPr lang="en-US" sz="210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pPr algn="l" indent="0" marL="0">
              <a:lnSpc>
                <a:spcPts val="2730"/>
              </a:lnSpc>
              <a:buNone/>
            </a:pP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730"/>
              </a:lnSpc>
              <a:buNone/>
            </a:pP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[S4]</a:t>
            </a:r>
            <a:pPr algn="l" indent="0" marL="0">
              <a:lnSpc>
                <a:spcPts val="2730"/>
              </a:lnSpc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PTSD,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số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730"/>
              </a:lnSpc>
              <a:buNone/>
            </a:pPr>
            <a:r>
              <a:rPr lang="en-US" sz="210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hải</a:t>
            </a:r>
            <a:r>
              <a:rPr lang="en-US" sz="210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pPr algn="l" indent="0" marL="0">
              <a:lnSpc>
                <a:spcPts val="2730"/>
              </a:lnSpc>
              <a:buNone/>
            </a:pP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hơn;</a:t>
            </a:r>
            <a:r>
              <a:rPr lang="en-US" sz="21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1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1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quả,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</a:t>
            </a:r>
            <a:r>
              <a:rPr lang="en-US" sz="21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thước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hải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730"/>
              </a:lnSpc>
              <a:buNone/>
            </a:pP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[S4]</a:t>
            </a:r>
            <a:pPr algn="l" indent="0" marL="0">
              <a:lnSpc>
                <a:spcPts val="2730"/>
              </a:lnSpc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 Hình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1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1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trí.</a:t>
            </a:r>
            <a:endParaRPr lang="en-US" sz="2100" dirty="0"/>
          </a:p>
        </p:txBody>
      </p:sp>
      <p:sp>
        <p:nvSpPr>
          <p:cNvPr id="20" name="Text 17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94696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115961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137226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158491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179756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201021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222287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243552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264817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286082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307347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328612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349877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371143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3924081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413673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434938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456203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6"/>
          <p:cNvSpPr/>
          <p:nvPr/>
        </p:nvSpPr>
        <p:spPr>
          <a:xfrm>
            <a:off x="477468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7"/>
          <p:cNvSpPr/>
          <p:nvPr/>
        </p:nvSpPr>
        <p:spPr>
          <a:xfrm>
            <a:off x="498733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519998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39"/>
          <p:cNvSpPr/>
          <p:nvPr/>
        </p:nvSpPr>
        <p:spPr>
          <a:xfrm>
            <a:off x="541264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0"/>
          <p:cNvSpPr/>
          <p:nvPr/>
        </p:nvSpPr>
        <p:spPr>
          <a:xfrm>
            <a:off x="562529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583794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2"/>
          <p:cNvSpPr/>
          <p:nvPr/>
        </p:nvSpPr>
        <p:spPr>
          <a:xfrm>
            <a:off x="605059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3"/>
          <p:cNvSpPr/>
          <p:nvPr/>
        </p:nvSpPr>
        <p:spPr>
          <a:xfrm>
            <a:off x="626324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647589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5"/>
          <p:cNvSpPr/>
          <p:nvPr/>
        </p:nvSpPr>
        <p:spPr>
          <a:xfrm>
            <a:off x="668854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6"/>
          <p:cNvSpPr/>
          <p:nvPr/>
        </p:nvSpPr>
        <p:spPr>
          <a:xfrm>
            <a:off x="690120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7113851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732650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753915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775180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1"/>
          <p:cNvSpPr/>
          <p:nvPr/>
        </p:nvSpPr>
        <p:spPr>
          <a:xfrm>
            <a:off x="796445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2"/>
          <p:cNvSpPr/>
          <p:nvPr/>
        </p:nvSpPr>
        <p:spPr>
          <a:xfrm>
            <a:off x="817710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3"/>
          <p:cNvSpPr/>
          <p:nvPr/>
        </p:nvSpPr>
        <p:spPr>
          <a:xfrm>
            <a:off x="8372038" y="9549366"/>
            <a:ext cx="141767" cy="14176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57" name="Shape 54"/>
          <p:cNvSpPr/>
          <p:nvPr/>
        </p:nvSpPr>
        <p:spPr>
          <a:xfrm>
            <a:off x="860241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881506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902771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7"/>
          <p:cNvSpPr/>
          <p:nvPr/>
        </p:nvSpPr>
        <p:spPr>
          <a:xfrm>
            <a:off x="924036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8"/>
          <p:cNvSpPr/>
          <p:nvPr/>
        </p:nvSpPr>
        <p:spPr>
          <a:xfrm>
            <a:off x="945301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59"/>
          <p:cNvSpPr/>
          <p:nvPr/>
        </p:nvSpPr>
        <p:spPr>
          <a:xfrm>
            <a:off x="966566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0"/>
          <p:cNvSpPr/>
          <p:nvPr/>
        </p:nvSpPr>
        <p:spPr>
          <a:xfrm>
            <a:off x="987831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Text 6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36/43</a:t>
            </a:r>
            <a:endParaRPr lang="en-US" sz="1800" dirty="0"/>
          </a:p>
        </p:txBody>
      </p:sp>
      <p:sp>
        <p:nvSpPr>
          <p:cNvPr id="65" name="Shape 6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6" name="Moda image moda-export-watermark-817fa900-dcb0-452d-82ac-8339093f43c6" descr="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thông</a:t>
            </a:r>
            <a:r>
              <a:rPr lang="en-US" sz="57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r>
              <a:rPr lang="en-US" sz="57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điện</a:t>
            </a:r>
            <a:r>
              <a:rPr lang="en-US" sz="57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thoại,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5700" dirty="0" spc="-7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381250"/>
            <a:ext cx="161925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745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7745" dirty="0"/>
          </a:p>
        </p:txBody>
      </p:sp>
      <p:sp>
        <p:nvSpPr>
          <p:cNvPr id="4" name="Shape 2"/>
          <p:cNvSpPr/>
          <p:nvPr/>
        </p:nvSpPr>
        <p:spPr>
          <a:xfrm>
            <a:off x="2724150" y="24765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3105150" y="24765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Ánh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sáng,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âm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thanh</a:t>
            </a:r>
            <a:r>
              <a:rPr lang="en-US" sz="30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bất</a:t>
            </a:r>
            <a:r>
              <a:rPr lang="en-US" sz="30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ngờ: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 bụng</a:t>
            </a:r>
            <a:r>
              <a:rPr lang="en-US" sz="30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ngắt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chú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ý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mục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tiêu [S13]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3676650"/>
            <a:ext cx="161925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745" dirty="0" spc="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7745" dirty="0"/>
          </a:p>
        </p:txBody>
      </p:sp>
      <p:sp>
        <p:nvSpPr>
          <p:cNvPr id="7" name="Shape 5"/>
          <p:cNvSpPr/>
          <p:nvPr/>
        </p:nvSpPr>
        <p:spPr>
          <a:xfrm>
            <a:off x="2724150" y="37719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37719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Biểu</a:t>
            </a:r>
            <a:r>
              <a:rPr lang="en-US" sz="3000" dirty="0" spc="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tượng</a:t>
            </a:r>
            <a:r>
              <a:rPr lang="en-US" sz="3000" dirty="0" spc="2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từng</a:t>
            </a:r>
            <a:r>
              <a:rPr lang="en-US" sz="3000" dirty="0" spc="3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</a:t>
            </a:r>
            <a:r>
              <a:rPr lang="en-US" sz="3000" dirty="0" spc="-3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kèm</a:t>
            </a: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vui</a:t>
            </a:r>
            <a:r>
              <a:rPr lang="en-US" sz="3000" dirty="0" spc="-3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kéo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chú</a:t>
            </a: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ý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</a:t>
            </a:r>
            <a:r>
              <a:rPr lang="en-US" sz="3000" dirty="0" spc="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trị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[S14]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4972050"/>
            <a:ext cx="161925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745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7745" dirty="0"/>
          </a:p>
        </p:txBody>
      </p:sp>
      <p:sp>
        <p:nvSpPr>
          <p:cNvPr id="10" name="Shape 8"/>
          <p:cNvSpPr/>
          <p:nvPr/>
        </p:nvSpPr>
        <p:spPr>
          <a:xfrm>
            <a:off x="2724150" y="50673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3105150" y="50673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Dấu</a:t>
            </a: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hiệu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báo</a:t>
            </a:r>
            <a:r>
              <a:rPr lang="en-US" sz="300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300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thưởng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tạo</a:t>
            </a:r>
            <a:r>
              <a:rPr lang="en-US" sz="3000" dirty="0" spc="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đáp</a:t>
            </a:r>
            <a:r>
              <a:rPr lang="en-US" sz="3000" dirty="0" spc="3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ứng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dopamine</a:t>
            </a:r>
            <a:r>
              <a:rPr lang="en-US" sz="300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30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biết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nội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dung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[S9]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6267450"/>
            <a:ext cx="161925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745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7745" dirty="0"/>
          </a:p>
        </p:txBody>
      </p:sp>
      <p:sp>
        <p:nvSpPr>
          <p:cNvPr id="13" name="Shape 11"/>
          <p:cNvSpPr/>
          <p:nvPr/>
        </p:nvSpPr>
        <p:spPr>
          <a:xfrm>
            <a:off x="2724150" y="63627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3105150" y="63627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Tin</a:t>
            </a:r>
            <a:r>
              <a:rPr lang="en-US" sz="3000" dirty="0" spc="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đáng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lo: hạnh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nhân có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kích</a:t>
            </a:r>
            <a:r>
              <a:rPr lang="en-US" sz="30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hoạt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trục</a:t>
            </a:r>
            <a:r>
              <a:rPr lang="en-US" sz="3000" dirty="0" spc="-5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HPA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[S16]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14400" y="7562850"/>
            <a:ext cx="161925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745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7745" dirty="0"/>
          </a:p>
        </p:txBody>
      </p:sp>
      <p:sp>
        <p:nvSpPr>
          <p:cNvPr id="16" name="Shape 14"/>
          <p:cNvSpPr/>
          <p:nvPr/>
        </p:nvSpPr>
        <p:spPr>
          <a:xfrm>
            <a:off x="2724150" y="76581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3105150" y="76581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8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Vỏ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r>
              <a:rPr lang="en-US" sz="300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300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trán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</a:t>
            </a:r>
            <a:r>
              <a:rPr lang="en-US" sz="30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mục</a:t>
            </a: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tiêu;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căng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thẳng</a:t>
            </a:r>
            <a:r>
              <a:rPr lang="en-US" sz="3000" dirty="0" spc="-3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kéo</a:t>
            </a: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dài làm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kìm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hơn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[S17]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[S13] [S14]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[S16]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[S17]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469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5961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37226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58491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79756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01021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22287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43552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64817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86082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07347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28612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49877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71143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92408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13673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34938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56203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77468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98733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19998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41264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62529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83794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05059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26324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47589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68854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90120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11385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32650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53915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75180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96445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17710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38975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584690" y="9549366"/>
            <a:ext cx="141767" cy="1417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6" name="Shape 54"/>
          <p:cNvSpPr/>
          <p:nvPr/>
        </p:nvSpPr>
        <p:spPr>
          <a:xfrm>
            <a:off x="88150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02771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24036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45301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66566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87831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Text 60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37/43</a:t>
            </a:r>
            <a:endParaRPr lang="en-US" sz="1800" dirty="0"/>
          </a:p>
        </p:txBody>
      </p:sp>
      <p:sp>
        <p:nvSpPr>
          <p:cNvPr id="63" name="Shape 6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4" name="Moda image moda-export-watermark-04a78a5b-39f0-44f4-9100-9e0e2452333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Cảm</a:t>
            </a:r>
            <a:r>
              <a:rPr lang="en-US" sz="57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xúc</a:t>
            </a: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57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mạng,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57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7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247900"/>
            <a:ext cx="10096500" cy="609600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28575">
            <a:solidFill>
              <a:srgbClr val="DDD5C1"/>
            </a:solidFill>
            <a:prstDash val="solid"/>
          </a:ln>
        </p:spPr>
      </p:sp>
      <p:pic>
        <p:nvPicPr>
          <p:cNvPr id="4" name="Moda image rect-1792620576659-41576971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58989" y="2438400"/>
            <a:ext cx="7607321" cy="5715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8477250"/>
            <a:ext cx="16459200" cy="495300"/>
          </a:xfrm>
          <a:prstGeom prst="rect">
            <a:avLst/>
          </a:prstGeom>
          <a:noFill/>
          <a:ln/>
        </p:spPr>
        <p:txBody>
          <a:bodyPr wrap="square" lIns="0" tIns="14435" rIns="0" bIns="-14435" rtlCol="0" anchor="t"/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Hình: Noba,</a:t>
            </a: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giấy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CC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BY-NC-SA;</a:t>
            </a:r>
            <a:r>
              <a:rPr lang="en-US" sz="16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Hove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 Martinez,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(chương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10)</a:t>
            </a:r>
            <a:endParaRPr lang="en-US" sz="1650" dirty="0"/>
          </a:p>
        </p:txBody>
      </p:sp>
      <p:sp>
        <p:nvSpPr>
          <p:cNvPr id="6" name="Shape 3"/>
          <p:cNvSpPr/>
          <p:nvPr/>
        </p:nvSpPr>
        <p:spPr>
          <a:xfrm>
            <a:off x="11391900" y="224790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E8E0CF"/>
          </a:solidFill>
          <a:ln/>
        </p:spPr>
      </p:sp>
      <p:sp>
        <p:nvSpPr>
          <p:cNvPr id="7" name="Shape 4"/>
          <p:cNvSpPr/>
          <p:nvPr/>
        </p:nvSpPr>
        <p:spPr>
          <a:xfrm>
            <a:off x="11391900" y="224790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8" name="Text 5"/>
          <p:cNvSpPr/>
          <p:nvPr/>
        </p:nvSpPr>
        <p:spPr>
          <a:xfrm>
            <a:off x="11734800" y="2343150"/>
            <a:ext cx="5448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6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Amygdala</a:t>
            </a:r>
            <a:endParaRPr lang="en-US" sz="2250" dirty="0"/>
          </a:p>
        </p:txBody>
      </p:sp>
      <p:sp>
        <p:nvSpPr>
          <p:cNvPr id="9" name="Text 6"/>
          <p:cNvSpPr/>
          <p:nvPr/>
        </p:nvSpPr>
        <p:spPr>
          <a:xfrm>
            <a:off x="11734800" y="2819400"/>
            <a:ext cx="5448300" cy="8001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hạnh nhân</a:t>
            </a:r>
            <a:endParaRPr lang="en-US" sz="2550" dirty="0"/>
          </a:p>
        </p:txBody>
      </p:sp>
      <p:sp>
        <p:nvSpPr>
          <p:cNvPr id="10" name="Shape 7"/>
          <p:cNvSpPr/>
          <p:nvPr/>
        </p:nvSpPr>
        <p:spPr>
          <a:xfrm>
            <a:off x="11391900" y="390525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E8E0CF"/>
          </a:solidFill>
          <a:ln/>
        </p:spPr>
      </p:sp>
      <p:sp>
        <p:nvSpPr>
          <p:cNvPr id="11" name="Shape 8"/>
          <p:cNvSpPr/>
          <p:nvPr/>
        </p:nvSpPr>
        <p:spPr>
          <a:xfrm>
            <a:off x="11391900" y="390525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2" name="Text 9"/>
          <p:cNvSpPr/>
          <p:nvPr/>
        </p:nvSpPr>
        <p:spPr>
          <a:xfrm>
            <a:off x="11734800" y="4000500"/>
            <a:ext cx="5448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Nucleus</a:t>
            </a:r>
            <a:r>
              <a:rPr lang="en-US" sz="2250" dirty="0" spc="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accumbens</a:t>
            </a:r>
            <a:endParaRPr lang="en-US" sz="2250" dirty="0"/>
          </a:p>
        </p:txBody>
      </p:sp>
      <p:sp>
        <p:nvSpPr>
          <p:cNvPr id="13" name="Text 10"/>
          <p:cNvSpPr/>
          <p:nvPr/>
        </p:nvSpPr>
        <p:spPr>
          <a:xfrm>
            <a:off x="11734800" y="4476750"/>
            <a:ext cx="5448300" cy="8001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nhân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accumbens</a:t>
            </a:r>
            <a:endParaRPr lang="en-US" sz="2550" dirty="0"/>
          </a:p>
        </p:txBody>
      </p:sp>
      <p:sp>
        <p:nvSpPr>
          <p:cNvPr id="14" name="Shape 11"/>
          <p:cNvSpPr/>
          <p:nvPr/>
        </p:nvSpPr>
        <p:spPr>
          <a:xfrm>
            <a:off x="11391900" y="556260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E8E0CF"/>
          </a:solidFill>
          <a:ln/>
        </p:spPr>
      </p:sp>
      <p:sp>
        <p:nvSpPr>
          <p:cNvPr id="15" name="Shape 12"/>
          <p:cNvSpPr/>
          <p:nvPr/>
        </p:nvSpPr>
        <p:spPr>
          <a:xfrm>
            <a:off x="11391900" y="556260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6" name="Text 13"/>
          <p:cNvSpPr/>
          <p:nvPr/>
        </p:nvSpPr>
        <p:spPr>
          <a:xfrm>
            <a:off x="11734800" y="5657850"/>
            <a:ext cx="5448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Orbital</a:t>
            </a:r>
            <a:r>
              <a:rPr lang="en-US" sz="2250" dirty="0" spc="-5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frontal</a:t>
            </a:r>
            <a:r>
              <a:rPr lang="en-US" sz="2250" dirty="0" spc="-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cortex</a:t>
            </a:r>
            <a:endParaRPr lang="en-US" sz="2250" dirty="0"/>
          </a:p>
        </p:txBody>
      </p:sp>
      <p:sp>
        <p:nvSpPr>
          <p:cNvPr id="17" name="Text 14"/>
          <p:cNvSpPr/>
          <p:nvPr/>
        </p:nvSpPr>
        <p:spPr>
          <a:xfrm>
            <a:off x="11734800" y="6134100"/>
            <a:ext cx="5448300" cy="8001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3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vỏ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r>
              <a:rPr lang="en-US" sz="255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trán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ổ</a:t>
            </a:r>
            <a:r>
              <a:rPr lang="en-US" sz="25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mắt</a:t>
            </a:r>
            <a:endParaRPr lang="en-US" sz="2550" dirty="0"/>
          </a:p>
        </p:txBody>
      </p:sp>
      <p:sp>
        <p:nvSpPr>
          <p:cNvPr id="18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[S18]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94696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115961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137226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158491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179756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201021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222287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243552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264817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286082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307347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328612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349877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371143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3924081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413673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434938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456203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477468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498733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6"/>
          <p:cNvSpPr/>
          <p:nvPr/>
        </p:nvSpPr>
        <p:spPr>
          <a:xfrm>
            <a:off x="519998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7"/>
          <p:cNvSpPr/>
          <p:nvPr/>
        </p:nvSpPr>
        <p:spPr>
          <a:xfrm>
            <a:off x="541264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562529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39"/>
          <p:cNvSpPr/>
          <p:nvPr/>
        </p:nvSpPr>
        <p:spPr>
          <a:xfrm>
            <a:off x="583794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0"/>
          <p:cNvSpPr/>
          <p:nvPr/>
        </p:nvSpPr>
        <p:spPr>
          <a:xfrm>
            <a:off x="605059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626324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2"/>
          <p:cNvSpPr/>
          <p:nvPr/>
        </p:nvSpPr>
        <p:spPr>
          <a:xfrm>
            <a:off x="647589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3"/>
          <p:cNvSpPr/>
          <p:nvPr/>
        </p:nvSpPr>
        <p:spPr>
          <a:xfrm>
            <a:off x="668854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690120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5"/>
          <p:cNvSpPr/>
          <p:nvPr/>
        </p:nvSpPr>
        <p:spPr>
          <a:xfrm>
            <a:off x="7113851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6"/>
          <p:cNvSpPr/>
          <p:nvPr/>
        </p:nvSpPr>
        <p:spPr>
          <a:xfrm>
            <a:off x="732650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753915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775180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796445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817710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1"/>
          <p:cNvSpPr/>
          <p:nvPr/>
        </p:nvSpPr>
        <p:spPr>
          <a:xfrm>
            <a:off x="838975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2"/>
          <p:cNvSpPr/>
          <p:nvPr/>
        </p:nvSpPr>
        <p:spPr>
          <a:xfrm>
            <a:off x="860241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3"/>
          <p:cNvSpPr/>
          <p:nvPr/>
        </p:nvSpPr>
        <p:spPr>
          <a:xfrm>
            <a:off x="8797341" y="9549366"/>
            <a:ext cx="141767" cy="14176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57" name="Shape 54"/>
          <p:cNvSpPr/>
          <p:nvPr/>
        </p:nvSpPr>
        <p:spPr>
          <a:xfrm>
            <a:off x="902771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924036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945301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7"/>
          <p:cNvSpPr/>
          <p:nvPr/>
        </p:nvSpPr>
        <p:spPr>
          <a:xfrm>
            <a:off x="966566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8"/>
          <p:cNvSpPr/>
          <p:nvPr/>
        </p:nvSpPr>
        <p:spPr>
          <a:xfrm>
            <a:off x="987831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Text 59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38/43</a:t>
            </a:r>
            <a:endParaRPr lang="en-US" sz="1800" dirty="0"/>
          </a:p>
        </p:txBody>
      </p:sp>
      <p:sp>
        <p:nvSpPr>
          <p:cNvPr id="63" name="Shape 6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4" name="Moda image moda-export-watermark-57317ce3-c4d5-409a-b568-51d9f6ee34a2" descr="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 hệ</a:t>
            </a:r>
            <a:r>
              <a:rPr lang="en-US" sz="57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đan</a:t>
            </a:r>
            <a:r>
              <a:rPr lang="en-US" sz="5700" dirty="0" spc="-5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5700" dirty="0"/>
          </a:p>
        </p:txBody>
      </p:sp>
      <p:sp>
        <p:nvSpPr>
          <p:cNvPr id="3" name="Connector line-1792620633525-748273850"/>
          <p:cNvSpPr/>
          <p:nvPr/>
        </p:nvSpPr>
        <p:spPr>
          <a:xfrm flipH="1" flipV="1">
            <a:off x="3619500" y="3619500"/>
            <a:ext cx="5524500" cy="2000250"/>
          </a:xfrm>
          <a:prstGeom prst="line">
            <a:avLst/>
          </a:prstGeom>
          <a:noFill/>
          <a:ln w="57150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4" name="Connector line-1792620633526-876008945"/>
          <p:cNvSpPr/>
          <p:nvPr/>
        </p:nvSpPr>
        <p:spPr>
          <a:xfrm flipV="1">
            <a:off x="9144000" y="3619500"/>
            <a:ext cx="5524500" cy="2000250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5" name="Connector line-1792620633526-834610169"/>
          <p:cNvSpPr/>
          <p:nvPr/>
        </p:nvSpPr>
        <p:spPr>
          <a:xfrm flipH="1">
            <a:off x="3619500" y="5619750"/>
            <a:ext cx="5524500" cy="2000250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6" name="Connector line-1792620633526-234946732"/>
          <p:cNvSpPr/>
          <p:nvPr/>
        </p:nvSpPr>
        <p:spPr>
          <a:xfrm>
            <a:off x="9144000" y="5619750"/>
            <a:ext cx="5524500" cy="200025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6953250" y="4191000"/>
            <a:ext cx="4381500" cy="28575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8" name="Text 6"/>
          <p:cNvSpPr/>
          <p:nvPr/>
        </p:nvSpPr>
        <p:spPr>
          <a:xfrm>
            <a:off x="7239000" y="4476750"/>
            <a:ext cx="3810000" cy="2286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ctr"/>
          <a:lstStyle/>
          <a:p>
            <a:pPr algn="ctr" indent="0" marL="0">
              <a:lnSpc>
                <a:spcPts val="3630"/>
              </a:lnSpc>
              <a:buNone/>
            </a:pP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 hệ</a:t>
            </a:r>
            <a:r>
              <a:rPr lang="en-US" sz="33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đan</a:t>
            </a:r>
            <a:r>
              <a:rPr lang="en-US" sz="33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3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1047750" y="28575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FFB4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33500" y="28575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Thưởng → chú ý: vật từng có thưởng kéo chú ý [S14]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096750" y="28575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3DD6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382500" y="28575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Chú ý ↔ dopamine: đáp ứng đầu mang tính nổi bật [S9]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047750" y="685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FF6A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33500" y="685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Căng thẳng → hạnh nhân: kích hoạt trục HPA [S16]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12096750" y="685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7C9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382500" y="685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Căng thẳng → vỏ não trước trán: yếu đi, thói quen thắng [S17]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[S14]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[S16] [S17]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69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5961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7226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58491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79756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01021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22287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43552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64817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86082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07347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28612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49877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71143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92408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13673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34938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56203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77468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98733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19998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41264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62529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83794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05059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26324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47589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68854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90120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11385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32650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53915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75180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96445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17710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38975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60241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8150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009992" y="9549366"/>
            <a:ext cx="141767" cy="1417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7" name="Shape 55"/>
          <p:cNvSpPr/>
          <p:nvPr/>
        </p:nvSpPr>
        <p:spPr>
          <a:xfrm>
            <a:off x="924036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45301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66566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87831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Text 59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39/43</a:t>
            </a:r>
            <a:endParaRPr lang="en-US" sz="1800" dirty="0"/>
          </a:p>
        </p:txBody>
      </p:sp>
      <p:sp>
        <p:nvSpPr>
          <p:cNvPr id="62" name="Shape 6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3" name="Moda image moda-export-watermark-07a17147-1bf6-46e7-bb57-7f3904f156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 phải</a:t>
            </a: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bạn,</a:t>
            </a:r>
            <a:r>
              <a:rPr lang="en-US" sz="57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viết: không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 của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bạn;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chúng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tạo,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bụng</a:t>
            </a:r>
            <a:r>
              <a:rPr lang="en-US" sz="28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kích thích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ngờ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[S13]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căng thẳng</a:t>
            </a:r>
            <a:r>
              <a:rPr lang="en-US" sz="28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3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vỏ</a:t>
            </a:r>
            <a:r>
              <a:rPr lang="en-US" sz="2850" b="1" dirty="0" spc="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850" b="1" dirty="0" spc="1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b="1" dirty="0" spc="-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[S17]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4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vậy</a:t>
            </a:r>
            <a:r>
              <a:rPr lang="en-US" sz="28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trông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 mỗi lần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chiến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lược</a:t>
            </a:r>
            <a:r>
              <a:rPr lang="en-US" sz="28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kém;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2850" b="1" dirty="0" spc="-3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85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850" b="1" dirty="0" spc="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, như</a:t>
            </a:r>
            <a:r>
              <a:rPr lang="en-US" sz="285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bớt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thoại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phòng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(ví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viết).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Không</a:t>
            </a:r>
            <a:r>
              <a:rPr lang="en-US" sz="1950" dirty="0" spc="-5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phải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lỗi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4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riêng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ý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chí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4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Nên</a:t>
            </a:r>
            <a:r>
              <a:rPr lang="en-US" sz="1950" dirty="0" spc="-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làm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sửa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môi</a:t>
            </a:r>
            <a:r>
              <a:rPr lang="en-US" sz="24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trường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quanh</a:t>
            </a:r>
            <a:r>
              <a:rPr lang="en-US" sz="24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mình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3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Xem</a:t>
            </a:r>
            <a:r>
              <a:rPr lang="en-US" sz="1950" dirty="0" spc="-7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thêm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thiết</a:t>
            </a:r>
            <a:r>
              <a:rPr lang="en-US" sz="2400" dirty="0" spc="-3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kế</a:t>
            </a:r>
            <a:r>
              <a:rPr lang="en-US" sz="2400" dirty="0" spc="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ứng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dụng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400" dirty="0" spc="-3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L06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[S13]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[S17]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696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5961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7226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58491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79756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01021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22287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43552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64817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86082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07347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28612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49877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71143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924081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13673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34938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56203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77468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98733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19998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41264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62529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83794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05059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26324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47589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68854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90120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113851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32650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53915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75180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96445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17710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38975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60241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81506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02771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222644" y="9549366"/>
            <a:ext cx="141767" cy="14176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58" name="Shape 56"/>
          <p:cNvSpPr/>
          <p:nvPr/>
        </p:nvSpPr>
        <p:spPr>
          <a:xfrm>
            <a:off x="945301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66566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87831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Text 59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40/43</a:t>
            </a:r>
            <a:endParaRPr lang="en-US" sz="1800" dirty="0"/>
          </a:p>
        </p:txBody>
      </p:sp>
      <p:sp>
        <p:nvSpPr>
          <p:cNvPr id="62" name="Shape 6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3" name="Moda image moda-export-watermark-00115b40-7541-4fcd-98e8-e104483db19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381250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422" dirty="0"/>
          </a:p>
        </p:txBody>
      </p:sp>
      <p:sp>
        <p:nvSpPr>
          <p:cNvPr id="4" name="Shape 2"/>
          <p:cNvSpPr/>
          <p:nvPr/>
        </p:nvSpPr>
        <p:spPr>
          <a:xfrm>
            <a:off x="2724150" y="2476500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3105150" y="2476500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Hệ</a:t>
            </a:r>
            <a:r>
              <a:rPr lang="en-US" sz="240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thưởng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4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mạch</a:t>
            </a:r>
            <a:r>
              <a:rPr lang="en-US" sz="240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vỏ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–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hạch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nền,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24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vân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bụng, accumbens,</a:t>
            </a:r>
            <a:r>
              <a:rPr lang="en-US" sz="2400" dirty="0" spc="-5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VTA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[S12]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3476625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422" dirty="0"/>
          </a:p>
        </p:txBody>
      </p:sp>
      <p:sp>
        <p:nvSpPr>
          <p:cNvPr id="7" name="Shape 5"/>
          <p:cNvSpPr/>
          <p:nvPr/>
        </p:nvSpPr>
        <p:spPr>
          <a:xfrm>
            <a:off x="2724150" y="3571875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3571875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Dopamine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báo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sai</a:t>
            </a:r>
            <a:r>
              <a:rPr lang="en-US" sz="27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dự</a:t>
            </a:r>
            <a:r>
              <a:rPr lang="en-US" sz="27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đoán</a:t>
            </a:r>
            <a:r>
              <a:rPr lang="en-US" sz="2700" dirty="0" spc="-2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dời</a:t>
            </a:r>
            <a:r>
              <a:rPr lang="en-US" sz="2700" dirty="0" spc="-2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dấu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hiệu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báo</a:t>
            </a:r>
            <a:r>
              <a:rPr lang="en-US" sz="270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7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[S7]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[S9]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914400" y="4572000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422" dirty="0"/>
          </a:p>
        </p:txBody>
      </p:sp>
      <p:sp>
        <p:nvSpPr>
          <p:cNvPr id="10" name="Shape 8"/>
          <p:cNvSpPr/>
          <p:nvPr/>
        </p:nvSpPr>
        <p:spPr>
          <a:xfrm>
            <a:off x="2724150" y="4667250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3105150" y="4667250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Muốn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thích;</a:t>
            </a:r>
            <a:r>
              <a:rPr lang="en-US" sz="270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vai</a:t>
            </a:r>
            <a:r>
              <a:rPr lang="en-US" sz="2700" dirty="0" spc="-2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trò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dopamine</a:t>
            </a:r>
            <a:r>
              <a:rPr lang="en-US" sz="27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vẫn</a:t>
            </a:r>
            <a:r>
              <a:rPr lang="en-US" sz="270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đang</a:t>
            </a:r>
            <a:r>
              <a:rPr lang="en-US" sz="270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tranh</a:t>
            </a:r>
            <a:r>
              <a:rPr lang="en-US" sz="27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luận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[S10]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[S11]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914400" y="5667375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6422" dirty="0"/>
          </a:p>
        </p:txBody>
      </p:sp>
      <p:sp>
        <p:nvSpPr>
          <p:cNvPr id="13" name="Shape 11"/>
          <p:cNvSpPr/>
          <p:nvPr/>
        </p:nvSpPr>
        <p:spPr>
          <a:xfrm>
            <a:off x="2724150" y="5762625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3105150" y="5762625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Chú</a:t>
            </a: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ý:</a:t>
            </a:r>
            <a:r>
              <a:rPr lang="en-US" sz="22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2250" dirty="0" spc="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lưng</a:t>
            </a:r>
            <a:r>
              <a:rPr lang="en-US" sz="22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mục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tiêu,</a:t>
            </a:r>
            <a:r>
              <a:rPr lang="en-US" sz="22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22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bụng là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cầu</a:t>
            </a:r>
            <a:r>
              <a:rPr lang="en-US" sz="22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dao;</a:t>
            </a:r>
            <a:r>
              <a:rPr lang="en-US" sz="22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225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thưởng</a:t>
            </a:r>
            <a:r>
              <a:rPr lang="en-US" sz="22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cũng</a:t>
            </a:r>
            <a:r>
              <a:rPr lang="en-US" sz="2250" dirty="0" spc="-2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kéo</a:t>
            </a: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chú</a:t>
            </a:r>
            <a:r>
              <a:rPr lang="en-US" sz="22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ý</a:t>
            </a: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[S13]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[S14]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14400" y="6762750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6422" dirty="0"/>
          </a:p>
        </p:txBody>
      </p:sp>
      <p:sp>
        <p:nvSpPr>
          <p:cNvPr id="16" name="Shape 14"/>
          <p:cNvSpPr/>
          <p:nvPr/>
        </p:nvSpPr>
        <p:spPr>
          <a:xfrm>
            <a:off x="2724150" y="6858000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3105150" y="6858000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Căng thẳng:</a:t>
            </a:r>
            <a:r>
              <a:rPr lang="en-US" sz="25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giao</a:t>
            </a:r>
            <a:r>
              <a:rPr lang="en-US" sz="25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cảm</a:t>
            </a:r>
            <a:r>
              <a:rPr lang="en-US" sz="2550" dirty="0" spc="-2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trục</a:t>
            </a:r>
            <a:r>
              <a:rPr lang="en-US" sz="2550" dirty="0" spc="-4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HPA;</a:t>
            </a:r>
            <a:r>
              <a:rPr lang="en-US" sz="255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allostasis</a:t>
            </a:r>
            <a:r>
              <a:rPr lang="en-US" sz="2550" dirty="0" spc="-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55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allostatic</a:t>
            </a: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load</a:t>
            </a: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[S15]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[S16]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914400" y="7858125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6422" dirty="0"/>
          </a:p>
        </p:txBody>
      </p:sp>
      <p:sp>
        <p:nvSpPr>
          <p:cNvPr id="19" name="Shape 17"/>
          <p:cNvSpPr/>
          <p:nvPr/>
        </p:nvSpPr>
        <p:spPr>
          <a:xfrm>
            <a:off x="2724150" y="7953375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1E212B"/>
          </a:solidFill>
          <a:ln/>
        </p:spPr>
      </p:sp>
      <p:sp>
        <p:nvSpPr>
          <p:cNvPr id="20" name="Text 18"/>
          <p:cNvSpPr/>
          <p:nvPr/>
        </p:nvSpPr>
        <p:spPr>
          <a:xfrm>
            <a:off x="3105150" y="7953375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Ở</a:t>
            </a:r>
            <a:r>
              <a:rPr lang="en-US" sz="22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chuột,</a:t>
            </a:r>
            <a:r>
              <a:rPr lang="en-US" sz="22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căng</a:t>
            </a:r>
            <a:r>
              <a:rPr lang="en-US" sz="22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thẳng</a:t>
            </a: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mãn tính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 đuôi</a:t>
            </a:r>
            <a:r>
              <a:rPr lang="en-US" sz="22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gai</a:t>
            </a:r>
            <a:r>
              <a:rPr lang="en-US" sz="22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25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vỏ</a:t>
            </a: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r>
              <a:rPr lang="en-US" sz="2250" dirty="0" spc="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25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trán</a:t>
            </a: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co,</a:t>
            </a:r>
            <a:r>
              <a:rPr lang="en-US" sz="22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hạnh</a:t>
            </a: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nhân</a:t>
            </a:r>
            <a:r>
              <a:rPr lang="en-US" sz="22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nở</a:t>
            </a: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[S17]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[S7]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 [S11]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[S12]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[S13] [S14]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[S15]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[S16]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[S17]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469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15961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37226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58491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79756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01021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22287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43552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64817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86082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07347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28612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49877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71143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92408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13673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34938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56203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77468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98733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19998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41264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62529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83794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05059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26324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47589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68854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90120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11385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32650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53915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75180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96445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17710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38975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60241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8150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02771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24036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435295" y="9549366"/>
            <a:ext cx="141767" cy="1417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63" name="Shape 61"/>
          <p:cNvSpPr/>
          <p:nvPr/>
        </p:nvSpPr>
        <p:spPr>
          <a:xfrm>
            <a:off x="966566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87831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Text 63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41/43</a:t>
            </a:r>
            <a:endParaRPr lang="en-US" sz="1800" dirty="0"/>
          </a:p>
        </p:txBody>
      </p:sp>
      <p:sp>
        <p:nvSpPr>
          <p:cNvPr id="66" name="Shape 6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7" name="Moda image moda-export-watermark-462ccb4d-d09e-403a-9f0d-5b20ef1b8a3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Lưu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E8E0CF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495800" cy="30480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Bài</a:t>
            </a:r>
            <a:r>
              <a:rPr lang="en-US" sz="31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nhằm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hiểu</a:t>
            </a:r>
            <a:r>
              <a:rPr lang="en-US" sz="31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cơ chế,</a:t>
            </a:r>
            <a:r>
              <a:rPr lang="en-US" sz="31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lời</a:t>
            </a:r>
            <a:r>
              <a:rPr lang="en-US" sz="315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khuyên</a:t>
            </a:r>
            <a:r>
              <a:rPr lang="en-US" sz="31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y</a:t>
            </a:r>
            <a:r>
              <a:rPr lang="en-US" sz="31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tế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65151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E8E0CF"/>
          </a:solidFill>
          <a:ln/>
        </p:spPr>
      </p:sp>
      <p:sp>
        <p:nvSpPr>
          <p:cNvPr id="8" name="Shape 6"/>
          <p:cNvSpPr/>
          <p:nvPr/>
        </p:nvSpPr>
        <p:spPr>
          <a:xfrm>
            <a:off x="65151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9" name="Text 7"/>
          <p:cNvSpPr/>
          <p:nvPr/>
        </p:nvSpPr>
        <p:spPr>
          <a:xfrm>
            <a:off x="68961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68961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Căng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thẳng,</a:t>
            </a: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1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âu</a:t>
            </a:r>
            <a:r>
              <a:rPr lang="en-US" sz="2100" b="1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1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soát</a:t>
            </a:r>
            <a:r>
              <a:rPr lang="en-US" sz="21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8961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gặp</a:t>
            </a:r>
            <a:r>
              <a:rPr lang="en-US" sz="25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bác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sĩ</a:t>
            </a:r>
            <a:r>
              <a:rPr lang="en-US" sz="25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chuyên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</a:t>
            </a:r>
            <a:r>
              <a:rPr lang="en-US" sz="25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21158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E8E0CF"/>
          </a:solidFill>
          <a:ln/>
        </p:spPr>
      </p:sp>
      <p:sp>
        <p:nvSpPr>
          <p:cNvPr id="13" name="Shape 11"/>
          <p:cNvSpPr/>
          <p:nvPr/>
        </p:nvSpPr>
        <p:spPr>
          <a:xfrm>
            <a:off x="121158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4" name="Text 12"/>
          <p:cNvSpPr/>
          <p:nvPr/>
        </p:nvSpPr>
        <p:spPr>
          <a:xfrm>
            <a:off x="124968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5" name="Text 13"/>
          <p:cNvSpPr/>
          <p:nvPr/>
        </p:nvSpPr>
        <p:spPr>
          <a:xfrm>
            <a:off x="12496800" y="4857750"/>
            <a:ext cx="4495800" cy="30480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Nhiều</a:t>
            </a:r>
            <a:r>
              <a:rPr lang="en-US" sz="3150" dirty="0" spc="-3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kết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quả</a:t>
            </a:r>
            <a:r>
              <a:rPr lang="en-US" sz="31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31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</a:t>
            </a:r>
            <a:r>
              <a:rPr lang="en-US" sz="31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đến</a:t>
            </a:r>
            <a:r>
              <a:rPr lang="en-US" sz="31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r>
              <a:rPr lang="en-US" sz="3150" dirty="0" spc="-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vật,</a:t>
            </a:r>
            <a:r>
              <a:rPr lang="en-US" sz="31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1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áp</a:t>
            </a:r>
            <a:r>
              <a:rPr lang="en-US" sz="31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trực</a:t>
            </a:r>
            <a:r>
              <a:rPr lang="en-US" sz="31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tiếp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31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1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endParaRPr lang="en-US" sz="3150" dirty="0"/>
          </a:p>
        </p:txBody>
      </p:sp>
      <p:sp>
        <p:nvSpPr>
          <p:cNvPr id="16" name="Text 14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[S15]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4696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15961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37226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58491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79756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01021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22287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43552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64817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86082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07347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28612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49877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71143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924081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13673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34938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56203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77468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98733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19998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41264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62529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83794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05059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26324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475897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68854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90120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113851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32650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53915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751805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96445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17710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389759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602410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815062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9027713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240364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453016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647946" y="9549366"/>
            <a:ext cx="141767" cy="14176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59" name="Shape 57"/>
          <p:cNvSpPr/>
          <p:nvPr/>
        </p:nvSpPr>
        <p:spPr>
          <a:xfrm>
            <a:off x="9878318" y="9567087"/>
            <a:ext cx="106326" cy="10632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Text 58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42/43</a:t>
            </a:r>
            <a:endParaRPr lang="en-US" sz="1800" dirty="0"/>
          </a:p>
        </p:txBody>
      </p:sp>
      <p:sp>
        <p:nvSpPr>
          <p:cNvPr id="61" name="Shape 5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2" name="Moda image moda-export-watermark-84c099a1-1aae-4462-b8d8-f46367f4df4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tham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khảo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57175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4" name="Text 2"/>
          <p:cNvSpPr/>
          <p:nvPr/>
        </p:nvSpPr>
        <p:spPr>
          <a:xfrm>
            <a:off x="1143000" y="257175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2057400" y="2571750"/>
            <a:ext cx="6667500" cy="590550"/>
          </a:xfrm>
          <a:prstGeom prst="rect">
            <a:avLst/>
          </a:prstGeom>
          <a:noFill/>
          <a:ln/>
        </p:spPr>
        <p:txBody>
          <a:bodyPr wrap="square" lIns="0" tIns="6053" rIns="0" bIns="-6053" rtlCol="0" anchor="ctr"/>
          <a:lstStyle/>
          <a:p>
            <a:pPr algn="l" indent="0" marL="0">
              <a:lnSpc>
                <a:spcPts val="1947"/>
              </a:lnSpc>
              <a:buNone/>
            </a:pPr>
            <a:r>
              <a:rPr lang="en-US" sz="16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Hove</a:t>
            </a: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 Martinez,</a:t>
            </a:r>
            <a:r>
              <a:rPr lang="en-US" sz="16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Biological</a:t>
            </a:r>
            <a:r>
              <a:rPr lang="en-US" sz="16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Psychology,</a:t>
            </a:r>
            <a:r>
              <a:rPr lang="en-US" sz="16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10.2 Basic</a:t>
            </a:r>
            <a:r>
              <a:rPr lang="en-US" sz="16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Emotions,</a:t>
            </a:r>
            <a:r>
              <a:rPr lang="en-US" sz="16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14400" y="327660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327660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S2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2057400" y="32766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6053" rIns="0" bIns="-6053" rtlCol="0" anchor="ctr"/>
          <a:lstStyle/>
          <a:p>
            <a:pPr algn="l" indent="0" marL="0">
              <a:lnSpc>
                <a:spcPts val="1947"/>
              </a:lnSpc>
              <a:buNone/>
            </a:pPr>
            <a:r>
              <a:rPr lang="en-US" sz="16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Hove</a:t>
            </a: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 Martinez, mục</a:t>
            </a:r>
            <a:r>
              <a:rPr lang="en-US" sz="16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2.4</a:t>
            </a: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</a:t>
            </a:r>
            <a:r>
              <a:rPr lang="en-US" sz="16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Peripheral</a:t>
            </a:r>
            <a:r>
              <a:rPr lang="en-US" sz="16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Nervous</a:t>
            </a:r>
            <a:r>
              <a:rPr lang="en-US" sz="16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System,</a:t>
            </a: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4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914400" y="3971925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971925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S3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2057400" y="3971925"/>
            <a:ext cx="6667500" cy="590550"/>
          </a:xfrm>
          <a:prstGeom prst="rect">
            <a:avLst/>
          </a:prstGeom>
          <a:noFill/>
          <a:ln/>
        </p:spPr>
        <p:txBody>
          <a:bodyPr wrap="square" lIns="0" tIns="6053" rIns="0" bIns="-6053" rtlCol="0" anchor="ctr"/>
          <a:lstStyle/>
          <a:p>
            <a:pPr algn="l" indent="0" marL="0">
              <a:lnSpc>
                <a:spcPts val="1947"/>
              </a:lnSpc>
              <a:buNone/>
            </a:pPr>
            <a:r>
              <a:rPr lang="en-US" sz="16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Hove</a:t>
            </a: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 Martinez, mục</a:t>
            </a:r>
            <a:r>
              <a:rPr lang="en-US" sz="16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8.3</a:t>
            </a:r>
            <a:r>
              <a:rPr lang="en-US" sz="16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Brain</a:t>
            </a:r>
            <a:r>
              <a:rPr lang="en-US" sz="16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Structures</a:t>
            </a:r>
            <a:r>
              <a:rPr lang="en-US" sz="16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 Memory,</a:t>
            </a: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914400" y="4676775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143000" y="4676775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S4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2057400" y="4676775"/>
            <a:ext cx="6667500" cy="590550"/>
          </a:xfrm>
          <a:prstGeom prst="rect">
            <a:avLst/>
          </a:prstGeom>
          <a:noFill/>
          <a:ln/>
        </p:spPr>
        <p:txBody>
          <a:bodyPr wrap="square" lIns="0" tIns="6053" rIns="0" bIns="-6053" rtlCol="0" anchor="ctr"/>
          <a:lstStyle/>
          <a:p>
            <a:pPr algn="l" indent="0" marL="0">
              <a:lnSpc>
                <a:spcPts val="1947"/>
              </a:lnSpc>
              <a:buNone/>
            </a:pPr>
            <a:r>
              <a:rPr lang="en-US" sz="16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Hove</a:t>
            </a: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 Martinez, mục</a:t>
            </a:r>
            <a:r>
              <a:rPr lang="en-US" sz="16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12.6</a:t>
            </a:r>
            <a:r>
              <a:rPr lang="en-US" sz="16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Post-Traumatic</a:t>
            </a:r>
            <a:r>
              <a:rPr lang="en-US" sz="16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Stress</a:t>
            </a:r>
            <a:r>
              <a:rPr lang="en-US" sz="16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Disorder,</a:t>
            </a:r>
            <a:r>
              <a:rPr lang="en-US" sz="16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914400" y="537210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16" name="Text 14"/>
          <p:cNvSpPr/>
          <p:nvPr/>
        </p:nvSpPr>
        <p:spPr>
          <a:xfrm>
            <a:off x="1143000" y="537210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S5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2057400" y="53721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6053" rIns="0" bIns="-6053" rtlCol="0" anchor="ctr"/>
          <a:lstStyle/>
          <a:p>
            <a:pPr algn="l" indent="0" marL="0">
              <a:lnSpc>
                <a:spcPts val="1947"/>
              </a:lnSpc>
              <a:buNone/>
            </a:pPr>
            <a:r>
              <a:rPr lang="en-US" sz="16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Hove</a:t>
            </a: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 Martinez, mục 10.1</a:t>
            </a:r>
            <a:r>
              <a:rPr lang="en-US" sz="16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Affective</a:t>
            </a:r>
            <a:r>
              <a:rPr lang="en-US" sz="16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Neuroscience,</a:t>
            </a: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914400" y="607695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19" name="Text 17"/>
          <p:cNvSpPr/>
          <p:nvPr/>
        </p:nvSpPr>
        <p:spPr>
          <a:xfrm>
            <a:off x="1143000" y="607695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S6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2057400" y="6076950"/>
            <a:ext cx="6667500" cy="590550"/>
          </a:xfrm>
          <a:prstGeom prst="rect">
            <a:avLst/>
          </a:prstGeom>
          <a:noFill/>
          <a:ln/>
        </p:spPr>
        <p:txBody>
          <a:bodyPr wrap="square" lIns="0" tIns="6053" rIns="0" bIns="-6053" rtlCol="0" anchor="ctr"/>
          <a:lstStyle/>
          <a:p>
            <a:pPr algn="l" indent="0" marL="0">
              <a:lnSpc>
                <a:spcPts val="1947"/>
              </a:lnSpc>
              <a:buNone/>
            </a:pPr>
            <a:r>
              <a:rPr lang="en-US" sz="16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Hove</a:t>
            </a: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 Martinez, mục</a:t>
            </a:r>
            <a:r>
              <a:rPr lang="en-US" sz="16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6.1</a:t>
            </a:r>
            <a:r>
              <a:rPr lang="en-US" sz="16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Introduction</a:t>
            </a:r>
            <a:r>
              <a:rPr lang="en-US" sz="16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(hormone,</a:t>
            </a:r>
            <a:r>
              <a:rPr lang="en-US" sz="16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cortisol)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914400" y="6772275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22" name="Text 20"/>
          <p:cNvSpPr/>
          <p:nvPr/>
        </p:nvSpPr>
        <p:spPr>
          <a:xfrm>
            <a:off x="1143000" y="6772275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6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S7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2057400" y="6772275"/>
            <a:ext cx="6667500" cy="590550"/>
          </a:xfrm>
          <a:prstGeom prst="rect">
            <a:avLst/>
          </a:prstGeom>
          <a:noFill/>
          <a:ln/>
        </p:spPr>
        <p:txBody>
          <a:bodyPr wrap="square" lIns="0" tIns="6053" rIns="0" bIns="-6053" rtlCol="0" anchor="ctr"/>
          <a:lstStyle/>
          <a:p>
            <a:pPr algn="l" indent="0" marL="0">
              <a:lnSpc>
                <a:spcPts val="1947"/>
              </a:lnSpc>
              <a:buNone/>
            </a:pP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Schultz,</a:t>
            </a:r>
            <a:r>
              <a:rPr lang="en-US" sz="16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Dayan,</a:t>
            </a:r>
            <a:r>
              <a:rPr lang="en-US" sz="16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Montague,</a:t>
            </a:r>
            <a:r>
              <a:rPr lang="en-US" sz="16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r>
              <a:rPr lang="en-US" sz="16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neural</a:t>
            </a:r>
            <a:r>
              <a:rPr lang="en-US" sz="16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substrate</a:t>
            </a: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</a:t>
            </a:r>
            <a:r>
              <a:rPr lang="en-US" sz="16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prediction</a:t>
            </a:r>
            <a:r>
              <a:rPr lang="en-US" sz="16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</a:t>
            </a:r>
            <a:r>
              <a:rPr lang="en-US" sz="165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reward,</a:t>
            </a:r>
            <a:r>
              <a:rPr lang="en-US" sz="16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Science,</a:t>
            </a:r>
            <a:r>
              <a:rPr lang="en-US" sz="16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1997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914400" y="7477125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25" name="Text 23"/>
          <p:cNvSpPr/>
          <p:nvPr/>
        </p:nvSpPr>
        <p:spPr>
          <a:xfrm>
            <a:off x="1143000" y="7477125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S8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2057400" y="7477125"/>
            <a:ext cx="6667500" cy="590550"/>
          </a:xfrm>
          <a:prstGeom prst="rect">
            <a:avLst/>
          </a:prstGeom>
          <a:noFill/>
          <a:ln/>
        </p:spPr>
        <p:txBody>
          <a:bodyPr wrap="square" lIns="0" tIns="6053" rIns="0" bIns="-6053" rtlCol="0" anchor="ctr"/>
          <a:lstStyle/>
          <a:p>
            <a:pPr algn="l" indent="0" marL="0">
              <a:lnSpc>
                <a:spcPts val="1947"/>
              </a:lnSpc>
              <a:buNone/>
            </a:pP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Schultz,</a:t>
            </a:r>
            <a:r>
              <a:rPr lang="en-US" sz="16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Multiple</a:t>
            </a:r>
            <a:r>
              <a:rPr lang="en-US" sz="1650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</a:t>
            </a:r>
            <a:r>
              <a:rPr lang="en-US" sz="16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signals in</a:t>
            </a:r>
            <a:r>
              <a:rPr lang="en-US" sz="16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</a:t>
            </a:r>
            <a:r>
              <a:rPr lang="en-US" sz="16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brain,</a:t>
            </a:r>
            <a:r>
              <a:rPr lang="en-US" sz="16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Nat</a:t>
            </a:r>
            <a:r>
              <a:rPr lang="en-US" sz="165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Rev</a:t>
            </a:r>
            <a:r>
              <a:rPr lang="en-US" sz="16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Neurosci,</a:t>
            </a:r>
            <a:r>
              <a:rPr lang="en-US" sz="16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914400" y="817245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28" name="Text 26"/>
          <p:cNvSpPr/>
          <p:nvPr/>
        </p:nvSpPr>
        <p:spPr>
          <a:xfrm>
            <a:off x="1143000" y="817245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S9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2057400" y="8172450"/>
            <a:ext cx="6667500" cy="590550"/>
          </a:xfrm>
          <a:prstGeom prst="rect">
            <a:avLst/>
          </a:prstGeom>
          <a:noFill/>
          <a:ln/>
        </p:spPr>
        <p:txBody>
          <a:bodyPr wrap="square" lIns="0" tIns="6053" rIns="0" bIns="-6053" rtlCol="0" anchor="ctr"/>
          <a:lstStyle/>
          <a:p>
            <a:pPr algn="l" indent="0" marL="0">
              <a:lnSpc>
                <a:spcPts val="1947"/>
              </a:lnSpc>
              <a:buNone/>
            </a:pP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Schultz,</a:t>
            </a:r>
            <a:r>
              <a:rPr lang="en-US" sz="16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Dopamine</a:t>
            </a:r>
            <a:r>
              <a:rPr lang="en-US" sz="1650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</a:t>
            </a:r>
            <a:r>
              <a:rPr lang="en-US" sz="16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prediction</a:t>
            </a:r>
            <a:r>
              <a:rPr lang="en-US" sz="16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error</a:t>
            </a:r>
            <a:r>
              <a:rPr lang="en-US" sz="16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coding, Dialogues</a:t>
            </a: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Clin</a:t>
            </a:r>
            <a:r>
              <a:rPr lang="en-US" sz="16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Neurosci,</a:t>
            </a:r>
            <a:r>
              <a:rPr lang="en-US" sz="16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2016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9334500" y="257175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31" name="Text 29"/>
          <p:cNvSpPr/>
          <p:nvPr/>
        </p:nvSpPr>
        <p:spPr>
          <a:xfrm>
            <a:off x="9563100" y="257175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S10</a:t>
            </a:r>
            <a:endParaRPr lang="en-US" sz="1950" dirty="0"/>
          </a:p>
        </p:txBody>
      </p:sp>
      <p:sp>
        <p:nvSpPr>
          <p:cNvPr id="32" name="Text 30"/>
          <p:cNvSpPr/>
          <p:nvPr/>
        </p:nvSpPr>
        <p:spPr>
          <a:xfrm>
            <a:off x="10477500" y="2571750"/>
            <a:ext cx="6667500" cy="590550"/>
          </a:xfrm>
          <a:prstGeom prst="rect">
            <a:avLst/>
          </a:prstGeom>
          <a:noFill/>
          <a:ln/>
        </p:spPr>
        <p:txBody>
          <a:bodyPr wrap="square" lIns="0" tIns="6053" rIns="0" bIns="-6053" rtlCol="0" anchor="ctr"/>
          <a:lstStyle/>
          <a:p>
            <a:pPr algn="l" indent="0" marL="0">
              <a:lnSpc>
                <a:spcPts val="1947"/>
              </a:lnSpc>
              <a:buNone/>
            </a:pPr>
            <a:r>
              <a:rPr lang="en-US" sz="16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Berridge</a:t>
            </a: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</a:t>
            </a:r>
            <a:r>
              <a:rPr lang="en-US" sz="16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Robinson,</a:t>
            </a:r>
            <a:r>
              <a:rPr lang="en-US" sz="16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What</a:t>
            </a:r>
            <a:r>
              <a:rPr lang="en-US" sz="16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</a:t>
            </a:r>
            <a:r>
              <a:rPr lang="en-US" sz="16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</a:t>
            </a:r>
            <a:r>
              <a:rPr lang="en-US" sz="16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role</a:t>
            </a:r>
            <a:r>
              <a:rPr lang="en-US" sz="16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</a:t>
            </a:r>
            <a:r>
              <a:rPr lang="en-US" sz="16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dopamine</a:t>
            </a: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</a:t>
            </a:r>
            <a:r>
              <a:rPr lang="en-US" sz="16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reward?,</a:t>
            </a:r>
            <a:r>
              <a:rPr lang="en-US" sz="16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Brain</a:t>
            </a:r>
            <a:r>
              <a:rPr lang="en-US" sz="16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</a:t>
            </a:r>
            <a:r>
              <a:rPr lang="en-US" sz="16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Rev,</a:t>
            </a:r>
            <a:r>
              <a:rPr lang="en-US" sz="16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1998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9334500" y="327660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34" name="Text 32"/>
          <p:cNvSpPr/>
          <p:nvPr/>
        </p:nvSpPr>
        <p:spPr>
          <a:xfrm>
            <a:off x="9563100" y="327660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S11</a:t>
            </a:r>
            <a:endParaRPr lang="en-US" sz="1950" dirty="0"/>
          </a:p>
        </p:txBody>
      </p:sp>
      <p:sp>
        <p:nvSpPr>
          <p:cNvPr id="35" name="Text 33"/>
          <p:cNvSpPr/>
          <p:nvPr/>
        </p:nvSpPr>
        <p:spPr>
          <a:xfrm>
            <a:off x="10477500" y="32766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6053" rIns="0" bIns="-6053" rtlCol="0" anchor="ctr"/>
          <a:lstStyle/>
          <a:p>
            <a:pPr algn="l" indent="0" marL="0">
              <a:lnSpc>
                <a:spcPts val="1947"/>
              </a:lnSpc>
              <a:buNone/>
            </a:pPr>
            <a:r>
              <a:rPr lang="en-US" sz="16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Berridge</a:t>
            </a: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</a:t>
            </a:r>
            <a:r>
              <a:rPr lang="en-US" sz="16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Kringelbach,</a:t>
            </a:r>
            <a:r>
              <a:rPr lang="en-US" sz="16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Pleasure</a:t>
            </a:r>
            <a:r>
              <a:rPr lang="en-US" sz="16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systems</a:t>
            </a:r>
            <a:r>
              <a:rPr lang="en-US" sz="16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</a:t>
            </a:r>
            <a:r>
              <a:rPr lang="en-US" sz="16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</a:t>
            </a:r>
            <a:r>
              <a:rPr lang="en-US" sz="16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brain,</a:t>
            </a:r>
            <a:r>
              <a:rPr lang="en-US" sz="16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Neuron,</a:t>
            </a:r>
            <a:r>
              <a:rPr lang="en-US" sz="16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2015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9334500" y="3971925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37" name="Text 35"/>
          <p:cNvSpPr/>
          <p:nvPr/>
        </p:nvSpPr>
        <p:spPr>
          <a:xfrm>
            <a:off x="9563100" y="3971925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S12</a:t>
            </a:r>
            <a:endParaRPr lang="en-US" sz="1950" dirty="0"/>
          </a:p>
        </p:txBody>
      </p:sp>
      <p:sp>
        <p:nvSpPr>
          <p:cNvPr id="38" name="Text 36"/>
          <p:cNvSpPr/>
          <p:nvPr/>
        </p:nvSpPr>
        <p:spPr>
          <a:xfrm>
            <a:off x="10477500" y="3971925"/>
            <a:ext cx="6667500" cy="590550"/>
          </a:xfrm>
          <a:prstGeom prst="rect">
            <a:avLst/>
          </a:prstGeom>
          <a:noFill/>
          <a:ln/>
        </p:spPr>
        <p:txBody>
          <a:bodyPr wrap="square" lIns="0" tIns="6053" rIns="0" bIns="-6053" rtlCol="0" anchor="ctr"/>
          <a:lstStyle/>
          <a:p>
            <a:pPr algn="l" indent="0" marL="0">
              <a:lnSpc>
                <a:spcPts val="1947"/>
              </a:lnSpc>
              <a:buNone/>
            </a:pPr>
            <a:r>
              <a:rPr lang="en-US" sz="16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Haber</a:t>
            </a:r>
            <a:r>
              <a:rPr lang="en-US" sz="16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</a:t>
            </a:r>
            <a:r>
              <a:rPr lang="en-US" sz="16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Knutson,</a:t>
            </a:r>
            <a:r>
              <a:rPr lang="en-US" sz="16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</a:t>
            </a:r>
            <a:r>
              <a:rPr lang="en-US" sz="1650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</a:t>
            </a:r>
            <a:r>
              <a:rPr lang="en-US" sz="16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circuit, Neuropsychopharmacology,</a:t>
            </a:r>
            <a:r>
              <a:rPr lang="en-US" sz="16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9334500" y="4676775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40" name="Text 38"/>
          <p:cNvSpPr/>
          <p:nvPr/>
        </p:nvSpPr>
        <p:spPr>
          <a:xfrm>
            <a:off x="9563100" y="4676775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S13</a:t>
            </a:r>
            <a:endParaRPr lang="en-US" sz="1950" dirty="0"/>
          </a:p>
        </p:txBody>
      </p:sp>
      <p:sp>
        <p:nvSpPr>
          <p:cNvPr id="41" name="Text 39"/>
          <p:cNvSpPr/>
          <p:nvPr/>
        </p:nvSpPr>
        <p:spPr>
          <a:xfrm>
            <a:off x="10477500" y="4676775"/>
            <a:ext cx="6667500" cy="590550"/>
          </a:xfrm>
          <a:prstGeom prst="rect">
            <a:avLst/>
          </a:prstGeom>
          <a:noFill/>
          <a:ln/>
        </p:spPr>
        <p:txBody>
          <a:bodyPr wrap="square" lIns="0" tIns="6053" rIns="0" bIns="-6053" rtlCol="0" anchor="ctr"/>
          <a:lstStyle/>
          <a:p>
            <a:pPr algn="l" indent="0" marL="0">
              <a:lnSpc>
                <a:spcPts val="1947"/>
              </a:lnSpc>
              <a:buNone/>
            </a:pPr>
            <a:r>
              <a:rPr lang="en-US" sz="16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Corbetta</a:t>
            </a:r>
            <a:r>
              <a:rPr lang="en-US" sz="16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</a:t>
            </a:r>
            <a:r>
              <a:rPr lang="en-US" sz="16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Shulman,</a:t>
            </a:r>
            <a:r>
              <a:rPr lang="en-US" sz="16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Goal-directed</a:t>
            </a:r>
            <a:r>
              <a:rPr lang="en-US" sz="16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</a:t>
            </a:r>
            <a:r>
              <a:rPr lang="en-US" sz="16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stimulus-driven</a:t>
            </a:r>
            <a:r>
              <a:rPr lang="en-US" sz="16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attention,</a:t>
            </a:r>
            <a:r>
              <a:rPr lang="en-US" sz="16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Nat</a:t>
            </a:r>
            <a:r>
              <a:rPr lang="en-US" sz="165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Rev</a:t>
            </a:r>
            <a:r>
              <a:rPr lang="en-US" sz="16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Neurosci,</a:t>
            </a:r>
            <a:r>
              <a:rPr lang="en-US" sz="16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2002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9334500" y="537210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43" name="Text 41"/>
          <p:cNvSpPr/>
          <p:nvPr/>
        </p:nvSpPr>
        <p:spPr>
          <a:xfrm>
            <a:off x="9563100" y="537210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S14</a:t>
            </a:r>
            <a:endParaRPr lang="en-US" sz="1950" dirty="0"/>
          </a:p>
        </p:txBody>
      </p:sp>
      <p:sp>
        <p:nvSpPr>
          <p:cNvPr id="44" name="Text 42"/>
          <p:cNvSpPr/>
          <p:nvPr/>
        </p:nvSpPr>
        <p:spPr>
          <a:xfrm>
            <a:off x="10477500" y="53721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6053" rIns="0" bIns="-6053" rtlCol="0" anchor="ctr"/>
          <a:lstStyle/>
          <a:p>
            <a:pPr algn="l" indent="0" marL="0">
              <a:lnSpc>
                <a:spcPts val="1947"/>
              </a:lnSpc>
              <a:buNone/>
            </a:pPr>
            <a:r>
              <a:rPr lang="en-US" sz="16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Anderson,</a:t>
            </a:r>
            <a:r>
              <a:rPr lang="en-US" sz="16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Laurent,</a:t>
            </a:r>
            <a:r>
              <a:rPr lang="en-US" sz="165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Yantis,</a:t>
            </a:r>
            <a:r>
              <a:rPr lang="en-US" sz="16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Value-driven</a:t>
            </a:r>
            <a:r>
              <a:rPr lang="en-US" sz="16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attentional</a:t>
            </a:r>
            <a:r>
              <a:rPr lang="en-US" sz="16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capture,</a:t>
            </a:r>
            <a:r>
              <a:rPr lang="en-US" sz="16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PNAS,</a:t>
            </a:r>
            <a:r>
              <a:rPr lang="en-US" sz="16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2011</a:t>
            </a:r>
            <a:endParaRPr lang="en-US" sz="1650" dirty="0"/>
          </a:p>
        </p:txBody>
      </p:sp>
      <p:sp>
        <p:nvSpPr>
          <p:cNvPr id="45" name="Shape 43"/>
          <p:cNvSpPr/>
          <p:nvPr/>
        </p:nvSpPr>
        <p:spPr>
          <a:xfrm>
            <a:off x="9334500" y="607695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46" name="Text 44"/>
          <p:cNvSpPr/>
          <p:nvPr/>
        </p:nvSpPr>
        <p:spPr>
          <a:xfrm>
            <a:off x="9563100" y="607695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S15</a:t>
            </a:r>
            <a:endParaRPr lang="en-US" sz="1950" dirty="0"/>
          </a:p>
        </p:txBody>
      </p:sp>
      <p:sp>
        <p:nvSpPr>
          <p:cNvPr id="47" name="Text 45"/>
          <p:cNvSpPr/>
          <p:nvPr/>
        </p:nvSpPr>
        <p:spPr>
          <a:xfrm>
            <a:off x="10477500" y="6076950"/>
            <a:ext cx="6667500" cy="590550"/>
          </a:xfrm>
          <a:prstGeom prst="rect">
            <a:avLst/>
          </a:prstGeom>
          <a:noFill/>
          <a:ln/>
        </p:spPr>
        <p:txBody>
          <a:bodyPr wrap="square" lIns="0" tIns="6053" rIns="0" bIns="-6053" rtlCol="0" anchor="ctr"/>
          <a:lstStyle/>
          <a:p>
            <a:pPr algn="l" indent="0" marL="0">
              <a:lnSpc>
                <a:spcPts val="1947"/>
              </a:lnSpc>
              <a:buNone/>
            </a:pPr>
            <a:r>
              <a:rPr lang="en-US" sz="16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McEwen,</a:t>
            </a:r>
            <a:r>
              <a:rPr lang="en-US" sz="16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Physiology</a:t>
            </a:r>
            <a:r>
              <a:rPr lang="en-US" sz="16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</a:t>
            </a:r>
            <a:r>
              <a:rPr lang="en-US" sz="16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neurobiology</a:t>
            </a:r>
            <a:r>
              <a:rPr lang="en-US" sz="16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</a:t>
            </a:r>
            <a:r>
              <a:rPr lang="en-US" sz="16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stress</a:t>
            </a:r>
            <a:r>
              <a:rPr lang="en-US" sz="16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</a:t>
            </a:r>
            <a:r>
              <a:rPr lang="en-US" sz="16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adaptation,</a:t>
            </a:r>
            <a:r>
              <a:rPr lang="en-US" sz="16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Physiol</a:t>
            </a:r>
            <a:r>
              <a:rPr lang="en-US" sz="16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Rev,</a:t>
            </a:r>
            <a:r>
              <a:rPr lang="en-US" sz="16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2007</a:t>
            </a:r>
            <a:endParaRPr lang="en-US" sz="1650" dirty="0"/>
          </a:p>
        </p:txBody>
      </p:sp>
      <p:sp>
        <p:nvSpPr>
          <p:cNvPr id="48" name="Shape 46"/>
          <p:cNvSpPr/>
          <p:nvPr/>
        </p:nvSpPr>
        <p:spPr>
          <a:xfrm>
            <a:off x="9334500" y="6772275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49" name="Text 47"/>
          <p:cNvSpPr/>
          <p:nvPr/>
        </p:nvSpPr>
        <p:spPr>
          <a:xfrm>
            <a:off x="9563100" y="6772275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S16</a:t>
            </a:r>
            <a:endParaRPr lang="en-US" sz="1950" dirty="0"/>
          </a:p>
        </p:txBody>
      </p:sp>
      <p:sp>
        <p:nvSpPr>
          <p:cNvPr id="50" name="Text 48"/>
          <p:cNvSpPr/>
          <p:nvPr/>
        </p:nvSpPr>
        <p:spPr>
          <a:xfrm>
            <a:off x="10477500" y="6772275"/>
            <a:ext cx="6667500" cy="590550"/>
          </a:xfrm>
          <a:prstGeom prst="rect">
            <a:avLst/>
          </a:prstGeom>
          <a:noFill/>
          <a:ln/>
        </p:spPr>
        <p:txBody>
          <a:bodyPr wrap="square" lIns="0" tIns="6053" rIns="0" bIns="-6053" rtlCol="0" anchor="ctr"/>
          <a:lstStyle/>
          <a:p>
            <a:pPr algn="l" indent="0" marL="0">
              <a:lnSpc>
                <a:spcPts val="1947"/>
              </a:lnSpc>
              <a:buNone/>
            </a:pP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Smith &amp;</a:t>
            </a:r>
            <a:r>
              <a:rPr lang="en-US" sz="16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Vale,</a:t>
            </a: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</a:t>
            </a:r>
            <a:r>
              <a:rPr lang="en-US" sz="16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role</a:t>
            </a: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</a:t>
            </a:r>
            <a:r>
              <a:rPr lang="en-US" sz="16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</a:t>
            </a:r>
            <a:r>
              <a:rPr lang="en-US" sz="1650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HPA</a:t>
            </a: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axis</a:t>
            </a:r>
            <a:r>
              <a:rPr lang="en-US" sz="16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</a:t>
            </a:r>
            <a:r>
              <a:rPr lang="en-US" sz="16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responses</a:t>
            </a:r>
            <a:r>
              <a:rPr lang="en-US" sz="16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</a:t>
            </a:r>
            <a:r>
              <a:rPr lang="en-US" sz="16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stress,</a:t>
            </a:r>
            <a:r>
              <a:rPr lang="en-US" sz="16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Dialogues</a:t>
            </a: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Clin</a:t>
            </a:r>
            <a:r>
              <a:rPr lang="en-US" sz="16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Neurosci,</a:t>
            </a: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2006</a:t>
            </a:r>
            <a:endParaRPr lang="en-US" sz="1650" dirty="0"/>
          </a:p>
        </p:txBody>
      </p:sp>
      <p:sp>
        <p:nvSpPr>
          <p:cNvPr id="51" name="Shape 49"/>
          <p:cNvSpPr/>
          <p:nvPr/>
        </p:nvSpPr>
        <p:spPr>
          <a:xfrm>
            <a:off x="9334500" y="7477125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52" name="Text 50"/>
          <p:cNvSpPr/>
          <p:nvPr/>
        </p:nvSpPr>
        <p:spPr>
          <a:xfrm>
            <a:off x="9563100" y="7477125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S17</a:t>
            </a:r>
            <a:endParaRPr lang="en-US" sz="1950" dirty="0"/>
          </a:p>
        </p:txBody>
      </p:sp>
      <p:sp>
        <p:nvSpPr>
          <p:cNvPr id="53" name="Text 51"/>
          <p:cNvSpPr/>
          <p:nvPr/>
        </p:nvSpPr>
        <p:spPr>
          <a:xfrm>
            <a:off x="10477500" y="7477125"/>
            <a:ext cx="6667500" cy="590550"/>
          </a:xfrm>
          <a:prstGeom prst="rect">
            <a:avLst/>
          </a:prstGeom>
          <a:noFill/>
          <a:ln/>
        </p:spPr>
        <p:txBody>
          <a:bodyPr wrap="square" lIns="0" tIns="6053" rIns="0" bIns="-6053" rtlCol="0" anchor="ctr"/>
          <a:lstStyle/>
          <a:p>
            <a:pPr algn="l" indent="0" marL="0">
              <a:lnSpc>
                <a:spcPts val="1947"/>
              </a:lnSpc>
              <a:buNone/>
            </a:pPr>
            <a:r>
              <a:rPr lang="en-US" sz="16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Arnsten,</a:t>
            </a:r>
            <a:r>
              <a:rPr lang="en-US" sz="16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Stress</a:t>
            </a:r>
            <a:r>
              <a:rPr lang="en-US" sz="16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signalling</a:t>
            </a:r>
            <a:r>
              <a:rPr lang="en-US" sz="16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pathways</a:t>
            </a:r>
            <a:r>
              <a:rPr lang="en-US" sz="16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that</a:t>
            </a:r>
            <a:r>
              <a:rPr lang="en-US" sz="16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impair</a:t>
            </a:r>
            <a:r>
              <a:rPr lang="en-US" sz="16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prefrontal</a:t>
            </a:r>
            <a:r>
              <a:rPr lang="en-US" sz="16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cortex,</a:t>
            </a:r>
            <a:r>
              <a:rPr lang="en-US" sz="16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Nat</a:t>
            </a:r>
            <a:r>
              <a:rPr lang="en-US" sz="165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Rev</a:t>
            </a:r>
            <a:r>
              <a:rPr lang="en-US" sz="16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Neurosci,</a:t>
            </a:r>
            <a:r>
              <a:rPr lang="en-US" sz="16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2009</a:t>
            </a:r>
            <a:endParaRPr lang="en-US" sz="1650" dirty="0"/>
          </a:p>
        </p:txBody>
      </p:sp>
      <p:sp>
        <p:nvSpPr>
          <p:cNvPr id="54" name="Shape 52"/>
          <p:cNvSpPr/>
          <p:nvPr/>
        </p:nvSpPr>
        <p:spPr>
          <a:xfrm>
            <a:off x="9334500" y="817245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55" name="Text 53"/>
          <p:cNvSpPr/>
          <p:nvPr/>
        </p:nvSpPr>
        <p:spPr>
          <a:xfrm>
            <a:off x="9563100" y="817245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S18</a:t>
            </a:r>
            <a:endParaRPr lang="en-US" sz="1950" dirty="0"/>
          </a:p>
        </p:txBody>
      </p:sp>
      <p:sp>
        <p:nvSpPr>
          <p:cNvPr id="56" name="Text 54"/>
          <p:cNvSpPr/>
          <p:nvPr/>
        </p:nvSpPr>
        <p:spPr>
          <a:xfrm>
            <a:off x="10477500" y="8172450"/>
            <a:ext cx="6667500" cy="590550"/>
          </a:xfrm>
          <a:prstGeom prst="rect">
            <a:avLst/>
          </a:prstGeom>
          <a:noFill/>
          <a:ln/>
        </p:spPr>
        <p:txBody>
          <a:bodyPr wrap="square" lIns="0" tIns="6053" rIns="0" bIns="-6053" rtlCol="0" anchor="ctr"/>
          <a:lstStyle/>
          <a:p>
            <a:pPr algn="l" indent="0" marL="0">
              <a:lnSpc>
                <a:spcPts val="1947"/>
              </a:lnSpc>
              <a:buNone/>
            </a:pPr>
            <a:r>
              <a:rPr lang="en-US" sz="16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LeDoux,</a:t>
            </a:r>
            <a:r>
              <a:rPr lang="en-US" sz="16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Emotion</a:t>
            </a:r>
            <a:r>
              <a:rPr lang="en-US" sz="16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circuits</a:t>
            </a:r>
            <a:r>
              <a:rPr lang="en-US" sz="16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</a:t>
            </a:r>
            <a:r>
              <a:rPr lang="en-US" sz="16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</a:t>
            </a:r>
            <a:r>
              <a:rPr lang="en-US" sz="16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brain,</a:t>
            </a:r>
            <a:r>
              <a:rPr lang="en-US" sz="16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Annual</a:t>
            </a:r>
            <a:r>
              <a:rPr lang="en-US" sz="16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Review</a:t>
            </a: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</a:t>
            </a:r>
            <a:r>
              <a:rPr lang="en-US" sz="16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Neuroscience,</a:t>
            </a:r>
            <a:r>
              <a:rPr lang="en-US" sz="16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2000</a:t>
            </a:r>
            <a:endParaRPr lang="en-US" sz="1650" dirty="0"/>
          </a:p>
        </p:txBody>
      </p:sp>
      <p:sp>
        <p:nvSpPr>
          <p:cNvPr id="57" name="Shape 55"/>
          <p:cNvSpPr/>
          <p:nvPr/>
        </p:nvSpPr>
        <p:spPr>
          <a:xfrm>
            <a:off x="9469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115961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137226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158491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179756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201021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222287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243552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264817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286082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307347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328612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349877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371143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392408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413673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434938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456203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477468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498733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519998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>
            <a:off x="541264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9" name="Shape 77"/>
          <p:cNvSpPr/>
          <p:nvPr/>
        </p:nvSpPr>
        <p:spPr>
          <a:xfrm>
            <a:off x="562529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>
            <a:off x="583794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>
            <a:off x="605059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626324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>
            <a:off x="647589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4" name="Shape 82"/>
          <p:cNvSpPr/>
          <p:nvPr/>
        </p:nvSpPr>
        <p:spPr>
          <a:xfrm>
            <a:off x="668854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5" name="Shape 83"/>
          <p:cNvSpPr/>
          <p:nvPr/>
        </p:nvSpPr>
        <p:spPr>
          <a:xfrm>
            <a:off x="690120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6" name="Shape 84"/>
          <p:cNvSpPr/>
          <p:nvPr/>
        </p:nvSpPr>
        <p:spPr>
          <a:xfrm>
            <a:off x="7113851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7" name="Shape 85"/>
          <p:cNvSpPr/>
          <p:nvPr/>
        </p:nvSpPr>
        <p:spPr>
          <a:xfrm>
            <a:off x="732650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8" name="Shape 86"/>
          <p:cNvSpPr/>
          <p:nvPr/>
        </p:nvSpPr>
        <p:spPr>
          <a:xfrm>
            <a:off x="753915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9" name="Shape 87"/>
          <p:cNvSpPr/>
          <p:nvPr/>
        </p:nvSpPr>
        <p:spPr>
          <a:xfrm>
            <a:off x="7751805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0" name="Shape 88"/>
          <p:cNvSpPr/>
          <p:nvPr/>
        </p:nvSpPr>
        <p:spPr>
          <a:xfrm>
            <a:off x="796445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1" name="Shape 89"/>
          <p:cNvSpPr/>
          <p:nvPr/>
        </p:nvSpPr>
        <p:spPr>
          <a:xfrm>
            <a:off x="8177108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2" name="Shape 90"/>
          <p:cNvSpPr/>
          <p:nvPr/>
        </p:nvSpPr>
        <p:spPr>
          <a:xfrm>
            <a:off x="8389759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3" name="Shape 91"/>
          <p:cNvSpPr/>
          <p:nvPr/>
        </p:nvSpPr>
        <p:spPr>
          <a:xfrm>
            <a:off x="8602410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4" name="Shape 92"/>
          <p:cNvSpPr/>
          <p:nvPr/>
        </p:nvSpPr>
        <p:spPr>
          <a:xfrm>
            <a:off x="8815062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5" name="Shape 93"/>
          <p:cNvSpPr/>
          <p:nvPr/>
        </p:nvSpPr>
        <p:spPr>
          <a:xfrm>
            <a:off x="9027713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6" name="Shape 94"/>
          <p:cNvSpPr/>
          <p:nvPr/>
        </p:nvSpPr>
        <p:spPr>
          <a:xfrm>
            <a:off x="9240364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7" name="Shape 95"/>
          <p:cNvSpPr/>
          <p:nvPr/>
        </p:nvSpPr>
        <p:spPr>
          <a:xfrm>
            <a:off x="9453016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8" name="Shape 96"/>
          <p:cNvSpPr/>
          <p:nvPr/>
        </p:nvSpPr>
        <p:spPr>
          <a:xfrm>
            <a:off x="9665667" y="9567087"/>
            <a:ext cx="106326" cy="10632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9" name="Shape 97"/>
          <p:cNvSpPr/>
          <p:nvPr/>
        </p:nvSpPr>
        <p:spPr>
          <a:xfrm>
            <a:off x="9860598" y="9549366"/>
            <a:ext cx="141767" cy="1417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00" name="Text 98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43/43</a:t>
            </a:r>
            <a:endParaRPr lang="en-US" sz="1800" dirty="0"/>
          </a:p>
        </p:txBody>
      </p:sp>
      <p:sp>
        <p:nvSpPr>
          <p:cNvPr id="101" name="Shape 9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02" name="Moda image moda-export-watermark-e2a70a3e-4ce0-4bac-93d1-12aae590197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2026-10-21T22:12:03Z</dcterms:created>
  <dcterms:modified xsi:type="dcterms:W3CDTF">2026-10-21T22:12:03Z</dcterms:modified>
</cp:coreProperties>
</file>