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embeddedFontLst>
    <p:embeddedFont>
      <p:font typeface="Be Vietnam Pro"/>
      <p:regular r:id="rId28"/>
      <p:bold r:id="rId25"/>
    </p:embeddedFont>
    <p:embeddedFont>
      <p:font typeface="Bricolage Grotesque ExtraBold"/>
      <p:regular r:id="rId26"/>
    </p:embeddedFont>
    <p:embeddedFont>
      <p:font typeface="Be Vietnam Pro SemiBold"/>
      <p:regular r:id="rId27"/>
    </p:embeddedFont>
    <p:embeddedFont>
      <p:font typeface="Be Vietnam Pro ExtraBold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THẦN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81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thưởng,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 ý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-1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cuốn</a:t>
            </a:r>
            <a:r>
              <a:rPr lang="en-US" sz="3300" dirty="0" spc="-1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33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300" dirty="0" spc="-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trọng?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Căng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6c35e3e-db4e-43cb-9073-837c05bf01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cuốn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39274b1-b42f-48f6-8f14-3dd9a9f47e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đuổi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Căng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7fa8f15c-83d0-41e5-b1ad-d332dcee36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Dopamine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 đoán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endParaRPr lang="en-US" sz="2700" dirty="0"/>
          </a:p>
        </p:txBody>
      </p:sp>
      <p:sp>
        <p:nvSpPr>
          <p:cNvPr id="7" name="Connector line-1792503288807-238833470"/>
          <p:cNvSpPr/>
          <p:nvPr/>
        </p:nvSpPr>
        <p:spPr>
          <a:xfrm>
            <a:off x="6029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25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905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24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endParaRPr lang="en-US" sz="2700" dirty="0"/>
          </a:p>
        </p:txBody>
      </p:sp>
      <p:sp>
        <p:nvSpPr>
          <p:cNvPr id="12" name="Connector line-1792503288812-974017787"/>
          <p:cNvSpPr/>
          <p:nvPr/>
        </p:nvSpPr>
        <p:spPr>
          <a:xfrm>
            <a:off x="11744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34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20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0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639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Dopamine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chênh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5910e10b-b0f6-4faf-b631-2c23f63e05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hút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Thích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28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rời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05/18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0e9c1429-588f-405e-80c7-24a538575b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hệ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Connector line-1792503290782-835609161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503290782-482479652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503290782-78107445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Chú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lưng: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6fb2e24-cc65-4126-9c38-6af6c63c6d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Chú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hoàn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57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6900" dirty="0" spc="-2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44a9201-cf42-49ce-b235-7954ea079b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nỗi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2291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959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f4fe0f9-2a1d-46f6-b963-82e44ea2c2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Nỗi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2933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2933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Kích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endParaRPr lang="en-US" sz="2550" dirty="0"/>
          </a:p>
        </p:txBody>
      </p:sp>
      <p:sp>
        <p:nvSpPr>
          <p:cNvPr id="5" name="Connector line-1792503293292-436446241"/>
          <p:cNvSpPr/>
          <p:nvPr/>
        </p:nvSpPr>
        <p:spPr>
          <a:xfrm>
            <a:off x="5029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163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1163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Phản</a:t>
            </a:r>
            <a:r>
              <a:rPr lang="en-US" sz="2550" dirty="0" spc="3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ứng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</a:t>
            </a:r>
            <a:endParaRPr lang="en-US" sz="2550" dirty="0"/>
          </a:p>
        </p:txBody>
      </p:sp>
      <p:sp>
        <p:nvSpPr>
          <p:cNvPr id="8" name="Connector line-1792503293294-823450371"/>
          <p:cNvSpPr/>
          <p:nvPr/>
        </p:nvSpPr>
        <p:spPr>
          <a:xfrm>
            <a:off x="13258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Connector line-1792503293294-171290483"/>
          <p:cNvSpPr/>
          <p:nvPr/>
        </p:nvSpPr>
        <p:spPr>
          <a:xfrm>
            <a:off x="5029200" y="4667250"/>
            <a:ext cx="8229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4450" y="4057650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thanh,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cú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sốc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nhẹ</a:t>
            </a:r>
            <a:endParaRPr lang="en-US" sz="2250" dirty="0"/>
          </a:p>
        </p:txBody>
      </p:sp>
      <p:sp>
        <p:nvSpPr>
          <p:cNvPr id="11" name="Connector line-1792503293296-120947348"/>
          <p:cNvSpPr/>
          <p:nvPr/>
        </p:nvSpPr>
        <p:spPr>
          <a:xfrm>
            <a:off x="5029200" y="6381750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4450" y="5772150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250" dirty="0"/>
          </a:p>
        </p:txBody>
      </p:sp>
      <p:sp>
        <p:nvSpPr>
          <p:cNvPr id="13" name="Connector line-1792503293298-3119719"/>
          <p:cNvSpPr/>
          <p:nvPr/>
        </p:nvSpPr>
        <p:spPr>
          <a:xfrm>
            <a:off x="5029200" y="8096250"/>
            <a:ext cx="8229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24450" y="7486650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 thanh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02bd294-5d6c-4a6f-98af-1fc6e16118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Chủ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động</a:t>
            </a:r>
            <a:r>
              <a:rPr lang="en-US" sz="6900" dirty="0" spc="-5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5f0e6fe-e99e-4f2e-8d67-c36b1e777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mối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đe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mối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endParaRPr lang="en-US" sz="2700" dirty="0"/>
          </a:p>
        </p:txBody>
      </p:sp>
      <p:sp>
        <p:nvSpPr>
          <p:cNvPr id="7" name="Connector line-1792503325696-633117511"/>
          <p:cNvSpPr/>
          <p:nvPr/>
        </p:nvSpPr>
        <p:spPr>
          <a:xfrm>
            <a:off x="6029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905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24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Hormone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endParaRPr lang="en-US" sz="2700" dirty="0"/>
          </a:p>
        </p:txBody>
      </p:sp>
      <p:sp>
        <p:nvSpPr>
          <p:cNvPr id="12" name="Connector line-1792503325700-100314071"/>
          <p:cNvSpPr/>
          <p:nvPr/>
        </p:nvSpPr>
        <p:spPr>
          <a:xfrm>
            <a:off x="11744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34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20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0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639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mòn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87dbb19-137e-4e19-972d-2af3558ce1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mãn tính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(allostasis)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Mãn</a:t>
            </a: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hao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mòn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(allostatic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load)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715651a-b4d8-485b-9114-edcc6ce1ac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Căng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8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1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1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5c5d10c9-d759-4ad8-8ecd-398b2b5c7c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gánh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1a92708-17cc-4583-ab58-e41ccc4956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báo,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2933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2933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Thông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</a:t>
            </a:r>
            <a:endParaRPr lang="en-US" sz="2550" dirty="0"/>
          </a:p>
        </p:txBody>
      </p:sp>
      <p:sp>
        <p:nvSpPr>
          <p:cNvPr id="5" name="Connector line-1792503359341-353332203"/>
          <p:cNvSpPr/>
          <p:nvPr/>
        </p:nvSpPr>
        <p:spPr>
          <a:xfrm>
            <a:off x="5029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163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1163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Não</a:t>
            </a:r>
            <a:endParaRPr lang="en-US" sz="2550" dirty="0"/>
          </a:p>
        </p:txBody>
      </p:sp>
      <p:sp>
        <p:nvSpPr>
          <p:cNvPr id="8" name="Connector line-1792503359343-249322934"/>
          <p:cNvSpPr/>
          <p:nvPr/>
        </p:nvSpPr>
        <p:spPr>
          <a:xfrm>
            <a:off x="13258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Connector line-1792503359343-340707907"/>
          <p:cNvSpPr/>
          <p:nvPr/>
        </p:nvSpPr>
        <p:spPr>
          <a:xfrm>
            <a:off x="5029200" y="4667250"/>
            <a:ext cx="8229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4450" y="4057650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2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250" dirty="0"/>
          </a:p>
        </p:txBody>
      </p:sp>
      <p:sp>
        <p:nvSpPr>
          <p:cNvPr id="11" name="Connector line-1792503359345-475362911"/>
          <p:cNvSpPr/>
          <p:nvPr/>
        </p:nvSpPr>
        <p:spPr>
          <a:xfrm>
            <a:off x="5029200" y="5953125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4450" y="5343525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endParaRPr lang="en-US" sz="2250" dirty="0"/>
          </a:p>
        </p:txBody>
      </p:sp>
      <p:sp>
        <p:nvSpPr>
          <p:cNvPr id="13" name="Connector line-1792503359347-252660198"/>
          <p:cNvSpPr/>
          <p:nvPr/>
        </p:nvSpPr>
        <p:spPr>
          <a:xfrm>
            <a:off x="5029200" y="7239000"/>
            <a:ext cx="8229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24450" y="6629400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 cảm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endParaRPr lang="en-US" sz="2250" dirty="0"/>
          </a:p>
        </p:txBody>
      </p:sp>
      <p:sp>
        <p:nvSpPr>
          <p:cNvPr id="15" name="Connector line-1792503359349-207282915"/>
          <p:cNvSpPr/>
          <p:nvPr/>
        </p:nvSpPr>
        <p:spPr>
          <a:xfrm>
            <a:off x="5029200" y="8524875"/>
            <a:ext cx="8229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24450" y="7915275"/>
            <a:ext cx="80391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cân nhắc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0c76bac-8990-438f-8728-2a1c1f5d8a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Dopamine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Chú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nỗi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250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Căng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mãn tính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hao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mòn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8250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30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chỉnh, có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32cc230-72f1-42d4-8174-5b4e2eb412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31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chế,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31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</a:t>
            </a:r>
            <a:r>
              <a:rPr lang="en-US" sz="31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Căng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thẳng, lo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7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961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70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968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17/18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950ebb8-36d1-4dfa-9d61-54b41af97f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Schultz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9814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Berridge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Robinson,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30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</a:t>
            </a:r>
            <a:r>
              <a:rPr lang="en-US" sz="300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1998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2006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LeDoux,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</a:t>
            </a:r>
            <a:r>
              <a:rPr lang="en-US" sz="3000" b="1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4198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McEwen,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</a:t>
            </a: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2007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390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Corbetta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Shulman,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30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1ea48a1-4957-4c52-866f-bdefe784bf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2026-10-20T13:36:13Z</dcterms:created>
  <dcterms:modified xsi:type="dcterms:W3CDTF">2026-10-20T13:36:13Z</dcterms:modified>
</cp:coreProperties>
</file>