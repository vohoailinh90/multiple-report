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embeddedFontLst>
    <p:embeddedFont>
      <p:font typeface="Be Vietnam Pro"/>
      <p:regular r:id="rId26"/>
      <p:bold r:id="rId23"/>
    </p:embeddedFont>
    <p:embeddedFont>
      <p:font typeface="Bricolage Grotesque ExtraBold"/>
      <p:regular r:id="rId24"/>
    </p:embeddedFont>
    <p:embeddedFont>
      <p:font typeface="Be Vietnam Pro SemiBold"/>
      <p:regular r:id="rId25"/>
    </p:embeddedFont>
    <p:embeddedFont>
      <p:font typeface="Be Vietnam Pro ExtraBold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2857500"/>
            <a:ext cx="11049000" cy="4953000"/>
          </a:xfrm>
          <a:custGeom>
            <a:avLst/>
            <a:gdLst/>
            <a:ahLst/>
            <a:cxnLst/>
            <a:rect l="l" t="t" r="r" b="b"/>
            <a:pathLst>
              <a:path w="11049000" h="4953000">
                <a:moveTo>
                  <a:pt x="0" y="2476500"/>
                </a:moveTo>
                <a:lnTo>
                  <a:pt x="4000500" y="2476500"/>
                </a:lnTo>
                <a:lnTo>
                  <a:pt x="4667250" y="0"/>
                </a:lnTo>
                <a:lnTo>
                  <a:pt x="5619750" y="4953000"/>
                </a:lnTo>
                <a:lnTo>
                  <a:pt x="6572250" y="1143000"/>
                </a:lnTo>
                <a:lnTo>
                  <a:pt x="7239000" y="2476500"/>
                </a:lnTo>
                <a:lnTo>
                  <a:pt x="11049000" y="2476500"/>
                </a:lnTo>
              </a:path>
            </a:pathLst>
          </a:custGeom>
          <a:ln w="66675">
            <a:solidFill>
              <a:srgbClr val="3DD6A0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53850" y="2705100"/>
            <a:ext cx="304800" cy="304800"/>
          </a:xfrm>
          <a:prstGeom prst="ellipse">
            <a:avLst/>
          </a:prstGeom>
          <a:solidFill>
            <a:srgbClr val="3DD6A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420600" y="2800350"/>
            <a:ext cx="304800" cy="304800"/>
          </a:xfrm>
          <a:prstGeom prst="ellipse">
            <a:avLst/>
          </a:prstGeom>
          <a:solidFill>
            <a:srgbClr val="3DD6A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087350" y="2895600"/>
            <a:ext cx="304800" cy="304800"/>
          </a:xfrm>
          <a:prstGeom prst="ellipse">
            <a:avLst/>
          </a:prstGeom>
          <a:solidFill>
            <a:srgbClr val="3DD6A0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754100" y="2990850"/>
            <a:ext cx="304800" cy="304800"/>
          </a:xfrm>
          <a:prstGeom prst="ellipse">
            <a:avLst/>
          </a:prstGeom>
          <a:solidFill>
            <a:srgbClr val="3DD6A0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420850" y="3086100"/>
            <a:ext cx="304800" cy="304800"/>
          </a:xfrm>
          <a:prstGeom prst="ellipse">
            <a:avLst/>
          </a:prstGeom>
          <a:solidFill>
            <a:srgbClr val="3DD6A0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100" b="1" spc="44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Nơron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synapse: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8100" dirty="0"/>
          </a:p>
        </p:txBody>
      </p:sp>
      <p:sp>
        <p:nvSpPr>
          <p:cNvPr id="10" name="Text 8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33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30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33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chục</a:t>
            </a:r>
            <a:r>
              <a:rPr lang="en-US" sz="3300" dirty="0" spc="-9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tỷ</a:t>
            </a:r>
            <a:r>
              <a:rPr lang="en-US" sz="3300" dirty="0" spc="-1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33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33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33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</a:t>
            </a:r>
            <a:r>
              <a:rPr lang="en-US" sz="330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3300" dirty="0" spc="-1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chuyện</a:t>
            </a:r>
            <a:r>
              <a:rPr lang="en-US" sz="3300" dirty="0" spc="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300" dirty="0" spc="-1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3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nhau?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Sợi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trục: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Synapse: chất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 học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Thụ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thể: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chìa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Thuốc can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 ở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f494b8b7-45ab-4226-86a2-946bf77ac3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Dọc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xung</a:t>
            </a:r>
            <a:r>
              <a:rPr lang="en-US" sz="25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synapse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a422e329-b64b-4ae8-8088-41c42dcf4a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nơron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Sợi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nhánh: nhận tín hiệu</a:t>
            </a:r>
            <a:endParaRPr lang="en-US" sz="2700" dirty="0"/>
          </a:p>
        </p:txBody>
      </p:sp>
      <p:sp>
        <p:nvSpPr>
          <p:cNvPr id="7" name="Connector line-1792502567145-386986308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Thân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bào: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gom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 hiệu</a:t>
            </a:r>
            <a:endParaRPr lang="en-US" sz="2700" dirty="0"/>
          </a:p>
        </p:txBody>
      </p:sp>
      <p:sp>
        <p:nvSpPr>
          <p:cNvPr id="12" name="Connector line-1792502567152-375157406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Sợi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trục: dẫn tín hiệu</a:t>
            </a:r>
            <a:r>
              <a:rPr lang="en-US" sz="27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endParaRPr lang="en-US" sz="2700" dirty="0"/>
          </a:p>
        </p:txBody>
      </p:sp>
      <p:sp>
        <p:nvSpPr>
          <p:cNvPr id="17" name="Connector line-1792502567157-553907073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Đầu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cùng: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trao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2700" dirty="0" spc="-3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696d35bf-32ba-4867-9ae0-122306daa0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57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Nơron</a:t>
            </a:r>
            <a:r>
              <a:rPr lang="en-US" sz="4200" dirty="0" spc="-4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3150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 hiệu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Nơron</a:t>
            </a:r>
            <a:r>
              <a:rPr lang="en-US" sz="42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 nhận tín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98f6082-f10a-48b2-97ae-e86dc12a4c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 kinh</a:t>
            </a:r>
            <a:endParaRPr lang="en-US" sz="5700" dirty="0"/>
          </a:p>
        </p:txBody>
      </p:sp>
      <p:sp>
        <p:nvSpPr>
          <p:cNvPr id="3" name="Connector line-1792502569072-409381486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72415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5" name="Connector line-1792502569072-499293936"/>
          <p:cNvSpPr/>
          <p:nvPr/>
        </p:nvSpPr>
        <p:spPr>
          <a:xfrm flipV="1">
            <a:off x="2971800" y="523875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Nơron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kích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3895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Connector line-1792502569075-934517079"/>
          <p:cNvSpPr/>
          <p:nvPr/>
        </p:nvSpPr>
        <p:spPr>
          <a:xfrm>
            <a:off x="7086600" y="605790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2197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Natri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95375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1" name="Connector line-1792502569078-755250204"/>
          <p:cNvSpPr/>
          <p:nvPr/>
        </p:nvSpPr>
        <p:spPr>
          <a:xfrm flipV="1">
            <a:off x="11201400" y="523875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3345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Kali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7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khỏi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506855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4" name="Connector line-1792502569081-349492181"/>
          <p:cNvSpPr/>
          <p:nvPr/>
        </p:nvSpPr>
        <p:spPr>
          <a:xfrm>
            <a:off x="15316200" y="605790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34493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8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Trở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nghỉ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9867305b-3ffd-4822-9e06-04657c4817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Xung</a:t>
            </a:r>
            <a:r>
              <a:rPr lang="en-US" sz="69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4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</a:t>
            </a: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06/16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18b7879-8219-48f9-897e-2d656335a8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Synapse: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562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562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Nơron</a:t>
            </a:r>
            <a:r>
              <a:rPr lang="en-US" sz="25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5" name="Connector line-1792502631745-849378449"/>
          <p:cNvSpPr/>
          <p:nvPr/>
        </p:nvSpPr>
        <p:spPr>
          <a:xfrm>
            <a:off x="36576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0485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Khe</a:t>
            </a:r>
            <a:r>
              <a:rPr lang="en-US" sz="25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synapse</a:t>
            </a:r>
            <a:endParaRPr lang="en-US" sz="2550" dirty="0"/>
          </a:p>
        </p:txBody>
      </p:sp>
      <p:sp>
        <p:nvSpPr>
          <p:cNvPr id="8" name="Connector line-1792502631748-142735292"/>
          <p:cNvSpPr/>
          <p:nvPr/>
        </p:nvSpPr>
        <p:spPr>
          <a:xfrm>
            <a:off x="91440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534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534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Nơron</a:t>
            </a:r>
            <a:r>
              <a:rPr lang="en-US" sz="25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sau</a:t>
            </a:r>
            <a:endParaRPr lang="en-US" sz="2550" dirty="0"/>
          </a:p>
        </p:txBody>
      </p:sp>
      <p:sp>
        <p:nvSpPr>
          <p:cNvPr id="11" name="Connector line-1792502631750-742433962"/>
          <p:cNvSpPr/>
          <p:nvPr/>
        </p:nvSpPr>
        <p:spPr>
          <a:xfrm>
            <a:off x="146304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12" name="Connector line-1792502631750-236731702"/>
          <p:cNvSpPr/>
          <p:nvPr/>
        </p:nvSpPr>
        <p:spPr>
          <a:xfrm>
            <a:off x="3657600" y="4143375"/>
            <a:ext cx="0" cy="8572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886200" y="4143375"/>
            <a:ext cx="4724400" cy="85725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Xung</a:t>
            </a:r>
            <a:r>
              <a:rPr lang="en-US" sz="22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tận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endParaRPr lang="en-US" sz="2250" dirty="0"/>
          </a:p>
        </p:txBody>
      </p:sp>
      <p:sp>
        <p:nvSpPr>
          <p:cNvPr id="14" name="Connector line-1792502631754-310761543"/>
          <p:cNvSpPr/>
          <p:nvPr/>
        </p:nvSpPr>
        <p:spPr>
          <a:xfrm>
            <a:off x="3657600" y="5953125"/>
            <a:ext cx="54864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752850" y="5343525"/>
            <a:ext cx="5295900" cy="571500"/>
          </a:xfrm>
          <a:prstGeom prst="rect">
            <a:avLst/>
          </a:prstGeom>
          <a:noFill/>
          <a:ln/>
        </p:spPr>
        <p:txBody>
          <a:bodyPr wrap="square" lIns="0" tIns="17907" rIns="0" bIns="-17907" rtlCol="0" anchor="b"/>
          <a:lstStyle/>
          <a:p>
            <a:pPr algn="ctr" indent="0" marL="0">
              <a:lnSpc>
                <a:spcPts val="2248"/>
              </a:lnSpc>
              <a:buNone/>
            </a:pPr>
            <a:r>
              <a:rPr lang="en-US" sz="2044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044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Canxi</a:t>
            </a:r>
            <a:r>
              <a:rPr lang="en-US" sz="2044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vào,</a:t>
            </a:r>
            <a:r>
              <a:rPr lang="en-US" sz="2044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túi</a:t>
            </a:r>
            <a:r>
              <a:rPr lang="en-US" sz="2044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044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phóng</a:t>
            </a:r>
            <a:r>
              <a:rPr lang="en-US" sz="2044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044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044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endParaRPr lang="en-US" sz="2044" dirty="0"/>
          </a:p>
        </p:txBody>
      </p:sp>
      <p:sp>
        <p:nvSpPr>
          <p:cNvPr id="16" name="Connector line-1792502631768-157270003"/>
          <p:cNvSpPr/>
          <p:nvPr/>
        </p:nvSpPr>
        <p:spPr>
          <a:xfrm>
            <a:off x="9144000" y="7239000"/>
            <a:ext cx="5486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239250" y="6629400"/>
            <a:ext cx="5295900" cy="5715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2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2250" dirty="0"/>
          </a:p>
        </p:txBody>
      </p:sp>
      <p:sp>
        <p:nvSpPr>
          <p:cNvPr id="18" name="Connector line-1792502631770-771941605"/>
          <p:cNvSpPr/>
          <p:nvPr/>
        </p:nvSpPr>
        <p:spPr>
          <a:xfrm>
            <a:off x="14630400" y="8001000"/>
            <a:ext cx="0" cy="8572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677400" y="8001000"/>
            <a:ext cx="4724400" cy="85725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ctr"/>
          <a:lstStyle/>
          <a:p>
            <a:pPr algn="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9c9f2d44-99ae-45c0-82f3-1b31073e99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Thụ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thể: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chìa</a:t>
            </a:r>
            <a:endParaRPr lang="en-US" sz="5700" dirty="0"/>
          </a:p>
        </p:txBody>
      </p:sp>
      <p:sp>
        <p:nvSpPr>
          <p:cNvPr id="3" name="Connector line-1792502632747-214895928"/>
          <p:cNvSpPr/>
          <p:nvPr/>
        </p:nvSpPr>
        <p:spPr>
          <a:xfrm flipH="1" flipV="1">
            <a:off x="3619500" y="3810000"/>
            <a:ext cx="5524500" cy="18097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4" name="Connector line-1792502632747-997406062"/>
          <p:cNvSpPr/>
          <p:nvPr/>
        </p:nvSpPr>
        <p:spPr>
          <a:xfrm flipV="1">
            <a:off x="9144000" y="3810000"/>
            <a:ext cx="5524500" cy="18097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5" name="Connector line-1792502632747-422086196"/>
          <p:cNvSpPr/>
          <p:nvPr/>
        </p:nvSpPr>
        <p:spPr>
          <a:xfrm>
            <a:off x="9144000" y="5619750"/>
            <a:ext cx="0" cy="247650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Thụ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truyền: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chiếc chìa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96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Thụ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thể: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72250" y="733425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733425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d671868-9ebc-49b6-be15-24009a83ba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Kích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1C423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Kích</a:t>
            </a:r>
            <a:r>
              <a:rPr lang="en-US" sz="42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nơron</a:t>
            </a:r>
            <a:r>
              <a:rPr lang="en-US" sz="31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 hơn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4A2A24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Ức</a:t>
            </a: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nơron</a:t>
            </a:r>
            <a:r>
              <a:rPr lang="en-US" sz="31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 hơn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24e43cc-9ae4-4259-b325-8e5ec5b63a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Nơron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69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369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000" dirty="0" spc="5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69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369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Kích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0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69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369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Đủ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 thì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xung,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 thì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ebb2288-3758-49a3-8b38-de06c372e9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endParaRPr lang="en-US" sz="2700" dirty="0"/>
          </a:p>
        </p:txBody>
      </p:sp>
      <p:sp>
        <p:nvSpPr>
          <p:cNvPr id="7" name="Connector line-1792502664350-695663726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phóng</a:t>
            </a:r>
            <a:endParaRPr lang="en-US" sz="2700" dirty="0"/>
          </a:p>
        </p:txBody>
      </p:sp>
      <p:sp>
        <p:nvSpPr>
          <p:cNvPr id="12" name="Connector line-1792502664355-714515172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Gắn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2700" dirty="0"/>
          </a:p>
        </p:txBody>
      </p:sp>
      <p:sp>
        <p:nvSpPr>
          <p:cNvPr id="17" name="Connector line-1792502664358-633038871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700" dirty="0"/>
          </a:p>
        </p:txBody>
      </p:sp>
      <p:sp>
        <p:nvSpPr>
          <p:cNvPr id="22" name="Connector line-1792502664362-958649442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 hủy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11/16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9ba46f73-6926-4d55-a044-619fcd5562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cách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 dứt tín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Thu hồi</a:t>
            </a:r>
            <a:r>
              <a:rPr lang="en-US" sz="30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(tái</a:t>
            </a: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hấp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Phân</a:t>
            </a: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hủy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enzym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Khuếch</a:t>
            </a: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trôi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12/16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dea10b8b-c553-4ae4-9134-493eaff5c0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synapse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thuốc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thuốc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can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thiệp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13/16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8405b8f-b6f2-4a84-8860-2e061a6e88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Synapse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1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961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1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315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1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4968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14/16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c4a5ff1-44b5-418c-9c7e-92f17b1a67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nhánh,</a:t>
            </a:r>
            <a:r>
              <a:rPr lang="en-US" sz="3000" dirty="0" spc="5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trục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96240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405765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05765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Dọc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trục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điện,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25780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35305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35305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Thụ thể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30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55320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64845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64845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thuốc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84860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94385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94385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Synapse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15/16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1b4762f8-61a8-44a8-9fad-2929484b45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2291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Hodgkin</a:t>
            </a: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Huxley,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Physiol,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1952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69595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Neuroscience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Online,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UTHealth</a:t>
            </a: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Houston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1628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Azevedo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Neurol,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16/16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070eaa6c-4a86-4bd1-a255-80570a0c2b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2026-10-20T13:25:50Z</dcterms:created>
  <dcterms:modified xsi:type="dcterms:W3CDTF">2026-10-20T13:25:50Z</dcterms:modified>
</cp:coreProperties>
</file>