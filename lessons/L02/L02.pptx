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8288000" cy="10287000"/>
  <p:notesSz cx="10287000" cy="18288000"/>
  <p:embeddedFontLst>
    <p:embeddedFont>
      <p:font typeface="Be Vietnam Pro"/>
      <p:regular r:id="rId29"/>
      <p:bold r:id="rId26"/>
    </p:embeddedFont>
    <p:embeddedFont>
      <p:font typeface="Bricolage Grotesque ExtraBold"/>
      <p:regular r:id="rId27"/>
    </p:embeddedFont>
    <p:embeddedFont>
      <p:font typeface="Be Vietnam Pro SemiBold"/>
      <p:regular r:id="rId28"/>
    </p:embeddedFont>
    <p:embeddedFont>
      <p:font typeface="Be Vietnam Pro ExtraBold"/>
      <p:regular r:id="rId3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font" Target="fonts/font1.fntdata"/><Relationship Id="rId27" Type="http://schemas.openxmlformats.org/officeDocument/2006/relationships/font" Target="fonts/font2.fntdata"/><Relationship Id="rId28" Type="http://schemas.openxmlformats.org/officeDocument/2006/relationships/font" Target="fonts/font3.fntdata"/><Relationship Id="rId29" Type="http://schemas.openxmlformats.org/officeDocument/2006/relationships/font" Target="fonts/font4.fntdata"/><Relationship Id="rId3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39000" y="2857500"/>
            <a:ext cx="11049000" cy="4953000"/>
          </a:xfrm>
          <a:custGeom>
            <a:avLst/>
            <a:gdLst/>
            <a:ahLst/>
            <a:cxnLst/>
            <a:rect l="l" t="t" r="r" b="b"/>
            <a:pathLst>
              <a:path w="11049000" h="4953000">
                <a:moveTo>
                  <a:pt x="0" y="2476500"/>
                </a:moveTo>
                <a:lnTo>
                  <a:pt x="4000500" y="2476500"/>
                </a:lnTo>
                <a:lnTo>
                  <a:pt x="4667250" y="0"/>
                </a:lnTo>
                <a:lnTo>
                  <a:pt x="5619750" y="4953000"/>
                </a:lnTo>
                <a:lnTo>
                  <a:pt x="6572250" y="1143000"/>
                </a:lnTo>
                <a:lnTo>
                  <a:pt x="7239000" y="2476500"/>
                </a:lnTo>
                <a:lnTo>
                  <a:pt x="11049000" y="2476500"/>
                </a:lnTo>
              </a:path>
            </a:pathLst>
          </a:custGeom>
          <a:ln w="66675">
            <a:solidFill>
              <a:srgbClr val="3DD6A0">
                <a:alpha val="16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9144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spc="4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NÃO</a:t>
            </a:r>
            <a:r>
              <a:rPr lang="en-US" sz="2100" b="1" spc="44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b="1" spc="4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44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b="1" spc="4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914400" y="1619250"/>
            <a:ext cx="14287500" cy="3810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Nơron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synapse: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r>
              <a:rPr lang="en-US" sz="81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truyền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8100" dirty="0"/>
          </a:p>
        </p:txBody>
      </p:sp>
      <p:sp>
        <p:nvSpPr>
          <p:cNvPr id="5" name="Text 3"/>
          <p:cNvSpPr/>
          <p:nvPr/>
        </p:nvSpPr>
        <p:spPr>
          <a:xfrm>
            <a:off x="914400" y="5619750"/>
            <a:ext cx="1333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30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Làm</a:t>
            </a:r>
            <a:r>
              <a:rPr lang="en-US" sz="3300" dirty="0" spc="-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sao</a:t>
            </a:r>
            <a:r>
              <a:rPr lang="en-US" sz="3300" dirty="0" spc="-5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hàng</a:t>
            </a:r>
            <a:r>
              <a:rPr lang="en-US" sz="3300" dirty="0" spc="-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chục</a:t>
            </a:r>
            <a:r>
              <a:rPr lang="en-US" sz="3300" dirty="0" spc="-9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tỷ</a:t>
            </a:r>
            <a:r>
              <a:rPr lang="en-US" sz="3300" dirty="0" spc="-14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tế</a:t>
            </a:r>
            <a:r>
              <a:rPr lang="en-US" sz="3300" dirty="0" spc="-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bào</a:t>
            </a:r>
            <a:r>
              <a:rPr lang="en-US" sz="3300" dirty="0" spc="-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thần</a:t>
            </a:r>
            <a:r>
              <a:rPr lang="en-US" sz="3300" dirty="0" spc="0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kinh</a:t>
            </a:r>
            <a:r>
              <a:rPr lang="en-US" sz="3300" dirty="0" spc="-3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nói</a:t>
            </a:r>
            <a:r>
              <a:rPr lang="en-US" sz="3300" dirty="0" spc="-16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chuyện</a:t>
            </a:r>
            <a:r>
              <a:rPr lang="en-US" sz="3300" dirty="0" spc="10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3300" dirty="0" spc="-13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3300" dirty="0" spc="0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nhau?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914400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1100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Sợi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trục: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xung</a:t>
            </a: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095875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62575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Synapse: chất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 học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277350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44050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Thụ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thể: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chìa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3458825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25525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Thuốc can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thiệp ở</a:t>
            </a:r>
            <a:r>
              <a:rPr lang="en-US" sz="25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synapse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c2182a23-a7a9-4703-bdb5-f75f665fdc6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hiệu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não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Dọc</a:t>
            </a: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sợi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trục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4495800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xung</a:t>
            </a:r>
            <a:r>
              <a:rPr lang="en-US" sz="2550" dirty="0" spc="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151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9" name="Shape 7"/>
          <p:cNvSpPr/>
          <p:nvPr/>
        </p:nvSpPr>
        <p:spPr>
          <a:xfrm>
            <a:off x="65151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0" name="Text 8"/>
          <p:cNvSpPr/>
          <p:nvPr/>
        </p:nvSpPr>
        <p:spPr>
          <a:xfrm>
            <a:off x="68961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68961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Giữa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896100" y="6000750"/>
            <a:ext cx="4495800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chất</a:t>
            </a:r>
            <a:r>
              <a:rPr lang="en-US" sz="25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1158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1158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5" name="Text 13"/>
          <p:cNvSpPr/>
          <p:nvPr/>
        </p:nvSpPr>
        <p:spPr>
          <a:xfrm>
            <a:off x="124968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124968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2496800" y="6000750"/>
            <a:ext cx="4495800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synapse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525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9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02/19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805e8dfa-5750-49d2-8a14-e24b48b5734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nơron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" y="3714750"/>
            <a:ext cx="647700" cy="647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1920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Sợi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nhánh: nhận tín hiệu</a:t>
            </a:r>
            <a:endParaRPr lang="en-US" sz="2700" dirty="0"/>
          </a:p>
        </p:txBody>
      </p:sp>
      <p:sp>
        <p:nvSpPr>
          <p:cNvPr id="7" name="Connector line-1792504484451-923624579"/>
          <p:cNvSpPr/>
          <p:nvPr/>
        </p:nvSpPr>
        <p:spPr>
          <a:xfrm>
            <a:off x="461010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20065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0" y="3714750"/>
            <a:ext cx="647700" cy="647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50545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Thân</a:t>
            </a:r>
            <a:r>
              <a:rPr lang="en-US" sz="27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tế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bào:</a:t>
            </a:r>
            <a:r>
              <a:rPr lang="en-US" sz="27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gom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tín hiệu</a:t>
            </a:r>
            <a:endParaRPr lang="en-US" sz="2700" dirty="0"/>
          </a:p>
        </p:txBody>
      </p:sp>
      <p:sp>
        <p:nvSpPr>
          <p:cNvPr id="12" name="Connector line-1792504484456-951785460"/>
          <p:cNvSpPr/>
          <p:nvPr/>
        </p:nvSpPr>
        <p:spPr>
          <a:xfrm>
            <a:off x="8886825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477375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63125" y="3714750"/>
            <a:ext cx="647700" cy="6477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5" name="Text 13"/>
          <p:cNvSpPr/>
          <p:nvPr/>
        </p:nvSpPr>
        <p:spPr>
          <a:xfrm>
            <a:off x="97631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782175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Sợi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trục: dẫn tín hiệu</a:t>
            </a:r>
            <a:r>
              <a:rPr lang="en-US" sz="2700" dirty="0" spc="2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</a:t>
            </a:r>
            <a:endParaRPr lang="en-US" sz="2700" dirty="0"/>
          </a:p>
        </p:txBody>
      </p:sp>
      <p:sp>
        <p:nvSpPr>
          <p:cNvPr id="17" name="Connector line-1792504484460-200155513"/>
          <p:cNvSpPr/>
          <p:nvPr/>
        </p:nvSpPr>
        <p:spPr>
          <a:xfrm>
            <a:off x="1316355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3754100" y="3429000"/>
            <a:ext cx="3619500" cy="38100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039850" y="3714750"/>
            <a:ext cx="647700" cy="6477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0" name="Text 18"/>
          <p:cNvSpPr/>
          <p:nvPr/>
        </p:nvSpPr>
        <p:spPr>
          <a:xfrm>
            <a:off x="140398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4058900" y="4572000"/>
            <a:ext cx="300990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Đầu</a:t>
            </a:r>
            <a:r>
              <a:rPr lang="en-US" sz="27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tận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cùng:</a:t>
            </a:r>
            <a:r>
              <a:rPr lang="en-US" sz="27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trao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7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tế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bào</a:t>
            </a:r>
            <a:r>
              <a:rPr lang="en-US" sz="2700" dirty="0" spc="-3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kế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3811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6" name="Shape 24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03/19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d6416426-9ac7-456d-8f0f-0fc4be9f54d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Nơron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57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10096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DDD5C1"/>
            </a:solidFill>
            <a:prstDash val="solid"/>
          </a:ln>
        </p:spPr>
      </p:sp>
      <p:pic>
        <p:nvPicPr>
          <p:cNvPr id="4" name="Moda image rect-1792504485989-45198045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04900" y="2769870"/>
            <a:ext cx="9715500" cy="50520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391900" y="224790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E8E0CF"/>
          </a:solidFill>
          <a:ln/>
        </p:spPr>
      </p:sp>
      <p:sp>
        <p:nvSpPr>
          <p:cNvPr id="6" name="Shape 3"/>
          <p:cNvSpPr/>
          <p:nvPr/>
        </p:nvSpPr>
        <p:spPr>
          <a:xfrm>
            <a:off x="11391900" y="224790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7" name="Text 4"/>
          <p:cNvSpPr/>
          <p:nvPr/>
        </p:nvSpPr>
        <p:spPr>
          <a:xfrm>
            <a:off x="11734800" y="2381250"/>
            <a:ext cx="54483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Dendrites</a:t>
            </a:r>
            <a:endParaRPr lang="en-US" sz="2250" dirty="0"/>
          </a:p>
        </p:txBody>
      </p:sp>
      <p:sp>
        <p:nvSpPr>
          <p:cNvPr id="8" name="Text 5"/>
          <p:cNvSpPr/>
          <p:nvPr/>
        </p:nvSpPr>
        <p:spPr>
          <a:xfrm>
            <a:off x="11734800" y="2790825"/>
            <a:ext cx="5448300" cy="7429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sợi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nhánh</a:t>
            </a:r>
            <a:endParaRPr lang="en-US" sz="2550" dirty="0"/>
          </a:p>
        </p:txBody>
      </p:sp>
      <p:sp>
        <p:nvSpPr>
          <p:cNvPr id="9" name="Shape 6"/>
          <p:cNvSpPr/>
          <p:nvPr/>
        </p:nvSpPr>
        <p:spPr>
          <a:xfrm>
            <a:off x="11391900" y="382905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E8E0CF"/>
          </a:solidFill>
          <a:ln/>
        </p:spPr>
      </p:sp>
      <p:sp>
        <p:nvSpPr>
          <p:cNvPr id="10" name="Shape 7"/>
          <p:cNvSpPr/>
          <p:nvPr/>
        </p:nvSpPr>
        <p:spPr>
          <a:xfrm>
            <a:off x="11391900" y="382905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1" name="Text 8"/>
          <p:cNvSpPr/>
          <p:nvPr/>
        </p:nvSpPr>
        <p:spPr>
          <a:xfrm>
            <a:off x="11734800" y="3962400"/>
            <a:ext cx="54483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6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Soma</a:t>
            </a:r>
            <a:endParaRPr lang="en-US" sz="2250" dirty="0"/>
          </a:p>
        </p:txBody>
      </p:sp>
      <p:sp>
        <p:nvSpPr>
          <p:cNvPr id="12" name="Text 9"/>
          <p:cNvSpPr/>
          <p:nvPr/>
        </p:nvSpPr>
        <p:spPr>
          <a:xfrm>
            <a:off x="11734800" y="4371975"/>
            <a:ext cx="5448300" cy="7429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thân</a:t>
            </a:r>
            <a:r>
              <a:rPr lang="en-US" sz="25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tế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bào</a:t>
            </a:r>
            <a:endParaRPr lang="en-US" sz="2550" dirty="0"/>
          </a:p>
        </p:txBody>
      </p:sp>
      <p:sp>
        <p:nvSpPr>
          <p:cNvPr id="13" name="Shape 10"/>
          <p:cNvSpPr/>
          <p:nvPr/>
        </p:nvSpPr>
        <p:spPr>
          <a:xfrm>
            <a:off x="11391900" y="541020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E8E0CF"/>
          </a:solidFill>
          <a:ln/>
        </p:spPr>
      </p:sp>
      <p:sp>
        <p:nvSpPr>
          <p:cNvPr id="14" name="Shape 11"/>
          <p:cNvSpPr/>
          <p:nvPr/>
        </p:nvSpPr>
        <p:spPr>
          <a:xfrm>
            <a:off x="11391900" y="541020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5" name="Text 12"/>
          <p:cNvSpPr/>
          <p:nvPr/>
        </p:nvSpPr>
        <p:spPr>
          <a:xfrm>
            <a:off x="11734800" y="5543550"/>
            <a:ext cx="54483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Axon</a:t>
            </a:r>
            <a:endParaRPr lang="en-US" sz="2250" dirty="0"/>
          </a:p>
        </p:txBody>
      </p:sp>
      <p:sp>
        <p:nvSpPr>
          <p:cNvPr id="16" name="Text 13"/>
          <p:cNvSpPr/>
          <p:nvPr/>
        </p:nvSpPr>
        <p:spPr>
          <a:xfrm>
            <a:off x="11734800" y="5953125"/>
            <a:ext cx="5448300" cy="7429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sợi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trục</a:t>
            </a:r>
            <a:endParaRPr lang="en-US" sz="2550" dirty="0"/>
          </a:p>
        </p:txBody>
      </p:sp>
      <p:sp>
        <p:nvSpPr>
          <p:cNvPr id="17" name="Shape 14"/>
          <p:cNvSpPr/>
          <p:nvPr/>
        </p:nvSpPr>
        <p:spPr>
          <a:xfrm>
            <a:off x="11391900" y="699135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E8E0CF"/>
          </a:solidFill>
          <a:ln/>
        </p:spPr>
      </p:sp>
      <p:sp>
        <p:nvSpPr>
          <p:cNvPr id="18" name="Shape 15"/>
          <p:cNvSpPr/>
          <p:nvPr/>
        </p:nvSpPr>
        <p:spPr>
          <a:xfrm>
            <a:off x="11391900" y="699135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9" name="Text 16"/>
          <p:cNvSpPr/>
          <p:nvPr/>
        </p:nvSpPr>
        <p:spPr>
          <a:xfrm>
            <a:off x="11734800" y="7124700"/>
            <a:ext cx="54483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Myelin</a:t>
            </a:r>
            <a:r>
              <a:rPr lang="en-US" sz="2250" dirty="0" spc="-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sheath</a:t>
            </a:r>
            <a:endParaRPr lang="en-US" sz="2250" dirty="0"/>
          </a:p>
        </p:txBody>
      </p:sp>
      <p:sp>
        <p:nvSpPr>
          <p:cNvPr id="20" name="Text 17"/>
          <p:cNvSpPr/>
          <p:nvPr/>
        </p:nvSpPr>
        <p:spPr>
          <a:xfrm>
            <a:off x="11734800" y="7534275"/>
            <a:ext cx="5448300" cy="7429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bao</a:t>
            </a:r>
            <a:r>
              <a:rPr lang="en-US" sz="255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myelin</a:t>
            </a:r>
            <a:endParaRPr lang="en-US" sz="2550" dirty="0"/>
          </a:p>
        </p:txBody>
      </p:sp>
      <p:sp>
        <p:nvSpPr>
          <p:cNvPr id="21" name="Text 18"/>
          <p:cNvSpPr/>
          <p:nvPr/>
        </p:nvSpPr>
        <p:spPr>
          <a:xfrm>
            <a:off x="914400" y="84963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 Noba,</a:t>
            </a: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giấy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CC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BY-NC-SA;</a:t>
            </a:r>
            <a:r>
              <a:rPr lang="en-US" sz="16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Hove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(chương 3)</a:t>
            </a:r>
            <a:endParaRPr lang="en-US" sz="1650" dirty="0"/>
          </a:p>
        </p:txBody>
      </p:sp>
      <p:sp>
        <p:nvSpPr>
          <p:cNvPr id="22" name="Text 19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6097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7" name="Shape 24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7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Text 39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04/19</a:t>
            </a:r>
            <a:endParaRPr lang="en-US" sz="1800" dirty="0"/>
          </a:p>
        </p:txBody>
      </p:sp>
      <p:sp>
        <p:nvSpPr>
          <p:cNvPr id="43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d508020a-366c-4c50-8318-7c4de0361c04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Bên</a:t>
            </a:r>
            <a:r>
              <a:rPr lang="en-US" sz="5700" dirty="0" spc="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57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bên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5334000"/>
          </a:xfrm>
          <a:prstGeom prst="roundRect">
            <a:avLst>
              <a:gd name="adj" fmla="val 5000"/>
            </a:avLst>
          </a:prstGeom>
          <a:solidFill>
            <a:srgbClr val="CFE8E2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53340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Nơron</a:t>
            </a:r>
            <a:r>
              <a:rPr lang="en-US" sz="4200" dirty="0" spc="-4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314325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3150" dirty="0" spc="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 hiệu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5334000"/>
          </a:xfrm>
          <a:prstGeom prst="roundRect">
            <a:avLst>
              <a:gd name="adj" fmla="val 5000"/>
            </a:avLst>
          </a:prstGeom>
          <a:solidFill>
            <a:srgbClr val="F8D9D0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5334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Nơron</a:t>
            </a:r>
            <a:r>
              <a:rPr lang="en-US" sz="42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314325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 nhận tín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endParaRPr lang="en-US" sz="3150" dirty="0"/>
          </a:p>
        </p:txBody>
      </p:sp>
      <p:sp>
        <p:nvSpPr>
          <p:cNvPr id="11" name="Text 9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8383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7" name="Shape 15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05/19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da8a854e-db32-42ea-962e-c513eb3f661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xung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thần kinh</a:t>
            </a:r>
            <a:endParaRPr lang="en-US" sz="5700" dirty="0"/>
          </a:p>
        </p:txBody>
      </p:sp>
      <p:sp>
        <p:nvSpPr>
          <p:cNvPr id="3" name="Connector line-1792504526486-461760435"/>
          <p:cNvSpPr/>
          <p:nvPr/>
        </p:nvSpPr>
        <p:spPr>
          <a:xfrm>
            <a:off x="914400" y="5810250"/>
            <a:ext cx="16459200" cy="0"/>
          </a:xfrm>
          <a:prstGeom prst="line">
            <a:avLst/>
          </a:prstGeom>
          <a:noFill/>
          <a:ln w="57150">
            <a:solidFill>
              <a:srgbClr val="9AA0B5"/>
            </a:solidFill>
            <a:prstDash val="solid"/>
            <a:headEnd type="none"/>
            <a:tailEnd type="none"/>
          </a:ln>
        </p:spPr>
      </p:sp>
      <p:sp>
        <p:nvSpPr>
          <p:cNvPr id="4" name="Shape 2"/>
          <p:cNvSpPr/>
          <p:nvPr/>
        </p:nvSpPr>
        <p:spPr>
          <a:xfrm>
            <a:off x="2724150" y="5562600"/>
            <a:ext cx="495300" cy="4953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5" name="Connector line-1792504526487-535176730"/>
          <p:cNvSpPr/>
          <p:nvPr/>
        </p:nvSpPr>
        <p:spPr>
          <a:xfrm flipV="1">
            <a:off x="2971800" y="5238750"/>
            <a:ext cx="0" cy="32385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1104900" y="3429000"/>
            <a:ext cx="37338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70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Nơron</a:t>
            </a:r>
            <a:r>
              <a:rPr lang="en-US" sz="27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đủ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bị kích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6838950" y="5562600"/>
            <a:ext cx="495300" cy="4953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8" name="Connector line-1792504526490-353395787"/>
          <p:cNvSpPr/>
          <p:nvPr/>
        </p:nvSpPr>
        <p:spPr>
          <a:xfrm>
            <a:off x="7086600" y="6057900"/>
            <a:ext cx="0" cy="32385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219700" y="6381750"/>
            <a:ext cx="37338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Natri</a:t>
            </a:r>
            <a:r>
              <a:rPr lang="en-US" sz="27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chảy</a:t>
            </a:r>
            <a:r>
              <a:rPr lang="en-US" sz="270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27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tế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bào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0953750" y="5562600"/>
            <a:ext cx="495300" cy="4953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1" name="Connector line-1792504526492-319045466"/>
          <p:cNvSpPr/>
          <p:nvPr/>
        </p:nvSpPr>
        <p:spPr>
          <a:xfrm flipV="1">
            <a:off x="11201400" y="5238750"/>
            <a:ext cx="0" cy="32385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9334500" y="3429000"/>
            <a:ext cx="37338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700" dirty="0" spc="-3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Kali</a:t>
            </a:r>
            <a:r>
              <a:rPr lang="en-US" sz="27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chảy</a:t>
            </a:r>
            <a:r>
              <a:rPr lang="en-US" sz="2700" dirty="0" spc="-2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khỏi</a:t>
            </a:r>
            <a:r>
              <a:rPr lang="en-US" sz="27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tế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bào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15068550" y="5562600"/>
            <a:ext cx="495300" cy="4953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4" name="Connector line-1792504526497-351319977"/>
          <p:cNvSpPr/>
          <p:nvPr/>
        </p:nvSpPr>
        <p:spPr>
          <a:xfrm>
            <a:off x="15316200" y="6057900"/>
            <a:ext cx="0" cy="323850"/>
          </a:xfrm>
          <a:prstGeom prst="line">
            <a:avLst/>
          </a:prstGeom>
          <a:noFill/>
          <a:ln w="3810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13449300" y="6381750"/>
            <a:ext cx="37338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8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Trở</a:t>
            </a:r>
            <a:r>
              <a:rPr lang="en-US" sz="2700" dirty="0" spc="-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7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trạng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thái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nghỉ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0669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3" name="Shape 21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06/19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365bb3cb-31c6-4017-8171-cd93f19e57c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57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Xung</a:t>
            </a:r>
            <a:r>
              <a:rPr lang="en-US" sz="6900" dirty="0" spc="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điện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6900" dirty="0" spc="-4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</a:t>
            </a:r>
            <a:r>
              <a:rPr lang="en-US" sz="69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2955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07/19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b3de9cf7-3d1f-45dc-89e5-8d996f1475c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Synapse: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57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1562100" y="2762250"/>
            <a:ext cx="4191000" cy="800100"/>
          </a:xfrm>
          <a:prstGeom prst="roundRect">
            <a:avLst>
              <a:gd name="adj" fmla="val 23810"/>
            </a:avLst>
          </a:prstGeom>
          <a:solidFill>
            <a:srgbClr val="3DD6A0"/>
          </a:solidFill>
          <a:ln/>
        </p:spPr>
      </p:sp>
      <p:sp>
        <p:nvSpPr>
          <p:cNvPr id="4" name="Text 2"/>
          <p:cNvSpPr/>
          <p:nvPr/>
        </p:nvSpPr>
        <p:spPr>
          <a:xfrm>
            <a:off x="1562100" y="2762250"/>
            <a:ext cx="4191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1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Nơron</a:t>
            </a:r>
            <a:r>
              <a:rPr lang="en-US" sz="2550" dirty="0" spc="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endParaRPr lang="en-US" sz="2550" dirty="0"/>
          </a:p>
        </p:txBody>
      </p:sp>
      <p:sp>
        <p:nvSpPr>
          <p:cNvPr id="5" name="Connector line-1792504528215-936972900"/>
          <p:cNvSpPr/>
          <p:nvPr/>
        </p:nvSpPr>
        <p:spPr>
          <a:xfrm>
            <a:off x="3657600" y="3562350"/>
            <a:ext cx="0" cy="5391150"/>
          </a:xfrm>
          <a:prstGeom prst="line">
            <a:avLst/>
          </a:prstGeom>
          <a:noFill/>
          <a:ln w="38100">
            <a:solidFill>
              <a:srgbClr val="2C3040"/>
            </a:solidFill>
            <a:prstDash val="lgDash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7048500" y="2762250"/>
            <a:ext cx="4191000" cy="800100"/>
          </a:xfrm>
          <a:prstGeom prst="roundRect">
            <a:avLst>
              <a:gd name="adj" fmla="val 23810"/>
            </a:avLst>
          </a:prstGeom>
          <a:solidFill>
            <a:srgbClr val="FF6A4D"/>
          </a:solidFill>
          <a:ln/>
        </p:spPr>
      </p:sp>
      <p:sp>
        <p:nvSpPr>
          <p:cNvPr id="7" name="Text 5"/>
          <p:cNvSpPr/>
          <p:nvPr/>
        </p:nvSpPr>
        <p:spPr>
          <a:xfrm>
            <a:off x="7048500" y="2762250"/>
            <a:ext cx="4191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Khe</a:t>
            </a:r>
            <a:r>
              <a:rPr lang="en-US" sz="2550" dirty="0" spc="-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synapse</a:t>
            </a:r>
            <a:endParaRPr lang="en-US" sz="2550" dirty="0"/>
          </a:p>
        </p:txBody>
      </p:sp>
      <p:sp>
        <p:nvSpPr>
          <p:cNvPr id="8" name="Connector line-1792504528217-171619828"/>
          <p:cNvSpPr/>
          <p:nvPr/>
        </p:nvSpPr>
        <p:spPr>
          <a:xfrm>
            <a:off x="9144000" y="3562350"/>
            <a:ext cx="0" cy="5391150"/>
          </a:xfrm>
          <a:prstGeom prst="line">
            <a:avLst/>
          </a:prstGeom>
          <a:noFill/>
          <a:ln w="38100">
            <a:solidFill>
              <a:srgbClr val="2C3040"/>
            </a:solidFill>
            <a:prstDash val="lgDash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2534900" y="2762250"/>
            <a:ext cx="4191000" cy="800100"/>
          </a:xfrm>
          <a:prstGeom prst="roundRect">
            <a:avLst>
              <a:gd name="adj" fmla="val 23810"/>
            </a:avLst>
          </a:prstGeom>
          <a:solidFill>
            <a:srgbClr val="7C93FF"/>
          </a:solidFill>
          <a:ln/>
        </p:spPr>
      </p:sp>
      <p:sp>
        <p:nvSpPr>
          <p:cNvPr id="10" name="Text 8"/>
          <p:cNvSpPr/>
          <p:nvPr/>
        </p:nvSpPr>
        <p:spPr>
          <a:xfrm>
            <a:off x="12534900" y="2762250"/>
            <a:ext cx="4191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1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Nơron</a:t>
            </a:r>
            <a:r>
              <a:rPr lang="en-US" sz="255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sau</a:t>
            </a:r>
            <a:endParaRPr lang="en-US" sz="2550" dirty="0"/>
          </a:p>
        </p:txBody>
      </p:sp>
      <p:sp>
        <p:nvSpPr>
          <p:cNvPr id="11" name="Connector line-1792504528218-367123901"/>
          <p:cNvSpPr/>
          <p:nvPr/>
        </p:nvSpPr>
        <p:spPr>
          <a:xfrm>
            <a:off x="14630400" y="3562350"/>
            <a:ext cx="0" cy="5391150"/>
          </a:xfrm>
          <a:prstGeom prst="line">
            <a:avLst/>
          </a:prstGeom>
          <a:noFill/>
          <a:ln w="38100">
            <a:solidFill>
              <a:srgbClr val="2C3040"/>
            </a:solidFill>
            <a:prstDash val="lgDash"/>
            <a:headEnd type="none"/>
            <a:tailEnd type="none"/>
          </a:ln>
        </p:spPr>
      </p:sp>
      <p:sp>
        <p:nvSpPr>
          <p:cNvPr id="12" name="Connector line-1792504528219-802637186"/>
          <p:cNvSpPr/>
          <p:nvPr/>
        </p:nvSpPr>
        <p:spPr>
          <a:xfrm>
            <a:off x="3657600" y="4143375"/>
            <a:ext cx="0" cy="85725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3886200" y="4143375"/>
            <a:ext cx="4724400" cy="857250"/>
          </a:xfrm>
          <a:prstGeom prst="rect">
            <a:avLst/>
          </a:prstGeom>
          <a:noFill/>
          <a:ln/>
        </p:spPr>
        <p:txBody>
          <a:bodyPr wrap="square" lIns="0" tIns="19683" rIns="0" bIns="-19683" rtlCol="0" anchor="ctr"/>
          <a:lstStyle/>
          <a:p>
            <a:pPr algn="l" indent="0" marL="0">
              <a:lnSpc>
                <a:spcPts val="2475"/>
              </a:lnSpc>
              <a:buNone/>
            </a:pP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1.</a:t>
            </a:r>
            <a:r>
              <a:rPr lang="en-US" sz="225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Xung</a:t>
            </a:r>
            <a:r>
              <a:rPr lang="en-US" sz="2250" dirty="0" spc="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điện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tới</a:t>
            </a:r>
            <a:r>
              <a:rPr lang="en-US" sz="225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r>
              <a:rPr lang="en-US" sz="22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tận</a:t>
            </a:r>
            <a:r>
              <a:rPr lang="en-US" sz="22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endParaRPr lang="en-US" sz="2250" dirty="0"/>
          </a:p>
        </p:txBody>
      </p:sp>
      <p:sp>
        <p:nvSpPr>
          <p:cNvPr id="14" name="Connector line-1792504528221-638346217"/>
          <p:cNvSpPr/>
          <p:nvPr/>
        </p:nvSpPr>
        <p:spPr>
          <a:xfrm>
            <a:off x="3657600" y="5953125"/>
            <a:ext cx="54864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3752850" y="5343525"/>
            <a:ext cx="5295900" cy="571500"/>
          </a:xfrm>
          <a:prstGeom prst="rect">
            <a:avLst/>
          </a:prstGeom>
          <a:noFill/>
          <a:ln/>
        </p:spPr>
        <p:txBody>
          <a:bodyPr wrap="square" lIns="0" tIns="17907" rIns="0" bIns="-17907" rtlCol="0" anchor="b"/>
          <a:lstStyle/>
          <a:p>
            <a:pPr algn="ctr" indent="0" marL="0">
              <a:lnSpc>
                <a:spcPts val="2248"/>
              </a:lnSpc>
              <a:buNone/>
            </a:pPr>
            <a:r>
              <a:rPr lang="en-US" sz="2044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2.</a:t>
            </a:r>
            <a:r>
              <a:rPr lang="en-US" sz="2044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Canxi</a:t>
            </a:r>
            <a:r>
              <a:rPr lang="en-US" sz="2044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vào,</a:t>
            </a:r>
            <a:r>
              <a:rPr lang="en-US" sz="2044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túi</a:t>
            </a:r>
            <a:r>
              <a:rPr lang="en-US" sz="2044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giải</a:t>
            </a:r>
            <a:r>
              <a:rPr lang="en-US" sz="2044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phóng</a:t>
            </a:r>
            <a:r>
              <a:rPr lang="en-US" sz="2044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r>
              <a:rPr lang="en-US" sz="2044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dẫn</a:t>
            </a:r>
            <a:r>
              <a:rPr lang="en-US" sz="2044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truyền</a:t>
            </a:r>
            <a:endParaRPr lang="en-US" sz="2044" dirty="0"/>
          </a:p>
        </p:txBody>
      </p:sp>
      <p:sp>
        <p:nvSpPr>
          <p:cNvPr id="16" name="Connector line-1792504528230-892625369"/>
          <p:cNvSpPr/>
          <p:nvPr/>
        </p:nvSpPr>
        <p:spPr>
          <a:xfrm>
            <a:off x="9144000" y="7239000"/>
            <a:ext cx="54864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9239250" y="6629400"/>
            <a:ext cx="5295900" cy="571500"/>
          </a:xfrm>
          <a:prstGeom prst="rect">
            <a:avLst/>
          </a:prstGeom>
          <a:noFill/>
          <a:ln/>
        </p:spPr>
        <p:txBody>
          <a:bodyPr wrap="square" lIns="0" tIns="19683" rIns="0" bIns="-19683" rtlCol="0" anchor="b"/>
          <a:lstStyle/>
          <a:p>
            <a:pPr algn="ctr" indent="0" marL="0">
              <a:lnSpc>
                <a:spcPts val="2475"/>
              </a:lnSpc>
              <a:buNone/>
            </a:pPr>
            <a:r>
              <a:rPr lang="en-US" sz="225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3.</a:t>
            </a:r>
            <a:r>
              <a:rPr lang="en-US" sz="22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dẫn</a:t>
            </a:r>
            <a:r>
              <a:rPr lang="en-US" sz="225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truyền</a:t>
            </a:r>
            <a:r>
              <a:rPr lang="en-US" sz="22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gắn</a:t>
            </a:r>
            <a:r>
              <a:rPr lang="en-US" sz="22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thụ</a:t>
            </a:r>
            <a:r>
              <a:rPr lang="en-US" sz="22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endParaRPr lang="en-US" sz="2250" dirty="0"/>
          </a:p>
        </p:txBody>
      </p:sp>
      <p:sp>
        <p:nvSpPr>
          <p:cNvPr id="18" name="Connector line-1792504528232-363132992"/>
          <p:cNvSpPr/>
          <p:nvPr/>
        </p:nvSpPr>
        <p:spPr>
          <a:xfrm>
            <a:off x="14630400" y="8001000"/>
            <a:ext cx="0" cy="85725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677400" y="8001000"/>
            <a:ext cx="4724400" cy="857250"/>
          </a:xfrm>
          <a:prstGeom prst="rect">
            <a:avLst/>
          </a:prstGeom>
          <a:noFill/>
          <a:ln/>
        </p:spPr>
        <p:txBody>
          <a:bodyPr wrap="square" lIns="0" tIns="19683" rIns="0" bIns="-19683" rtlCol="0" anchor="ctr"/>
          <a:lstStyle/>
          <a:p>
            <a:pPr algn="r" indent="0" marL="0">
              <a:lnSpc>
                <a:spcPts val="2475"/>
              </a:lnSpc>
              <a:buNone/>
            </a:pP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4.</a:t>
            </a:r>
            <a:r>
              <a:rPr lang="en-US" sz="225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Nơron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r>
              <a:rPr lang="en-US" sz="22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225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22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hoạt</a:t>
            </a:r>
            <a:r>
              <a:rPr lang="en-US" sz="22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5241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9" name="Shape 27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08/19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834f87ef-7d7e-4850-81ae-dbb7aaadf99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Synapse</a:t>
            </a:r>
            <a:r>
              <a:rPr lang="en-US" sz="57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 một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10096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DDD5C1"/>
            </a:solidFill>
            <a:prstDash val="solid"/>
          </a:ln>
        </p:spPr>
      </p:sp>
      <p:pic>
        <p:nvPicPr>
          <p:cNvPr id="4" name="Moda image rect-1792504529770-72594232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56828" y="2438400"/>
            <a:ext cx="8611644" cy="5715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391900" y="224790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E8E0CF"/>
          </a:solidFill>
          <a:ln/>
        </p:spPr>
      </p:sp>
      <p:sp>
        <p:nvSpPr>
          <p:cNvPr id="6" name="Shape 3"/>
          <p:cNvSpPr/>
          <p:nvPr/>
        </p:nvSpPr>
        <p:spPr>
          <a:xfrm>
            <a:off x="11391900" y="22479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7" name="Text 4"/>
          <p:cNvSpPr/>
          <p:nvPr/>
        </p:nvSpPr>
        <p:spPr>
          <a:xfrm>
            <a:off x="11734800" y="238125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Vesicle</a:t>
            </a:r>
            <a:endParaRPr lang="en-US" sz="2250" dirty="0"/>
          </a:p>
        </p:txBody>
      </p:sp>
      <p:sp>
        <p:nvSpPr>
          <p:cNvPr id="8" name="Text 5"/>
          <p:cNvSpPr/>
          <p:nvPr/>
        </p:nvSpPr>
        <p:spPr>
          <a:xfrm>
            <a:off x="11734800" y="2819400"/>
            <a:ext cx="5448300" cy="7810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túi</a:t>
            </a:r>
            <a:r>
              <a:rPr lang="en-US" sz="25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chứa</a:t>
            </a:r>
            <a:r>
              <a:rPr lang="en-US" sz="25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dẫn</a:t>
            </a: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truyền</a:t>
            </a:r>
            <a:endParaRPr lang="en-US" sz="2550" dirty="0"/>
          </a:p>
        </p:txBody>
      </p:sp>
      <p:sp>
        <p:nvSpPr>
          <p:cNvPr id="9" name="Shape 6"/>
          <p:cNvSpPr/>
          <p:nvPr/>
        </p:nvSpPr>
        <p:spPr>
          <a:xfrm>
            <a:off x="11391900" y="390525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E8E0CF"/>
          </a:solidFill>
          <a:ln/>
        </p:spPr>
      </p:sp>
      <p:sp>
        <p:nvSpPr>
          <p:cNvPr id="10" name="Shape 7"/>
          <p:cNvSpPr/>
          <p:nvPr/>
        </p:nvSpPr>
        <p:spPr>
          <a:xfrm>
            <a:off x="11391900" y="390525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1" name="Text 8"/>
          <p:cNvSpPr/>
          <p:nvPr/>
        </p:nvSpPr>
        <p:spPr>
          <a:xfrm>
            <a:off x="11734800" y="403860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Synaptic</a:t>
            </a:r>
            <a:r>
              <a:rPr lang="en-US" sz="225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gap</a:t>
            </a:r>
            <a:endParaRPr lang="en-US" sz="2250" dirty="0"/>
          </a:p>
        </p:txBody>
      </p:sp>
      <p:sp>
        <p:nvSpPr>
          <p:cNvPr id="12" name="Text 9"/>
          <p:cNvSpPr/>
          <p:nvPr/>
        </p:nvSpPr>
        <p:spPr>
          <a:xfrm>
            <a:off x="11734800" y="4476750"/>
            <a:ext cx="5448300" cy="7810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khe</a:t>
            </a:r>
            <a:r>
              <a:rPr lang="en-US" sz="25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synapse</a:t>
            </a:r>
            <a:endParaRPr lang="en-US" sz="2550" dirty="0"/>
          </a:p>
        </p:txBody>
      </p:sp>
      <p:sp>
        <p:nvSpPr>
          <p:cNvPr id="13" name="Shape 10"/>
          <p:cNvSpPr/>
          <p:nvPr/>
        </p:nvSpPr>
        <p:spPr>
          <a:xfrm>
            <a:off x="11391900" y="556260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E8E0CF"/>
          </a:solidFill>
          <a:ln/>
        </p:spPr>
      </p:sp>
      <p:sp>
        <p:nvSpPr>
          <p:cNvPr id="14" name="Shape 11"/>
          <p:cNvSpPr/>
          <p:nvPr/>
        </p:nvSpPr>
        <p:spPr>
          <a:xfrm>
            <a:off x="11391900" y="55626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5" name="Text 12"/>
          <p:cNvSpPr/>
          <p:nvPr/>
        </p:nvSpPr>
        <p:spPr>
          <a:xfrm>
            <a:off x="11734800" y="569595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Receptor</a:t>
            </a:r>
            <a:endParaRPr lang="en-US" sz="2250" dirty="0"/>
          </a:p>
        </p:txBody>
      </p:sp>
      <p:sp>
        <p:nvSpPr>
          <p:cNvPr id="16" name="Text 13"/>
          <p:cNvSpPr/>
          <p:nvPr/>
        </p:nvSpPr>
        <p:spPr>
          <a:xfrm>
            <a:off x="11734800" y="6134100"/>
            <a:ext cx="5448300" cy="7810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thụ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endParaRPr lang="en-US" sz="2550" dirty="0"/>
          </a:p>
        </p:txBody>
      </p:sp>
      <p:sp>
        <p:nvSpPr>
          <p:cNvPr id="17" name="Text 14"/>
          <p:cNvSpPr/>
          <p:nvPr/>
        </p:nvSpPr>
        <p:spPr>
          <a:xfrm>
            <a:off x="914400" y="84963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 Noba,</a:t>
            </a: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giấy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CC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BY-NC-SA;</a:t>
            </a:r>
            <a:r>
              <a:rPr lang="en-US" sz="16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Hove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(chương 3)</a:t>
            </a:r>
            <a:endParaRPr lang="en-US" sz="1650" dirty="0"/>
          </a:p>
        </p:txBody>
      </p:sp>
      <p:sp>
        <p:nvSpPr>
          <p:cNvPr id="18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27527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8" name="Shape 2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Text 35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09/19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c2a567eb-2ebf-41a3-8b22-09a93381a4c4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Thụ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thể:</a:t>
            </a:r>
            <a:r>
              <a:rPr lang="en-US" sz="57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ổ</a:t>
            </a:r>
            <a:r>
              <a:rPr lang="en-US" sz="57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57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chìa</a:t>
            </a:r>
            <a:endParaRPr lang="en-US" sz="5700" dirty="0"/>
          </a:p>
        </p:txBody>
      </p:sp>
      <p:sp>
        <p:nvSpPr>
          <p:cNvPr id="3" name="Connector line-1792504530624-229133042"/>
          <p:cNvSpPr/>
          <p:nvPr/>
        </p:nvSpPr>
        <p:spPr>
          <a:xfrm flipH="1" flipV="1">
            <a:off x="3619500" y="3810000"/>
            <a:ext cx="5524500" cy="180975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4" name="Connector line-1792504530625-563732573"/>
          <p:cNvSpPr/>
          <p:nvPr/>
        </p:nvSpPr>
        <p:spPr>
          <a:xfrm flipV="1">
            <a:off x="9144000" y="3810000"/>
            <a:ext cx="5524500" cy="180975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5" name="Connector line-1792504530625-404334998"/>
          <p:cNvSpPr/>
          <p:nvPr/>
        </p:nvSpPr>
        <p:spPr>
          <a:xfrm>
            <a:off x="9144000" y="5619750"/>
            <a:ext cx="0" cy="247650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6953250" y="4191000"/>
            <a:ext cx="4381500" cy="2857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7" name="Text 5"/>
          <p:cNvSpPr/>
          <p:nvPr/>
        </p:nvSpPr>
        <p:spPr>
          <a:xfrm>
            <a:off x="7239000" y="4476750"/>
            <a:ext cx="3810000" cy="2286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ctr"/>
          <a:lstStyle/>
          <a:p>
            <a:pPr algn="ctr" indent="0" marL="0">
              <a:lnSpc>
                <a:spcPts val="3630"/>
              </a:lnSpc>
              <a:buNone/>
            </a:pPr>
            <a:r>
              <a:rPr lang="en-US" sz="3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Thụ</a:t>
            </a: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1047750" y="304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47625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33500" y="304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Chất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truyền: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chiếc chìa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096750" y="304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47625">
            <a:solidFill>
              <a:srgbClr val="E847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82500" y="304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Thụ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thể: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màng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6572250" y="733425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47625">
            <a:solidFill>
              <a:srgbClr val="1F3F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0" y="733425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55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ion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5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bào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9813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5" name="Shape 23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10/19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d986730f-7c82-4e6a-b232-44bc5db220d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Kích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</a:t>
            </a:r>
            <a:r>
              <a:rPr lang="en-US" sz="57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ức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5334000"/>
          </a:xfrm>
          <a:prstGeom prst="roundRect">
            <a:avLst>
              <a:gd name="adj" fmla="val 5000"/>
            </a:avLst>
          </a:prstGeom>
          <a:solidFill>
            <a:srgbClr val="1C4236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53340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Kích</a:t>
            </a:r>
            <a:r>
              <a:rPr lang="en-US" sz="42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314325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nơron</a:t>
            </a:r>
            <a:r>
              <a:rPr lang="en-US" sz="31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31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31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xung hơn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5334000"/>
          </a:xfrm>
          <a:prstGeom prst="roundRect">
            <a:avLst>
              <a:gd name="adj" fmla="val 5000"/>
            </a:avLst>
          </a:prstGeom>
          <a:solidFill>
            <a:srgbClr val="4A2A24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5334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Ức</a:t>
            </a:r>
            <a:r>
              <a:rPr lang="en-US" sz="42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314325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nơron</a:t>
            </a:r>
            <a:r>
              <a:rPr lang="en-US" sz="31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</a:t>
            </a:r>
            <a:r>
              <a:rPr lang="en-US" sz="31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xung hơn</a:t>
            </a:r>
            <a:endParaRPr lang="en-US" sz="3150" dirty="0"/>
          </a:p>
        </p:txBody>
      </p:sp>
      <p:sp>
        <p:nvSpPr>
          <p:cNvPr id="11" name="Text 9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2099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3" name="Shape 21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11/19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1d913d20-745c-46c2-b236-4e98ee2f19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Nơron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cộng</a:t>
            </a:r>
            <a:r>
              <a:rPr lang="en-US" sz="57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gộp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6670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8700" dirty="0"/>
          </a:p>
        </p:txBody>
      </p:sp>
      <p:sp>
        <p:nvSpPr>
          <p:cNvPr id="4" name="Shape 2"/>
          <p:cNvSpPr/>
          <p:nvPr/>
        </p:nvSpPr>
        <p:spPr>
          <a:xfrm>
            <a:off x="2724150" y="27622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7622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Nhiều</a:t>
            </a:r>
            <a:r>
              <a:rPr lang="en-US" sz="30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synapse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r>
              <a:rPr lang="en-US" sz="3000" dirty="0" spc="5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tín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hiệu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21005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8700" dirty="0"/>
          </a:p>
        </p:txBody>
      </p:sp>
      <p:sp>
        <p:nvSpPr>
          <p:cNvPr id="7" name="Shape 5"/>
          <p:cNvSpPr/>
          <p:nvPr/>
        </p:nvSpPr>
        <p:spPr>
          <a:xfrm>
            <a:off x="2724150" y="430530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430530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Kích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r>
              <a:rPr lang="en-US" sz="30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000" dirty="0" spc="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ức</a:t>
            </a:r>
            <a:r>
              <a:rPr lang="en-US" sz="30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r>
              <a:rPr lang="en-US" sz="300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30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cộng</a:t>
            </a:r>
            <a:r>
              <a:rPr lang="en-US" sz="30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gộp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57531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8700" dirty="0"/>
          </a:p>
        </p:txBody>
      </p:sp>
      <p:sp>
        <p:nvSpPr>
          <p:cNvPr id="10" name="Shape 8"/>
          <p:cNvSpPr/>
          <p:nvPr/>
        </p:nvSpPr>
        <p:spPr>
          <a:xfrm>
            <a:off x="2724150" y="58483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58483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Đủ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mạnh thì</a:t>
            </a:r>
            <a:r>
              <a:rPr lang="en-US" sz="30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phát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xung,</a:t>
            </a:r>
            <a:r>
              <a:rPr lang="en-US" sz="300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đủ thì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4385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5" name="Shape 23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12/19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7efd4b48-4ec8-4973-b0fe-b2ab20f04db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Vòng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</a:t>
            </a: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hiệu</a:t>
            </a:r>
            <a:r>
              <a:rPr lang="en-US" sz="57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điện</a:t>
            </a:r>
            <a:r>
              <a:rPr lang="en-US" sz="57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10096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2C3040"/>
            </a:solidFill>
            <a:prstDash val="solid"/>
          </a:ln>
        </p:spPr>
      </p:sp>
      <p:pic>
        <p:nvPicPr>
          <p:cNvPr id="4" name="Moda image rect-1792504570667-14280508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651677" y="2438400"/>
            <a:ext cx="6621946" cy="5715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391900" y="224790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6" name="Shape 3"/>
          <p:cNvSpPr/>
          <p:nvPr/>
        </p:nvSpPr>
        <p:spPr>
          <a:xfrm>
            <a:off x="11391900" y="22479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7" name="Text 4"/>
          <p:cNvSpPr/>
          <p:nvPr/>
        </p:nvSpPr>
        <p:spPr>
          <a:xfrm>
            <a:off x="11734800" y="238125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Action</a:t>
            </a:r>
            <a:r>
              <a:rPr lang="en-US" sz="225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potential</a:t>
            </a:r>
            <a:endParaRPr lang="en-US" sz="2250" dirty="0"/>
          </a:p>
        </p:txBody>
      </p:sp>
      <p:sp>
        <p:nvSpPr>
          <p:cNvPr id="8" name="Text 5"/>
          <p:cNvSpPr/>
          <p:nvPr/>
        </p:nvSpPr>
        <p:spPr>
          <a:xfrm>
            <a:off x="11734800" y="2819400"/>
            <a:ext cx="5448300" cy="7810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xung có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endParaRPr lang="en-US" sz="2550" dirty="0"/>
          </a:p>
        </p:txBody>
      </p:sp>
      <p:sp>
        <p:nvSpPr>
          <p:cNvPr id="9" name="Shape 6"/>
          <p:cNvSpPr/>
          <p:nvPr/>
        </p:nvSpPr>
        <p:spPr>
          <a:xfrm>
            <a:off x="11391900" y="390525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0" name="Shape 7"/>
          <p:cNvSpPr/>
          <p:nvPr/>
        </p:nvSpPr>
        <p:spPr>
          <a:xfrm>
            <a:off x="11391900" y="390525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1" name="Text 8"/>
          <p:cNvSpPr/>
          <p:nvPr/>
        </p:nvSpPr>
        <p:spPr>
          <a:xfrm>
            <a:off x="11734800" y="403860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EPSP,</a:t>
            </a:r>
            <a:r>
              <a:rPr lang="en-US" sz="2250" dirty="0" spc="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IPSP</a:t>
            </a:r>
            <a:endParaRPr lang="en-US" sz="2250" dirty="0"/>
          </a:p>
        </p:txBody>
      </p:sp>
      <p:sp>
        <p:nvSpPr>
          <p:cNvPr id="12" name="Text 9"/>
          <p:cNvSpPr/>
          <p:nvPr/>
        </p:nvSpPr>
        <p:spPr>
          <a:xfrm>
            <a:off x="11734800" y="4476750"/>
            <a:ext cx="5448300" cy="7810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kích</a:t>
            </a: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thích,</a:t>
            </a:r>
            <a:r>
              <a:rPr lang="en-US" sz="2550" dirty="0" spc="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ức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endParaRPr lang="en-US" sz="2550" dirty="0"/>
          </a:p>
        </p:txBody>
      </p:sp>
      <p:sp>
        <p:nvSpPr>
          <p:cNvPr id="13" name="Shape 10"/>
          <p:cNvSpPr/>
          <p:nvPr/>
        </p:nvSpPr>
        <p:spPr>
          <a:xfrm>
            <a:off x="11391900" y="5562600"/>
            <a:ext cx="59817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4" name="Shape 11"/>
          <p:cNvSpPr/>
          <p:nvPr/>
        </p:nvSpPr>
        <p:spPr>
          <a:xfrm>
            <a:off x="11391900" y="55626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5" name="Text 12"/>
          <p:cNvSpPr/>
          <p:nvPr/>
        </p:nvSpPr>
        <p:spPr>
          <a:xfrm>
            <a:off x="11734800" y="569595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Release</a:t>
            </a:r>
            <a:r>
              <a:rPr lang="en-US" sz="2250" dirty="0" spc="-8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of</a:t>
            </a:r>
            <a:r>
              <a:rPr lang="en-US" sz="225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neurotransmitter</a:t>
            </a:r>
            <a:endParaRPr lang="en-US" sz="2250" dirty="0"/>
          </a:p>
        </p:txBody>
      </p:sp>
      <p:sp>
        <p:nvSpPr>
          <p:cNvPr id="16" name="Text 13"/>
          <p:cNvSpPr/>
          <p:nvPr/>
        </p:nvSpPr>
        <p:spPr>
          <a:xfrm>
            <a:off x="11734800" y="6134100"/>
            <a:ext cx="5448300" cy="7810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giải</a:t>
            </a:r>
            <a:r>
              <a:rPr lang="en-US" sz="25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phóng</a:t>
            </a:r>
            <a:r>
              <a:rPr lang="en-US" sz="25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dẫn</a:t>
            </a:r>
            <a:r>
              <a:rPr lang="en-US" sz="255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truyền</a:t>
            </a:r>
            <a:endParaRPr lang="en-US" sz="2550" dirty="0"/>
          </a:p>
        </p:txBody>
      </p:sp>
      <p:sp>
        <p:nvSpPr>
          <p:cNvPr id="17" name="Text 14"/>
          <p:cNvSpPr/>
          <p:nvPr/>
        </p:nvSpPr>
        <p:spPr>
          <a:xfrm>
            <a:off x="914400" y="84963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 Noba,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giấy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CC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BY-NC-SA;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Hove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 Martinez,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 (chương 3)</a:t>
            </a:r>
            <a:endParaRPr lang="en-US" sz="1650" dirty="0"/>
          </a:p>
        </p:txBody>
      </p:sp>
      <p:sp>
        <p:nvSpPr>
          <p:cNvPr id="18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36671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2" name="Shape 2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Text 35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13/19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b19543d5-b4cb-4e9e-a382-952e9d4c407e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5700" dirty="0" spc="-7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r>
              <a:rPr lang="en-US" sz="57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đời</a:t>
            </a: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chất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dẫn</a:t>
            </a:r>
            <a:r>
              <a:rPr lang="en-US" sz="57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truyền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" y="3714750"/>
            <a:ext cx="647700" cy="647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1920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7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Tổng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hợp</a:t>
            </a:r>
            <a:endParaRPr lang="en-US" sz="2700" dirty="0"/>
          </a:p>
        </p:txBody>
      </p:sp>
      <p:sp>
        <p:nvSpPr>
          <p:cNvPr id="7" name="Connector line-1792504571787-959199147"/>
          <p:cNvSpPr/>
          <p:nvPr/>
        </p:nvSpPr>
        <p:spPr>
          <a:xfrm>
            <a:off x="375285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34340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9150" y="3714750"/>
            <a:ext cx="647700" cy="647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0" name="Text 8"/>
          <p:cNvSpPr/>
          <p:nvPr/>
        </p:nvSpPr>
        <p:spPr>
          <a:xfrm>
            <a:off x="4629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464820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Giải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phóng</a:t>
            </a:r>
            <a:endParaRPr lang="en-US" sz="2700" dirty="0"/>
          </a:p>
        </p:txBody>
      </p:sp>
      <p:sp>
        <p:nvSpPr>
          <p:cNvPr id="12" name="Connector line-1792504571789-623390032"/>
          <p:cNvSpPr/>
          <p:nvPr/>
        </p:nvSpPr>
        <p:spPr>
          <a:xfrm>
            <a:off x="7172325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62875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8625" y="3714750"/>
            <a:ext cx="647700" cy="6477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5" name="Text 13"/>
          <p:cNvSpPr/>
          <p:nvPr/>
        </p:nvSpPr>
        <p:spPr>
          <a:xfrm>
            <a:off x="80486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8067675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Gắn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thụ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endParaRPr lang="en-US" sz="2700" dirty="0"/>
          </a:p>
        </p:txBody>
      </p:sp>
      <p:sp>
        <p:nvSpPr>
          <p:cNvPr id="17" name="Connector line-1792504571792-572286116"/>
          <p:cNvSpPr/>
          <p:nvPr/>
        </p:nvSpPr>
        <p:spPr>
          <a:xfrm>
            <a:off x="10601325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1191875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477625" y="3714750"/>
            <a:ext cx="647700" cy="6477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0" name="Text 18"/>
          <p:cNvSpPr/>
          <p:nvPr/>
        </p:nvSpPr>
        <p:spPr>
          <a:xfrm>
            <a:off x="114776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1496675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Thu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hồi</a:t>
            </a:r>
            <a:endParaRPr lang="en-US" sz="2700" dirty="0"/>
          </a:p>
        </p:txBody>
      </p:sp>
      <p:sp>
        <p:nvSpPr>
          <p:cNvPr id="22" name="Connector line-1792504571795-287379884"/>
          <p:cNvSpPr/>
          <p:nvPr/>
        </p:nvSpPr>
        <p:spPr>
          <a:xfrm>
            <a:off x="1402080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461135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897100" y="3714750"/>
            <a:ext cx="647700" cy="647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5" name="Text 23"/>
          <p:cNvSpPr/>
          <p:nvPr/>
        </p:nvSpPr>
        <p:spPr>
          <a:xfrm>
            <a:off x="1489710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491615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Phân hủy</a:t>
            </a:r>
            <a:endParaRPr lang="en-US" sz="270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8957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2" name="Shape 4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14/19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9" name="Moda image moda-export-watermark-534bbae0-98f4-4a7c-9ded-c009fb07153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 cách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chấm dứt tín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hiệu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Thu hồi</a:t>
            </a:r>
            <a:r>
              <a:rPr lang="en-US" sz="3000" dirty="0" spc="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(tái</a:t>
            </a:r>
            <a:r>
              <a:rPr lang="en-US" sz="3000" dirty="0" spc="-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hấp</a:t>
            </a:r>
            <a:r>
              <a:rPr lang="en-US" sz="3000" dirty="0" spc="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thu)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nơron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2291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2291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2291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Phân</a:t>
            </a:r>
            <a:r>
              <a:rPr lang="en-US" sz="300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hủy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42291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enzym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56959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56959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6959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Khuếch</a:t>
            </a:r>
            <a:r>
              <a:rPr lang="en-US" sz="300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tán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581900" y="56959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trôi</a:t>
            </a:r>
            <a:r>
              <a:rPr lang="en-US" sz="270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khe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synapse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1243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15/19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70334189-f1d1-475e-91e1-999ffffc738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Hiểu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synapse</a:t>
            </a: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hiểu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thuốc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9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thuốc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can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thiệp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3529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2" name="Shape 2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16/19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bbadd2c3-233b-434e-9bb1-e789b46405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Synapse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57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kinh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nghiệm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495800" cy="32385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Có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31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mạnh</a:t>
            </a:r>
            <a:r>
              <a:rPr lang="en-US" sz="31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lên</a:t>
            </a:r>
            <a:r>
              <a:rPr lang="en-US" sz="31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31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hoạt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65151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8" name="Shape 6"/>
          <p:cNvSpPr/>
          <p:nvPr/>
        </p:nvSpPr>
        <p:spPr>
          <a:xfrm>
            <a:off x="65151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9" name="Text 7"/>
          <p:cNvSpPr/>
          <p:nvPr/>
        </p:nvSpPr>
        <p:spPr>
          <a:xfrm>
            <a:off x="68961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6896100" y="4857750"/>
            <a:ext cx="4495800" cy="32385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Có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315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yếu</a:t>
            </a:r>
            <a:r>
              <a:rPr lang="en-US" sz="3150" dirty="0" spc="3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</a:t>
            </a:r>
            <a:r>
              <a:rPr lang="en-US" sz="31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31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hoạt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21158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12" name="Shape 10"/>
          <p:cNvSpPr/>
          <p:nvPr/>
        </p:nvSpPr>
        <p:spPr>
          <a:xfrm>
            <a:off x="121158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3" name="Text 11"/>
          <p:cNvSpPr/>
          <p:nvPr/>
        </p:nvSpPr>
        <p:spPr>
          <a:xfrm>
            <a:off x="124968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12496800" y="4857750"/>
            <a:ext cx="4495800" cy="32385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Cơ</a:t>
            </a:r>
            <a:r>
              <a:rPr lang="en-US" sz="31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sở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học</a:t>
            </a:r>
            <a:r>
              <a:rPr lang="en-US" sz="31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1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endParaRPr lang="en-US" sz="3150" dirty="0"/>
          </a:p>
        </p:txBody>
      </p:sp>
      <p:sp>
        <p:nvSpPr>
          <p:cNvPr id="15" name="Text 1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5815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1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17/19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382ad759-343f-47db-a6db-c3e95760dd3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381250"/>
            <a:ext cx="1619250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8250" dirty="0"/>
          </a:p>
        </p:txBody>
      </p:sp>
      <p:sp>
        <p:nvSpPr>
          <p:cNvPr id="4" name="Shape 2"/>
          <p:cNvSpPr/>
          <p:nvPr/>
        </p:nvSpPr>
        <p:spPr>
          <a:xfrm>
            <a:off x="2724150" y="24765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4765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Nhận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300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sợi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nhánh,</a:t>
            </a:r>
            <a:r>
              <a:rPr lang="en-US" sz="3000" dirty="0" spc="5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sợi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trục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3676650"/>
            <a:ext cx="1619250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-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8250" dirty="0"/>
          </a:p>
        </p:txBody>
      </p:sp>
      <p:sp>
        <p:nvSpPr>
          <p:cNvPr id="7" name="Shape 5"/>
          <p:cNvSpPr/>
          <p:nvPr/>
        </p:nvSpPr>
        <p:spPr>
          <a:xfrm>
            <a:off x="2724150" y="37719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37719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Dọc</a:t>
            </a:r>
            <a:r>
              <a:rPr lang="en-US" sz="300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sợi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trục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000" dirty="0" spc="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điện,</a:t>
            </a:r>
            <a:r>
              <a:rPr lang="en-US" sz="3000" dirty="0" spc="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giữa</a:t>
            </a:r>
            <a:r>
              <a:rPr lang="en-US" sz="300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nơron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30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4972050"/>
            <a:ext cx="1619250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8250" dirty="0"/>
          </a:p>
        </p:txBody>
      </p:sp>
      <p:sp>
        <p:nvSpPr>
          <p:cNvPr id="10" name="Shape 8"/>
          <p:cNvSpPr/>
          <p:nvPr/>
        </p:nvSpPr>
        <p:spPr>
          <a:xfrm>
            <a:off x="2724150" y="50673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50673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Thụ thể</a:t>
            </a:r>
            <a:r>
              <a:rPr lang="en-US" sz="300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quyết</a:t>
            </a:r>
            <a:r>
              <a:rPr lang="en-US" sz="3000" dirty="0" spc="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30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lên</a:t>
            </a:r>
            <a:r>
              <a:rPr lang="en-US" sz="300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nơron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6267450"/>
            <a:ext cx="1619250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-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8250" dirty="0"/>
          </a:p>
        </p:txBody>
      </p:sp>
      <p:sp>
        <p:nvSpPr>
          <p:cNvPr id="13" name="Shape 11"/>
          <p:cNvSpPr/>
          <p:nvPr/>
        </p:nvSpPr>
        <p:spPr>
          <a:xfrm>
            <a:off x="2724150" y="63627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3105150" y="63627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Mỗi</a:t>
            </a:r>
            <a:r>
              <a:rPr lang="en-US" sz="3000" dirty="0" spc="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bước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0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000" dirty="0" spc="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điểm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thuốc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can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thiệp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14400" y="7562850"/>
            <a:ext cx="1619250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8250" dirty="0"/>
          </a:p>
        </p:txBody>
      </p:sp>
      <p:sp>
        <p:nvSpPr>
          <p:cNvPr id="16" name="Shape 14"/>
          <p:cNvSpPr/>
          <p:nvPr/>
        </p:nvSpPr>
        <p:spPr>
          <a:xfrm>
            <a:off x="2724150" y="76581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3105150" y="76581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Synapse</a:t>
            </a:r>
            <a:r>
              <a:rPr lang="en-US" sz="30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3000" dirty="0" spc="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kinh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nghiệm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8101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7" name="Shape 35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18/19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bc7798f2-97de-49fa-b10c-f05b5699f35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tham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khảo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1562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Hove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Martinez,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Biological</a:t>
            </a:r>
            <a:r>
              <a:rPr lang="en-US" sz="30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Psychology,</a:t>
            </a:r>
            <a:r>
              <a:rPr lang="en-US" sz="30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30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42291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2291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4229100"/>
            <a:ext cx="1562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Hodgkin</a:t>
            </a:r>
            <a:r>
              <a:rPr lang="en-US" sz="3000" b="1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Huxley,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</a:t>
            </a:r>
            <a:r>
              <a:rPr lang="en-US" sz="30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Physiol,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1952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914400" y="56959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56959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5695950"/>
            <a:ext cx="1562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Neuroscience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Online,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UTHealth</a:t>
            </a:r>
            <a:r>
              <a:rPr lang="en-US" sz="30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Houston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71628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71628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7162800"/>
            <a:ext cx="1562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Azevedo</a:t>
            </a:r>
            <a:r>
              <a:rPr lang="en-US" sz="30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sự,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Comp</a:t>
            </a:r>
            <a:r>
              <a:rPr lang="en-US" sz="30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Neurol,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2009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0387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19/19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8734a277-c42e-47e1-af19-ca448724466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2026-10-20T13:57:01Z</dcterms:created>
  <dcterms:modified xsi:type="dcterms:W3CDTF">2026-10-20T13:57:01Z</dcterms:modified>
</cp:coreProperties>
</file>