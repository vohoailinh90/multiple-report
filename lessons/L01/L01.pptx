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8288000" cy="10287000"/>
  <p:notesSz cx="10287000" cy="18288000"/>
  <p:embeddedFontLst>
    <p:embeddedFont>
      <p:font typeface="Be Vietnam Pro"/>
      <p:regular r:id="rId24"/>
      <p:bold r:id="rId21"/>
    </p:embeddedFont>
    <p:embeddedFont>
      <p:font typeface="Bricolage Grotesque ExtraBold"/>
      <p:regular r:id="rId22"/>
    </p:embeddedFont>
    <p:embeddedFont>
      <p:font typeface="Be Vietnam Pro SemiBold"/>
      <p:regular r:id="rId23"/>
    </p:embeddedFont>
    <p:embeddedFont>
      <p:font typeface="Be Vietnam Pro ExtraBold"/>
      <p:regular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nector line-1792504307026-939387314"/>
          <p:cNvSpPr/>
          <p:nvPr/>
        </p:nvSpPr>
        <p:spPr>
          <a:xfrm>
            <a:off x="172402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3" name="Connector line-1792504307028-937876529"/>
          <p:cNvSpPr/>
          <p:nvPr/>
        </p:nvSpPr>
        <p:spPr>
          <a:xfrm>
            <a:off x="161925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4" name="Connector line-1792504307028-431013873"/>
          <p:cNvSpPr/>
          <p:nvPr/>
        </p:nvSpPr>
        <p:spPr>
          <a:xfrm>
            <a:off x="151447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5" name="Connector line-1792504307029-111731232"/>
          <p:cNvSpPr/>
          <p:nvPr/>
        </p:nvSpPr>
        <p:spPr>
          <a:xfrm>
            <a:off x="140970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6" name="Connector line-1792504307029-384721167"/>
          <p:cNvSpPr/>
          <p:nvPr/>
        </p:nvSpPr>
        <p:spPr>
          <a:xfrm>
            <a:off x="130492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7" name="Connector line-1792504307029-456695442"/>
          <p:cNvSpPr/>
          <p:nvPr/>
        </p:nvSpPr>
        <p:spPr>
          <a:xfrm>
            <a:off x="1200150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8" name="Connector line-1792504307030-380547579"/>
          <p:cNvSpPr/>
          <p:nvPr/>
        </p:nvSpPr>
        <p:spPr>
          <a:xfrm>
            <a:off x="10953750" y="0"/>
            <a:ext cx="0" cy="1028700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9" name="Connector line-1792504307030-688546257"/>
          <p:cNvSpPr/>
          <p:nvPr/>
        </p:nvSpPr>
        <p:spPr>
          <a:xfrm>
            <a:off x="8572500" y="1714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0" name="Connector line-1792504307030-760970720"/>
          <p:cNvSpPr/>
          <p:nvPr/>
        </p:nvSpPr>
        <p:spPr>
          <a:xfrm>
            <a:off x="8572500" y="34290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1" name="Connector line-1792504307031-805086938"/>
          <p:cNvSpPr/>
          <p:nvPr/>
        </p:nvSpPr>
        <p:spPr>
          <a:xfrm>
            <a:off x="8572500" y="5143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2" name="Connector line-1792504307031-582194876"/>
          <p:cNvSpPr/>
          <p:nvPr/>
        </p:nvSpPr>
        <p:spPr>
          <a:xfrm>
            <a:off x="8572500" y="68580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3" name="Connector line-1792504307031-380962399"/>
          <p:cNvSpPr/>
          <p:nvPr/>
        </p:nvSpPr>
        <p:spPr>
          <a:xfrm>
            <a:off x="8572500" y="8572500"/>
            <a:ext cx="9715500" cy="0"/>
          </a:xfrm>
          <a:prstGeom prst="line">
            <a:avLst/>
          </a:prstGeom>
          <a:noFill/>
          <a:ln w="28575">
            <a:solidFill>
              <a:srgbClr val="1E212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bộ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phận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8100" dirty="0"/>
          </a:p>
        </p:txBody>
      </p:sp>
      <p:sp>
        <p:nvSpPr>
          <p:cNvPr id="16" name="Text 14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của não</a:t>
            </a:r>
            <a:r>
              <a:rPr lang="en-US" sz="33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3300" dirty="0" spc="1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33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3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300" dirty="0" spc="-2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33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33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này?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Tiểu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viền: cảm xúc,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4b43575-9650-4d31-af28-8a0be29210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não quyết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Tiểu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chỉnh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xúc,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giác, nghĩ,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02/14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396e34a9-5755-43bc-a2ab-3970888d8e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 kinh: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57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ương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ngoại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700" dirty="0"/>
          </a:p>
        </p:txBody>
      </p:sp>
      <p:sp>
        <p:nvSpPr>
          <p:cNvPr id="3" name="Connector line-1792504309124-33214090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4" name="Connector line-1792504309124-466637594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Connector line-1792504309124-941101531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ương: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tủy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biên: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a414c3d6-fa4e-4cea-a410-1de498747c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3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86</a:t>
            </a:r>
            <a:r>
              <a:rPr lang="en-US" sz="225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19%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04/14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220a5db-b412-4540-a78a-d596a633ff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Thân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tiểu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Thân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thở,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tim, tỉnh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táo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Tiểu</a:t>
            </a: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thăng bằng,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05/14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1c1fa0-e80d-4d68-b761-972008bfcd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Thân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504354088-129818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05150" y="2438400"/>
            <a:ext cx="5715000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Midbrain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não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Pons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cầu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Medulla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tủy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BruceBlaus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(Blausen.com),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Commons;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Text 30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06/14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8f87d0d-ffaa-4aa6-8b16-c7aeb1281e63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viền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cấu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sâu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Hạnh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Hải</a:t>
            </a:r>
            <a:r>
              <a:rPr lang="en-US" sz="30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mới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Đồi</a:t>
            </a: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thị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trạm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giác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000" dirty="0" spc="2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dưới</a:t>
            </a:r>
            <a:r>
              <a:rPr lang="en-US" sz="3000" dirty="0" spc="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đồi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đói,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khát,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nhiệt,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07/14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3d30d2a-f151-4502-b138-89fb888bf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viền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4356405-6267890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49442" y="2438400"/>
            <a:ext cx="8626415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Amygdala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7908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39624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Hippocampus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3719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hải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5435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Thalamus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59531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đồi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endParaRPr lang="en-US" sz="2550" dirty="0"/>
          </a:p>
        </p:txBody>
      </p:sp>
      <p:sp>
        <p:nvSpPr>
          <p:cNvPr id="17" name="Shape 14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8" name="Shape 15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9" name="Text 16"/>
          <p:cNvSpPr/>
          <p:nvPr/>
        </p:nvSpPr>
        <p:spPr>
          <a:xfrm>
            <a:off x="11734800" y="71247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Hypothalamus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1734800" y="75342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5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đồi</a:t>
            </a:r>
            <a:endParaRPr lang="en-US" sz="2550" dirty="0"/>
          </a:p>
        </p:txBody>
      </p:sp>
      <p:sp>
        <p:nvSpPr>
          <p:cNvPr id="21" name="Text 18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OpenStax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08/14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137cb389-2c13-4c1a-8ae3-98149a596525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thùy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(phía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trước)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Đỉnh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(trên,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trán)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 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Thái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bên)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Chẩm (sau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đầu)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hình ảnh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09/14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dbb8ac96-d46e-4fb0-9dee-3e624e13d1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thùy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504396027-3785796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89788" y="2438400"/>
            <a:ext cx="6745725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Frontal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7908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39624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Parietal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3719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đỉnh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5435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Temporal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59531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5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dương</a:t>
            </a:r>
            <a:endParaRPr lang="en-US" sz="2550" dirty="0"/>
          </a:p>
        </p:txBody>
      </p:sp>
      <p:sp>
        <p:nvSpPr>
          <p:cNvPr id="17" name="Shape 14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8" name="Shape 15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9" name="Text 16"/>
          <p:cNvSpPr/>
          <p:nvPr/>
        </p:nvSpPr>
        <p:spPr>
          <a:xfrm>
            <a:off x="11734800" y="71247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Occipital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1734800" y="75342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 chẩm</a:t>
            </a:r>
            <a:endParaRPr lang="en-US" sz="2550" dirty="0"/>
          </a:p>
        </p:txBody>
      </p:sp>
      <p:sp>
        <p:nvSpPr>
          <p:cNvPr id="21" name="Text 18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OpenStax</a:t>
            </a:r>
            <a:r>
              <a:rPr lang="en-US" sz="16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Anatomy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Physiology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2e,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10/14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42e6f985-6af0-4c2a-9098-6385229e5da3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 dùng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tiếng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dương</a:t>
            </a:r>
            <a:endParaRPr lang="en-US" sz="2700" dirty="0"/>
          </a:p>
        </p:txBody>
      </p:sp>
      <p:sp>
        <p:nvSpPr>
          <p:cNvPr id="7" name="Connector line-1792504396953-678073002"/>
          <p:cNvSpPr/>
          <p:nvPr/>
        </p:nvSpPr>
        <p:spPr>
          <a:xfrm>
            <a:off x="6029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6905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24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Cân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nhắc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2700" dirty="0"/>
          </a:p>
        </p:txBody>
      </p:sp>
      <p:sp>
        <p:nvSpPr>
          <p:cNvPr id="12" name="Connector line-1792504396957-125113700"/>
          <p:cNvSpPr/>
          <p:nvPr/>
        </p:nvSpPr>
        <p:spPr>
          <a:xfrm>
            <a:off x="11744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2334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620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20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639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Phát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11/14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ddfb7bf8-42b6-4242-b7a8-e30630efd6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6900" dirty="0" spc="-7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lưới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"X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Y"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12/14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468f60e-cc8b-4b53-bf57-03d46eeebc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ương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tủy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tiểu não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 cử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Cấu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sâu: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xúc,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trí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nhớ,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thùy,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phối hợp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c265ceb-9f0c-4122-82ab-b465957365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2291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Azevedo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Neurol,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NINDS,</a:t>
            </a:r>
            <a:r>
              <a:rPr lang="en-US" sz="30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Know</a:t>
            </a:r>
            <a:r>
              <a:rPr lang="en-US" sz="30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Your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1628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Society</a:t>
            </a:r>
            <a:r>
              <a:rPr lang="en-US" sz="30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30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Facts,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2018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4343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825ecab-81e6-43ae-bb7a-995e0fbef6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2026-10-20T13:53:35Z</dcterms:created>
  <dcterms:modified xsi:type="dcterms:W3CDTF">2026-10-20T13:53:35Z</dcterms:modified>
</cp:coreProperties>
</file>