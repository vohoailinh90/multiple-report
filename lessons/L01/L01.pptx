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8288000" cy="10287000"/>
  <p:notesSz cx="10287000" cy="18288000"/>
  <p:embeddedFontLst>
    <p:embeddedFont>
      <p:font typeface="Be Vietnam Pro SemiBold"/>
      <p:regular r:id="rId26"/>
    </p:embeddedFont>
    <p:embeddedFont>
      <p:font typeface="Bricolage Grotesque ExtraBold"/>
      <p:regular r:id="rId27"/>
    </p:embeddedFont>
    <p:embeddedFont>
      <p:font typeface="Be Vietnam Pro"/>
      <p:regular r:id="rId28"/>
      <p:bold r:id="rId29"/>
    </p:embeddedFont>
    <p:embeddedFont>
      <p:font typeface="Be Vietnam Pro ExtraBold"/>
      <p:regular r:id="rId3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font" Target="fonts/font1.fntdata"/><Relationship Id="rId27" Type="http://schemas.openxmlformats.org/officeDocument/2006/relationships/font" Target="fonts/font2.fntdata"/><Relationship Id="rId28" Type="http://schemas.openxmlformats.org/officeDocument/2006/relationships/font" Target="fonts/font3.fntdata"/><Relationship Id="rId29" Type="http://schemas.openxmlformats.org/officeDocument/2006/relationships/font" Target="fonts/font4.fntdata"/><Relationship Id="rId3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434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KHÁC</a:t>
            </a:r>
            <a:r>
              <a:rPr lang="en-US" sz="1950" spc="4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44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424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9525000" cy="29908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Freud,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Jung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Adler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8572500" cy="11049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r>
              <a:rPr lang="en-US" sz="3000" dirty="0" spc="5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30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rẽ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477500" y="1905000"/>
            <a:ext cx="5905500" cy="2095500"/>
          </a:xfrm>
          <a:custGeom>
            <a:avLst/>
            <a:gdLst/>
            <a:ahLst/>
            <a:cxnLst/>
            <a:rect l="l" t="t" r="r" b="b"/>
            <a:pathLst>
              <a:path w="5905500" h="2095500">
                <a:moveTo>
                  <a:pt x="0" y="2095500"/>
                </a:moveTo>
                <a:cubicBezTo>
                  <a:pt x="2190750" y="2095500"/>
                  <a:pt x="3048000" y="0"/>
                  <a:pt x="5905500" y="0"/>
                </a:cubicBezTo>
              </a:path>
            </a:pathLst>
          </a:custGeom>
          <a:ln w="114300">
            <a:solidFill>
              <a:srgbClr val="FFB4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77500" y="4000500"/>
            <a:ext cx="5905500" cy="9144"/>
          </a:xfrm>
          <a:custGeom>
            <a:avLst/>
            <a:gdLst/>
            <a:ahLst/>
            <a:cxnLst/>
            <a:rect l="l" t="t" r="r" b="b"/>
            <a:pathLst>
              <a:path w="5905500" h="9144">
                <a:moveTo>
                  <a:pt x="0" y="0"/>
                </a:moveTo>
                <a:cubicBezTo>
                  <a:pt x="2190750" y="0"/>
                  <a:pt x="3048000" y="0"/>
                  <a:pt x="5905500" y="0"/>
                </a:cubicBezTo>
              </a:path>
            </a:pathLst>
          </a:custGeom>
          <a:ln w="114300">
            <a:solidFill>
              <a:srgbClr val="3DD6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77500" y="4000500"/>
            <a:ext cx="5905500" cy="2095500"/>
          </a:xfrm>
          <a:custGeom>
            <a:avLst/>
            <a:gdLst/>
            <a:ahLst/>
            <a:cxnLst/>
            <a:rect l="l" t="t" r="r" b="b"/>
            <a:pathLst>
              <a:path w="5905500" h="2095500">
                <a:moveTo>
                  <a:pt x="0" y="0"/>
                </a:moveTo>
                <a:cubicBezTo>
                  <a:pt x="2190750" y="0"/>
                  <a:pt x="3048000" y="2095500"/>
                  <a:pt x="5905500" y="2095500"/>
                </a:cubicBezTo>
              </a:path>
            </a:pathLst>
          </a:custGeom>
          <a:ln w="11430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29850" y="3752850"/>
            <a:ext cx="495300" cy="495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9" name="Text 7"/>
          <p:cNvSpPr/>
          <p:nvPr/>
        </p:nvSpPr>
        <p:spPr>
          <a:xfrm>
            <a:off x="16573500" y="1676400"/>
            <a:ext cx="1619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6573500" y="3771900"/>
            <a:ext cx="1619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6573500" y="5867400"/>
            <a:ext cx="1619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7239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543800"/>
            <a:ext cx="4572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295400" y="8286750"/>
            <a:ext cx="4572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khứ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6477000" y="7239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7543800"/>
            <a:ext cx="4572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6858000" y="8286750"/>
            <a:ext cx="4572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Biểu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2039600" y="7239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420600" y="7543800"/>
            <a:ext cx="4572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2420600" y="8286750"/>
            <a:ext cx="4572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e4748b7-97e7-433c-83a3-7c81226856f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857500"/>
            <a:ext cx="164592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spc="4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spc="4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700" b="1" spc="44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spc="4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3619500"/>
            <a:ext cx="15240000" cy="3438525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392"/>
              </a:lnSpc>
              <a:buNone/>
            </a:pPr>
            <a:r>
              <a:rPr lang="en-US" sz="6600" dirty="0" spc="-3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“vì</a:t>
            </a:r>
            <a:r>
              <a:rPr lang="en-US" sz="6600" dirty="0" spc="-2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sao”</a:t>
            </a:r>
            <a:pPr algn="l" indent="0" marL="0">
              <a:lnSpc>
                <a:spcPts val="7392"/>
              </a:lnSpc>
              <a:buNone/>
            </a:pP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 Jung hỏi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392"/>
              </a:lnSpc>
              <a:buNone/>
            </a:pPr>
            <a:r>
              <a:rPr lang="en-US" sz="6600" dirty="0" spc="-1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“phần</a:t>
            </a:r>
            <a:r>
              <a:rPr lang="en-US" sz="66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6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6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6600" dirty="0" spc="-4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rơi”</a:t>
            </a:r>
            <a:pPr algn="l" indent="0" marL="0">
              <a:lnSpc>
                <a:spcPts val="7392"/>
              </a:lnSpc>
              <a:buNone/>
            </a:pP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66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Adler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392"/>
              </a:lnSpc>
              <a:buNone/>
            </a:pPr>
            <a:r>
              <a:rPr lang="en-US" sz="6600" dirty="0" spc="-5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“để</a:t>
            </a:r>
            <a:r>
              <a:rPr lang="en-US" sz="66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600" dirty="0" spc="-2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gì”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7620000"/>
            <a:ext cx="14287500" cy="1057275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sĩ,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8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Freud.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</a:t>
            </a:r>
            <a:r>
              <a:rPr lang="en-US" sz="28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rời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1911,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Jung</a:t>
            </a: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1913.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" name="Shape 4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7" name="Shape 5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8" name="Shape 6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9" name="Shape 7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0" name="Shape 8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9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10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1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2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3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Text 22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02/19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S5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3d464ac-f3ea-4fb5-a936-f2c933eedc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 nhắc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86200" cy="4191000"/>
          </a:xfrm>
          <a:prstGeom prst="roundRect">
            <a:avLst>
              <a:gd name="adj" fmla="val 6863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257300" y="3429000"/>
            <a:ext cx="3238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b="1" spc="2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257300" y="4000500"/>
            <a:ext cx="3238500" cy="1819275"/>
          </a:xfrm>
          <a:prstGeom prst="rect">
            <a:avLst/>
          </a:prstGeom>
          <a:noFill/>
          <a:ln/>
        </p:spPr>
        <p:txBody>
          <a:bodyPr wrap="square" lIns="0" tIns="19431" rIns="0" bIns="-19431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36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Sinh</a:t>
            </a:r>
            <a:r>
              <a:rPr lang="en-US" sz="36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6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1856,</a:t>
            </a:r>
            <a:r>
              <a:rPr lang="en-US" sz="36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1870,</a:t>
            </a:r>
            <a:r>
              <a:rPr lang="en-US" sz="36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1875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105400" y="3048000"/>
            <a:ext cx="3886200" cy="4191000"/>
          </a:xfrm>
          <a:prstGeom prst="roundRect">
            <a:avLst>
              <a:gd name="adj" fmla="val 686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5448300" y="3429000"/>
            <a:ext cx="3238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5448300" y="4000500"/>
            <a:ext cx="3238500" cy="1219200"/>
          </a:xfrm>
          <a:prstGeom prst="rect">
            <a:avLst/>
          </a:prstGeom>
          <a:noFill/>
          <a:ln/>
        </p:spPr>
        <p:txBody>
          <a:bodyPr wrap="square" lIns="0" tIns="19431" rIns="0" bIns="-19431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Vienna</a:t>
            </a:r>
            <a:r>
              <a:rPr lang="en-US" sz="36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6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Zurich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9296400" y="3048000"/>
            <a:ext cx="3886200" cy="4191000"/>
          </a:xfrm>
          <a:prstGeom prst="roundRect">
            <a:avLst>
              <a:gd name="adj" fmla="val 6863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639300" y="3429000"/>
            <a:ext cx="3238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NGHỀ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639300" y="4000500"/>
            <a:ext cx="3238500" cy="1819275"/>
          </a:xfrm>
          <a:prstGeom prst="rect">
            <a:avLst/>
          </a:prstGeom>
          <a:noFill/>
          <a:ln/>
        </p:spPr>
        <p:txBody>
          <a:bodyPr wrap="square" lIns="0" tIns="19431" rIns="0" bIns="-19431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36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Bác</a:t>
            </a:r>
            <a:r>
              <a:rPr lang="en-US" sz="36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</a:t>
            </a:r>
            <a:r>
              <a:rPr lang="en-US" sz="36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36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36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6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36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13487400" y="3048000"/>
            <a:ext cx="3886200" cy="4191000"/>
          </a:xfrm>
          <a:prstGeom prst="roundRect">
            <a:avLst>
              <a:gd name="adj" fmla="val 686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30300" y="3429000"/>
            <a:ext cx="3238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830300" y="4000500"/>
            <a:ext cx="3238500" cy="1819275"/>
          </a:xfrm>
          <a:prstGeom prst="rect">
            <a:avLst/>
          </a:prstGeom>
          <a:noFill/>
          <a:ln/>
        </p:spPr>
        <p:txBody>
          <a:bodyPr wrap="square" lIns="0" tIns="19431" rIns="0" bIns="-19431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36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36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6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6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36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36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36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36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14400" y="7715250"/>
            <a:ext cx="14287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sông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Text 33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60f87bff-ecea-448b-8cc1-f43e3a45dc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xuất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thân</a:t>
            </a:r>
            <a:endParaRPr lang="en-US" sz="6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7239000"/>
                <a:gridCol w="5791200"/>
              </a:tblGrid>
              <a:tr h="857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endParaRPr lang="en-US" sz="1200" dirty="0"/>
                    </a:p>
                  </a:txBody>
                  <a:tcPr marL="266700" marR="266700" marT="266700" marB="266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SINH RA</a:t>
                      </a:r>
                      <a:endParaRPr lang="en-US" sz="1200" dirty="0"/>
                    </a:p>
                  </a:txBody>
                  <a:tcPr marL="266700" marR="266700" marT="266700" marB="266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NGHỀ</a:t>
                      </a: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KHỞI</a:t>
                      </a:r>
                      <a:r>
                        <a:rPr lang="en-US" sz="2100" b="1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</a:t>
                      </a:r>
                      <a:endParaRPr lang="en-US" sz="1200" dirty="0"/>
                    </a:p>
                  </a:txBody>
                  <a:tcPr marL="266700" marR="266700" marT="266700" marB="266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619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680"/>
                        </a:lnSpc>
                        <a:buNone/>
                      </a:pPr>
                      <a:r>
                        <a:rPr lang="en-US" sz="3900" dirty="0" spc="-17" kern="0">
                          <a:solidFill>
                            <a:srgbClr val="B45309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Freud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1856,</a:t>
                      </a:r>
                      <a:r>
                        <a:rPr lang="en-US" sz="2850" dirty="0" spc="-4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Freiberg</a:t>
                      </a:r>
                      <a:r>
                        <a:rPr lang="en-US" sz="2850" dirty="0" spc="-2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Vienna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Nhà thần kinh</a:t>
                      </a:r>
                      <a:r>
                        <a:rPr lang="en-US" sz="28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học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619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680"/>
                        </a:lnSpc>
                        <a:buNone/>
                      </a:pPr>
                      <a:r>
                        <a:rPr lang="en-US" sz="3900" dirty="0" spc="1" kern="0">
                          <a:solidFill>
                            <a:srgbClr val="0F766E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Jung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1875,</a:t>
                      </a:r>
                      <a:r>
                        <a:rPr lang="en-US" sz="28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Thụy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Sĩ,</a:t>
                      </a:r>
                      <a:r>
                        <a:rPr lang="en-US" sz="28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mục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sư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Bác</a:t>
                      </a:r>
                      <a:r>
                        <a:rPr lang="en-US" sz="28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sĩ</a:t>
                      </a:r>
                      <a:r>
                        <a:rPr lang="en-US" sz="28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tâm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thần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619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680"/>
                        </a:lnSpc>
                        <a:buNone/>
                      </a:pPr>
                      <a:r>
                        <a:rPr lang="en-US" sz="3900" dirty="0" spc="-24" kern="0">
                          <a:solidFill>
                            <a:srgbClr val="E8472B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Adler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1870,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Vienna,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nhà buôn</a:t>
                      </a:r>
                      <a:r>
                        <a:rPr lang="en-US" sz="28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ngũ</a:t>
                      </a:r>
                      <a:r>
                        <a:rPr lang="en-US" sz="28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Bác</a:t>
                      </a:r>
                      <a:r>
                        <a:rPr lang="en-US" sz="28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sĩ</a:t>
                      </a:r>
                      <a:r>
                        <a:rPr lang="en-US" sz="28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mắt,</a:t>
                      </a:r>
                      <a:r>
                        <a:rPr lang="en-US" sz="28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khoa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" name="Shape 2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" name="Shape 3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7" name="Shape 4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5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9" name="Shape 6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0" name="Shape 7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8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9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0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1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2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3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4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5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6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7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8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19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Text 20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04/19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S3</a:t>
            </a:r>
            <a:endParaRPr lang="en-US" sz="1650" dirty="0"/>
          </a:p>
        </p:txBody>
      </p:sp>
      <p:sp>
        <p:nvSpPr>
          <p:cNvPr id="25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1853d36-5eee-4542-b232-eb133f846b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Tuổi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thơ</a:t>
            </a:r>
            <a:r>
              <a:rPr lang="en-US" sz="60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thuyết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571750"/>
            <a:ext cx="133350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0500" dirty="0"/>
          </a:p>
        </p:txBody>
      </p:sp>
      <p:sp>
        <p:nvSpPr>
          <p:cNvPr id="5" name="Text 3"/>
          <p:cNvSpPr/>
          <p:nvPr/>
        </p:nvSpPr>
        <p:spPr>
          <a:xfrm>
            <a:off x="2857500" y="2819400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857500" y="3276600"/>
            <a:ext cx="1409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mất,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tích,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giấc mơ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6101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705350"/>
            <a:ext cx="133350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0500" dirty="0"/>
          </a:p>
        </p:txBody>
      </p:sp>
      <p:sp>
        <p:nvSpPr>
          <p:cNvPr id="9" name="Text 7"/>
          <p:cNvSpPr/>
          <p:nvPr/>
        </p:nvSpPr>
        <p:spPr>
          <a:xfrm>
            <a:off x="2857500" y="4953000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2857500" y="5410200"/>
            <a:ext cx="1409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“nhân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cách”,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tâm,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tôn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67437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838950"/>
            <a:ext cx="133350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0500" dirty="0"/>
          </a:p>
        </p:txBody>
      </p:sp>
      <p:sp>
        <p:nvSpPr>
          <p:cNvPr id="13" name="Text 11"/>
          <p:cNvSpPr/>
          <p:nvPr/>
        </p:nvSpPr>
        <p:spPr>
          <a:xfrm>
            <a:off x="2857500" y="7086600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857500" y="7543800"/>
            <a:ext cx="1409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Ốm</a:t>
            </a:r>
            <a:r>
              <a:rPr lang="en-US" sz="31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thuở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1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sĩ,</a:t>
            </a: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31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31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914400" y="8896350"/>
            <a:ext cx="1619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Diễn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giả,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 chắn.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Text 33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S3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8fbdc2d5-f182-4fb3-b599-92349e7cad4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 chính</a:t>
            </a:r>
            <a:endParaRPr lang="en-US" sz="6000" dirty="0"/>
          </a:p>
        </p:txBody>
      </p:sp>
      <p:sp>
        <p:nvSpPr>
          <p:cNvPr id="3" name="Connector line-1792500515621-487192515"/>
          <p:cNvSpPr/>
          <p:nvPr/>
        </p:nvSpPr>
        <p:spPr>
          <a:xfrm>
            <a:off x="914400" y="5619750"/>
            <a:ext cx="164592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1619250" y="542925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5" name="Connector line-1792500515622-494024096"/>
          <p:cNvSpPr/>
          <p:nvPr/>
        </p:nvSpPr>
        <p:spPr>
          <a:xfrm flipV="1">
            <a:off x="1809750" y="4476750"/>
            <a:ext cx="0" cy="1143000"/>
          </a:xfrm>
          <a:prstGeom prst="line">
            <a:avLst/>
          </a:prstGeom>
          <a:noFill/>
          <a:ln w="2857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666750" y="2667000"/>
            <a:ext cx="2286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1902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571500" y="342900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400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Freud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667250" y="5429250"/>
            <a:ext cx="381000" cy="381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Connector line-1792500515629-265230569"/>
          <p:cNvSpPr/>
          <p:nvPr/>
        </p:nvSpPr>
        <p:spPr>
          <a:xfrm>
            <a:off x="4857750" y="5619750"/>
            <a:ext cx="0" cy="114300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714750" y="6953250"/>
            <a:ext cx="2286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1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3/1907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3524250" y="7715250"/>
            <a:ext cx="266700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Jung, nói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715250" y="542925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3" name="Connector line-1792500515634-64848149"/>
          <p:cNvSpPr/>
          <p:nvPr/>
        </p:nvSpPr>
        <p:spPr>
          <a:xfrm flipV="1">
            <a:off x="7905750" y="4476750"/>
            <a:ext cx="0" cy="1143000"/>
          </a:xfrm>
          <a:prstGeom prst="line">
            <a:avLst/>
          </a:prstGeom>
          <a:noFill/>
          <a:ln w="2857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6762750" y="2667000"/>
            <a:ext cx="2286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1909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6572250" y="3429000"/>
            <a:ext cx="266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Mỹ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763250" y="542925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Connector line-1792500515638-669547432"/>
          <p:cNvSpPr/>
          <p:nvPr/>
        </p:nvSpPr>
        <p:spPr>
          <a:xfrm>
            <a:off x="10953750" y="5619750"/>
            <a:ext cx="0" cy="11430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810750" y="6953250"/>
            <a:ext cx="2286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1911</a:t>
            </a:r>
            <a:endParaRPr lang="en-US" sz="4500" dirty="0"/>
          </a:p>
        </p:txBody>
      </p:sp>
      <p:sp>
        <p:nvSpPr>
          <p:cNvPr id="19" name="Text 17"/>
          <p:cNvSpPr/>
          <p:nvPr/>
        </p:nvSpPr>
        <p:spPr>
          <a:xfrm>
            <a:off x="9620250" y="7715250"/>
            <a:ext cx="266700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rời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3811250" y="5429250"/>
            <a:ext cx="381000" cy="381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1" name="Connector line-1792500515644-173272706"/>
          <p:cNvSpPr/>
          <p:nvPr/>
        </p:nvSpPr>
        <p:spPr>
          <a:xfrm flipV="1">
            <a:off x="14001750" y="4476750"/>
            <a:ext cx="0" cy="114300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12858750" y="2667000"/>
            <a:ext cx="2286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1913</a:t>
            </a:r>
            <a:endParaRPr lang="en-US" sz="4500" dirty="0"/>
          </a:p>
        </p:txBody>
      </p:sp>
      <p:sp>
        <p:nvSpPr>
          <p:cNvPr id="23" name="Text 21"/>
          <p:cNvSpPr/>
          <p:nvPr/>
        </p:nvSpPr>
        <p:spPr>
          <a:xfrm>
            <a:off x="12382500" y="3429000"/>
            <a:ext cx="323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Freud–Jung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</a:t>
            </a:r>
            <a:r>
              <a:rPr lang="en-US" sz="240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dứt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16478250" y="5429250"/>
            <a:ext cx="381000" cy="381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Connector line-1792500515657-726468900"/>
          <p:cNvSpPr/>
          <p:nvPr/>
        </p:nvSpPr>
        <p:spPr>
          <a:xfrm>
            <a:off x="16668750" y="5619750"/>
            <a:ext cx="0" cy="114300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5525750" y="6953250"/>
            <a:ext cx="2286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1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1914</a:t>
            </a:r>
            <a:endParaRPr lang="en-US" sz="4500" dirty="0"/>
          </a:p>
        </p:txBody>
      </p:sp>
      <p:sp>
        <p:nvSpPr>
          <p:cNvPr id="27" name="Text 25"/>
          <p:cNvSpPr/>
          <p:nvPr/>
        </p:nvSpPr>
        <p:spPr>
          <a:xfrm>
            <a:off x="15478125" y="7715250"/>
            <a:ext cx="2381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tịch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Text 45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06/19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S5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32e73853-daef-4fc2-821d-a4ccb914e5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cuộc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80010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8194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1911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295400" y="3429000"/>
            <a:ext cx="7239000" cy="600075"/>
          </a:xfrm>
          <a:prstGeom prst="rect">
            <a:avLst/>
          </a:prstGeom>
          <a:noFill/>
          <a:ln/>
        </p:spPr>
        <p:txBody>
          <a:bodyPr wrap="square" lIns="0" tIns="18621" rIns="0" bIns="-18621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450" dirty="0" spc="-1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34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</a:t>
            </a:r>
            <a:r>
              <a:rPr lang="en-US" sz="34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4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34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34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4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4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dục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9372600" y="2476500"/>
            <a:ext cx="80010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53600" y="28194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1913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753600" y="342900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18621" rIns="0" bIns="-18621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Libido</a:t>
            </a:r>
            <a:r>
              <a:rPr lang="en-US" sz="34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4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4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4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34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4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34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3450" dirty="0"/>
          </a:p>
        </p:txBody>
      </p:sp>
      <p:sp>
        <p:nvSpPr>
          <p:cNvPr id="9" name="Shape 7"/>
          <p:cNvSpPr/>
          <p:nvPr/>
        </p:nvSpPr>
        <p:spPr>
          <a:xfrm>
            <a:off x="914400" y="5905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6115050"/>
            <a:ext cx="157162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</a:t>
            </a:r>
            <a:r>
              <a:rPr lang="en-US" sz="1950" b="1" spc="2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(DIỄN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GIẢI)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95400" y="6572250"/>
            <a:ext cx="157162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1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Jung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914400" y="7715250"/>
            <a:ext cx="164592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7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7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7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5" name="Shape 13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Text 30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S5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96368fa-44c8-4b3c-acc8-d492afed59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0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thúc</a:t>
            </a:r>
            <a:r>
              <a:rPr lang="en-US" sz="60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0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người?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6819900" y="3619500"/>
            <a:ext cx="1276350" cy="1524000"/>
          </a:xfrm>
          <a:custGeom>
            <a:avLst/>
            <a:gdLst/>
            <a:ahLst/>
            <a:cxnLst/>
            <a:rect l="l" t="t" r="r" b="b"/>
            <a:pathLst>
              <a:path w="1276350" h="1524000">
                <a:moveTo>
                  <a:pt x="1276350" y="1524000"/>
                </a:moveTo>
                <a:cubicBezTo>
                  <a:pt x="514350" y="1143000"/>
                  <a:pt x="514350" y="190500"/>
                  <a:pt x="0" y="0"/>
                </a:cubicBezTo>
              </a:path>
            </a:pathLst>
          </a:custGeom>
          <a:ln w="76200">
            <a:solidFill>
              <a:srgbClr val="B4530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91750" y="3619500"/>
            <a:ext cx="1276350" cy="1524000"/>
          </a:xfrm>
          <a:custGeom>
            <a:avLst/>
            <a:gdLst/>
            <a:ahLst/>
            <a:cxnLst/>
            <a:rect l="l" t="t" r="r" b="b"/>
            <a:pathLst>
              <a:path w="1276350" h="1524000">
                <a:moveTo>
                  <a:pt x="0" y="1524000"/>
                </a:moveTo>
                <a:cubicBezTo>
                  <a:pt x="762000" y="1143000"/>
                  <a:pt x="762000" y="190500"/>
                  <a:pt x="1276350" y="0"/>
                </a:cubicBezTo>
              </a:path>
            </a:pathLst>
          </a:custGeom>
          <a:ln w="76200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6953250"/>
            <a:ext cx="9144" cy="571500"/>
          </a:xfrm>
          <a:custGeom>
            <a:avLst/>
            <a:gdLst/>
            <a:ahLst/>
            <a:cxnLst/>
            <a:rect l="l" t="t" r="r" b="b"/>
            <a:pathLst>
              <a:path w="9144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ln w="76200">
            <a:solidFill>
              <a:srgbClr val="E847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15250" y="4191000"/>
            <a:ext cx="2857500" cy="2857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8001000" y="5257800"/>
            <a:ext cx="2286000" cy="752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</a:t>
            </a:r>
            <a:r>
              <a:rPr lang="en-US" sz="345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8001000" y="5810250"/>
            <a:ext cx="228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động lực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2571750"/>
            <a:ext cx="59055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8250" y="2819400"/>
            <a:ext cx="5334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238250" y="3543300"/>
            <a:ext cx="5334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libido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1468100" y="2571750"/>
            <a:ext cx="59055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91950" y="2819400"/>
            <a:ext cx="5334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1791950" y="3543300"/>
            <a:ext cx="5334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6191250" y="7524750"/>
            <a:ext cx="59055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5100" y="7715250"/>
            <a:ext cx="5334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6515100" y="8420100"/>
            <a:ext cx="5334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Vươn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Text 35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9f8666eb-c79c-4cc1-8c44-d295240f8d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Vô</a:t>
            </a:r>
            <a:r>
              <a:rPr lang="en-US" sz="60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0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2A3050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2628900"/>
            <a:ext cx="1524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 THỨC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333500" y="306705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31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1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3150" dirty="0"/>
          </a:p>
        </p:txBody>
      </p:sp>
      <p:sp>
        <p:nvSpPr>
          <p:cNvPr id="6" name="Shape 4"/>
          <p:cNvSpPr/>
          <p:nvPr/>
        </p:nvSpPr>
        <p:spPr>
          <a:xfrm>
            <a:off x="914400" y="39624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962400"/>
            <a:ext cx="171450" cy="1428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4210050"/>
            <a:ext cx="1524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33500" y="46482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ham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31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(tảng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băng)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55435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543550"/>
            <a:ext cx="171450" cy="1428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5791200"/>
            <a:ext cx="1524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33500" y="622935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7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Vô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31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(đáy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chung)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914400" y="71247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7124700"/>
            <a:ext cx="171450" cy="1428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7372350"/>
            <a:ext cx="1524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333500" y="78105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31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endParaRPr lang="en-US" sz="3150" dirty="0"/>
          </a:p>
        </p:txBody>
      </p:sp>
      <p:sp>
        <p:nvSpPr>
          <p:cNvPr id="18" name="Shape 16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Text 35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064076c-b4f4-4d65-b9e9-75b1b90320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Quá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khứ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0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tương</a:t>
            </a:r>
            <a:r>
              <a:rPr lang="en-US" sz="60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lai?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3619500" y="2019300"/>
            <a:ext cx="666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← NHÌN VỀ QUÁ KHỨ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0" y="2019300"/>
            <a:ext cx="666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 VỀ MỤC ĐÍCH →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143250"/>
            <a:ext cx="2381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6191250"/>
            <a:ext cx="2571750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19500" y="2438400"/>
            <a:ext cx="6781800" cy="3086100"/>
          </a:xfrm>
          <a:prstGeom prst="roundRect">
            <a:avLst>
              <a:gd name="adj" fmla="val 864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00500" y="2762250"/>
            <a:ext cx="6096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4000500" y="3524250"/>
            <a:ext cx="6096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7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Tuổi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thơ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0591800" y="2438400"/>
            <a:ext cx="6781800" cy="3086100"/>
          </a:xfrm>
          <a:prstGeom prst="roundRect">
            <a:avLst>
              <a:gd name="adj" fmla="val 8642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0" y="2762250"/>
            <a:ext cx="6096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0972800" y="3524250"/>
            <a:ext cx="6096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3619500" y="5715000"/>
            <a:ext cx="6781800" cy="3086100"/>
          </a:xfrm>
          <a:prstGeom prst="roundRect">
            <a:avLst>
              <a:gd name="adj" fmla="val 8642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lgDash"/>
          </a:ln>
        </p:spPr>
      </p:sp>
      <p:sp>
        <p:nvSpPr>
          <p:cNvPr id="14" name="Text 12"/>
          <p:cNvSpPr/>
          <p:nvPr/>
        </p:nvSpPr>
        <p:spPr>
          <a:xfrm>
            <a:off x="4000500" y="6572250"/>
            <a:ext cx="6096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r>
              <a:rPr lang="en-US" sz="25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0591800" y="5715000"/>
            <a:ext cx="6781800" cy="3086100"/>
          </a:xfrm>
          <a:prstGeom prst="roundRect">
            <a:avLst>
              <a:gd name="adj" fmla="val 864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0" y="6038850"/>
            <a:ext cx="6096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0972800" y="6800850"/>
            <a:ext cx="6096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 tiêu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lai,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 hệ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Text 35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0876d36c-31cb-4672-958d-eaefd30e4e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Tính</a:t>
            </a: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dục</a:t>
            </a:r>
            <a:r>
              <a:rPr lang="en-US" sz="60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0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781300"/>
            <a:ext cx="4572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295400" y="381000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4572000" cy="619125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295400" y="561975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XÃ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000750"/>
            <a:ext cx="4572000" cy="619125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Kiềm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477000" y="247650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2781300"/>
            <a:ext cx="4572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6858000" y="381000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0" y="4191000"/>
            <a:ext cx="4572000" cy="1057275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Libido là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6858000" y="561975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XÃ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6000750"/>
            <a:ext cx="4572000" cy="619125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(persona)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12039600" y="247650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20600" y="2781300"/>
            <a:ext cx="4572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4500" dirty="0"/>
          </a:p>
        </p:txBody>
      </p:sp>
      <p:sp>
        <p:nvSpPr>
          <p:cNvPr id="17" name="Text 15"/>
          <p:cNvSpPr/>
          <p:nvPr/>
        </p:nvSpPr>
        <p:spPr>
          <a:xfrm>
            <a:off x="12420600" y="381000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420600" y="4191000"/>
            <a:ext cx="4572000" cy="619125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2420600" y="561975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XÃ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420600" y="6000750"/>
            <a:ext cx="4572000" cy="1057275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2850" dirty="0"/>
          </a:p>
        </p:txBody>
      </p:sp>
      <p:sp>
        <p:nvSpPr>
          <p:cNvPr id="21" name="Shape 19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Text 38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11/19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75a2994f-968d-483e-90a2-9673496fd2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Giấc</a:t>
            </a:r>
            <a:r>
              <a:rPr lang="en-US" sz="60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mơ,</a:t>
            </a:r>
            <a:r>
              <a:rPr lang="en-US" sz="60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tôn</a:t>
            </a:r>
            <a:r>
              <a:rPr lang="en-US" sz="60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giáo,</a:t>
            </a:r>
            <a:r>
              <a:rPr lang="en-US" sz="60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biểu</a:t>
            </a:r>
            <a:r>
              <a:rPr lang="en-US" sz="60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6515100"/>
                <a:gridCol w="6515100"/>
              </a:tblGrid>
              <a:tr h="857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endParaRPr lang="en-US" sz="1200" dirty="0"/>
                    </a:p>
                  </a:txBody>
                  <a:tcPr marL="266700" marR="266700" marT="266700" marB="266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GIẤC</a:t>
                      </a:r>
                      <a:r>
                        <a:rPr lang="en-US" sz="210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MƠ</a:t>
                      </a:r>
                      <a:endParaRPr lang="en-US" sz="1200" dirty="0"/>
                    </a:p>
                  </a:txBody>
                  <a:tcPr marL="266700" marR="266700" marT="266700" marB="266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3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TÔN</a:t>
                      </a:r>
                      <a:r>
                        <a:rPr lang="en-US" sz="2100" b="1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GIÁO</a:t>
                      </a:r>
                      <a:endParaRPr lang="en-US" sz="1200" dirty="0"/>
                    </a:p>
                  </a:txBody>
                  <a:tcPr marL="266700" marR="266700" marT="266700" marB="266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619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680"/>
                        </a:lnSpc>
                        <a:buNone/>
                      </a:pPr>
                      <a:r>
                        <a:rPr lang="en-US" sz="3900" dirty="0" spc="-17" kern="0">
                          <a:solidFill>
                            <a:srgbClr val="B45309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Freud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Ham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muốn</a:t>
                      </a:r>
                      <a:r>
                        <a:rPr lang="en-US" sz="28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cải</a:t>
                      </a:r>
                      <a:r>
                        <a:rPr lang="en-US" sz="28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Ảo</a:t>
                      </a: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tưởng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619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680"/>
                        </a:lnSpc>
                        <a:buNone/>
                      </a:pPr>
                      <a:r>
                        <a:rPr lang="en-US" sz="3900" dirty="0" spc="1" kern="0">
                          <a:solidFill>
                            <a:srgbClr val="0F766E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Jung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Thông</a:t>
                      </a:r>
                      <a:r>
                        <a:rPr lang="en-US" sz="2850" dirty="0" spc="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điệp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bù</a:t>
                      </a:r>
                      <a:r>
                        <a:rPr lang="en-US" sz="285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đắp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Biểu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 tự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nhiên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619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680"/>
                        </a:lnSpc>
                        <a:buNone/>
                      </a:pPr>
                      <a:r>
                        <a:rPr lang="en-US" sz="3900" dirty="0" spc="-24" kern="0">
                          <a:solidFill>
                            <a:srgbClr val="E8472B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Adler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Diễn</a:t>
                      </a:r>
                      <a:r>
                        <a:rPr lang="en-US" sz="28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tập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mục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tiêu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8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trung</a:t>
                      </a:r>
                      <a:r>
                        <a:rPr lang="en-US" sz="285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tâm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" name="Shape 2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" name="Shape 3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7" name="Shape 4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8" name="Shape 5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9" name="Shape 6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0" name="Shape 7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8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9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0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1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2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3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4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5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6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7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8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19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Text 20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12/19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</a:t>
            </a:r>
            <a:endParaRPr lang="en-US" sz="1650" dirty="0"/>
          </a:p>
        </p:txBody>
      </p:sp>
      <p:sp>
        <p:nvSpPr>
          <p:cNvPr id="25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07439a4-5318-4991-af88-a019eca7ed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Rối</a:t>
            </a:r>
            <a:r>
              <a:rPr lang="en-US" sz="60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loạn</a:t>
            </a:r>
            <a:r>
              <a:rPr lang="en-US" sz="60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33350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0500" dirty="0"/>
          </a:p>
        </p:txBody>
      </p:sp>
      <p:sp>
        <p:nvSpPr>
          <p:cNvPr id="5" name="Text 3"/>
          <p:cNvSpPr/>
          <p:nvPr/>
        </p:nvSpPr>
        <p:spPr>
          <a:xfrm>
            <a:off x="2857500" y="2628900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857500" y="308610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Gốc: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30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857500" y="365760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Trị: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do,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14400" y="480060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181600"/>
            <a:ext cx="133350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0500" dirty="0"/>
          </a:p>
        </p:txBody>
      </p:sp>
      <p:sp>
        <p:nvSpPr>
          <p:cNvPr id="10" name="Text 8"/>
          <p:cNvSpPr/>
          <p:nvPr/>
        </p:nvSpPr>
        <p:spPr>
          <a:xfrm>
            <a:off x="2857500" y="5048250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857500" y="550545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Gốc:</a:t>
            </a:r>
            <a:r>
              <a:rPr lang="en-US" sz="30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 bằng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57500" y="607695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Trị: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72199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600950"/>
            <a:ext cx="133350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0500" dirty="0"/>
          </a:p>
        </p:txBody>
      </p:sp>
      <p:sp>
        <p:nvSpPr>
          <p:cNvPr id="15" name="Text 13"/>
          <p:cNvSpPr/>
          <p:nvPr/>
        </p:nvSpPr>
        <p:spPr>
          <a:xfrm>
            <a:off x="2857500" y="7467600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2857500" y="792480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Gốc: nản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lòng,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 lập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857500" y="849630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Trị: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khích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Text 35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13/19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13fd4bbc-8d08-4860-b3a7-3953994b45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</a:t>
            </a:r>
            <a:endParaRPr lang="en-US" sz="6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000250"/>
          <a:ext cx="13716000" cy="914400"/>
        </p:xfrm>
        <a:graphic>
          <a:graphicData uri="http://schemas.openxmlformats.org/drawingml/2006/table">
            <a:tbl>
              <a:tblPr/>
              <a:tblGrid>
                <a:gridCol w="3048000"/>
                <a:gridCol w="4381500"/>
                <a:gridCol w="4476750"/>
                <a:gridCol w="4552950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​</a:t>
                      </a:r>
                      <a:endParaRPr lang="en-US" sz="1200" dirty="0"/>
                    </a:p>
                  </a:txBody>
                  <a:tcPr marL="228600" marR="228600" marT="228600" marB="2286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34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Freud</a:t>
                      </a:r>
                      <a:endParaRPr lang="en-US" sz="1200" dirty="0"/>
                    </a:p>
                  </a:txBody>
                  <a:tcPr marL="228600" marR="228600" marT="228600" marB="1219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Jung</a:t>
                      </a:r>
                      <a:endParaRPr lang="en-US" sz="1200" dirty="0"/>
                    </a:p>
                  </a:txBody>
                  <a:tcPr marL="228600" marR="228600" marT="228600" marB="1219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9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Adler</a:t>
                      </a:r>
                      <a:endParaRPr lang="en-US" sz="1200" dirty="0"/>
                    </a:p>
                  </a:txBody>
                  <a:tcPr marL="228600" marR="228600" marT="228600" marB="1219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Động</a:t>
                      </a:r>
                      <a:r>
                        <a:rPr lang="en-US" sz="2400" dirty="0" spc="16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lực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Bản năng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Trọn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vẹn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Vươn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lên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83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Vô</a:t>
                      </a:r>
                      <a:r>
                        <a:rPr lang="en-US" sz="2400" dirty="0" spc="12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nén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 nhân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+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tập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tiêu</a:t>
                      </a: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hiểu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Hướng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nhìn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Quá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khứ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Cả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Tương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Tính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dục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·</a:t>
                      </a:r>
                      <a:r>
                        <a:rPr lang="en-US" sz="2400" dirty="0" spc="-30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xã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hội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Trung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tâm,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kiềm chế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Năng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lượng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chung,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mặt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nạ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Phụ, cộng</a:t>
                      </a:r>
                      <a:r>
                        <a:rPr lang="en-US" sz="240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đồng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0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Trị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Liên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tưởng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Biểu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tượng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Khích lệ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" name="Shape 2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" name="Shape 3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7" name="Shape 4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8" name="Shape 5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9" name="Shape 6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0" name="Shape 7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8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9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0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1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2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3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4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5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6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7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8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19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Text 20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14/19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</a:t>
            </a:r>
            <a:endParaRPr lang="en-US" sz="1650" dirty="0"/>
          </a:p>
        </p:txBody>
      </p:sp>
      <p:sp>
        <p:nvSpPr>
          <p:cNvPr id="25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36f7d1a-b65e-4dd7-8b28-f28ad6b68a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Sợ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thất</a:t>
            </a:r>
            <a:r>
              <a:rPr lang="en-US" sz="6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bại,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 cách</a:t>
            </a:r>
            <a:r>
              <a:rPr lang="en-US" sz="60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686050"/>
            <a:ext cx="4572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295400" y="3714750"/>
            <a:ext cx="4572000" cy="1019175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Nỗi</a:t>
            </a:r>
            <a:r>
              <a:rPr lang="en-US" sz="30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lại;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77000" y="23812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0" y="2686050"/>
            <a:ext cx="4572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6858000" y="3714750"/>
            <a:ext cx="4572000" cy="1019175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giỏi</a:t>
            </a:r>
            <a:r>
              <a:rPr lang="en-US" sz="30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(mặt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nạ);</a:t>
            </a:r>
            <a:r>
              <a:rPr lang="en-US" sz="30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đuối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bóng</a:t>
            </a:r>
            <a:r>
              <a:rPr lang="en-US" sz="30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2039600" y="23812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420600" y="2686050"/>
            <a:ext cx="4572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12420600" y="3714750"/>
            <a:ext cx="4572000" cy="1019175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Né</a:t>
            </a:r>
            <a:r>
              <a:rPr lang="en-US" sz="30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bẽ</a:t>
            </a:r>
            <a:r>
              <a:rPr lang="en-US" sz="30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mặt;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30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khích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239000"/>
            <a:ext cx="16459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5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4050" dirty="0" spc="-2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pPr algn="l" indent="0" marL="0">
              <a:buNone/>
            </a:pPr>
            <a:r>
              <a:rPr lang="en-US" sz="4050" dirty="0" spc="-3" kern="0">
                <a:solidFill>
                  <a:srgbClr val="00000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40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40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40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40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4050" dirty="0" spc="-2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rơi?</a:t>
            </a:r>
            <a:pPr algn="l" indent="0" marL="0">
              <a:buNone/>
            </a:pPr>
            <a:r>
              <a:rPr lang="en-US" sz="4050" dirty="0" spc="-3" kern="0">
                <a:solidFill>
                  <a:srgbClr val="00000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40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Để</a:t>
            </a:r>
            <a:r>
              <a:rPr lang="en-US" sz="40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405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050" dirty="0"/>
          </a:p>
        </p:txBody>
      </p:sp>
      <p:sp>
        <p:nvSpPr>
          <p:cNvPr id="13" name="Shape 11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5" name="Shape 13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Text 30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15/19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1f1c989-b397-486a-af02-81d507e4c0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Phê</a:t>
            </a:r>
            <a:r>
              <a:rPr lang="en-US" sz="60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r>
              <a:rPr lang="en-US" sz="60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7051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1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TRÍCH</a:t>
            </a:r>
            <a:endParaRPr lang="en-US" sz="2100" dirty="0"/>
          </a:p>
        </p:txBody>
      </p:sp>
      <p:sp>
        <p:nvSpPr>
          <p:cNvPr id="5" name="Text richtext-1792500622690-602679538"/>
          <p:cNvSpPr/>
          <p:nvPr/>
        </p:nvSpPr>
        <p:spPr>
          <a:xfrm>
            <a:off x="1295400" y="3333750"/>
            <a:ext cx="7239000" cy="19812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(Popper)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bệnh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sinh: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372600" y="238125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53600" y="27051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10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 HƯỞNG</a:t>
            </a:r>
            <a:endParaRPr lang="en-US" sz="2100" dirty="0"/>
          </a:p>
        </p:txBody>
      </p:sp>
      <p:sp>
        <p:nvSpPr>
          <p:cNvPr id="8" name="Text richtext-1792500622713-377879017"/>
          <p:cNvSpPr/>
          <p:nvPr/>
        </p:nvSpPr>
        <p:spPr>
          <a:xfrm>
            <a:off x="9753600" y="3333750"/>
            <a:ext cx="7239000" cy="33909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(2010)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nạ,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bóng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từ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74295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Popper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1963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Shedler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Rohrer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2015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9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10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1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2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3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Text 27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16/19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0858500" y="9648825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S6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S8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b36a0d1e-0a39-43a5-8876-0f08390037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Nhớ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0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0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095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238250" y="2171700"/>
            <a:ext cx="952500" cy="1457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750" dirty="0"/>
          </a:p>
        </p:txBody>
      </p:sp>
      <p:sp>
        <p:nvSpPr>
          <p:cNvPr id="5" name="Text 3"/>
          <p:cNvSpPr/>
          <p:nvPr/>
        </p:nvSpPr>
        <p:spPr>
          <a:xfrm>
            <a:off x="2381250" y="2457450"/>
            <a:ext cx="146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3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Freud:</a:t>
            </a:r>
            <a:pPr algn="l" indent="0" marL="0">
              <a:buNone/>
            </a:pP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1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khứ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31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150" dirty="0" spc="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3150" dirty="0"/>
          </a:p>
        </p:txBody>
      </p:sp>
      <p:sp>
        <p:nvSpPr>
          <p:cNvPr id="6" name="Shape 4"/>
          <p:cNvSpPr/>
          <p:nvPr/>
        </p:nvSpPr>
        <p:spPr>
          <a:xfrm>
            <a:off x="914400" y="34671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3543300"/>
            <a:ext cx="952500" cy="1457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750" dirty="0"/>
          </a:p>
        </p:txBody>
      </p:sp>
      <p:sp>
        <p:nvSpPr>
          <p:cNvPr id="8" name="Text 6"/>
          <p:cNvSpPr/>
          <p:nvPr/>
        </p:nvSpPr>
        <p:spPr>
          <a:xfrm>
            <a:off x="2381250" y="3829050"/>
            <a:ext cx="146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Jung:</a:t>
            </a:r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1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</a:t>
            </a:r>
            <a:r>
              <a:rPr lang="en-US" sz="31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biểu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3150" dirty="0"/>
          </a:p>
        </p:txBody>
      </p:sp>
      <p:sp>
        <p:nvSpPr>
          <p:cNvPr id="9" name="Shape 7"/>
          <p:cNvSpPr/>
          <p:nvPr/>
        </p:nvSpPr>
        <p:spPr>
          <a:xfrm>
            <a:off x="914400" y="48387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38250" y="4914900"/>
            <a:ext cx="952500" cy="1457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750" dirty="0"/>
          </a:p>
        </p:txBody>
      </p:sp>
      <p:sp>
        <p:nvSpPr>
          <p:cNvPr id="11" name="Text 9"/>
          <p:cNvSpPr/>
          <p:nvPr/>
        </p:nvSpPr>
        <p:spPr>
          <a:xfrm>
            <a:off x="2381250" y="5200650"/>
            <a:ext cx="146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Adler:</a:t>
            </a:r>
            <a:pPr algn="l" indent="0" marL="0">
              <a:buNone/>
            </a:pP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vươn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tiêu,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1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3150" dirty="0"/>
          </a:p>
        </p:txBody>
      </p:sp>
      <p:sp>
        <p:nvSpPr>
          <p:cNvPr id="12" name="Shape 10"/>
          <p:cNvSpPr/>
          <p:nvPr/>
        </p:nvSpPr>
        <p:spPr>
          <a:xfrm>
            <a:off x="914400" y="62103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6286500"/>
            <a:ext cx="952500" cy="1457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750" dirty="0"/>
          </a:p>
        </p:txBody>
      </p:sp>
      <p:sp>
        <p:nvSpPr>
          <p:cNvPr id="14" name="Text 12"/>
          <p:cNvSpPr/>
          <p:nvPr/>
        </p:nvSpPr>
        <p:spPr>
          <a:xfrm>
            <a:off x="2381250" y="6572250"/>
            <a:ext cx="146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Chung:</a:t>
            </a:r>
            <a:pPr algn="l" indent="0" marL="0">
              <a:buNone/>
            </a:pPr>
            <a:r>
              <a:rPr lang="en-US" sz="31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1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1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 tác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3150" dirty="0"/>
          </a:p>
        </p:txBody>
      </p:sp>
      <p:sp>
        <p:nvSpPr>
          <p:cNvPr id="15" name="Shape 13"/>
          <p:cNvSpPr/>
          <p:nvPr/>
        </p:nvSpPr>
        <p:spPr>
          <a:xfrm>
            <a:off x="914400" y="75819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238250" y="7658100"/>
            <a:ext cx="952500" cy="1457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750" dirty="0"/>
          </a:p>
        </p:txBody>
      </p:sp>
      <p:sp>
        <p:nvSpPr>
          <p:cNvPr id="17" name="Text 15"/>
          <p:cNvSpPr/>
          <p:nvPr/>
        </p:nvSpPr>
        <p:spPr>
          <a:xfrm>
            <a:off x="2381250" y="7943850"/>
            <a:ext cx="146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Dùng:</a:t>
            </a:r>
            <a:pPr algn="l" indent="0" marL="0">
              <a:buNone/>
            </a:pP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thấu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kính,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chọn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3150" dirty="0"/>
          </a:p>
        </p:txBody>
      </p:sp>
      <p:sp>
        <p:nvSpPr>
          <p:cNvPr id="18" name="Shape 16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Text 35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17/19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d7bedb17-4845-4739-9247-1ae1b530e6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857500"/>
            <a:ext cx="164592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spc="4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b="1" spc="4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3619500"/>
            <a:ext cx="15240000" cy="243840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6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66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6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tưởng,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392"/>
              </a:lnSpc>
              <a:buNone/>
            </a:pPr>
            <a:r>
              <a:rPr lang="en-US" sz="66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6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600" dirty="0" spc="-3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6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khuyên</a:t>
            </a:r>
            <a:r>
              <a:rPr lang="en-US" sz="66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</a:t>
            </a:r>
            <a:r>
              <a:rPr lang="en-US" sz="6600" dirty="0" spc="-3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tế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14287500" cy="1057275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indent="0" marL="0">
              <a:lnSpc>
                <a:spcPts val="4133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r>
              <a:rPr lang="en-US" sz="28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chẩn</a:t>
            </a:r>
            <a:r>
              <a:rPr lang="en-US" sz="28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đoán.</a:t>
            </a:r>
            <a:endParaRPr lang="en-US" sz="2850" dirty="0"/>
          </a:p>
          <a:p>
            <a:pPr algn="l" indent="0" marL="0">
              <a:lnSpc>
                <a:spcPts val="4133"/>
              </a:lnSpc>
              <a:buNone/>
            </a:pPr>
            <a:r>
              <a:rPr lang="en-US" sz="2850" dirty="0" spc="-5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âu</a:t>
            </a:r>
            <a:r>
              <a:rPr lang="en-US" sz="2850" dirty="0" spc="-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28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" name="Shape 4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7" name="Shape 5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8" name="Shape 6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9" name="Shape 7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0" name="Shape 8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9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10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1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2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3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Text 22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464a6df-8be8-4134-a37f-6e3b378a8c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6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476500"/>
                <a:gridCol w="13982700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endParaRPr lang="en-US" sz="1200" dirty="0"/>
                    </a:p>
                  </a:txBody>
                  <a:tcPr marL="228600" marR="228600" marT="228600" marB="2286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6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TÀI</a:t>
                      </a:r>
                      <a:r>
                        <a:rPr lang="en-US" sz="1950" b="1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28600" marR="228600" marT="228600" marB="2286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7C93FF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S1–S2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Ellenberger, 1970;</a:t>
                      </a:r>
                      <a:r>
                        <a:rPr lang="en-US" sz="2400" dirty="0" spc="-3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Freud,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Giải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giấc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mơ,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1900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7C93FF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S3–S4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Jung,</a:t>
                      </a:r>
                      <a:r>
                        <a:rPr lang="en-US" sz="2400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Memories,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Dreams,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Reflections;</a:t>
                      </a:r>
                      <a:r>
                        <a:rPr lang="en-US" sz="24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Adler,</a:t>
                      </a: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Understanding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Human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Nature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7C93FF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S5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McGuire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(biên</a:t>
                      </a:r>
                      <a:r>
                        <a:rPr lang="en-US" sz="24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tập),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</a:t>
                      </a:r>
                      <a:r>
                        <a:rPr lang="en-US" sz="240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Freud/Jung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Letters,</a:t>
                      </a:r>
                      <a:r>
                        <a:rPr lang="en-US" sz="2400" dirty="0" spc="-2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1974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7C93FF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S6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Popper,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Conjectures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and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Refutations,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1963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5" kern="0">
                          <a:solidFill>
                            <a:srgbClr val="7C93FF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S7–S8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Shedler,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2010;</a:t>
                      </a:r>
                      <a:r>
                        <a:rPr lang="en-US" sz="2400" dirty="0" spc="-2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Rohrer</a:t>
                      </a:r>
                      <a:r>
                        <a:rPr lang="en-US" sz="24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cộng sự,</a:t>
                      </a: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PNAS,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2015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0001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" name="Shape 2"/>
          <p:cNvSpPr/>
          <p:nvPr/>
        </p:nvSpPr>
        <p:spPr>
          <a:xfrm>
            <a:off x="12096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" name="Shape 3"/>
          <p:cNvSpPr/>
          <p:nvPr/>
        </p:nvSpPr>
        <p:spPr>
          <a:xfrm>
            <a:off x="14192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7" name="Shape 4"/>
          <p:cNvSpPr/>
          <p:nvPr/>
        </p:nvSpPr>
        <p:spPr>
          <a:xfrm>
            <a:off x="16287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8" name="Shape 5"/>
          <p:cNvSpPr/>
          <p:nvPr/>
        </p:nvSpPr>
        <p:spPr>
          <a:xfrm>
            <a:off x="18383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9" name="Shape 6"/>
          <p:cNvSpPr/>
          <p:nvPr/>
        </p:nvSpPr>
        <p:spPr>
          <a:xfrm>
            <a:off x="20478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0" name="Shape 7"/>
          <p:cNvSpPr/>
          <p:nvPr/>
        </p:nvSpPr>
        <p:spPr>
          <a:xfrm>
            <a:off x="22574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1" name="Shape 8"/>
          <p:cNvSpPr/>
          <p:nvPr/>
        </p:nvSpPr>
        <p:spPr>
          <a:xfrm>
            <a:off x="24669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2" name="Shape 9"/>
          <p:cNvSpPr/>
          <p:nvPr/>
        </p:nvSpPr>
        <p:spPr>
          <a:xfrm>
            <a:off x="26765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3" name="Shape 10"/>
          <p:cNvSpPr/>
          <p:nvPr/>
        </p:nvSpPr>
        <p:spPr>
          <a:xfrm>
            <a:off x="28860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4" name="Shape 11"/>
          <p:cNvSpPr/>
          <p:nvPr/>
        </p:nvSpPr>
        <p:spPr>
          <a:xfrm>
            <a:off x="30956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5" name="Shape 12"/>
          <p:cNvSpPr/>
          <p:nvPr/>
        </p:nvSpPr>
        <p:spPr>
          <a:xfrm>
            <a:off x="33051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3"/>
          <p:cNvSpPr/>
          <p:nvPr/>
        </p:nvSpPr>
        <p:spPr>
          <a:xfrm>
            <a:off x="35147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4"/>
          <p:cNvSpPr/>
          <p:nvPr/>
        </p:nvSpPr>
        <p:spPr>
          <a:xfrm>
            <a:off x="37242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5"/>
          <p:cNvSpPr/>
          <p:nvPr/>
        </p:nvSpPr>
        <p:spPr>
          <a:xfrm>
            <a:off x="39338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6"/>
          <p:cNvSpPr/>
          <p:nvPr/>
        </p:nvSpPr>
        <p:spPr>
          <a:xfrm>
            <a:off x="41433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7"/>
          <p:cNvSpPr/>
          <p:nvPr/>
        </p:nvSpPr>
        <p:spPr>
          <a:xfrm>
            <a:off x="435292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8"/>
          <p:cNvSpPr/>
          <p:nvPr/>
        </p:nvSpPr>
        <p:spPr>
          <a:xfrm>
            <a:off x="4562475" y="9744075"/>
            <a:ext cx="133350" cy="13335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19"/>
          <p:cNvSpPr/>
          <p:nvPr/>
        </p:nvSpPr>
        <p:spPr>
          <a:xfrm>
            <a:off x="4772025" y="9744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Text 20"/>
          <p:cNvSpPr/>
          <p:nvPr/>
        </p:nvSpPr>
        <p:spPr>
          <a:xfrm>
            <a:off x="5219700" y="9648825"/>
            <a:ext cx="5334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19/19</a:t>
            </a:r>
            <a:endParaRPr lang="en-US" sz="1650" dirty="0"/>
          </a:p>
        </p:txBody>
      </p:sp>
      <p:sp>
        <p:nvSpPr>
          <p:cNvPr id="24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beb92cd-ef2e-4657-b96e-75a99cc4ca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2026-10-20T12:52:26Z</dcterms:created>
  <dcterms:modified xsi:type="dcterms:W3CDTF">2026-10-20T12:52:26Z</dcterms:modified>
</cp:coreProperties>
</file>