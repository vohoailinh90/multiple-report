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8288000" cy="10287000"/>
  <p:notesSz cx="10287000" cy="18288000"/>
  <p:embeddedFontLst>
    <p:embeddedFont>
      <p:font typeface="Be Vietnam Pro"/>
      <p:regular r:id="rId21"/>
      <p:bold r:id="rId18"/>
    </p:embeddedFont>
    <p:embeddedFont>
      <p:font typeface="Bricolage Grotesque ExtraBold"/>
      <p:regular r:id="rId19"/>
    </p:embeddedFont>
    <p:embeddedFont>
      <p:font typeface="Be Vietnam Pro SemiBold"/>
      <p:regular r:id="rId20"/>
    </p:embeddedFont>
    <p:embeddedFont>
      <p:font typeface="Be Vietnam Pro ExtraBold"/>
      <p:regular r:id="rId2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font" Target="fonts/font1.fntdata"/><Relationship Id="rId19" Type="http://schemas.openxmlformats.org/officeDocument/2006/relationships/font" Target="fonts/font2.fntdata"/><Relationship Id="rId20" Type="http://schemas.openxmlformats.org/officeDocument/2006/relationships/font" Target="fonts/font3.fntdata"/><Relationship Id="rId21" Type="http://schemas.openxmlformats.org/officeDocument/2006/relationships/font" Target="fonts/font4.fntdata"/><Relationship Id="rId22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nector line-1792502246984-732366365"/>
          <p:cNvSpPr/>
          <p:nvPr/>
        </p:nvSpPr>
        <p:spPr>
          <a:xfrm>
            <a:off x="17240250" y="0"/>
            <a:ext cx="0" cy="10287000"/>
          </a:xfrm>
          <a:prstGeom prst="line">
            <a:avLst/>
          </a:prstGeom>
          <a:noFill/>
          <a:ln w="28575">
            <a:solidFill>
              <a:srgbClr val="1E212B"/>
            </a:solidFill>
            <a:prstDash val="solid"/>
            <a:headEnd type="none"/>
            <a:tailEnd type="none"/>
          </a:ln>
        </p:spPr>
      </p:sp>
      <p:sp>
        <p:nvSpPr>
          <p:cNvPr id="3" name="Connector line-1792502246988-251541671"/>
          <p:cNvSpPr/>
          <p:nvPr/>
        </p:nvSpPr>
        <p:spPr>
          <a:xfrm>
            <a:off x="16192500" y="0"/>
            <a:ext cx="0" cy="10287000"/>
          </a:xfrm>
          <a:prstGeom prst="line">
            <a:avLst/>
          </a:prstGeom>
          <a:noFill/>
          <a:ln w="28575">
            <a:solidFill>
              <a:srgbClr val="1E212B"/>
            </a:solidFill>
            <a:prstDash val="solid"/>
            <a:headEnd type="none"/>
            <a:tailEnd type="none"/>
          </a:ln>
        </p:spPr>
      </p:sp>
      <p:sp>
        <p:nvSpPr>
          <p:cNvPr id="4" name="Connector line-1792502246988-371570901"/>
          <p:cNvSpPr/>
          <p:nvPr/>
        </p:nvSpPr>
        <p:spPr>
          <a:xfrm>
            <a:off x="15144750" y="0"/>
            <a:ext cx="0" cy="10287000"/>
          </a:xfrm>
          <a:prstGeom prst="line">
            <a:avLst/>
          </a:prstGeom>
          <a:noFill/>
          <a:ln w="28575">
            <a:solidFill>
              <a:srgbClr val="1E212B"/>
            </a:solidFill>
            <a:prstDash val="solid"/>
            <a:headEnd type="none"/>
            <a:tailEnd type="none"/>
          </a:ln>
        </p:spPr>
      </p:sp>
      <p:sp>
        <p:nvSpPr>
          <p:cNvPr id="5" name="Connector line-1792502246989-952154627"/>
          <p:cNvSpPr/>
          <p:nvPr/>
        </p:nvSpPr>
        <p:spPr>
          <a:xfrm>
            <a:off x="14097000" y="0"/>
            <a:ext cx="0" cy="10287000"/>
          </a:xfrm>
          <a:prstGeom prst="line">
            <a:avLst/>
          </a:prstGeom>
          <a:noFill/>
          <a:ln w="28575">
            <a:solidFill>
              <a:srgbClr val="1E212B"/>
            </a:solidFill>
            <a:prstDash val="solid"/>
            <a:headEnd type="none"/>
            <a:tailEnd type="none"/>
          </a:ln>
        </p:spPr>
      </p:sp>
      <p:sp>
        <p:nvSpPr>
          <p:cNvPr id="6" name="Connector line-1792502246989-354152794"/>
          <p:cNvSpPr/>
          <p:nvPr/>
        </p:nvSpPr>
        <p:spPr>
          <a:xfrm>
            <a:off x="13049250" y="0"/>
            <a:ext cx="0" cy="10287000"/>
          </a:xfrm>
          <a:prstGeom prst="line">
            <a:avLst/>
          </a:prstGeom>
          <a:noFill/>
          <a:ln w="28575">
            <a:solidFill>
              <a:srgbClr val="1E212B"/>
            </a:solidFill>
            <a:prstDash val="solid"/>
            <a:headEnd type="none"/>
            <a:tailEnd type="none"/>
          </a:ln>
        </p:spPr>
      </p:sp>
      <p:sp>
        <p:nvSpPr>
          <p:cNvPr id="7" name="Connector line-1792502246989-464546188"/>
          <p:cNvSpPr/>
          <p:nvPr/>
        </p:nvSpPr>
        <p:spPr>
          <a:xfrm>
            <a:off x="12001500" y="0"/>
            <a:ext cx="0" cy="10287000"/>
          </a:xfrm>
          <a:prstGeom prst="line">
            <a:avLst/>
          </a:prstGeom>
          <a:noFill/>
          <a:ln w="28575">
            <a:solidFill>
              <a:srgbClr val="1E212B"/>
            </a:solidFill>
            <a:prstDash val="solid"/>
            <a:headEnd type="none"/>
            <a:tailEnd type="none"/>
          </a:ln>
        </p:spPr>
      </p:sp>
      <p:sp>
        <p:nvSpPr>
          <p:cNvPr id="8" name="Connector line-1792502246990-452480599"/>
          <p:cNvSpPr/>
          <p:nvPr/>
        </p:nvSpPr>
        <p:spPr>
          <a:xfrm>
            <a:off x="10953750" y="0"/>
            <a:ext cx="0" cy="10287000"/>
          </a:xfrm>
          <a:prstGeom prst="line">
            <a:avLst/>
          </a:prstGeom>
          <a:noFill/>
          <a:ln w="28575">
            <a:solidFill>
              <a:srgbClr val="1E212B"/>
            </a:solidFill>
            <a:prstDash val="solid"/>
            <a:headEnd type="none"/>
            <a:tailEnd type="none"/>
          </a:ln>
        </p:spPr>
      </p:sp>
      <p:sp>
        <p:nvSpPr>
          <p:cNvPr id="9" name="Connector line-1792502246990-449958856"/>
          <p:cNvSpPr/>
          <p:nvPr/>
        </p:nvSpPr>
        <p:spPr>
          <a:xfrm>
            <a:off x="8572500" y="1714500"/>
            <a:ext cx="9715500" cy="0"/>
          </a:xfrm>
          <a:prstGeom prst="line">
            <a:avLst/>
          </a:prstGeom>
          <a:noFill/>
          <a:ln w="28575">
            <a:solidFill>
              <a:srgbClr val="1E212B"/>
            </a:solidFill>
            <a:prstDash val="solid"/>
            <a:headEnd type="none"/>
            <a:tailEnd type="none"/>
          </a:ln>
        </p:spPr>
      </p:sp>
      <p:sp>
        <p:nvSpPr>
          <p:cNvPr id="10" name="Connector line-1792502246991-393620418"/>
          <p:cNvSpPr/>
          <p:nvPr/>
        </p:nvSpPr>
        <p:spPr>
          <a:xfrm>
            <a:off x="8572500" y="3429000"/>
            <a:ext cx="9715500" cy="0"/>
          </a:xfrm>
          <a:prstGeom prst="line">
            <a:avLst/>
          </a:prstGeom>
          <a:noFill/>
          <a:ln w="28575">
            <a:solidFill>
              <a:srgbClr val="1E212B"/>
            </a:solidFill>
            <a:prstDash val="solid"/>
            <a:headEnd type="none"/>
            <a:tailEnd type="none"/>
          </a:ln>
        </p:spPr>
      </p:sp>
      <p:sp>
        <p:nvSpPr>
          <p:cNvPr id="11" name="Connector line-1792502246991-203194515"/>
          <p:cNvSpPr/>
          <p:nvPr/>
        </p:nvSpPr>
        <p:spPr>
          <a:xfrm>
            <a:off x="8572500" y="5143500"/>
            <a:ext cx="9715500" cy="0"/>
          </a:xfrm>
          <a:prstGeom prst="line">
            <a:avLst/>
          </a:prstGeom>
          <a:noFill/>
          <a:ln w="28575">
            <a:solidFill>
              <a:srgbClr val="1E212B"/>
            </a:solidFill>
            <a:prstDash val="solid"/>
            <a:headEnd type="none"/>
            <a:tailEnd type="none"/>
          </a:ln>
        </p:spPr>
      </p:sp>
      <p:sp>
        <p:nvSpPr>
          <p:cNvPr id="12" name="Connector line-1792502246991-147731835"/>
          <p:cNvSpPr/>
          <p:nvPr/>
        </p:nvSpPr>
        <p:spPr>
          <a:xfrm>
            <a:off x="8572500" y="6858000"/>
            <a:ext cx="9715500" cy="0"/>
          </a:xfrm>
          <a:prstGeom prst="line">
            <a:avLst/>
          </a:prstGeom>
          <a:noFill/>
          <a:ln w="28575">
            <a:solidFill>
              <a:srgbClr val="1E212B"/>
            </a:solidFill>
            <a:prstDash val="solid"/>
            <a:headEnd type="none"/>
            <a:tailEnd type="none"/>
          </a:ln>
        </p:spPr>
      </p:sp>
      <p:sp>
        <p:nvSpPr>
          <p:cNvPr id="13" name="Connector line-1792502246992-245190523"/>
          <p:cNvSpPr/>
          <p:nvPr/>
        </p:nvSpPr>
        <p:spPr>
          <a:xfrm>
            <a:off x="8572500" y="8572500"/>
            <a:ext cx="9715500" cy="0"/>
          </a:xfrm>
          <a:prstGeom prst="line">
            <a:avLst/>
          </a:prstGeom>
          <a:noFill/>
          <a:ln w="28575">
            <a:solidFill>
              <a:srgbClr val="1E212B"/>
            </a:solidFill>
            <a:prstDash val="solid"/>
            <a:headEnd type="none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914400" y="9144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spc="4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NÃO</a:t>
            </a:r>
            <a:r>
              <a:rPr lang="en-US" sz="2100" b="1" spc="44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b="1" spc="4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spc="44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b="1" spc="4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14400" y="1619250"/>
            <a:ext cx="14287500" cy="38100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</a:t>
            </a:r>
            <a:r>
              <a:rPr lang="en-US" sz="8100" dirty="0" spc="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não: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 bộ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phận</a:t>
            </a:r>
            <a:r>
              <a:rPr lang="en-US" sz="8100" dirty="0" spc="-5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81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8100" dirty="0"/>
          </a:p>
        </p:txBody>
      </p:sp>
      <p:sp>
        <p:nvSpPr>
          <p:cNvPr id="16" name="Text 14"/>
          <p:cNvSpPr/>
          <p:nvPr/>
        </p:nvSpPr>
        <p:spPr>
          <a:xfrm>
            <a:off x="914400" y="5619750"/>
            <a:ext cx="13335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Phần</a:t>
            </a:r>
            <a:r>
              <a:rPr lang="en-US" sz="330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 của não</a:t>
            </a:r>
            <a:r>
              <a:rPr lang="en-US" sz="3300" dirty="0" spc="-2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quyết</a:t>
            </a:r>
            <a:r>
              <a:rPr lang="en-US" sz="3300" dirty="0" spc="19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</a:t>
            </a:r>
            <a:r>
              <a:rPr lang="en-US" sz="3300" dirty="0" spc="-4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bạn</a:t>
            </a:r>
            <a:r>
              <a:rPr lang="en-US" sz="330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</a:t>
            </a:r>
            <a:r>
              <a:rPr lang="en-US" sz="3300" dirty="0" spc="-4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</a:t>
            </a:r>
            <a:r>
              <a:rPr lang="en-US" sz="3300" dirty="0" spc="-2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ngay</a:t>
            </a:r>
            <a:r>
              <a:rPr lang="en-US" sz="3300" dirty="0" spc="-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lúc</a:t>
            </a:r>
            <a:r>
              <a:rPr lang="en-US" sz="3300" dirty="0" spc="-1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này?</a:t>
            </a:r>
            <a:endParaRPr lang="en-US" sz="3300" dirty="0"/>
          </a:p>
        </p:txBody>
      </p:sp>
      <p:sp>
        <p:nvSpPr>
          <p:cNvPr id="17" name="Shape 15"/>
          <p:cNvSpPr/>
          <p:nvPr/>
        </p:nvSpPr>
        <p:spPr>
          <a:xfrm>
            <a:off x="914400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FFB45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81100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Thân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não: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5095875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62575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Tiểu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não: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chỉnh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9277350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FF6A4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44050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viền: cảm xúc,</a:t>
            </a:r>
            <a:r>
              <a:rPr lang="en-US" sz="25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13458825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725525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-7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Vỏ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não: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thùy</a:t>
            </a:r>
            <a:endParaRPr lang="en-US" sz="25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52af93a2-57f6-47e7-8ccd-14083df3f0a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Phần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 não quyết</a:t>
            </a:r>
            <a:r>
              <a:rPr lang="en-US" sz="5700" dirty="0" spc="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57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57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E8E0CF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543300"/>
            <a:ext cx="309562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0" dirty="0" spc="-2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750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3095625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Thân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295400" y="5715000"/>
            <a:ext cx="3095625" cy="2476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5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5114925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E8E0CF"/>
          </a:solidFill>
          <a:ln/>
        </p:spPr>
      </p:sp>
      <p:sp>
        <p:nvSpPr>
          <p:cNvPr id="9" name="Shape 7"/>
          <p:cNvSpPr/>
          <p:nvPr/>
        </p:nvSpPr>
        <p:spPr>
          <a:xfrm>
            <a:off x="5114925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0" name="Text 8"/>
          <p:cNvSpPr/>
          <p:nvPr/>
        </p:nvSpPr>
        <p:spPr>
          <a:xfrm>
            <a:off x="5495925" y="3543300"/>
            <a:ext cx="309562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0" dirty="0" spc="-8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7500" dirty="0"/>
          </a:p>
        </p:txBody>
      </p:sp>
      <p:sp>
        <p:nvSpPr>
          <p:cNvPr id="11" name="Text 9"/>
          <p:cNvSpPr/>
          <p:nvPr/>
        </p:nvSpPr>
        <p:spPr>
          <a:xfrm>
            <a:off x="5495925" y="4857750"/>
            <a:ext cx="3095625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Tiểu não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495925" y="5715000"/>
            <a:ext cx="3095625" cy="2476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chỉnh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</a:t>
            </a:r>
            <a:r>
              <a:rPr lang="en-US" sz="25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15450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9315450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5" name="Text 13"/>
          <p:cNvSpPr/>
          <p:nvPr/>
        </p:nvSpPr>
        <p:spPr>
          <a:xfrm>
            <a:off x="9696450" y="3543300"/>
            <a:ext cx="309562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0" dirty="0" spc="-1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7500" dirty="0"/>
          </a:p>
        </p:txBody>
      </p:sp>
      <p:sp>
        <p:nvSpPr>
          <p:cNvPr id="16" name="Text 14"/>
          <p:cNvSpPr/>
          <p:nvPr/>
        </p:nvSpPr>
        <p:spPr>
          <a:xfrm>
            <a:off x="9696450" y="4857750"/>
            <a:ext cx="3095625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viền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9696450" y="5715000"/>
            <a:ext cx="3095625" cy="2476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cảm</a:t>
            </a: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xúc,</a:t>
            </a:r>
            <a:r>
              <a:rPr lang="en-US" sz="2550" dirty="0" spc="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13515975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E8E0CF"/>
          </a:solidFill>
          <a:ln/>
        </p:spPr>
      </p:sp>
      <p:sp>
        <p:nvSpPr>
          <p:cNvPr id="19" name="Shape 17"/>
          <p:cNvSpPr/>
          <p:nvPr/>
        </p:nvSpPr>
        <p:spPr>
          <a:xfrm>
            <a:off x="13515975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20" name="Text 18"/>
          <p:cNvSpPr/>
          <p:nvPr/>
        </p:nvSpPr>
        <p:spPr>
          <a:xfrm>
            <a:off x="13896975" y="3543300"/>
            <a:ext cx="309562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0" dirty="0" spc="4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04</a:t>
            </a:r>
            <a:endParaRPr lang="en-US" sz="7500" dirty="0"/>
          </a:p>
        </p:txBody>
      </p:sp>
      <p:sp>
        <p:nvSpPr>
          <p:cNvPr id="21" name="Text 19"/>
          <p:cNvSpPr/>
          <p:nvPr/>
        </p:nvSpPr>
        <p:spPr>
          <a:xfrm>
            <a:off x="13896975" y="4857750"/>
            <a:ext cx="3095625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9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Vỏ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13896975" y="5715000"/>
            <a:ext cx="3095625" cy="2476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thùy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giác, nghĩ,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1525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6" name="Shape 24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36576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02/11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4d0e826a-bc12-494c-add2-b1b389d5c15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Hệ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thần kinh:</a:t>
            </a:r>
            <a:r>
              <a:rPr lang="en-US" sz="57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trung</a:t>
            </a:r>
            <a:r>
              <a:rPr lang="en-US" sz="5700" dirty="0" spc="-7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ương</a:t>
            </a:r>
            <a:r>
              <a:rPr lang="en-US" sz="570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ngoại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biên</a:t>
            </a:r>
            <a:endParaRPr lang="en-US" sz="5700" dirty="0"/>
          </a:p>
        </p:txBody>
      </p:sp>
      <p:sp>
        <p:nvSpPr>
          <p:cNvPr id="3" name="Connector line-1792502373050-644762455"/>
          <p:cNvSpPr/>
          <p:nvPr/>
        </p:nvSpPr>
        <p:spPr>
          <a:xfrm flipH="1" flipV="1">
            <a:off x="3619500" y="3810000"/>
            <a:ext cx="5524500" cy="1809750"/>
          </a:xfrm>
          <a:prstGeom prst="line">
            <a:avLst/>
          </a:prstGeom>
          <a:noFill/>
          <a:ln w="57150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4" name="Connector line-1792502373051-224894219"/>
          <p:cNvSpPr/>
          <p:nvPr/>
        </p:nvSpPr>
        <p:spPr>
          <a:xfrm flipV="1">
            <a:off x="9144000" y="3810000"/>
            <a:ext cx="5524500" cy="1809750"/>
          </a:xfrm>
          <a:prstGeom prst="line">
            <a:avLst/>
          </a:prstGeom>
          <a:noFill/>
          <a:ln w="5715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5" name="Connector line-1792502373051-919316228"/>
          <p:cNvSpPr/>
          <p:nvPr/>
        </p:nvSpPr>
        <p:spPr>
          <a:xfrm>
            <a:off x="9144000" y="5619750"/>
            <a:ext cx="0" cy="2476500"/>
          </a:xfrm>
          <a:prstGeom prst="line">
            <a:avLst/>
          </a:prstGeom>
          <a:noFill/>
          <a:ln w="57150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6953250" y="4191000"/>
            <a:ext cx="4381500" cy="28575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7" name="Text 5"/>
          <p:cNvSpPr/>
          <p:nvPr/>
        </p:nvSpPr>
        <p:spPr>
          <a:xfrm>
            <a:off x="7239000" y="4476750"/>
            <a:ext cx="3810000" cy="2286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ctr"/>
          <a:lstStyle/>
          <a:p>
            <a:pPr algn="ctr" indent="0" marL="0">
              <a:lnSpc>
                <a:spcPts val="3630"/>
              </a:lnSpc>
              <a:buNone/>
            </a:pP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Hệ</a:t>
            </a:r>
            <a:r>
              <a:rPr lang="en-US" sz="3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thần</a:t>
            </a: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kinh</a:t>
            </a:r>
            <a:endParaRPr lang="en-US" sz="3300" dirty="0"/>
          </a:p>
        </p:txBody>
      </p:sp>
      <p:sp>
        <p:nvSpPr>
          <p:cNvPr id="8" name="Shape 6"/>
          <p:cNvSpPr/>
          <p:nvPr/>
        </p:nvSpPr>
        <p:spPr>
          <a:xfrm>
            <a:off x="1047750" y="30480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47625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33500" y="30480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Trung</a:t>
            </a:r>
            <a:r>
              <a:rPr lang="en-US" sz="255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ương: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tủy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096750" y="30480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47625">
            <a:solidFill>
              <a:srgbClr val="3DD6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382500" y="30480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Ngoại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biên:</a:t>
            </a: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dây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thần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kinh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khắp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6572250" y="733425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47625">
            <a:solidFill>
              <a:srgbClr val="FF6A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0" y="733425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Ngoại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thân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5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3811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8" name="Shape 16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36576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03/11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e34db9e6-6783-4daf-a137-e46df53b949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Quy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476500"/>
            <a:ext cx="1645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0" dirty="0" spc="-3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86</a:t>
            </a:r>
            <a:r>
              <a:rPr lang="en-US" sz="22500" dirty="0" spc="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tỷ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619125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nơron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710565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Chỉ</a:t>
            </a:r>
            <a:r>
              <a:rPr lang="en-US" sz="33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khoảng</a:t>
            </a:r>
            <a:r>
              <a:rPr lang="en-US" sz="33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19%</a:t>
            </a:r>
            <a:r>
              <a:rPr lang="en-US" sz="33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nằm</a:t>
            </a:r>
            <a:r>
              <a:rPr lang="en-US" sz="33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3300" dirty="0" spc="-2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vỏ</a:t>
            </a:r>
            <a:r>
              <a:rPr lang="en-US" sz="33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6097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1" name="Shape 9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04/11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5b0419cf-4ac3-4a54-bb1d-d314ef9853d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Thân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r>
              <a:rPr lang="en-US" sz="57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tiểu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8058150" cy="5334000"/>
          </a:xfrm>
          <a:prstGeom prst="roundRect">
            <a:avLst>
              <a:gd name="adj" fmla="val 5000"/>
            </a:avLst>
          </a:prstGeom>
          <a:solidFill>
            <a:srgbClr val="4A3A22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857500"/>
            <a:ext cx="133350" cy="53340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Thân</a:t>
            </a:r>
            <a:r>
              <a:rPr lang="en-US" sz="42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371600" y="4286250"/>
            <a:ext cx="7143750" cy="314325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nhịp thở,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nhịp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tim, tỉnh</a:t>
            </a:r>
            <a:r>
              <a:rPr lang="en-US" sz="31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táo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315450" y="2857500"/>
            <a:ext cx="8058150" cy="5334000"/>
          </a:xfrm>
          <a:prstGeom prst="roundRect">
            <a:avLst>
              <a:gd name="adj" fmla="val 5000"/>
            </a:avLst>
          </a:prstGeom>
          <a:solidFill>
            <a:srgbClr val="1C4236"/>
          </a:solidFill>
          <a:ln/>
        </p:spPr>
      </p:sp>
      <p:sp>
        <p:nvSpPr>
          <p:cNvPr id="8" name="Shape 6"/>
          <p:cNvSpPr/>
          <p:nvPr/>
        </p:nvSpPr>
        <p:spPr>
          <a:xfrm>
            <a:off x="9315450" y="2857500"/>
            <a:ext cx="133350" cy="53340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9" name="Text 7"/>
          <p:cNvSpPr/>
          <p:nvPr/>
        </p:nvSpPr>
        <p:spPr>
          <a:xfrm>
            <a:off x="977265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Tiểu</a:t>
            </a:r>
            <a:r>
              <a:rPr lang="en-US" sz="420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772650" y="4286250"/>
            <a:ext cx="7143750" cy="314325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thăng bằng,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hợp,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31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31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3150" dirty="0"/>
          </a:p>
        </p:txBody>
      </p:sp>
      <p:sp>
        <p:nvSpPr>
          <p:cNvPr id="11" name="Text 9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8383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7" name="Shape 15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05/11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53221376-b039-4a96-89c4-b08be8c4469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Hệ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viền</a:t>
            </a:r>
            <a:r>
              <a:rPr lang="en-US" sz="5700" dirty="0" spc="-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 cấu</a:t>
            </a:r>
            <a:r>
              <a:rPr lang="en-US" sz="57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trúc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nằm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sâu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622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7622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5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Hạnh</a:t>
            </a:r>
            <a:r>
              <a:rPr lang="en-US" sz="3000" dirty="0" spc="-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nhân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581900" y="27622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cảm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xúc,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70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đe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dọa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22910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22910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422910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Hải</a:t>
            </a:r>
            <a:r>
              <a:rPr lang="en-US" sz="3000" dirty="0" spc="-6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mã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81900" y="422910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7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 mới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" y="56959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56959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569595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Đồi</a:t>
            </a:r>
            <a:r>
              <a:rPr lang="en-US" sz="3000" dirty="0" spc="-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thị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581900" y="56959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trạm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 giác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14400" y="716280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716280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716280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38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Vùng</a:t>
            </a:r>
            <a:r>
              <a:rPr lang="en-US" sz="3000" dirty="0" spc="2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dưới</a:t>
            </a:r>
            <a:r>
              <a:rPr lang="en-US" sz="3000" dirty="0" spc="7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đồi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81900" y="716280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đói,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khát,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thân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nhiệt,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hormone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0669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6" name="Shape 24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36576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06/11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b4ac3cfd-91af-47d9-a4fd-c8d3f196fb0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thùy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5700" dirty="0" spc="-6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vỏ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1E212B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3095625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 spc="-5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Trán</a:t>
            </a:r>
            <a:r>
              <a:rPr lang="en-US" sz="28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(phía</a:t>
            </a:r>
            <a:r>
              <a:rPr lang="en-US" sz="28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trước)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295400" y="5715000"/>
            <a:ext cx="3095625" cy="2476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5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25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hoạch,</a:t>
            </a:r>
            <a:r>
              <a:rPr lang="en-US" sz="255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550" dirty="0" spc="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5114925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5114925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0" name="Text 8"/>
          <p:cNvSpPr/>
          <p:nvPr/>
        </p:nvSpPr>
        <p:spPr>
          <a:xfrm>
            <a:off x="5495925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5495925" y="4857750"/>
            <a:ext cx="3095625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Đỉnh</a:t>
            </a:r>
            <a:r>
              <a:rPr lang="en-US" sz="25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(trên,</a:t>
            </a:r>
            <a:r>
              <a:rPr lang="en-US" sz="25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5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trán)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5495925" y="5715000"/>
            <a:ext cx="3095625" cy="2476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cảm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giác cơ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thể,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gian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15450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9315450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5" name="Text 13"/>
          <p:cNvSpPr/>
          <p:nvPr/>
        </p:nvSpPr>
        <p:spPr>
          <a:xfrm>
            <a:off x="9696450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7200" dirty="0"/>
          </a:p>
        </p:txBody>
      </p:sp>
      <p:sp>
        <p:nvSpPr>
          <p:cNvPr id="16" name="Text 14"/>
          <p:cNvSpPr/>
          <p:nvPr/>
        </p:nvSpPr>
        <p:spPr>
          <a:xfrm>
            <a:off x="9696450" y="4857750"/>
            <a:ext cx="3095625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Thái</a:t>
            </a:r>
            <a:r>
              <a:rPr lang="en-US" sz="25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dương</a:t>
            </a:r>
            <a:r>
              <a:rPr lang="en-US" sz="25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(hai</a:t>
            </a:r>
            <a:r>
              <a:rPr lang="en-US" sz="25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bên)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9696450" y="5715000"/>
            <a:ext cx="3095625" cy="2476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nghe,</a:t>
            </a:r>
            <a:r>
              <a:rPr lang="en-US" sz="25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ngữ,</a:t>
            </a:r>
            <a:r>
              <a:rPr lang="en-US" sz="2550" dirty="0" spc="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13515975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1E212B"/>
          </a:solidFill>
          <a:ln/>
        </p:spPr>
      </p:sp>
      <p:sp>
        <p:nvSpPr>
          <p:cNvPr id="19" name="Shape 17"/>
          <p:cNvSpPr/>
          <p:nvPr/>
        </p:nvSpPr>
        <p:spPr>
          <a:xfrm>
            <a:off x="13515975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20" name="Text 18"/>
          <p:cNvSpPr/>
          <p:nvPr/>
        </p:nvSpPr>
        <p:spPr>
          <a:xfrm>
            <a:off x="13896975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04</a:t>
            </a:r>
            <a:endParaRPr lang="en-US" sz="7200" dirty="0"/>
          </a:p>
        </p:txBody>
      </p:sp>
      <p:sp>
        <p:nvSpPr>
          <p:cNvPr id="21" name="Text 19"/>
          <p:cNvSpPr/>
          <p:nvPr/>
        </p:nvSpPr>
        <p:spPr>
          <a:xfrm>
            <a:off x="13896975" y="4857750"/>
            <a:ext cx="3095625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Chẩm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(sau</a:t>
            </a:r>
            <a:r>
              <a:rPr lang="en-US" sz="30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đầu)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13896975" y="5715000"/>
            <a:ext cx="3095625" cy="2476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 hình ảnh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2955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1" name="Shape 29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36576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07/11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cfdb090e-2463-45b6-9874-2c769e75c35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nhỏ dùng</a:t>
            </a: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vùng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429000"/>
            <a:ext cx="5038725" cy="3810000"/>
          </a:xfrm>
          <a:prstGeom prst="roundRect">
            <a:avLst>
              <a:gd name="adj" fmla="val 7000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00150" y="3714750"/>
            <a:ext cx="647700" cy="6477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19200" y="4572000"/>
            <a:ext cx="4429125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Nghe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tiếng</a:t>
            </a:r>
            <a:r>
              <a:rPr lang="en-US" sz="27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gọi: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thùy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thái</a:t>
            </a:r>
            <a:r>
              <a:rPr lang="en-US" sz="27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dương</a:t>
            </a:r>
            <a:endParaRPr lang="en-US" sz="2700" dirty="0"/>
          </a:p>
        </p:txBody>
      </p:sp>
      <p:sp>
        <p:nvSpPr>
          <p:cNvPr id="7" name="Connector line-1792502429415-989931216"/>
          <p:cNvSpPr/>
          <p:nvPr/>
        </p:nvSpPr>
        <p:spPr>
          <a:xfrm>
            <a:off x="6029325" y="5334000"/>
            <a:ext cx="5143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619875" y="3429000"/>
            <a:ext cx="5038725" cy="3810000"/>
          </a:xfrm>
          <a:prstGeom prst="roundRect">
            <a:avLst>
              <a:gd name="adj" fmla="val 7000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905625" y="3714750"/>
            <a:ext cx="647700" cy="6477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0" name="Text 8"/>
          <p:cNvSpPr/>
          <p:nvPr/>
        </p:nvSpPr>
        <p:spPr>
          <a:xfrm>
            <a:off x="6905625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6924675" y="4572000"/>
            <a:ext cx="4429125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Cân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nhắc</a:t>
            </a:r>
            <a:r>
              <a:rPr lang="en-US" sz="27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700" dirty="0" spc="-2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trả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lời: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thùy</a:t>
            </a:r>
            <a:r>
              <a:rPr lang="en-US" sz="270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trán</a:t>
            </a:r>
            <a:endParaRPr lang="en-US" sz="2700" dirty="0"/>
          </a:p>
        </p:txBody>
      </p:sp>
      <p:sp>
        <p:nvSpPr>
          <p:cNvPr id="12" name="Connector line-1792502429418-870286570"/>
          <p:cNvSpPr/>
          <p:nvPr/>
        </p:nvSpPr>
        <p:spPr>
          <a:xfrm>
            <a:off x="11744325" y="5334000"/>
            <a:ext cx="5143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12334875" y="3429000"/>
            <a:ext cx="5038725" cy="3810000"/>
          </a:xfrm>
          <a:prstGeom prst="roundRect">
            <a:avLst>
              <a:gd name="adj" fmla="val 7000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620625" y="3714750"/>
            <a:ext cx="647700" cy="6477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Text 13"/>
          <p:cNvSpPr/>
          <p:nvPr/>
        </p:nvSpPr>
        <p:spPr>
          <a:xfrm>
            <a:off x="12620625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12639675" y="4572000"/>
            <a:ext cx="4429125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Phát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lệnh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nói: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vùng</a:t>
            </a:r>
            <a:r>
              <a:rPr lang="en-US" sz="27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vận</a:t>
            </a:r>
            <a:r>
              <a:rPr lang="en-US" sz="27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5241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5" name="Shape 23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36576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08/11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471924eb-4ba0-41ef-9ee6-b103cf754a0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vùng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quan</a:t>
            </a:r>
            <a:r>
              <a:rPr lang="en-US" sz="57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trọng,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duy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952750"/>
            <a:ext cx="152400" cy="40005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4" name="Text 2"/>
          <p:cNvSpPr/>
          <p:nvPr/>
        </p:nvSpPr>
        <p:spPr>
          <a:xfrm>
            <a:off x="1485900" y="2857500"/>
            <a:ext cx="15811500" cy="4191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ctr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6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Chức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năng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6900" dirty="0" spc="-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mạng</a:t>
            </a:r>
            <a:r>
              <a:rPr lang="en-US" sz="6900" dirty="0" spc="-79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lưới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1485900" y="7429500"/>
            <a:ext cx="15811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"X</a:t>
            </a:r>
            <a:r>
              <a:rPr lang="en-US" sz="27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7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Y"</a:t>
            </a:r>
            <a:r>
              <a:rPr lang="en-US" sz="27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7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</a:t>
            </a:r>
            <a:r>
              <a:rPr lang="en-US" sz="27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70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7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 [S4]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27527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6" name="Shape 14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09/11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dadd3b4f-4cb4-4002-abe7-2fd085c6581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66700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69" dirty="0" spc="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9369" dirty="0"/>
          </a:p>
        </p:txBody>
      </p:sp>
      <p:sp>
        <p:nvSpPr>
          <p:cNvPr id="4" name="Shape 2"/>
          <p:cNvSpPr/>
          <p:nvPr/>
        </p:nvSpPr>
        <p:spPr>
          <a:xfrm>
            <a:off x="2724150" y="276225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3105150" y="276225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3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Trung</a:t>
            </a:r>
            <a:r>
              <a:rPr lang="en-US" sz="300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ương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</a:t>
            </a:r>
            <a:r>
              <a:rPr lang="en-US" sz="300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tủy</a:t>
            </a:r>
            <a:r>
              <a:rPr lang="en-US" sz="30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sống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421005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69" dirty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9369" dirty="0"/>
          </a:p>
        </p:txBody>
      </p:sp>
      <p:sp>
        <p:nvSpPr>
          <p:cNvPr id="7" name="Shape 5"/>
          <p:cNvSpPr/>
          <p:nvPr/>
        </p:nvSpPr>
        <p:spPr>
          <a:xfrm>
            <a:off x="2724150" y="430530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3105150" y="430530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Thân</a:t>
            </a: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giữ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sự</a:t>
            </a:r>
            <a:r>
              <a:rPr lang="en-US" sz="30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sống,</a:t>
            </a: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tiểu não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chỉnh cử</a:t>
            </a:r>
            <a:r>
              <a:rPr lang="en-US" sz="30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14400" y="575310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69" dirty="0" spc="6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9369" dirty="0"/>
          </a:p>
        </p:txBody>
      </p:sp>
      <p:sp>
        <p:nvSpPr>
          <p:cNvPr id="10" name="Shape 8"/>
          <p:cNvSpPr/>
          <p:nvPr/>
        </p:nvSpPr>
        <p:spPr>
          <a:xfrm>
            <a:off x="2724150" y="584835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3105150" y="584835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Cấu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trúc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sâu: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cảm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xúc,</a:t>
            </a:r>
            <a:r>
              <a:rPr lang="en-US" sz="300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trí</a:t>
            </a:r>
            <a:r>
              <a:rPr lang="en-US" sz="30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nhớ,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nhu</a:t>
            </a:r>
            <a:r>
              <a:rPr lang="en-US" sz="30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cầu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14400" y="729615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69" dirty="0" spc="-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9369" dirty="0"/>
          </a:p>
        </p:txBody>
      </p:sp>
      <p:sp>
        <p:nvSpPr>
          <p:cNvPr id="13" name="Shape 11"/>
          <p:cNvSpPr/>
          <p:nvPr/>
        </p:nvSpPr>
        <p:spPr>
          <a:xfrm>
            <a:off x="2724150" y="739140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14" name="Text 12"/>
          <p:cNvSpPr/>
          <p:nvPr/>
        </p:nvSpPr>
        <p:spPr>
          <a:xfrm>
            <a:off x="3105150" y="739140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8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Vỏ</a:t>
            </a: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30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bốn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thùy,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 phối hợp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9813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6" name="Shape 24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10/11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0e415ca3-11e2-42a2-9fe5-dc0b7b6383b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Nguồn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tham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khảo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622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7622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15621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4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Hove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Martinez,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Biological</a:t>
            </a:r>
            <a:r>
              <a:rPr lang="en-US" sz="300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Psychology,</a:t>
            </a:r>
            <a:r>
              <a:rPr lang="en-US" sz="30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422910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422910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4229100"/>
            <a:ext cx="15621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Azevedo</a:t>
            </a:r>
            <a:r>
              <a:rPr lang="en-US" sz="300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sự,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Comp</a:t>
            </a:r>
            <a:r>
              <a:rPr lang="en-US" sz="30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Neurol,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2009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914400" y="56959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56959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5695950"/>
            <a:ext cx="15621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NINDS,</a:t>
            </a:r>
            <a:r>
              <a:rPr lang="en-US" sz="300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Know</a:t>
            </a:r>
            <a:r>
              <a:rPr lang="en-US" sz="3000" b="1" dirty="0" spc="-6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Your</a:t>
            </a:r>
            <a:r>
              <a:rPr lang="en-US" sz="30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Brain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14400" y="716280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716280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7162800"/>
            <a:ext cx="15621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Society</a:t>
            </a:r>
            <a:r>
              <a:rPr lang="en-US" sz="30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</a:t>
            </a:r>
            <a:r>
              <a:rPr lang="en-US" sz="30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Neuroscience,</a:t>
            </a:r>
            <a:r>
              <a:rPr lang="en-US" sz="30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Brain</a:t>
            </a:r>
            <a:r>
              <a:rPr lang="en-US" sz="300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Facts,</a:t>
            </a:r>
            <a:r>
              <a:rPr lang="en-US" sz="30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2018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2099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6" name="Text 24"/>
          <p:cNvSpPr/>
          <p:nvPr/>
        </p:nvSpPr>
        <p:spPr>
          <a:xfrm>
            <a:off x="36576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11/11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414615a9-fe97-4f89-99b8-404baa56fb8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2026-10-20T13:21:18Z</dcterms:created>
  <dcterms:modified xsi:type="dcterms:W3CDTF">2026-10-20T13:21:18Z</dcterms:modified>
</cp:coreProperties>
</file>