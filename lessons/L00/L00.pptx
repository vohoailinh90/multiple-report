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e Vietnam Pro ExtraBold"/>
      <p:regular r:id="rId19"/>
    </p:embeddedFont>
    <p:embeddedFont>
      <p:font typeface="Be Vietnam Pro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63250" y="1333500"/>
            <a:ext cx="5715000" cy="5715000"/>
          </a:xfrm>
          <a:prstGeom prst="ellipse">
            <a:avLst/>
          </a:prstGeom>
          <a:noFill/>
          <a:ln w="28575">
            <a:solidFill>
              <a:srgbClr val="FF8A4C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11000" y="2381250"/>
            <a:ext cx="3619500" cy="3619500"/>
          </a:xfrm>
          <a:prstGeom prst="ellipse">
            <a:avLst/>
          </a:prstGeom>
          <a:noFill/>
          <a:ln w="19050">
            <a:solidFill>
              <a:srgbClr val="FF8A4C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954000" y="3524250"/>
            <a:ext cx="1333500" cy="1333500"/>
          </a:xfrm>
          <a:prstGeom prst="ellipse">
            <a:avLst/>
          </a:prstGeom>
          <a:solidFill>
            <a:srgbClr val="FF8A4C"/>
          </a:solidFill>
          <a:ln/>
        </p:spPr>
      </p:sp>
      <p:sp>
        <p:nvSpPr>
          <p:cNvPr id="5" name="Connector line-1792370714466-328724666"/>
          <p:cNvSpPr/>
          <p:nvPr/>
        </p:nvSpPr>
        <p:spPr>
          <a:xfrm flipV="1">
            <a:off x="14287500" y="2857500"/>
            <a:ext cx="3238500" cy="1333500"/>
          </a:xfrm>
          <a:prstGeom prst="line">
            <a:avLst/>
          </a:prstGeom>
          <a:noFill/>
          <a:ln w="28575">
            <a:solidFill>
              <a:srgbClr val="FFB27D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Connector line-1792370714467-777566418"/>
          <p:cNvSpPr/>
          <p:nvPr/>
        </p:nvSpPr>
        <p:spPr>
          <a:xfrm>
            <a:off x="13620750" y="4857750"/>
            <a:ext cx="1238250" cy="3714750"/>
          </a:xfrm>
          <a:prstGeom prst="line">
            <a:avLst/>
          </a:prstGeom>
          <a:noFill/>
          <a:ln w="28575">
            <a:solidFill>
              <a:srgbClr val="FFB27D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Connector line-1792370714467-406303641"/>
          <p:cNvSpPr/>
          <p:nvPr/>
        </p:nvSpPr>
        <p:spPr>
          <a:xfrm flipH="1" flipV="1">
            <a:off x="9525000" y="2381250"/>
            <a:ext cx="3429000" cy="1809750"/>
          </a:xfrm>
          <a:prstGeom prst="line">
            <a:avLst/>
          </a:prstGeom>
          <a:noFill/>
          <a:ln w="28575">
            <a:solidFill>
              <a:srgbClr val="FFB27D">
                <a:alpha val="4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7392650" y="2724150"/>
            <a:ext cx="266700" cy="266700"/>
          </a:xfrm>
          <a:prstGeom prst="ellipse">
            <a:avLst/>
          </a:prstGeom>
          <a:solidFill>
            <a:srgbClr val="FFB27D"/>
          </a:solidFill>
          <a:ln/>
        </p:spPr>
      </p:sp>
      <p:sp>
        <p:nvSpPr>
          <p:cNvPr id="9" name="Shape 7"/>
          <p:cNvSpPr/>
          <p:nvPr/>
        </p:nvSpPr>
        <p:spPr>
          <a:xfrm>
            <a:off x="14725650" y="8439150"/>
            <a:ext cx="266700" cy="266700"/>
          </a:xfrm>
          <a:prstGeom prst="ellipse">
            <a:avLst/>
          </a:prstGeom>
          <a:solidFill>
            <a:srgbClr val="FFB27D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28575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451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THẦN</a:t>
            </a:r>
            <a:r>
              <a:rPr lang="en-US" sz="2100" b="1" spc="448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100" b="1" spc="450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100" b="1" spc="449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22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" y="3429000"/>
            <a:ext cx="10477500" cy="2857500"/>
          </a:xfrm>
          <a:prstGeom prst="rect">
            <a:avLst/>
          </a:prstGeom>
          <a:noFill/>
          <a:ln/>
        </p:spPr>
        <p:txBody>
          <a:bodyPr wrap="square" lIns="0" tIns="100155" rIns="0" bIns="-100155" rtlCol="0" anchor="t"/>
          <a:lstStyle/>
          <a:p>
            <a:pPr algn="l" indent="0" marL="0">
              <a:lnSpc>
                <a:spcPts val="8820"/>
              </a:lnSpc>
              <a:buNone/>
            </a:pPr>
            <a:r>
              <a:rPr lang="en-US" sz="8400" dirty="0" spc="-19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Dopamine</a:t>
            </a:r>
            <a:r>
              <a:rPr lang="en-US" sz="8400" dirty="0" spc="-78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8400" dirty="0" spc="-23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r>
              <a:rPr lang="en-US" sz="8400" dirty="0" spc="44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lực</a:t>
            </a:r>
            <a:endParaRPr lang="en-US" sz="8400" dirty="0"/>
          </a:p>
        </p:txBody>
      </p:sp>
      <p:sp>
        <p:nvSpPr>
          <p:cNvPr id="12" name="Text 10"/>
          <p:cNvSpPr/>
          <p:nvPr/>
        </p:nvSpPr>
        <p:spPr>
          <a:xfrm>
            <a:off x="1333500" y="657225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9954" rIns="0" bIns="-9954" rtlCol="0" anchor="t"/>
          <a:lstStyle/>
          <a:p>
            <a:pPr algn="l" indent="0" marL="0">
              <a:lnSpc>
                <a:spcPts val="3532"/>
              </a:lnSpc>
              <a:buNone/>
            </a:pPr>
            <a:r>
              <a:rPr lang="en-US" sz="2616" dirty="0" spc="62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616" dirty="0" spc="-3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616" dirty="0" spc="-17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616" dirty="0" spc="3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muốn,</a:t>
            </a:r>
            <a:r>
              <a:rPr lang="en-US" sz="2616" dirty="0" spc="-3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 sao</a:t>
            </a:r>
            <a:r>
              <a:rPr lang="en-US" sz="2616" dirty="0" spc="-17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616" dirty="0" spc="4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616" dirty="0" spc="-10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gắng,</a:t>
            </a:r>
            <a:r>
              <a:rPr lang="en-US" sz="2616" dirty="0" spc="-21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16" dirty="0" spc="-2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616" dirty="0" spc="-3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616" dirty="0" spc="2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“hormone</a:t>
            </a:r>
            <a:r>
              <a:rPr lang="en-US" sz="2616" dirty="0" spc="-1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616" dirty="0" spc="2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phúc”</a:t>
            </a:r>
            <a:r>
              <a:rPr lang="en-US" sz="2616" dirty="0" spc="0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616" dirty="0" spc="1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616" dirty="0" spc="-12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616" dirty="0" spc="9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616" dirty="0" spc="-3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616" dirty="0"/>
          </a:p>
        </p:txBody>
      </p:sp>
      <p:sp>
        <p:nvSpPr>
          <p:cNvPr id="13" name="Shape 11"/>
          <p:cNvSpPr/>
          <p:nvPr/>
        </p:nvSpPr>
        <p:spPr>
          <a:xfrm>
            <a:off x="1333500" y="8382000"/>
            <a:ext cx="1143000" cy="5715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86677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7762753d-d6be-4582-8e35-e840a59d5f5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1028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143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44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950" b="1" spc="277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3906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14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Dopamine</a:t>
            </a:r>
            <a:r>
              <a:rPr lang="en-US" sz="5100" dirty="0" spc="-21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5100" dirty="0" spc="-14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phải</a:t>
            </a:r>
            <a:r>
              <a:rPr lang="en-US" sz="5100" dirty="0" spc="-21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“hormone</a:t>
            </a:r>
            <a:r>
              <a:rPr lang="en-US" sz="5100" dirty="0" spc="-6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hạnh</a:t>
            </a:r>
            <a:r>
              <a:rPr lang="en-US" sz="5100" dirty="0" spc="-9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phúc”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1143000" y="3238500"/>
            <a:ext cx="5080000" cy="4572000"/>
          </a:xfrm>
          <a:prstGeom prst="roundRect">
            <a:avLst>
              <a:gd name="adj" fmla="val 5000"/>
            </a:avLst>
          </a:prstGeom>
          <a:solidFill>
            <a:srgbClr val="16263E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3695700"/>
            <a:ext cx="41656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F8A4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600200" y="5029200"/>
            <a:ext cx="4165600" cy="1019175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6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Báo</a:t>
            </a:r>
            <a:r>
              <a:rPr lang="en-US" sz="3000" dirty="0" spc="-38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3000" dirty="0" spc="3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3000" dirty="0" spc="-1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tốt</a:t>
            </a:r>
            <a:r>
              <a:rPr lang="en-US" sz="3000" dirty="0" spc="-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3000" dirty="0" spc="-11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3000" dirty="0" spc="-1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</a:t>
            </a:r>
            <a:r>
              <a:rPr lang="en-US" sz="3000" dirty="0" spc="-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 dự</a:t>
            </a:r>
            <a:r>
              <a:rPr lang="en-US" sz="3000" dirty="0" spc="8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604000" y="3238500"/>
            <a:ext cx="5080000" cy="4572000"/>
          </a:xfrm>
          <a:prstGeom prst="roundRect">
            <a:avLst>
              <a:gd name="adj" fmla="val 5000"/>
            </a:avLst>
          </a:prstGeom>
          <a:solidFill>
            <a:srgbClr val="16263E"/>
          </a:solidFill>
          <a:ln/>
        </p:spPr>
      </p:sp>
      <p:sp>
        <p:nvSpPr>
          <p:cNvPr id="9" name="Text 7"/>
          <p:cNvSpPr/>
          <p:nvPr/>
        </p:nvSpPr>
        <p:spPr>
          <a:xfrm>
            <a:off x="7061200" y="3695700"/>
            <a:ext cx="41656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4" kern="0">
                <a:solidFill>
                  <a:srgbClr val="FF8A4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7061200" y="5029200"/>
            <a:ext cx="4165600" cy="1019175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30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Làm</a:t>
            </a:r>
            <a:r>
              <a:rPr lang="en-US" sz="3000" dirty="0" spc="-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3000" dirty="0" spc="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3000" dirty="0" spc="-19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trở</a:t>
            </a:r>
            <a:r>
              <a:rPr lang="en-US" sz="3000" dirty="0" spc="-9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3000" dirty="0" spc="7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đáng</a:t>
            </a:r>
            <a:r>
              <a:rPr lang="en-US" sz="3000" dirty="0" spc="-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000" dirty="0" spc="5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đuổi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2065000" y="3238500"/>
            <a:ext cx="5080000" cy="4572000"/>
          </a:xfrm>
          <a:prstGeom prst="roundRect">
            <a:avLst>
              <a:gd name="adj" fmla="val 5000"/>
            </a:avLst>
          </a:prstGeom>
          <a:solidFill>
            <a:srgbClr val="16263E"/>
          </a:solidFill>
          <a:ln/>
        </p:spPr>
      </p:sp>
      <p:sp>
        <p:nvSpPr>
          <p:cNvPr id="12" name="Text 10"/>
          <p:cNvSpPr/>
          <p:nvPr/>
        </p:nvSpPr>
        <p:spPr>
          <a:xfrm>
            <a:off x="12522200" y="3695700"/>
            <a:ext cx="41656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8A4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12522200" y="5029200"/>
            <a:ext cx="4165600" cy="1019175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0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Giúp</a:t>
            </a:r>
            <a:r>
              <a:rPr lang="en-US" sz="3000" dirty="0" spc="-9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</a:t>
            </a:r>
            <a:r>
              <a:rPr lang="en-US" sz="3000" dirty="0" spc="-1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sẵn</a:t>
            </a:r>
            <a:r>
              <a:rPr lang="en-US" sz="3000" dirty="0" spc="-3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sàng bỏ</a:t>
            </a:r>
            <a:r>
              <a:rPr lang="en-US" sz="3000" dirty="0" spc="-7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3000" dirty="0" spc="1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sức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143000" y="9334500"/>
            <a:ext cx="133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650" dirty="0" spc="-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[S2]</a:t>
            </a:r>
            <a:r>
              <a:rPr lang="en-US" sz="1650" dirty="0" spc="-1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192500" y="9334500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-1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2e4aec2d-f5ec-439b-9aef-2b77966ff8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1028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143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56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DOPAMINE</a:t>
            </a:r>
            <a:r>
              <a:rPr lang="en-US" sz="1950" b="1" spc="377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GÌ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3906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29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Một</a:t>
            </a:r>
            <a:r>
              <a:rPr lang="en-US" sz="5100" dirty="0" spc="-13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chất</a:t>
            </a:r>
            <a:r>
              <a:rPr lang="en-US" sz="5100" dirty="0" spc="-7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5100" dirty="0" spc="-28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r>
              <a:rPr lang="en-US" sz="5100" dirty="0" spc="-7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thần</a:t>
            </a:r>
            <a:r>
              <a:rPr lang="en-US" sz="5100" dirty="0" spc="-2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kinh</a:t>
            </a:r>
            <a:endParaRPr lang="en-US" sz="5100" dirty="0"/>
          </a:p>
        </p:txBody>
      </p:sp>
      <p:sp>
        <p:nvSpPr>
          <p:cNvPr id="5" name="Text richtext-1792370778975-126128090"/>
          <p:cNvSpPr/>
          <p:nvPr/>
        </p:nvSpPr>
        <p:spPr>
          <a:xfrm>
            <a:off x="1143000" y="3238500"/>
            <a:ext cx="9144000" cy="43815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marL="381000" indent="-272202">
              <a:lnSpc>
                <a:spcPts val="4200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3000" dirty="0" spc="-17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3000" dirty="0" spc="0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3000" dirty="0" spc="-16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3000" dirty="0" spc="-3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3000" dirty="0" spc="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3000" dirty="0" spc="-19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(neurotransmitter)</a:t>
            </a:r>
            <a:endParaRPr lang="en-US" sz="3000" dirty="0"/>
          </a:p>
          <a:p>
            <a:pPr algn="l" marL="381000" indent="-272202">
              <a:lnSpc>
                <a:spcPts val="4200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3000" dirty="0" spc="-2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Sản</a:t>
            </a:r>
            <a:r>
              <a:rPr lang="en-US" sz="3000" dirty="0" spc="-13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3000" dirty="0" spc="5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-59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VTA</a:t>
            </a:r>
            <a:r>
              <a:rPr lang="en-US" sz="3000" dirty="0" spc="-19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13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3000" dirty="0" spc="10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đen,</a:t>
            </a:r>
            <a:r>
              <a:rPr lang="en-US" sz="3000" dirty="0" spc="0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3000" dirty="0" spc="-2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3000" dirty="0" spc="1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endParaRPr lang="en-US" sz="3000" dirty="0"/>
          </a:p>
          <a:p>
            <a:pPr algn="l" marL="381000" indent="-272202">
              <a:lnSpc>
                <a:spcPts val="4200"/>
              </a:lnSpc>
              <a:buSzPct val="100000"/>
              <a:buFont typeface="Arial"/>
              <a:buChar char="•"/>
            </a:pPr>
            <a:r>
              <a:rPr lang="en-US" sz="3000" dirty="0" spc="3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3000" dirty="0" spc="-4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-2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dirty="0" spc="9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000" dirty="0" spc="0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 chính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906250" y="3143250"/>
            <a:ext cx="4381500" cy="4381500"/>
          </a:xfrm>
          <a:prstGeom prst="ellipse">
            <a:avLst/>
          </a:prstGeom>
          <a:solidFill>
            <a:srgbClr val="16263E"/>
          </a:solidFill>
          <a:ln/>
        </p:spPr>
      </p:sp>
      <p:sp>
        <p:nvSpPr>
          <p:cNvPr id="7" name="Shape 5"/>
          <p:cNvSpPr/>
          <p:nvPr/>
        </p:nvSpPr>
        <p:spPr>
          <a:xfrm>
            <a:off x="12934950" y="4362450"/>
            <a:ext cx="1181100" cy="1181100"/>
          </a:xfrm>
          <a:prstGeom prst="ellipse">
            <a:avLst/>
          </a:prstGeom>
          <a:solidFill>
            <a:srgbClr val="FF8A4C"/>
          </a:solidFill>
          <a:ln/>
        </p:spPr>
      </p:sp>
      <p:sp>
        <p:nvSpPr>
          <p:cNvPr id="8" name="Shape 6"/>
          <p:cNvSpPr/>
          <p:nvPr/>
        </p:nvSpPr>
        <p:spPr>
          <a:xfrm>
            <a:off x="14439900" y="5391150"/>
            <a:ext cx="838200" cy="838200"/>
          </a:xfrm>
          <a:prstGeom prst="ellipse">
            <a:avLst/>
          </a:prstGeom>
          <a:solidFill>
            <a:srgbClr val="FFB27D"/>
          </a:solidFill>
          <a:ln/>
        </p:spPr>
      </p:sp>
      <p:sp>
        <p:nvSpPr>
          <p:cNvPr id="9" name="Text 7"/>
          <p:cNvSpPr/>
          <p:nvPr/>
        </p:nvSpPr>
        <p:spPr>
          <a:xfrm>
            <a:off x="12287250" y="400050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60" kern="0">
                <a:solidFill>
                  <a:srgbClr val="F3EE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VTA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001750" y="6477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F3EE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1800" b="1" dirty="0" spc="3" kern="0">
                <a:solidFill>
                  <a:srgbClr val="F3EE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906250" y="7810500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4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Não</a:t>
            </a:r>
            <a:r>
              <a:rPr lang="en-US" sz="1800" dirty="0" spc="6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800" dirty="0" spc="-6" kern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(midbrain)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192500" y="9334500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3e8058f7-287f-42ef-b06e-a62bab8e43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1028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143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56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DOPAMINE</a:t>
            </a:r>
            <a:r>
              <a:rPr lang="en-US" sz="1950" b="1" spc="377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GÌ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3906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2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Ba</a:t>
            </a:r>
            <a:r>
              <a:rPr lang="en-US" sz="5100" dirty="0" spc="14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đường</a:t>
            </a:r>
            <a:r>
              <a:rPr lang="en-US" sz="5100" dirty="0" spc="-8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5100" dirty="0" spc="-18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dopamine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1143000" y="3143250"/>
            <a:ext cx="5080000" cy="5143500"/>
          </a:xfrm>
          <a:prstGeom prst="roundRect">
            <a:avLst>
              <a:gd name="adj" fmla="val 4500"/>
            </a:avLst>
          </a:prstGeom>
          <a:solidFill>
            <a:srgbClr val="1F3557"/>
          </a:solidFill>
          <a:ln w="28575">
            <a:solidFill>
              <a:srgbClr val="FF8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62100" y="3562350"/>
            <a:ext cx="4241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" kern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Mesolimbic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62100" y="4095750"/>
            <a:ext cx="42418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VTA → nhân accumbens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562100" y="4676775"/>
            <a:ext cx="4241800" cy="447675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400" dirty="0" spc="6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thưởng,</a:t>
            </a:r>
            <a:r>
              <a:rPr lang="en-US" sz="2400" dirty="0" spc="11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10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62100" y="5238750"/>
            <a:ext cx="4241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2" kern="0">
                <a:solidFill>
                  <a:srgbClr val="FFB27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Trọng</a:t>
            </a:r>
            <a:r>
              <a:rPr lang="en-US" sz="1800" dirty="0" spc="-11" kern="0">
                <a:solidFill>
                  <a:srgbClr val="FFB27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1800" dirty="0" spc="3" kern="0">
                <a:solidFill>
                  <a:srgbClr val="FFB27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2" kern="0">
                <a:solidFill>
                  <a:srgbClr val="FFB27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8" kern="0">
                <a:solidFill>
                  <a:srgbClr val="FFB27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604000" y="3143250"/>
            <a:ext cx="5080000" cy="5143500"/>
          </a:xfrm>
          <a:prstGeom prst="roundRect">
            <a:avLst>
              <a:gd name="adj" fmla="val 4500"/>
            </a:avLst>
          </a:prstGeom>
          <a:solidFill>
            <a:srgbClr val="16263E"/>
          </a:solidFill>
          <a:ln/>
        </p:spPr>
      </p:sp>
      <p:sp>
        <p:nvSpPr>
          <p:cNvPr id="11" name="Text 9"/>
          <p:cNvSpPr/>
          <p:nvPr/>
        </p:nvSpPr>
        <p:spPr>
          <a:xfrm>
            <a:off x="7023100" y="3562350"/>
            <a:ext cx="4241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" kern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Mesocortical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023100" y="4095750"/>
            <a:ext cx="42418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VTA → vỏ não trước trán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7023100" y="4676775"/>
            <a:ext cx="4241800" cy="447675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Chú ý,</a:t>
            </a:r>
            <a:r>
              <a:rPr lang="en-US" sz="2400" dirty="0" spc="2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dirty="0" spc="-37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400" dirty="0" spc="-1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2065000" y="3143250"/>
            <a:ext cx="5080000" cy="5143500"/>
          </a:xfrm>
          <a:prstGeom prst="roundRect">
            <a:avLst>
              <a:gd name="adj" fmla="val 4500"/>
            </a:avLst>
          </a:prstGeom>
          <a:solidFill>
            <a:srgbClr val="16263E"/>
          </a:solidFill>
          <a:ln/>
        </p:spPr>
      </p:sp>
      <p:sp>
        <p:nvSpPr>
          <p:cNvPr id="15" name="Text 13"/>
          <p:cNvSpPr/>
          <p:nvPr/>
        </p:nvSpPr>
        <p:spPr>
          <a:xfrm>
            <a:off x="12484100" y="3562350"/>
            <a:ext cx="4241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4" kern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Nigrostriatal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484100" y="4095750"/>
            <a:ext cx="42418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Chất đen → thể vân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484100" y="4676775"/>
            <a:ext cx="4241800" cy="857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36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2400" dirty="0" spc="10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động;</a:t>
            </a:r>
            <a:r>
              <a:rPr lang="en-US" sz="2400" dirty="0" spc="-10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2400" dirty="0" spc="6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400" dirty="0" spc="-13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2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2400" dirty="0" spc="-8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Parkinson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192500" y="9334500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-4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ee7e2d3e-9743-4f5e-abe1-9ef5cf61fa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1028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333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76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 HIỆU</a:t>
            </a:r>
            <a:r>
              <a:rPr lang="en-US" sz="1950" b="1" spc="362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1950" b="1" spc="383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376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1950" b="1" spc="360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950" b="1" spc="374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b="1" spc="377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3906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2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Thí</a:t>
            </a:r>
            <a:r>
              <a:rPr lang="en-US" sz="5100" dirty="0" spc="-12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nghiệm</a:t>
            </a:r>
            <a:r>
              <a:rPr lang="en-US" sz="5100" dirty="0" spc="-3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5100" dirty="0" spc="0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Schultz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1143000" y="3238500"/>
            <a:ext cx="5080000" cy="4762500"/>
          </a:xfrm>
          <a:prstGeom prst="roundRect">
            <a:avLst>
              <a:gd name="adj" fmla="val 4800"/>
            </a:avLst>
          </a:prstGeom>
          <a:solidFill>
            <a:srgbClr val="16263E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36576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F8A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0F1B2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562100" y="4610100"/>
            <a:ext cx="4241800" cy="962025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Phần</a:t>
            </a:r>
            <a:r>
              <a:rPr lang="en-US" sz="2700" dirty="0" spc="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</a:t>
            </a:r>
            <a:r>
              <a:rPr lang="en-US" sz="2700" dirty="0" spc="-1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bất</a:t>
            </a:r>
            <a:r>
              <a:rPr lang="en-US" sz="2700" dirty="0" spc="-9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ngờ:</a:t>
            </a:r>
            <a:r>
              <a:rPr lang="en-US" sz="2700" dirty="0" spc="-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 hiệu mạnh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604000" y="3238500"/>
            <a:ext cx="5080000" cy="4762500"/>
          </a:xfrm>
          <a:prstGeom prst="roundRect">
            <a:avLst>
              <a:gd name="adj" fmla="val 4800"/>
            </a:avLst>
          </a:prstGeom>
          <a:solidFill>
            <a:srgbClr val="16263E"/>
          </a:solidFill>
          <a:ln/>
        </p:spPr>
      </p:sp>
      <p:sp>
        <p:nvSpPr>
          <p:cNvPr id="9" name="Text 7"/>
          <p:cNvSpPr/>
          <p:nvPr/>
        </p:nvSpPr>
        <p:spPr>
          <a:xfrm>
            <a:off x="7023100" y="36576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F8A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0F1B2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023100" y="4610100"/>
            <a:ext cx="4241800" cy="1419225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Đã</a:t>
            </a:r>
            <a:r>
              <a:rPr lang="en-US" sz="2700" dirty="0" spc="-10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2700" dirty="0" spc="-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 hiệu</a:t>
            </a:r>
            <a:r>
              <a:rPr lang="en-US" sz="2700" dirty="0" spc="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đèn:</a:t>
            </a:r>
            <a:r>
              <a:rPr lang="en-US" sz="2700" dirty="0" spc="-5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dopamine</a:t>
            </a:r>
            <a:r>
              <a:rPr lang="en-US" sz="2700" dirty="0" spc="-1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2700" dirty="0" spc="-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</a:t>
            </a:r>
            <a:r>
              <a:rPr lang="en-US" sz="2700" dirty="0" spc="6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đèn</a:t>
            </a:r>
            <a:r>
              <a:rPr lang="en-US" sz="2700" dirty="0" spc="-5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sáng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12065000" y="3238500"/>
            <a:ext cx="5080000" cy="4762500"/>
          </a:xfrm>
          <a:prstGeom prst="roundRect">
            <a:avLst>
              <a:gd name="adj" fmla="val 4800"/>
            </a:avLst>
          </a:prstGeom>
          <a:solidFill>
            <a:srgbClr val="16263E"/>
          </a:solidFill>
          <a:ln/>
        </p:spPr>
      </p:sp>
      <p:sp>
        <p:nvSpPr>
          <p:cNvPr id="12" name="Text 10"/>
          <p:cNvSpPr/>
          <p:nvPr/>
        </p:nvSpPr>
        <p:spPr>
          <a:xfrm>
            <a:off x="12484100" y="36576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8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5" kern="0">
                <a:solidFill>
                  <a:srgbClr val="0F1B2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484100" y="4610100"/>
            <a:ext cx="4241800" cy="1419225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3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Đèn</a:t>
            </a:r>
            <a:r>
              <a:rPr lang="en-US" sz="2700" dirty="0" spc="-5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sáng</a:t>
            </a:r>
            <a:r>
              <a:rPr lang="en-US" sz="2700" dirty="0" spc="-6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 không có</a:t>
            </a:r>
            <a:r>
              <a:rPr lang="en-US" sz="2700" dirty="0" spc="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thưởng:</a:t>
            </a:r>
            <a:r>
              <a:rPr lang="en-US" sz="2700" dirty="0" spc="-16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2700" dirty="0" spc="3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0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</a:t>
            </a:r>
            <a:r>
              <a:rPr lang="en-US" sz="2700" dirty="0" spc="10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2700" dirty="0" spc="1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r>
              <a:rPr lang="en-US" sz="2700" dirty="0" spc="-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nền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143000" y="9334500"/>
            <a:ext cx="133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650" dirty="0" spc="-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650" dirty="0" spc="0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Schultz,</a:t>
            </a:r>
            <a:r>
              <a:rPr lang="en-US" sz="1650" dirty="0" spc="-1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Dayan,</a:t>
            </a:r>
            <a:r>
              <a:rPr lang="en-US" sz="1650" dirty="0" spc="-8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Montague,</a:t>
            </a:r>
            <a:r>
              <a:rPr lang="en-US" sz="1650" dirty="0" spc="0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Science,</a:t>
            </a:r>
            <a:r>
              <a:rPr lang="en-US" sz="1650" dirty="0" spc="7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1997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192500" y="9334500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0c3521ed-a251-47a5-a3d6-21fcfb7894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1028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333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76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 HIỆU</a:t>
            </a:r>
            <a:r>
              <a:rPr lang="en-US" sz="1950" b="1" spc="362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1950" b="1" spc="383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376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1950" b="1" spc="360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950" b="1" spc="374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b="1" spc="377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3906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5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Sai</a:t>
            </a:r>
            <a:r>
              <a:rPr lang="en-US" sz="5100" dirty="0" spc="-4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số</a:t>
            </a:r>
            <a:r>
              <a:rPr lang="en-US" sz="5100" dirty="0" spc="-3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dự</a:t>
            </a:r>
            <a:r>
              <a:rPr lang="en-US" sz="5100" dirty="0" spc="2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đoán</a:t>
            </a:r>
            <a:r>
              <a:rPr lang="en-US" sz="5100" dirty="0" spc="-15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phần</a:t>
            </a:r>
            <a:r>
              <a:rPr lang="en-US" sz="5100" dirty="0" spc="10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thưởng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1143000" y="3048000"/>
            <a:ext cx="16002000" cy="1619250"/>
          </a:xfrm>
          <a:prstGeom prst="roundRect">
            <a:avLst>
              <a:gd name="adj" fmla="val 14118"/>
            </a:avLst>
          </a:prstGeom>
          <a:solidFill>
            <a:srgbClr val="1F3557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333375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23050" rIns="0" bIns="-23050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b="1" dirty="0" spc="-6" kern="0">
                <a:solidFill>
                  <a:srgbClr val="FFB27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Dopamine</a:t>
            </a:r>
            <a:r>
              <a:rPr lang="en-US" sz="3300" b="1" dirty="0" spc="0" kern="0">
                <a:solidFill>
                  <a:srgbClr val="FFB27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300" b="1" dirty="0" spc="-1" kern="0">
                <a:solidFill>
                  <a:srgbClr val="FFB27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“khác</a:t>
            </a:r>
            <a:r>
              <a:rPr lang="en-US" sz="3300" b="1" dirty="0" spc="-16" kern="0">
                <a:solidFill>
                  <a:srgbClr val="FFB27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300" b="1" dirty="0" spc="0" kern="0">
                <a:solidFill>
                  <a:srgbClr val="FFB27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3300" b="1" dirty="0" spc="2" kern="0">
                <a:solidFill>
                  <a:srgbClr val="FFB27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đoán”,</a:t>
            </a:r>
            <a:r>
              <a:rPr lang="en-US" sz="3300" b="1" dirty="0" spc="-12" kern="0">
                <a:solidFill>
                  <a:srgbClr val="FFB27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b="1" dirty="0" spc="0" kern="0">
                <a:solidFill>
                  <a:srgbClr val="FFB27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300" b="1" dirty="0" spc="-6" kern="0">
                <a:solidFill>
                  <a:srgbClr val="FFB27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“có</a:t>
            </a:r>
            <a:r>
              <a:rPr lang="en-US" sz="3300" b="1" dirty="0" spc="5" kern="0">
                <a:solidFill>
                  <a:srgbClr val="FFB27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thưởng”</a:t>
            </a:r>
            <a:endParaRPr lang="en-US" sz="3300" dirty="0"/>
          </a:p>
        </p:txBody>
      </p:sp>
      <p:sp>
        <p:nvSpPr>
          <p:cNvPr id="7" name="Text richtext-1792370781966-280959727"/>
          <p:cNvSpPr/>
          <p:nvPr/>
        </p:nvSpPr>
        <p:spPr>
          <a:xfrm>
            <a:off x="1143000" y="5429250"/>
            <a:ext cx="16002000" cy="28575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marL="381000" indent="-272202">
              <a:lnSpc>
                <a:spcPts val="4200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3000" dirty="0" spc="-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3000" dirty="0" spc="-16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3000" dirty="0" spc="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3000" dirty="0" spc="-1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dirty="0" spc="-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3000" dirty="0" spc="-13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3000" dirty="0" spc="9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cường</a:t>
            </a:r>
            <a:r>
              <a:rPr lang="en-US" sz="3000" dirty="0" spc="-27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(reinforcement</a:t>
            </a:r>
            <a:r>
              <a:rPr lang="en-US" sz="3000" dirty="0" spc="0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learning)</a:t>
            </a:r>
            <a:r>
              <a:rPr lang="en-US" sz="3000" dirty="0" spc="-2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-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3000" dirty="0"/>
          </a:p>
          <a:p>
            <a:pPr algn="l" marL="381000" indent="-272202">
              <a:lnSpc>
                <a:spcPts val="4200"/>
              </a:lnSpc>
              <a:buSzPct val="100000"/>
              <a:buFont typeface="Arial"/>
              <a:buChar char="•"/>
            </a:pPr>
            <a:r>
              <a:rPr lang="en-US" sz="3000" dirty="0" spc="8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Thưởng</a:t>
            </a:r>
            <a:r>
              <a:rPr lang="en-US" sz="3000" dirty="0" spc="16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3000" dirty="0" spc="13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đặn</a:t>
            </a:r>
            <a:r>
              <a:rPr lang="en-US" sz="3000" dirty="0" spc="0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3000" dirty="0" spc="-16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3000" dirty="0" spc="-15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000" dirty="0" spc="0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dụng;</a:t>
            </a:r>
            <a:r>
              <a:rPr lang="en-US" sz="3000" dirty="0" spc="25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-18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3000" dirty="0" spc="-14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ngờ</a:t>
            </a:r>
            <a:r>
              <a:rPr lang="en-US" sz="3000" dirty="0" spc="5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000" dirty="0" spc="-16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000" dirty="0" spc="-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3000" dirty="0" spc="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43000" y="9334500"/>
            <a:ext cx="133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650" dirty="0" spc="-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6192500" y="9334500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-3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80d2ad8f-80b0-46c2-93dc-95219429c5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1028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333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74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1950" b="1" spc="325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76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1950" b="1" spc="375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b="1" spc="376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spc="370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950" b="1" spc="360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b="1" spc="375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3906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9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Muốn</a:t>
            </a:r>
            <a:r>
              <a:rPr lang="en-US" sz="5100" dirty="0" spc="0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khác</a:t>
            </a:r>
            <a:r>
              <a:rPr lang="en-US" sz="5100" dirty="0" spc="-22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với</a:t>
            </a:r>
            <a:r>
              <a:rPr lang="en-US" sz="5100" dirty="0" spc="-1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thích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1143000" y="3143250"/>
            <a:ext cx="7810500" cy="4191000"/>
          </a:xfrm>
          <a:prstGeom prst="roundRect">
            <a:avLst>
              <a:gd name="adj" fmla="val 5455"/>
            </a:avLst>
          </a:prstGeom>
          <a:solidFill>
            <a:srgbClr val="FF8A4C"/>
          </a:solidFill>
          <a:ln/>
        </p:spPr>
      </p:sp>
      <p:sp>
        <p:nvSpPr>
          <p:cNvPr id="6" name="Text 4"/>
          <p:cNvSpPr/>
          <p:nvPr/>
        </p:nvSpPr>
        <p:spPr>
          <a:xfrm>
            <a:off x="1638300" y="3638550"/>
            <a:ext cx="6819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0F1B2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250" b="1" spc="226" kern="0" dirty="0">
                <a:solidFill>
                  <a:srgbClr val="0F1B2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spc="206" kern="0" dirty="0">
                <a:solidFill>
                  <a:srgbClr val="0F1B2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WANTING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38300" y="4191000"/>
            <a:ext cx="6819900" cy="457200"/>
          </a:xfrm>
          <a:prstGeom prst="rect">
            <a:avLst/>
          </a:prstGeom>
          <a:noFill/>
          <a:ln/>
        </p:spPr>
        <p:txBody>
          <a:bodyPr wrap="square" lIns="0" tIns="14938" rIns="0" bIns="-14938" rtlCol="0" anchor="t"/>
          <a:lstStyle/>
          <a:p>
            <a:pPr algn="l" indent="0" marL="0">
              <a:lnSpc>
                <a:spcPts val="3597"/>
              </a:lnSpc>
              <a:buNone/>
            </a:pPr>
            <a:r>
              <a:rPr lang="en-US" sz="2767" b="1" dirty="0" spc="22" kern="0">
                <a:solidFill>
                  <a:srgbClr val="0F1B2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Sức</a:t>
            </a:r>
            <a:r>
              <a:rPr lang="en-US" sz="2767" b="1" dirty="0" spc="-1" kern="0">
                <a:solidFill>
                  <a:srgbClr val="0F1B2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hút</a:t>
            </a:r>
            <a:r>
              <a:rPr lang="en-US" sz="2767" b="1" dirty="0" spc="-6" kern="0">
                <a:solidFill>
                  <a:srgbClr val="0F1B2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767" b="1" dirty="0" spc="-8" kern="0">
                <a:solidFill>
                  <a:srgbClr val="0F1B2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767" b="1" dirty="0" spc="0" kern="0">
                <a:solidFill>
                  <a:srgbClr val="0F1B2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767" b="1" dirty="0" spc="3" kern="0">
                <a:solidFill>
                  <a:srgbClr val="0F1B2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767" b="1" dirty="0" spc="-12" kern="0">
                <a:solidFill>
                  <a:srgbClr val="0F1B2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67" b="1" dirty="0" spc="-1" kern="0">
                <a:solidFill>
                  <a:srgbClr val="0F1B2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endParaRPr lang="en-US" sz="2767" dirty="0"/>
          </a:p>
        </p:txBody>
      </p:sp>
      <p:sp>
        <p:nvSpPr>
          <p:cNvPr id="8" name="Text 6"/>
          <p:cNvSpPr/>
          <p:nvPr/>
        </p:nvSpPr>
        <p:spPr>
          <a:xfrm>
            <a:off x="1638300" y="4857750"/>
            <a:ext cx="6819900" cy="8001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2A1A1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250" dirty="0" spc="-11" kern="0">
                <a:solidFill>
                  <a:srgbClr val="2A1A1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1" kern="0">
                <a:solidFill>
                  <a:srgbClr val="2A1A1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dopamine:</a:t>
            </a:r>
            <a:r>
              <a:rPr lang="en-US" sz="2250" dirty="0" spc="4" kern="0">
                <a:solidFill>
                  <a:srgbClr val="2A1A1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250" dirty="0" spc="2" kern="0">
                <a:solidFill>
                  <a:srgbClr val="2A1A1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nổi</a:t>
            </a:r>
            <a:r>
              <a:rPr lang="en-US" sz="2250" dirty="0" spc="-13" kern="0">
                <a:solidFill>
                  <a:srgbClr val="2A1A1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250" dirty="0" spc="2" kern="0">
                <a:solidFill>
                  <a:srgbClr val="2A1A1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11" kern="0">
                <a:solidFill>
                  <a:srgbClr val="2A1A1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dirty="0" spc="1" kern="0">
                <a:solidFill>
                  <a:srgbClr val="2A1A1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9" kern="0">
                <a:solidFill>
                  <a:srgbClr val="2A1A1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(incentive</a:t>
            </a:r>
            <a:r>
              <a:rPr lang="en-US" sz="2250" dirty="0" spc="-2" kern="0">
                <a:solidFill>
                  <a:srgbClr val="2A1A1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salience)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34500" y="3143250"/>
            <a:ext cx="7810500" cy="4191000"/>
          </a:xfrm>
          <a:prstGeom prst="roundRect">
            <a:avLst>
              <a:gd name="adj" fmla="val 5455"/>
            </a:avLst>
          </a:prstGeom>
          <a:solidFill>
            <a:srgbClr val="16263E"/>
          </a:solidFill>
          <a:ln/>
        </p:spPr>
      </p:sp>
      <p:sp>
        <p:nvSpPr>
          <p:cNvPr id="10" name="Text 8"/>
          <p:cNvSpPr/>
          <p:nvPr/>
        </p:nvSpPr>
        <p:spPr>
          <a:xfrm>
            <a:off x="9829800" y="3638550"/>
            <a:ext cx="6819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5" kern="0" dirty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THÍCH</a:t>
            </a:r>
            <a:r>
              <a:rPr lang="en-US" sz="2250" b="1" spc="227" kern="0" dirty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spc="226" kern="0" dirty="0">
                <a:solidFill>
                  <a:srgbClr val="A9B4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LIKING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829800" y="4191000"/>
            <a:ext cx="6819900" cy="457200"/>
          </a:xfrm>
          <a:prstGeom prst="rect">
            <a:avLst/>
          </a:prstGeom>
          <a:noFill/>
          <a:ln/>
        </p:spPr>
        <p:txBody>
          <a:bodyPr wrap="square" lIns="0" tIns="14938" rIns="0" bIns="-14938" rtlCol="0" anchor="t"/>
          <a:lstStyle/>
          <a:p>
            <a:pPr algn="l" indent="0" marL="0">
              <a:lnSpc>
                <a:spcPts val="3597"/>
              </a:lnSpc>
              <a:buNone/>
            </a:pPr>
            <a:r>
              <a:rPr lang="en-US" sz="2767" b="1" dirty="0" spc="-7" kern="0">
                <a:solidFill>
                  <a:srgbClr val="F3EE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Khoái</a:t>
            </a:r>
            <a:r>
              <a:rPr lang="en-US" sz="2767" b="1" dirty="0" spc="-1" kern="0">
                <a:solidFill>
                  <a:srgbClr val="F3EE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767" b="1" dirty="0" spc="-4" kern="0">
                <a:solidFill>
                  <a:srgbClr val="F3EE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67" b="1" dirty="0" spc="-10" kern="0">
                <a:solidFill>
                  <a:srgbClr val="F3EE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767" b="1" dirty="0" spc="-1" kern="0">
                <a:solidFill>
                  <a:srgbClr val="F3EE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67" b="1" dirty="0" spc="-2" kern="0">
                <a:solidFill>
                  <a:srgbClr val="F3EE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67" b="1" dirty="0" spc="13" kern="0">
                <a:solidFill>
                  <a:srgbClr val="F3EE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767" dirty="0"/>
          </a:p>
        </p:txBody>
      </p:sp>
      <p:sp>
        <p:nvSpPr>
          <p:cNvPr id="12" name="Text 10"/>
          <p:cNvSpPr/>
          <p:nvPr/>
        </p:nvSpPr>
        <p:spPr>
          <a:xfrm>
            <a:off x="9829800" y="4857750"/>
            <a:ext cx="6819900" cy="342900"/>
          </a:xfrm>
          <a:prstGeom prst="rect">
            <a:avLst/>
          </a:prstGeom>
          <a:noFill/>
          <a:ln/>
        </p:spPr>
        <p:txBody>
          <a:bodyPr wrap="square" lIns="0" tIns="7622" rIns="0" bIns="-7622" rtlCol="0" anchor="t"/>
          <a:lstStyle/>
          <a:p>
            <a:pPr algn="l" indent="0" marL="0">
              <a:lnSpc>
                <a:spcPts val="2697"/>
              </a:lnSpc>
              <a:buNone/>
            </a:pPr>
            <a:r>
              <a:rPr lang="en-US" sz="1998" dirty="0" spc="0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 các</a:t>
            </a:r>
            <a:r>
              <a:rPr lang="en-US" sz="1998" dirty="0" spc="2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998" dirty="0" spc="0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98" dirty="0" spc="-16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98" dirty="0" spc="-2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1998" dirty="0" spc="9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1998" dirty="0" spc="-1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98" dirty="0" spc="1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98" dirty="0" spc="-3" kern="0">
                <a:solidFill>
                  <a:srgbClr val="C9D1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98" dirty="0"/>
          </a:p>
        </p:txBody>
      </p:sp>
      <p:sp>
        <p:nvSpPr>
          <p:cNvPr id="13" name="Text 11"/>
          <p:cNvSpPr/>
          <p:nvPr/>
        </p:nvSpPr>
        <p:spPr>
          <a:xfrm>
            <a:off x="1143000" y="7905750"/>
            <a:ext cx="1600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FB27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2700" dirty="0" spc="-6" kern="0">
                <a:solidFill>
                  <a:srgbClr val="FFB27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-31" kern="0">
                <a:solidFill>
                  <a:srgbClr val="FFB27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rất</a:t>
            </a:r>
            <a:r>
              <a:rPr lang="en-US" sz="2700" dirty="0" spc="0" kern="0">
                <a:solidFill>
                  <a:srgbClr val="FFB27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muốn</a:t>
            </a:r>
            <a:r>
              <a:rPr lang="en-US" sz="2700" dirty="0" spc="7" kern="0">
                <a:solidFill>
                  <a:srgbClr val="FFB27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lướt</a:t>
            </a:r>
            <a:r>
              <a:rPr lang="en-US" sz="2700" dirty="0" spc="14" kern="0">
                <a:solidFill>
                  <a:srgbClr val="FFB27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r>
              <a:rPr lang="en-US" sz="2700" dirty="0" spc="-7" kern="0">
                <a:solidFill>
                  <a:srgbClr val="FFB27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thoại</a:t>
            </a:r>
            <a:r>
              <a:rPr lang="en-US" sz="2700" dirty="0" spc="-6" kern="0">
                <a:solidFill>
                  <a:srgbClr val="FFB27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</a:t>
            </a:r>
            <a:r>
              <a:rPr lang="en-US" sz="2700" dirty="0" spc="7" kern="0">
                <a:solidFill>
                  <a:srgbClr val="FFB27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lướt</a:t>
            </a:r>
            <a:r>
              <a:rPr lang="en-US" sz="2700" dirty="0" spc="-23" kern="0">
                <a:solidFill>
                  <a:srgbClr val="FFB27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xong</a:t>
            </a:r>
            <a:r>
              <a:rPr lang="en-US" sz="2700" dirty="0" spc="-6" kern="0">
                <a:solidFill>
                  <a:srgbClr val="FFB27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0" kern="0">
                <a:solidFill>
                  <a:srgbClr val="FFB27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vui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143000" y="9334500"/>
            <a:ext cx="133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650" dirty="0" spc="-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650" dirty="0" spc="0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Berridge,</a:t>
            </a:r>
            <a:r>
              <a:rPr lang="en-US" sz="1650" dirty="0" spc="-11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Robinson,</a:t>
            </a:r>
            <a:r>
              <a:rPr lang="en-US" sz="1650" dirty="0" spc="-1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1650" dirty="0" spc="-19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Research</a:t>
            </a:r>
            <a:r>
              <a:rPr lang="en-US" sz="1650" dirty="0" spc="-18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Reviews,</a:t>
            </a:r>
            <a:r>
              <a:rPr lang="en-US" sz="1650" dirty="0" spc="-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1998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192500" y="9334500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5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73e00995-8a09-4133-b15c-80898cfe8a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1028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333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56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DOPAMINE</a:t>
            </a:r>
            <a:r>
              <a:rPr lang="en-US" sz="1950" b="1" spc="326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74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NỖ</a:t>
            </a:r>
            <a:r>
              <a:rPr lang="en-US" sz="1950" b="1" spc="376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3906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18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Động</a:t>
            </a:r>
            <a:r>
              <a:rPr lang="en-US" sz="5100" dirty="0" spc="28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lực</a:t>
            </a:r>
            <a:r>
              <a:rPr lang="en-US" sz="5100" dirty="0" spc="-13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5100" dirty="0" spc="1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sẵn</a:t>
            </a:r>
            <a:r>
              <a:rPr lang="en-US" sz="5100" dirty="0" spc="-7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sàng</a:t>
            </a:r>
            <a:r>
              <a:rPr lang="en-US" sz="5100" dirty="0" spc="-10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bỏ</a:t>
            </a:r>
            <a:r>
              <a:rPr lang="en-US" sz="5100" dirty="0" spc="-24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công</a:t>
            </a:r>
            <a:endParaRPr lang="en-US" sz="5100" dirty="0"/>
          </a:p>
        </p:txBody>
      </p:sp>
      <p:sp>
        <p:nvSpPr>
          <p:cNvPr id="5" name="Text richtext-1792370783718-535721720"/>
          <p:cNvSpPr/>
          <p:nvPr/>
        </p:nvSpPr>
        <p:spPr>
          <a:xfrm>
            <a:off x="1143000" y="3238500"/>
            <a:ext cx="9525000" cy="43815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marL="381000" indent="-272202">
              <a:lnSpc>
                <a:spcPts val="4200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3000" dirty="0" spc="-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Dopamine</a:t>
            </a:r>
            <a:r>
              <a:rPr lang="en-US" sz="3000" dirty="0" spc="3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-3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3000" dirty="0" spc="-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</a:t>
            </a:r>
            <a:r>
              <a:rPr lang="en-US" sz="3000" dirty="0" spc="-16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3000" dirty="0" spc="-1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dirty="0" spc="-9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3000" dirty="0" spc="-7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3000" dirty="0" spc="0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3000" dirty="0" spc="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3000" dirty="0"/>
          </a:p>
          <a:p>
            <a:pPr algn="l" marL="381000" indent="-272202">
              <a:lnSpc>
                <a:spcPts val="4200"/>
              </a:lnSpc>
              <a:buSzPct val="100000"/>
              <a:buFont typeface="Arial"/>
              <a:buChar char="•"/>
            </a:pPr>
            <a:r>
              <a:rPr lang="en-US" sz="3000" dirty="0" spc="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3000" dirty="0" spc="0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dopamine:</a:t>
            </a:r>
            <a:r>
              <a:rPr lang="en-US" sz="3000" dirty="0" spc="-17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dirty="0" spc="-2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ăn</a:t>
            </a:r>
            <a:r>
              <a:rPr lang="en-US" sz="3000" dirty="0" spc="22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000" dirty="0" spc="3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8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sẵn,</a:t>
            </a:r>
            <a:r>
              <a:rPr lang="en-US" sz="3000" dirty="0" spc="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 làm</a:t>
            </a:r>
            <a:r>
              <a:rPr lang="en-US" sz="3000" dirty="0" spc="0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2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-1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000" dirty="0" spc="22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000" dirty="0" spc="-13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ngon</a:t>
            </a:r>
            <a:r>
              <a:rPr lang="en-US" sz="3000" dirty="0" spc="-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620500" y="3238500"/>
            <a:ext cx="5524500" cy="4381500"/>
          </a:xfrm>
          <a:prstGeom prst="roundRect">
            <a:avLst>
              <a:gd name="adj" fmla="val 5217"/>
            </a:avLst>
          </a:prstGeom>
          <a:solidFill>
            <a:srgbClr val="1F3557"/>
          </a:solidFill>
          <a:ln/>
        </p:spPr>
      </p:sp>
      <p:sp>
        <p:nvSpPr>
          <p:cNvPr id="7" name="Text 5"/>
          <p:cNvSpPr/>
          <p:nvPr/>
        </p:nvSpPr>
        <p:spPr>
          <a:xfrm>
            <a:off x="12077700" y="3695700"/>
            <a:ext cx="4610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5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100" b="1" spc="172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100" b="1" spc="223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b="1" spc="225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077700" y="4210050"/>
            <a:ext cx="4610100" cy="1419225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3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Chi</a:t>
            </a:r>
            <a:r>
              <a:rPr lang="en-US" sz="2700" dirty="0" spc="-7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 công</a:t>
            </a:r>
            <a:r>
              <a:rPr lang="en-US" sz="2700" dirty="0" spc="1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sức</a:t>
            </a:r>
            <a:r>
              <a:rPr lang="en-US" sz="2700" dirty="0" spc="-1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</a:t>
            </a:r>
            <a:r>
              <a:rPr lang="en-US" sz="2700" dirty="0" spc="-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700" dirty="0" spc="-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700" dirty="0" spc="-3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2700" dirty="0" spc="-5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700" dirty="0" spc="-3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2700" dirty="0" spc="7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trị</a:t>
            </a:r>
            <a:r>
              <a:rPr lang="en-US" sz="2700" dirty="0" spc="-1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</a:t>
            </a:r>
            <a:r>
              <a:rPr lang="en-US" sz="2700" dirty="0" spc="-1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kỳ</a:t>
            </a:r>
            <a:r>
              <a:rPr lang="en-US" sz="2700" dirty="0" spc="-17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vọng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43000" y="9334500"/>
            <a:ext cx="133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650" dirty="0" spc="-1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650" dirty="0" spc="-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Salamone,</a:t>
            </a:r>
            <a:r>
              <a:rPr lang="en-US" sz="1650" dirty="0" spc="-9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Correa,</a:t>
            </a:r>
            <a:r>
              <a:rPr lang="en-US" sz="1650" dirty="0" spc="-10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Neuron,</a:t>
            </a:r>
            <a:r>
              <a:rPr lang="en-US" sz="1650" dirty="0" spc="0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192500" y="9334500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-4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bd0f421f-abda-4c22-b792-62e05c75e0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1028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333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74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ÁP</a:t>
            </a:r>
            <a:r>
              <a:rPr lang="en-US" sz="1950" b="1" spc="376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b="1" spc="322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b="1" spc="374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1950" b="1" spc="379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3906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13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Bốn</a:t>
            </a:r>
            <a:r>
              <a:rPr lang="en-US" sz="5100" dirty="0" spc="0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cách</a:t>
            </a:r>
            <a:r>
              <a:rPr lang="en-US" sz="5100" dirty="0" spc="-10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dùng</a:t>
            </a:r>
            <a:r>
              <a:rPr lang="en-US" sz="5100" dirty="0" spc="-1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5100" dirty="0" spc="-11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biết</a:t>
            </a:r>
            <a:r>
              <a:rPr lang="en-US" sz="5100" dirty="0" spc="-25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này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1143000" y="2857500"/>
            <a:ext cx="7848600" cy="2705100"/>
          </a:xfrm>
          <a:prstGeom prst="roundRect">
            <a:avLst>
              <a:gd name="adj" fmla="val 7042"/>
            </a:avLst>
          </a:prstGeom>
          <a:solidFill>
            <a:srgbClr val="16263E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32385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24000" y="3676650"/>
            <a:ext cx="7086600" cy="419100"/>
          </a:xfrm>
          <a:prstGeom prst="rect">
            <a:avLst/>
          </a:prstGeom>
          <a:noFill/>
          <a:ln/>
        </p:spPr>
        <p:txBody>
          <a:bodyPr wrap="square" lIns="0" tIns="13654" rIns="0" bIns="-13654" rtlCol="0" anchor="t"/>
          <a:lstStyle/>
          <a:p>
            <a:pPr algn="l" indent="0" marL="0">
              <a:lnSpc>
                <a:spcPts val="3292"/>
              </a:lnSpc>
              <a:buNone/>
            </a:pPr>
            <a:r>
              <a:rPr lang="en-US" sz="2532" dirty="0" spc="-3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Chia</a:t>
            </a:r>
            <a:r>
              <a:rPr lang="en-US" sz="2532" dirty="0" spc="1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2532" dirty="0" spc="-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2532" dirty="0" spc="-5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2532" dirty="0" spc="-6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532" dirty="0" spc="-5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mốc</a:t>
            </a:r>
            <a:r>
              <a:rPr lang="en-US" sz="2532" dirty="0" spc="-7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</a:t>
            </a:r>
            <a:endParaRPr lang="en-US" sz="2532" dirty="0"/>
          </a:p>
        </p:txBody>
      </p:sp>
      <p:sp>
        <p:nvSpPr>
          <p:cNvPr id="8" name="Shape 6"/>
          <p:cNvSpPr/>
          <p:nvPr/>
        </p:nvSpPr>
        <p:spPr>
          <a:xfrm>
            <a:off x="9296400" y="2857500"/>
            <a:ext cx="7848600" cy="2705100"/>
          </a:xfrm>
          <a:prstGeom prst="roundRect">
            <a:avLst>
              <a:gd name="adj" fmla="val 7042"/>
            </a:avLst>
          </a:prstGeom>
          <a:solidFill>
            <a:srgbClr val="16263E"/>
          </a:solidFill>
          <a:ln/>
        </p:spPr>
      </p:sp>
      <p:sp>
        <p:nvSpPr>
          <p:cNvPr id="9" name="Text 7"/>
          <p:cNvSpPr/>
          <p:nvPr/>
        </p:nvSpPr>
        <p:spPr>
          <a:xfrm>
            <a:off x="9677400" y="32385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677400" y="3676650"/>
            <a:ext cx="7086600" cy="419100"/>
          </a:xfrm>
          <a:prstGeom prst="rect">
            <a:avLst/>
          </a:prstGeom>
          <a:noFill/>
          <a:ln/>
        </p:spPr>
        <p:txBody>
          <a:bodyPr wrap="square" lIns="0" tIns="13654" rIns="0" bIns="-13654" rtlCol="0" anchor="t"/>
          <a:lstStyle/>
          <a:p>
            <a:pPr algn="l" indent="0" marL="0">
              <a:lnSpc>
                <a:spcPts val="3292"/>
              </a:lnSpc>
              <a:buNone/>
            </a:pPr>
            <a:r>
              <a:rPr lang="en-US" sz="2532" dirty="0" spc="-1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Giảm</a:t>
            </a:r>
            <a:r>
              <a:rPr lang="en-US" sz="2532" dirty="0" spc="-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</a:t>
            </a:r>
            <a:r>
              <a:rPr lang="en-US" sz="2532" dirty="0" spc="-7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</a:t>
            </a:r>
            <a:r>
              <a:rPr lang="en-US" sz="2532" dirty="0" spc="-1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khởi</a:t>
            </a:r>
            <a:r>
              <a:rPr lang="en-US" sz="2532" dirty="0" spc="0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động:</a:t>
            </a:r>
            <a:r>
              <a:rPr lang="en-US" sz="2532" dirty="0" spc="9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2532" dirty="0" spc="8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532" dirty="0" spc="-1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r>
              <a:rPr lang="en-US" sz="2532" dirty="0" spc="-7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</a:t>
            </a:r>
            <a:endParaRPr lang="en-US" sz="2532" dirty="0"/>
          </a:p>
        </p:txBody>
      </p:sp>
      <p:sp>
        <p:nvSpPr>
          <p:cNvPr id="11" name="Shape 9"/>
          <p:cNvSpPr/>
          <p:nvPr/>
        </p:nvSpPr>
        <p:spPr>
          <a:xfrm>
            <a:off x="1143000" y="5867400"/>
            <a:ext cx="7848600" cy="2705100"/>
          </a:xfrm>
          <a:prstGeom prst="roundRect">
            <a:avLst>
              <a:gd name="adj" fmla="val 7042"/>
            </a:avLst>
          </a:prstGeom>
          <a:solidFill>
            <a:srgbClr val="16263E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62484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2" kern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524000" y="6686550"/>
            <a:ext cx="7086600" cy="419100"/>
          </a:xfrm>
          <a:prstGeom prst="rect">
            <a:avLst/>
          </a:prstGeom>
          <a:noFill/>
          <a:ln/>
        </p:spPr>
        <p:txBody>
          <a:bodyPr wrap="square" lIns="0" tIns="13654" rIns="0" bIns="-13654" rtlCol="0" anchor="t"/>
          <a:lstStyle/>
          <a:p>
            <a:pPr algn="l" indent="0" marL="0">
              <a:lnSpc>
                <a:spcPts val="3292"/>
              </a:lnSpc>
              <a:buNone/>
            </a:pPr>
            <a:r>
              <a:rPr lang="en-US" sz="2532" dirty="0" spc="-103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Tự</a:t>
            </a:r>
            <a:r>
              <a:rPr lang="en-US" sz="2532" dirty="0" spc="-6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hỏi:</a:t>
            </a:r>
            <a:r>
              <a:rPr lang="en-US" sz="2532" dirty="0" spc="-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mình</a:t>
            </a:r>
            <a:r>
              <a:rPr lang="en-US" sz="2532" dirty="0" spc="-5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muốn</a:t>
            </a:r>
            <a:r>
              <a:rPr lang="en-US" sz="2532" dirty="0" spc="-7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</a:t>
            </a:r>
            <a:r>
              <a:rPr lang="en-US" sz="2532" dirty="0" spc="-1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532" dirty="0" spc="-9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sẽ</a:t>
            </a:r>
            <a:r>
              <a:rPr lang="en-US" sz="2532" dirty="0" spc="-3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532" dirty="0" spc="-7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nó?</a:t>
            </a:r>
            <a:endParaRPr lang="en-US" sz="2532" dirty="0"/>
          </a:p>
        </p:txBody>
      </p:sp>
      <p:sp>
        <p:nvSpPr>
          <p:cNvPr id="14" name="Shape 12"/>
          <p:cNvSpPr/>
          <p:nvPr/>
        </p:nvSpPr>
        <p:spPr>
          <a:xfrm>
            <a:off x="9296400" y="5867400"/>
            <a:ext cx="7848600" cy="2705100"/>
          </a:xfrm>
          <a:prstGeom prst="roundRect">
            <a:avLst>
              <a:gd name="adj" fmla="val 7042"/>
            </a:avLst>
          </a:prstGeom>
          <a:solidFill>
            <a:srgbClr val="16263E"/>
          </a:solidFill>
          <a:ln/>
        </p:spPr>
      </p:sp>
      <p:sp>
        <p:nvSpPr>
          <p:cNvPr id="15" name="Text 13"/>
          <p:cNvSpPr/>
          <p:nvPr/>
        </p:nvSpPr>
        <p:spPr>
          <a:xfrm>
            <a:off x="9677400" y="62484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677400" y="6686550"/>
            <a:ext cx="70866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83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Tạm</a:t>
            </a:r>
            <a:r>
              <a:rPr lang="en-US" sz="2550" dirty="0" spc="20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ngừng</a:t>
            </a:r>
            <a:r>
              <a:rPr lang="en-US" sz="2550" dirty="0" spc="-1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3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thói quen</a:t>
            </a:r>
            <a:r>
              <a:rPr lang="en-US" sz="2550" dirty="0" spc="-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2550" dirty="0" spc="-9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30</a:t>
            </a:r>
            <a:r>
              <a:rPr lang="en-US" sz="2550" dirty="0" spc="-1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ngày</a:t>
            </a:r>
            <a:r>
              <a:rPr lang="en-US" sz="2550" dirty="0" spc="-26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(Lembke)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143000" y="9334500"/>
            <a:ext cx="1428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1650" dirty="0" spc="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650" dirty="0" spc="0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1650" dirty="0" spc="-2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650" dirty="0" spc="3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1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chế, không</a:t>
            </a:r>
            <a:r>
              <a:rPr lang="en-US" sz="1650" dirty="0" spc="0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650" dirty="0" spc="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phác</a:t>
            </a:r>
            <a:r>
              <a:rPr lang="en-US" sz="1650" dirty="0" spc="14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650" dirty="0" spc="15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dirty="0" spc="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650" dirty="0" spc="10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650" dirty="0" spc="1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 [S1] [S2]</a:t>
            </a:r>
            <a:r>
              <a:rPr lang="en-US" sz="1650" dirty="0" spc="-1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650" dirty="0" spc="-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192500" y="9334500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-3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67572232-fe96-427a-8814-94f8e0674e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1028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333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410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950" b="1" spc="374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3906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7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Bài</a:t>
            </a:r>
            <a:r>
              <a:rPr lang="en-US" sz="5100" dirty="0" spc="-16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học</a:t>
            </a:r>
            <a:r>
              <a:rPr lang="en-US" sz="5100" dirty="0" spc="-48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về</a:t>
            </a:r>
            <a:r>
              <a:rPr lang="en-US" sz="5100" dirty="0" spc="-16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cơ</a:t>
            </a:r>
            <a:r>
              <a:rPr lang="en-US" sz="5100" dirty="0" spc="-7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chế,</a:t>
            </a:r>
            <a:r>
              <a:rPr lang="en-US" sz="5100" dirty="0" spc="-21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5100" dirty="0" spc="-14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phải</a:t>
            </a:r>
            <a:r>
              <a:rPr lang="en-US" sz="5100" dirty="0" spc="5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lời</a:t>
            </a:r>
            <a:r>
              <a:rPr lang="en-US" sz="5100" dirty="0" spc="-28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khuyên</a:t>
            </a:r>
            <a:r>
              <a:rPr lang="en-US" sz="5100" dirty="0" spc="-1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y</a:t>
            </a:r>
            <a:r>
              <a:rPr lang="en-US" sz="5100" dirty="0" spc="-6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tế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1143000" y="3429000"/>
            <a:ext cx="16002000" cy="2857500"/>
          </a:xfrm>
          <a:prstGeom prst="roundRect">
            <a:avLst>
              <a:gd name="adj" fmla="val 8000"/>
            </a:avLst>
          </a:prstGeom>
          <a:solidFill>
            <a:srgbClr val="16263E"/>
          </a:solidFill>
          <a:ln w="19050">
            <a:solidFill>
              <a:srgbClr val="FFB2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750" y="3810000"/>
            <a:ext cx="14668500" cy="2095500"/>
          </a:xfrm>
          <a:prstGeom prst="rect">
            <a:avLst/>
          </a:prstGeom>
          <a:noFill/>
          <a:ln/>
        </p:spPr>
        <p:txBody>
          <a:bodyPr wrap="square" lIns="0" tIns="7001" rIns="0" bIns="-7001" rtlCol="0" anchor="ctr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150" dirty="0" spc="-1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Mất</a:t>
            </a:r>
            <a:r>
              <a:rPr lang="en-US" sz="3150" dirty="0" spc="1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3150" dirty="0" spc="1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lực</a:t>
            </a:r>
            <a:r>
              <a:rPr lang="en-US" sz="3150" dirty="0" spc="-35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kéo</a:t>
            </a:r>
            <a:r>
              <a:rPr lang="en-US" sz="3150" dirty="0" spc="-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r>
              <a:rPr lang="en-US" sz="3150" dirty="0" spc="0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3150" dirty="0" spc="-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</a:t>
            </a:r>
            <a:r>
              <a:rPr lang="en-US" sz="3150" dirty="0" spc="-4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3150" dirty="0" spc="-12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soát</a:t>
            </a:r>
            <a:r>
              <a:rPr lang="en-US" sz="3150" dirty="0" spc="0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 vi:</a:t>
            </a:r>
            <a:r>
              <a:rPr lang="en-US" sz="3150" dirty="0" spc="-8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gặp</a:t>
            </a:r>
            <a:r>
              <a:rPr lang="en-US" sz="3150" dirty="0" spc="1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bác</a:t>
            </a:r>
            <a:r>
              <a:rPr lang="en-US" sz="3150" dirty="0" spc="-1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sĩ hoặc</a:t>
            </a:r>
            <a:r>
              <a:rPr lang="en-US" sz="3150" dirty="0" spc="-15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chuyên</a:t>
            </a:r>
            <a:r>
              <a:rPr lang="en-US" sz="3150" dirty="0" spc="-1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</a:t>
            </a:r>
            <a:r>
              <a:rPr lang="en-US" sz="3150" dirty="0" spc="-7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tâm</a:t>
            </a:r>
            <a:r>
              <a:rPr lang="en-US" sz="3150" dirty="0" spc="0" kern="0">
                <a:solidFill>
                  <a:srgbClr val="F3EEE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6192500" y="9334500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f40ebab3-b831-48e1-984c-f6e70d4a88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1028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333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76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374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1950" b="1" spc="361" kern="0" dirty="0">
                <a:solidFill>
                  <a:srgbClr val="FF8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KHẢO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3906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16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Nguồn</a:t>
            </a:r>
            <a:r>
              <a:rPr lang="en-US" sz="5100" dirty="0" spc="-7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tham</a:t>
            </a:r>
            <a:r>
              <a:rPr lang="en-US" sz="5100" dirty="0" spc="-2" kern="0">
                <a:solidFill>
                  <a:srgbClr val="F3EEE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khảo</a:t>
            </a:r>
            <a:endParaRPr lang="en-US" sz="5100" dirty="0"/>
          </a:p>
        </p:txBody>
      </p:sp>
      <p:sp>
        <p:nvSpPr>
          <p:cNvPr id="5" name="Text richtext-1792370786324-842348743"/>
          <p:cNvSpPr/>
          <p:nvPr/>
        </p:nvSpPr>
        <p:spPr>
          <a:xfrm>
            <a:off x="1143000" y="3143250"/>
            <a:ext cx="16002000" cy="5334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2250"/>
              </a:spcAft>
              <a:buSzPct val="100000"/>
              <a:buFont typeface="Arial"/>
              <a:buChar char="•"/>
            </a:pPr>
            <a:r>
              <a:rPr lang="en-US" sz="2550" b="1" dirty="0" spc="-2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marL="323850" indent="-323850">
              <a:lnSpc>
                <a:spcPts val="3570"/>
              </a:lnSpc>
              <a:spcAft>
                <a:spcPts val="2250"/>
              </a:spcAft>
              <a:buSzPct val="100000"/>
              <a:buChar char="•"/>
            </a:pPr>
            <a:r>
              <a:rPr lang="en-US" sz="2550" dirty="0" spc="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Schultz,</a:t>
            </a:r>
            <a:r>
              <a:rPr lang="en-US" sz="2550" dirty="0" spc="-20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Dayan,</a:t>
            </a:r>
            <a:r>
              <a:rPr lang="en-US" sz="2550" dirty="0" spc="-10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Montague</a:t>
            </a:r>
            <a:r>
              <a:rPr lang="en-US" sz="2550" dirty="0" spc="-2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Science,</a:t>
            </a:r>
            <a:r>
              <a:rPr lang="en-US" sz="2550" dirty="0" spc="8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1997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2250"/>
              </a:spcAft>
              <a:buSzPct val="100000"/>
              <a:buFont typeface="Arial"/>
              <a:buChar char="•"/>
            </a:pPr>
            <a:r>
              <a:rPr lang="en-US" sz="2550" b="1" dirty="0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marL="323850" indent="-323850">
              <a:lnSpc>
                <a:spcPts val="3570"/>
              </a:lnSpc>
              <a:spcAft>
                <a:spcPts val="2250"/>
              </a:spcAft>
              <a:buSzPct val="100000"/>
              <a:buChar char="•"/>
            </a:pPr>
            <a:r>
              <a:rPr lang="en-US" sz="2550" dirty="0" spc="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Berridge,</a:t>
            </a:r>
            <a:r>
              <a:rPr lang="en-US" sz="2550" dirty="0" spc="-18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Robinson</a:t>
            </a:r>
            <a:r>
              <a:rPr lang="en-US" sz="2550" dirty="0" spc="-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17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2550" dirty="0" spc="-29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Research Reviews,</a:t>
            </a:r>
            <a:r>
              <a:rPr lang="en-US" sz="2550" dirty="0" spc="-2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1998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2250"/>
              </a:spcAft>
              <a:buSzPct val="100000"/>
              <a:buFont typeface="Arial"/>
              <a:buChar char="•"/>
            </a:pPr>
            <a:r>
              <a:rPr lang="en-US" sz="2550" b="1" dirty="0" spc="-2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marL="323850" indent="-323850">
              <a:lnSpc>
                <a:spcPts val="3570"/>
              </a:lnSpc>
              <a:spcAft>
                <a:spcPts val="2250"/>
              </a:spcAft>
              <a:buSzPct val="100000"/>
              <a:buChar char="•"/>
            </a:pPr>
            <a:r>
              <a:rPr lang="en-US" sz="2550" dirty="0" spc="-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Salamone,</a:t>
            </a:r>
            <a:r>
              <a:rPr lang="en-US" sz="2550" dirty="0" spc="-16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Correa</a:t>
            </a:r>
            <a:r>
              <a:rPr lang="en-US" sz="2550" dirty="0" spc="0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12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Neuron,</a:t>
            </a:r>
            <a:r>
              <a:rPr lang="en-US" sz="2550" dirty="0" spc="-2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2012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b="1" dirty="0" spc="-2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marL="323850" indent="-323850">
              <a:lnSpc>
                <a:spcPts val="3570"/>
              </a:lnSpc>
              <a:buSzPct val="100000"/>
              <a:buChar char="•"/>
            </a:pPr>
            <a:r>
              <a:rPr lang="en-US" sz="2550" dirty="0" spc="-29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Lembke</a:t>
            </a:r>
            <a:r>
              <a:rPr lang="en-US" sz="2550" dirty="0" spc="-1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2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550" dirty="0" spc="-6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Nation,</a:t>
            </a:r>
            <a:r>
              <a:rPr lang="en-US" sz="2550" dirty="0" spc="-3" kern="0">
                <a:solidFill>
                  <a:srgbClr val="E4DED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9334500"/>
            <a:ext cx="1428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4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650" dirty="0" spc="1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650" dirty="0" spc="5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1650" dirty="0" spc="1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đủ:</a:t>
            </a:r>
            <a:r>
              <a:rPr lang="en-US" sz="1650" dirty="0" spc="-6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lessons/L00/lesson.md,</a:t>
            </a:r>
            <a:r>
              <a:rPr lang="en-US" sz="1650" dirty="0" spc="-1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650" dirty="0" spc="-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dirty="0" spc="1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1650" dirty="0" spc="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khảo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6192500" y="9334500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-2" kern="0">
                <a:solidFill>
                  <a:srgbClr val="7F8B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e38dbfcb-e3a7-4ac6-8b37-6f7fd415b6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2026-10-19T00:46:57Z</dcterms:created>
  <dcterms:modified xsi:type="dcterms:W3CDTF">2026-10-19T00:46:57Z</dcterms:modified>
</cp:coreProperties>
</file>