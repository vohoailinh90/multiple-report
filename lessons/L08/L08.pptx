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fals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</p:sldIdLst>
  <p:notesMasterIdLst>
    <p:notesMasterId r:id="rId41"/>
  </p:notesMasterIdLst>
  <p:sldSz cx="18288000" cy="10287000"/>
  <p:notesSz cx="10287000" cy="18288000"/>
  <p:embeddedFontLst>
    <p:embeddedFont>
      <p:font typeface="Be Vietnam Pro"/>
      <p:regular r:id="rId49"/>
      <p:bold r:id="rId46"/>
    </p:embeddedFont>
    <p:embeddedFont>
      <p:font typeface="Bricolage Grotesque ExtraBold"/>
      <p:regular r:id="rId47"/>
    </p:embeddedFont>
    <p:embeddedFont>
      <p:font typeface="Be Vietnam Pro SemiBold"/>
      <p:regular r:id="rId48"/>
    </p:embeddedFont>
    <p:embeddedFont>
      <p:font typeface="Be Vietnam Pro ExtraBold"/>
      <p:regular r:id="rId50"/>
    </p:embeddedFont>
    <p:embeddedFont>
      <p:font typeface="Be Vietnam Pro Medium"/>
      <p:regular r:id="rId51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notesMaster" Target="notesMasters/notesMaster1.xml"/><Relationship Id="rId42" Type="http://schemas.openxmlformats.org/officeDocument/2006/relationships/presProps" Target="presProps.xml"/><Relationship Id="rId43" Type="http://schemas.openxmlformats.org/officeDocument/2006/relationships/viewProps" Target="viewProps.xml"/><Relationship Id="rId44" Type="http://schemas.openxmlformats.org/officeDocument/2006/relationships/theme" Target="theme/theme1.xml"/><Relationship Id="rId45" Type="http://schemas.openxmlformats.org/officeDocument/2006/relationships/tableStyles" Target="tableStyles.xml"/><Relationship Id="rId46" Type="http://schemas.openxmlformats.org/officeDocument/2006/relationships/font" Target="fonts/font1.fntdata"/><Relationship Id="rId47" Type="http://schemas.openxmlformats.org/officeDocument/2006/relationships/font" Target="fonts/font2.fntdata"/><Relationship Id="rId48" Type="http://schemas.openxmlformats.org/officeDocument/2006/relationships/font" Target="fonts/font3.fntdata"/><Relationship Id="rId49" Type="http://schemas.openxmlformats.org/officeDocument/2006/relationships/font" Target="fonts/font4.fntdata"/><Relationship Id="rId50" Type="http://schemas.openxmlformats.org/officeDocument/2006/relationships/font" Target="fonts/font5.fntdata"/><Relationship Id="rId51" Type="http://schemas.openxmlformats.org/officeDocument/2006/relationships/font" Target="fonts/font6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image" Target="../media/image-1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eg"/><Relationship Id="rId2" Type="http://schemas.openxmlformats.org/officeDocument/2006/relationships/image" Target="../media/image-1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jpeg"/><Relationship Id="rId2" Type="http://schemas.openxmlformats.org/officeDocument/2006/relationships/image" Target="../media/image-1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334500" y="952500"/>
            <a:ext cx="381000" cy="381000"/>
          </a:xfrm>
          <a:prstGeom prst="ellipse">
            <a:avLst/>
          </a:prstGeom>
          <a:solidFill>
            <a:srgbClr val="FFB454">
              <a:alpha val="2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477500" y="1047750"/>
            <a:ext cx="190500" cy="190500"/>
          </a:xfrm>
          <a:prstGeom prst="ellipse">
            <a:avLst/>
          </a:prstGeom>
          <a:solidFill>
            <a:srgbClr val="2C3040">
              <a:alpha val="22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1525250" y="1047750"/>
            <a:ext cx="190500" cy="190500"/>
          </a:xfrm>
          <a:prstGeom prst="ellipse">
            <a:avLst/>
          </a:prstGeom>
          <a:solidFill>
            <a:srgbClr val="2C3040">
              <a:alpha val="22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2477750" y="952500"/>
            <a:ext cx="381000" cy="381000"/>
          </a:xfrm>
          <a:prstGeom prst="ellipse">
            <a:avLst/>
          </a:prstGeom>
          <a:solidFill>
            <a:srgbClr val="FFB454">
              <a:alpha val="22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13620750" y="1047750"/>
            <a:ext cx="190500" cy="190500"/>
          </a:xfrm>
          <a:prstGeom prst="ellipse">
            <a:avLst/>
          </a:prstGeom>
          <a:solidFill>
            <a:srgbClr val="2C3040">
              <a:alpha val="22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14668500" y="1047750"/>
            <a:ext cx="190500" cy="190500"/>
          </a:xfrm>
          <a:prstGeom prst="ellipse">
            <a:avLst/>
          </a:prstGeom>
          <a:solidFill>
            <a:srgbClr val="2C3040">
              <a:alpha val="22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15621000" y="952500"/>
            <a:ext cx="381000" cy="381000"/>
          </a:xfrm>
          <a:prstGeom prst="ellipse">
            <a:avLst/>
          </a:prstGeom>
          <a:solidFill>
            <a:srgbClr val="FFB454">
              <a:alpha val="22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16764000" y="1047750"/>
            <a:ext cx="190500" cy="190500"/>
          </a:xfrm>
          <a:prstGeom prst="ellipse">
            <a:avLst/>
          </a:prstGeom>
          <a:solidFill>
            <a:srgbClr val="2C3040">
              <a:alpha val="22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9429750" y="2476500"/>
            <a:ext cx="190500" cy="190500"/>
          </a:xfrm>
          <a:prstGeom prst="ellipse">
            <a:avLst/>
          </a:prstGeom>
          <a:solidFill>
            <a:srgbClr val="2C3040">
              <a:alpha val="22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10382250" y="2381250"/>
            <a:ext cx="381000" cy="381000"/>
          </a:xfrm>
          <a:prstGeom prst="ellipse">
            <a:avLst/>
          </a:prstGeom>
          <a:solidFill>
            <a:srgbClr val="FFB454">
              <a:alpha val="22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11525250" y="2476500"/>
            <a:ext cx="190500" cy="190500"/>
          </a:xfrm>
          <a:prstGeom prst="ellipse">
            <a:avLst/>
          </a:prstGeom>
          <a:solidFill>
            <a:srgbClr val="2C3040">
              <a:alpha val="22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12573000" y="2476500"/>
            <a:ext cx="190500" cy="190500"/>
          </a:xfrm>
          <a:prstGeom prst="ellipse">
            <a:avLst/>
          </a:prstGeom>
          <a:solidFill>
            <a:srgbClr val="2C3040">
              <a:alpha val="22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13525500" y="2381250"/>
            <a:ext cx="381000" cy="381000"/>
          </a:xfrm>
          <a:prstGeom prst="ellipse">
            <a:avLst/>
          </a:prstGeom>
          <a:solidFill>
            <a:srgbClr val="FFB454">
              <a:alpha val="22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14668500" y="2476500"/>
            <a:ext cx="190500" cy="190500"/>
          </a:xfrm>
          <a:prstGeom prst="ellipse">
            <a:avLst/>
          </a:prstGeom>
          <a:solidFill>
            <a:srgbClr val="2C3040">
              <a:alpha val="22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15716250" y="2476500"/>
            <a:ext cx="190500" cy="190500"/>
          </a:xfrm>
          <a:prstGeom prst="ellipse">
            <a:avLst/>
          </a:prstGeom>
          <a:solidFill>
            <a:srgbClr val="2C3040">
              <a:alpha val="22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16668750" y="2381250"/>
            <a:ext cx="381000" cy="381000"/>
          </a:xfrm>
          <a:prstGeom prst="ellipse">
            <a:avLst/>
          </a:prstGeom>
          <a:solidFill>
            <a:srgbClr val="FFB454">
              <a:alpha val="22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9429750" y="3905250"/>
            <a:ext cx="190500" cy="190500"/>
          </a:xfrm>
          <a:prstGeom prst="ellipse">
            <a:avLst/>
          </a:prstGeom>
          <a:solidFill>
            <a:srgbClr val="2C3040">
              <a:alpha val="22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10477500" y="3905250"/>
            <a:ext cx="190500" cy="190500"/>
          </a:xfrm>
          <a:prstGeom prst="ellipse">
            <a:avLst/>
          </a:prstGeom>
          <a:solidFill>
            <a:srgbClr val="2C3040">
              <a:alpha val="22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11430000" y="3810000"/>
            <a:ext cx="381000" cy="381000"/>
          </a:xfrm>
          <a:prstGeom prst="ellipse">
            <a:avLst/>
          </a:prstGeom>
          <a:solidFill>
            <a:srgbClr val="FFB454">
              <a:alpha val="22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12573000" y="3905250"/>
            <a:ext cx="190500" cy="190500"/>
          </a:xfrm>
          <a:prstGeom prst="ellipse">
            <a:avLst/>
          </a:prstGeom>
          <a:solidFill>
            <a:srgbClr val="2C3040">
              <a:alpha val="22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13620750" y="3905250"/>
            <a:ext cx="190500" cy="190500"/>
          </a:xfrm>
          <a:prstGeom prst="ellipse">
            <a:avLst/>
          </a:prstGeom>
          <a:solidFill>
            <a:srgbClr val="2C3040">
              <a:alpha val="22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14573250" y="3810000"/>
            <a:ext cx="381000" cy="381000"/>
          </a:xfrm>
          <a:prstGeom prst="ellipse">
            <a:avLst/>
          </a:prstGeom>
          <a:solidFill>
            <a:srgbClr val="FFB454">
              <a:alpha val="22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15716250" y="3905250"/>
            <a:ext cx="190500" cy="190500"/>
          </a:xfrm>
          <a:prstGeom prst="ellipse">
            <a:avLst/>
          </a:prstGeom>
          <a:solidFill>
            <a:srgbClr val="2C3040">
              <a:alpha val="22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16764000" y="3905250"/>
            <a:ext cx="190500" cy="190500"/>
          </a:xfrm>
          <a:prstGeom prst="ellipse">
            <a:avLst/>
          </a:prstGeom>
          <a:solidFill>
            <a:srgbClr val="2C3040">
              <a:alpha val="22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9334500" y="5238750"/>
            <a:ext cx="381000" cy="381000"/>
          </a:xfrm>
          <a:prstGeom prst="ellipse">
            <a:avLst/>
          </a:prstGeom>
          <a:solidFill>
            <a:srgbClr val="FFB454">
              <a:alpha val="22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10477500" y="5334000"/>
            <a:ext cx="190500" cy="190500"/>
          </a:xfrm>
          <a:prstGeom prst="ellipse">
            <a:avLst/>
          </a:prstGeom>
          <a:solidFill>
            <a:srgbClr val="2C3040">
              <a:alpha val="22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11525250" y="5334000"/>
            <a:ext cx="190500" cy="190500"/>
          </a:xfrm>
          <a:prstGeom prst="ellipse">
            <a:avLst/>
          </a:prstGeom>
          <a:solidFill>
            <a:srgbClr val="2C3040">
              <a:alpha val="22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12477750" y="5238750"/>
            <a:ext cx="381000" cy="381000"/>
          </a:xfrm>
          <a:prstGeom prst="ellipse">
            <a:avLst/>
          </a:prstGeom>
          <a:solidFill>
            <a:srgbClr val="FFB454">
              <a:alpha val="22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13620750" y="5334000"/>
            <a:ext cx="190500" cy="190500"/>
          </a:xfrm>
          <a:prstGeom prst="ellipse">
            <a:avLst/>
          </a:prstGeom>
          <a:solidFill>
            <a:srgbClr val="2C3040">
              <a:alpha val="22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14668500" y="5334000"/>
            <a:ext cx="190500" cy="190500"/>
          </a:xfrm>
          <a:prstGeom prst="ellipse">
            <a:avLst/>
          </a:prstGeom>
          <a:solidFill>
            <a:srgbClr val="2C3040">
              <a:alpha val="22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15621000" y="5238750"/>
            <a:ext cx="381000" cy="381000"/>
          </a:xfrm>
          <a:prstGeom prst="ellipse">
            <a:avLst/>
          </a:prstGeom>
          <a:solidFill>
            <a:srgbClr val="FFB454">
              <a:alpha val="22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16764000" y="5334000"/>
            <a:ext cx="190500" cy="190500"/>
          </a:xfrm>
          <a:prstGeom prst="ellipse">
            <a:avLst/>
          </a:prstGeom>
          <a:solidFill>
            <a:srgbClr val="2C3040">
              <a:alpha val="22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9429750" y="6762750"/>
            <a:ext cx="190500" cy="190500"/>
          </a:xfrm>
          <a:prstGeom prst="ellipse">
            <a:avLst/>
          </a:prstGeom>
          <a:solidFill>
            <a:srgbClr val="2C3040">
              <a:alpha val="22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10382250" y="6667500"/>
            <a:ext cx="381000" cy="381000"/>
          </a:xfrm>
          <a:prstGeom prst="ellipse">
            <a:avLst/>
          </a:prstGeom>
          <a:solidFill>
            <a:srgbClr val="FFB454">
              <a:alpha val="22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11525250" y="6762750"/>
            <a:ext cx="190500" cy="190500"/>
          </a:xfrm>
          <a:prstGeom prst="ellipse">
            <a:avLst/>
          </a:prstGeom>
          <a:solidFill>
            <a:srgbClr val="2C3040">
              <a:alpha val="22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12573000" y="6762750"/>
            <a:ext cx="190500" cy="190500"/>
          </a:xfrm>
          <a:prstGeom prst="ellipse">
            <a:avLst/>
          </a:prstGeom>
          <a:solidFill>
            <a:srgbClr val="2C3040">
              <a:alpha val="22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13525500" y="6667500"/>
            <a:ext cx="381000" cy="381000"/>
          </a:xfrm>
          <a:prstGeom prst="ellipse">
            <a:avLst/>
          </a:prstGeom>
          <a:solidFill>
            <a:srgbClr val="FFB454">
              <a:alpha val="22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14668500" y="6762750"/>
            <a:ext cx="190500" cy="190500"/>
          </a:xfrm>
          <a:prstGeom prst="ellipse">
            <a:avLst/>
          </a:prstGeom>
          <a:solidFill>
            <a:srgbClr val="2C3040">
              <a:alpha val="22000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15716250" y="6762750"/>
            <a:ext cx="190500" cy="190500"/>
          </a:xfrm>
          <a:prstGeom prst="ellipse">
            <a:avLst/>
          </a:prstGeom>
          <a:solidFill>
            <a:srgbClr val="2C3040">
              <a:alpha val="22000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16668750" y="6667500"/>
            <a:ext cx="381000" cy="381000"/>
          </a:xfrm>
          <a:prstGeom prst="ellipse">
            <a:avLst/>
          </a:prstGeom>
          <a:solidFill>
            <a:srgbClr val="FFB454">
              <a:alpha val="22000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9429750" y="8191500"/>
            <a:ext cx="190500" cy="190500"/>
          </a:xfrm>
          <a:prstGeom prst="ellipse">
            <a:avLst/>
          </a:prstGeom>
          <a:solidFill>
            <a:srgbClr val="2C3040">
              <a:alpha val="22000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10477500" y="8191500"/>
            <a:ext cx="190500" cy="190500"/>
          </a:xfrm>
          <a:prstGeom prst="ellipse">
            <a:avLst/>
          </a:prstGeom>
          <a:solidFill>
            <a:srgbClr val="2C3040">
              <a:alpha val="22000"/>
            </a:srgbClr>
          </a:solidFill>
          <a:ln/>
        </p:spPr>
      </p:sp>
      <p:sp>
        <p:nvSpPr>
          <p:cNvPr id="44" name="Shape 42"/>
          <p:cNvSpPr/>
          <p:nvPr/>
        </p:nvSpPr>
        <p:spPr>
          <a:xfrm>
            <a:off x="11430000" y="8096250"/>
            <a:ext cx="381000" cy="381000"/>
          </a:xfrm>
          <a:prstGeom prst="ellipse">
            <a:avLst/>
          </a:prstGeom>
          <a:solidFill>
            <a:srgbClr val="FFB454">
              <a:alpha val="22000"/>
            </a:srgbClr>
          </a:solidFill>
          <a:ln/>
        </p:spPr>
      </p:sp>
      <p:sp>
        <p:nvSpPr>
          <p:cNvPr id="45" name="Shape 43"/>
          <p:cNvSpPr/>
          <p:nvPr/>
        </p:nvSpPr>
        <p:spPr>
          <a:xfrm>
            <a:off x="12573000" y="8191500"/>
            <a:ext cx="190500" cy="190500"/>
          </a:xfrm>
          <a:prstGeom prst="ellipse">
            <a:avLst/>
          </a:prstGeom>
          <a:solidFill>
            <a:srgbClr val="2C3040">
              <a:alpha val="22000"/>
            </a:srgbClr>
          </a:solidFill>
          <a:ln/>
        </p:spPr>
      </p:sp>
      <p:sp>
        <p:nvSpPr>
          <p:cNvPr id="46" name="Shape 44"/>
          <p:cNvSpPr/>
          <p:nvPr/>
        </p:nvSpPr>
        <p:spPr>
          <a:xfrm>
            <a:off x="13620750" y="8191500"/>
            <a:ext cx="190500" cy="190500"/>
          </a:xfrm>
          <a:prstGeom prst="ellipse">
            <a:avLst/>
          </a:prstGeom>
          <a:solidFill>
            <a:srgbClr val="2C3040">
              <a:alpha val="22000"/>
            </a:srgbClr>
          </a:solidFill>
          <a:ln/>
        </p:spPr>
      </p:sp>
      <p:sp>
        <p:nvSpPr>
          <p:cNvPr id="47" name="Shape 45"/>
          <p:cNvSpPr/>
          <p:nvPr/>
        </p:nvSpPr>
        <p:spPr>
          <a:xfrm>
            <a:off x="14573250" y="8096250"/>
            <a:ext cx="381000" cy="381000"/>
          </a:xfrm>
          <a:prstGeom prst="ellipse">
            <a:avLst/>
          </a:prstGeom>
          <a:solidFill>
            <a:srgbClr val="FFB454">
              <a:alpha val="22000"/>
            </a:srgbClr>
          </a:solidFill>
          <a:ln/>
        </p:spPr>
      </p:sp>
      <p:sp>
        <p:nvSpPr>
          <p:cNvPr id="48" name="Shape 46"/>
          <p:cNvSpPr/>
          <p:nvPr/>
        </p:nvSpPr>
        <p:spPr>
          <a:xfrm>
            <a:off x="15716250" y="8191500"/>
            <a:ext cx="190500" cy="190500"/>
          </a:xfrm>
          <a:prstGeom prst="ellipse">
            <a:avLst/>
          </a:prstGeom>
          <a:solidFill>
            <a:srgbClr val="2C3040">
              <a:alpha val="22000"/>
            </a:srgbClr>
          </a:solidFill>
          <a:ln/>
        </p:spPr>
      </p:sp>
      <p:sp>
        <p:nvSpPr>
          <p:cNvPr id="49" name="Shape 47"/>
          <p:cNvSpPr/>
          <p:nvPr/>
        </p:nvSpPr>
        <p:spPr>
          <a:xfrm>
            <a:off x="16764000" y="8191500"/>
            <a:ext cx="190500" cy="190500"/>
          </a:xfrm>
          <a:prstGeom prst="ellipse">
            <a:avLst/>
          </a:prstGeom>
          <a:solidFill>
            <a:srgbClr val="2C3040">
              <a:alpha val="22000"/>
            </a:srgbClr>
          </a:solidFill>
          <a:ln/>
        </p:spPr>
      </p:sp>
      <p:sp>
        <p:nvSpPr>
          <p:cNvPr id="50" name="Text 48"/>
          <p:cNvSpPr/>
          <p:nvPr/>
        </p:nvSpPr>
        <p:spPr>
          <a:xfrm>
            <a:off x="914400" y="914400"/>
            <a:ext cx="11430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spc="427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NÃO</a:t>
            </a:r>
            <a:r>
              <a:rPr lang="en-US" sz="2100" b="1" spc="440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BỘ</a:t>
            </a:r>
            <a:r>
              <a:rPr lang="en-US" sz="2100" b="1" spc="449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2100" b="1" spc="444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2100" b="1" spc="425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L08</a:t>
            </a:r>
            <a:endParaRPr lang="en-US" sz="2100" dirty="0"/>
          </a:p>
        </p:txBody>
      </p:sp>
      <p:sp>
        <p:nvSpPr>
          <p:cNvPr id="51" name="Text 49"/>
          <p:cNvSpPr/>
          <p:nvPr/>
        </p:nvSpPr>
        <p:spPr>
          <a:xfrm>
            <a:off x="914400" y="1619250"/>
            <a:ext cx="14287500" cy="3810000"/>
          </a:xfrm>
          <a:prstGeom prst="rect">
            <a:avLst/>
          </a:prstGeom>
          <a:noFill/>
          <a:ln/>
        </p:spPr>
        <p:txBody>
          <a:bodyPr wrap="square" lIns="0" tIns="72009" rIns="0" bIns="-72009" rtlCol="0" anchor="t"/>
          <a:lstStyle/>
          <a:p>
            <a:pPr algn="l" indent="0" marL="0">
              <a:lnSpc>
                <a:spcPts val="8424"/>
              </a:lnSpc>
              <a:buNone/>
            </a:pPr>
            <a:r>
              <a:rPr lang="en-US" sz="8100" dirty="0" spc="-25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Vỏ</a:t>
            </a:r>
            <a:r>
              <a:rPr lang="en-US" sz="81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não</a:t>
            </a:r>
            <a:r>
              <a:rPr lang="en-US" sz="8100" dirty="0" spc="-87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và</a:t>
            </a:r>
            <a:r>
              <a:rPr lang="en-US" sz="81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các</a:t>
            </a:r>
            <a:r>
              <a:rPr lang="en-US" sz="8100" dirty="0" spc="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thùy:</a:t>
            </a:r>
            <a:r>
              <a:rPr lang="en-US" sz="81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thái</a:t>
            </a:r>
            <a:r>
              <a:rPr lang="en-US" sz="8100" dirty="0" spc="-5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dương,</a:t>
            </a:r>
            <a:r>
              <a:rPr lang="en-US" sz="8100" dirty="0" spc="1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đỉnh,</a:t>
            </a:r>
            <a:r>
              <a:rPr lang="en-US" sz="81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chẩm</a:t>
            </a:r>
            <a:endParaRPr lang="en-US" sz="8100" dirty="0"/>
          </a:p>
        </p:txBody>
      </p:sp>
      <p:sp>
        <p:nvSpPr>
          <p:cNvPr id="52" name="Text 50"/>
          <p:cNvSpPr/>
          <p:nvPr/>
        </p:nvSpPr>
        <p:spPr>
          <a:xfrm>
            <a:off x="914400" y="5619750"/>
            <a:ext cx="13335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300" dirty="0" spc="-1" kern="0">
                <a:solidFill>
                  <a:srgbClr val="7C93FF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Nếu</a:t>
            </a:r>
            <a:r>
              <a:rPr lang="en-US" sz="3300" dirty="0" spc="-15" kern="0">
                <a:solidFill>
                  <a:srgbClr val="7C93FF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cắt</a:t>
            </a:r>
            <a:r>
              <a:rPr lang="en-US" sz="3300" dirty="0" spc="34" kern="0">
                <a:solidFill>
                  <a:srgbClr val="7C93FF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đi</a:t>
            </a:r>
            <a:r>
              <a:rPr lang="en-US" sz="3300" dirty="0" spc="-13" kern="0">
                <a:solidFill>
                  <a:srgbClr val="7C93FF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một</a:t>
            </a:r>
            <a:r>
              <a:rPr lang="en-US" sz="3300" dirty="0" spc="0" kern="0">
                <a:solidFill>
                  <a:srgbClr val="7C93FF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mảnh</a:t>
            </a:r>
            <a:r>
              <a:rPr lang="en-US" sz="3300" dirty="0" spc="-26" kern="0">
                <a:solidFill>
                  <a:srgbClr val="7C93FF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vỏ</a:t>
            </a:r>
            <a:r>
              <a:rPr lang="en-US" sz="3300" dirty="0" spc="0" kern="0">
                <a:solidFill>
                  <a:srgbClr val="7C93FF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não</a:t>
            </a:r>
            <a:r>
              <a:rPr lang="en-US" sz="3300" dirty="0" spc="-4" kern="0">
                <a:solidFill>
                  <a:srgbClr val="7C93FF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nhỏ,</a:t>
            </a:r>
            <a:r>
              <a:rPr lang="en-US" sz="3300" dirty="0" spc="11" kern="0">
                <a:solidFill>
                  <a:srgbClr val="7C93FF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người</a:t>
            </a:r>
            <a:r>
              <a:rPr lang="en-US" sz="3300" dirty="0" spc="-16" kern="0">
                <a:solidFill>
                  <a:srgbClr val="7C93FF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ta</a:t>
            </a:r>
            <a:r>
              <a:rPr lang="en-US" sz="3300" dirty="0" spc="-14" kern="0">
                <a:solidFill>
                  <a:srgbClr val="7C93FF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mất</a:t>
            </a:r>
            <a:r>
              <a:rPr lang="en-US" sz="3300" dirty="0" spc="34" kern="0">
                <a:solidFill>
                  <a:srgbClr val="7C93FF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đi</a:t>
            </a:r>
            <a:r>
              <a:rPr lang="en-US" sz="3300" dirty="0" spc="22" kern="0">
                <a:solidFill>
                  <a:srgbClr val="7C93FF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điều</a:t>
            </a:r>
            <a:r>
              <a:rPr lang="en-US" sz="3300" dirty="0" spc="-4" kern="0">
                <a:solidFill>
                  <a:srgbClr val="7C93FF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gì?</a:t>
            </a:r>
            <a:endParaRPr lang="en-US" sz="3300" dirty="0"/>
          </a:p>
        </p:txBody>
      </p:sp>
      <p:sp>
        <p:nvSpPr>
          <p:cNvPr id="53" name="Shape 51"/>
          <p:cNvSpPr/>
          <p:nvPr/>
        </p:nvSpPr>
        <p:spPr>
          <a:xfrm>
            <a:off x="914400" y="7429500"/>
            <a:ext cx="3914775" cy="1619250"/>
          </a:xfrm>
          <a:prstGeom prst="roundRect">
            <a:avLst>
              <a:gd name="adj" fmla="val 16471"/>
            </a:avLst>
          </a:prstGeom>
          <a:solidFill>
            <a:srgbClr val="1E212B"/>
          </a:solidFill>
          <a:ln w="38100">
            <a:solidFill>
              <a:srgbClr val="7C93FF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1181100" y="7429500"/>
            <a:ext cx="3381375" cy="1619250"/>
          </a:xfrm>
          <a:prstGeom prst="rect">
            <a:avLst/>
          </a:prstGeom>
          <a:noFill/>
          <a:ln/>
        </p:spPr>
        <p:txBody>
          <a:bodyPr wrap="square" lIns="0" tIns="14180" rIns="0" bIns="-14180" rtlCol="0" anchor="ctr"/>
          <a:lstStyle/>
          <a:p>
            <a:pPr algn="l" indent="0" marL="0">
              <a:lnSpc>
                <a:spcPts val="2933"/>
              </a:lnSpc>
              <a:buNone/>
            </a:pPr>
            <a:r>
              <a:rPr lang="en-US" sz="2550" b="1" dirty="0" spc="-7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Vỏ</a:t>
            </a:r>
            <a:r>
              <a:rPr lang="en-US" sz="2550" b="1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não:</a:t>
            </a:r>
            <a:r>
              <a:rPr lang="en-US" sz="2550" b="1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tấm</a:t>
            </a:r>
            <a:r>
              <a:rPr lang="en-US" sz="2550" b="1" dirty="0" spc="-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mỏng</a:t>
            </a:r>
            <a:r>
              <a:rPr lang="en-US" sz="255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sáu</a:t>
            </a:r>
            <a:r>
              <a:rPr lang="en-US" sz="2550" b="1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lớp</a:t>
            </a:r>
            <a:endParaRPr lang="en-US" sz="2550" dirty="0"/>
          </a:p>
        </p:txBody>
      </p:sp>
      <p:sp>
        <p:nvSpPr>
          <p:cNvPr id="55" name="Shape 53"/>
          <p:cNvSpPr/>
          <p:nvPr/>
        </p:nvSpPr>
        <p:spPr>
          <a:xfrm>
            <a:off x="5095875" y="7429500"/>
            <a:ext cx="3914775" cy="1619250"/>
          </a:xfrm>
          <a:prstGeom prst="roundRect">
            <a:avLst>
              <a:gd name="adj" fmla="val 16471"/>
            </a:avLst>
          </a:prstGeom>
          <a:solidFill>
            <a:srgbClr val="1E212B"/>
          </a:solidFill>
          <a:ln w="38100">
            <a:solidFill>
              <a:srgbClr val="FFB454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5362575" y="7429500"/>
            <a:ext cx="3381375" cy="1619250"/>
          </a:xfrm>
          <a:prstGeom prst="rect">
            <a:avLst/>
          </a:prstGeom>
          <a:noFill/>
          <a:ln/>
        </p:spPr>
        <p:txBody>
          <a:bodyPr wrap="square" lIns="0" tIns="14180" rIns="0" bIns="-14180" rtlCol="0" anchor="ctr"/>
          <a:lstStyle/>
          <a:p>
            <a:pPr algn="l" indent="0" marL="0">
              <a:lnSpc>
                <a:spcPts val="2933"/>
              </a:lnSpc>
              <a:buNone/>
            </a:pPr>
            <a:r>
              <a:rPr lang="en-US" sz="255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Thùy</a:t>
            </a:r>
            <a:r>
              <a:rPr lang="en-US" sz="2550" b="1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thái</a:t>
            </a:r>
            <a:r>
              <a:rPr lang="en-US" sz="2550" b="1" dirty="0" spc="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dương</a:t>
            </a:r>
            <a:endParaRPr lang="en-US" sz="2550" dirty="0"/>
          </a:p>
        </p:txBody>
      </p:sp>
      <p:sp>
        <p:nvSpPr>
          <p:cNvPr id="57" name="Shape 55"/>
          <p:cNvSpPr/>
          <p:nvPr/>
        </p:nvSpPr>
        <p:spPr>
          <a:xfrm>
            <a:off x="9277350" y="7429500"/>
            <a:ext cx="3914775" cy="1619250"/>
          </a:xfrm>
          <a:prstGeom prst="roundRect">
            <a:avLst>
              <a:gd name="adj" fmla="val 16471"/>
            </a:avLst>
          </a:prstGeom>
          <a:solidFill>
            <a:srgbClr val="1E212B"/>
          </a:solidFill>
          <a:ln w="38100">
            <a:solidFill>
              <a:srgbClr val="3DD6A0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9544050" y="7429500"/>
            <a:ext cx="3381375" cy="1619250"/>
          </a:xfrm>
          <a:prstGeom prst="rect">
            <a:avLst/>
          </a:prstGeom>
          <a:noFill/>
          <a:ln/>
        </p:spPr>
        <p:txBody>
          <a:bodyPr wrap="square" lIns="0" tIns="14180" rIns="0" bIns="-14180" rtlCol="0" anchor="ctr"/>
          <a:lstStyle/>
          <a:p>
            <a:pPr algn="l" indent="0" marL="0">
              <a:lnSpc>
                <a:spcPts val="2933"/>
              </a:lnSpc>
              <a:buNone/>
            </a:pPr>
            <a:r>
              <a:rPr lang="en-US" sz="255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Thùy</a:t>
            </a:r>
            <a:r>
              <a:rPr lang="en-US" sz="2550" b="1" dirty="0" spc="1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đỉnh</a:t>
            </a:r>
            <a:endParaRPr lang="en-US" sz="2550" dirty="0"/>
          </a:p>
        </p:txBody>
      </p:sp>
      <p:sp>
        <p:nvSpPr>
          <p:cNvPr id="59" name="Shape 57"/>
          <p:cNvSpPr/>
          <p:nvPr/>
        </p:nvSpPr>
        <p:spPr>
          <a:xfrm>
            <a:off x="13458825" y="7429500"/>
            <a:ext cx="3914775" cy="1619250"/>
          </a:xfrm>
          <a:prstGeom prst="roundRect">
            <a:avLst>
              <a:gd name="adj" fmla="val 16471"/>
            </a:avLst>
          </a:prstGeom>
          <a:solidFill>
            <a:srgbClr val="1E212B"/>
          </a:solidFill>
          <a:ln w="38100">
            <a:solidFill>
              <a:srgbClr val="FF6A4D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13725525" y="7429500"/>
            <a:ext cx="3381375" cy="1619250"/>
          </a:xfrm>
          <a:prstGeom prst="rect">
            <a:avLst/>
          </a:prstGeom>
          <a:noFill/>
          <a:ln/>
        </p:spPr>
        <p:txBody>
          <a:bodyPr wrap="square" lIns="0" tIns="14180" rIns="0" bIns="-14180" rtlCol="0" anchor="ctr"/>
          <a:lstStyle/>
          <a:p>
            <a:pPr algn="l" indent="0" marL="0">
              <a:lnSpc>
                <a:spcPts val="2933"/>
              </a:lnSpc>
              <a:buNone/>
            </a:pPr>
            <a:r>
              <a:rPr lang="en-US" sz="255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Thùy</a:t>
            </a:r>
            <a:r>
              <a:rPr lang="en-US" sz="255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chẩm</a:t>
            </a:r>
            <a:endParaRPr lang="en-US" sz="2550" dirty="0"/>
          </a:p>
        </p:txBody>
      </p:sp>
      <p:sp>
        <p:nvSpPr>
          <p:cNvPr id="61" name="Shape 59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62" name="Moda image moda-export-watermark-d95c1114-bfbd-4337-89b3-dfb081fcdd9f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6459200" cy="1809750"/>
          </a:xfrm>
          <a:prstGeom prst="rect">
            <a:avLst/>
          </a:prstGeom>
          <a:noFill/>
          <a:ln/>
        </p:spPr>
        <p:txBody>
          <a:bodyPr wrap="square" lIns="0" tIns="43434" rIns="0" bIns="-43434" rtlCol="0" anchor="t"/>
          <a:lstStyle/>
          <a:p>
            <a:pPr algn="l" indent="0" marL="0">
              <a:lnSpc>
                <a:spcPts val="6156"/>
              </a:lnSpc>
              <a:buNone/>
            </a:pPr>
            <a:r>
              <a:rPr lang="en-US" sz="5700" dirty="0" spc="-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Câu hỏi của</a:t>
            </a:r>
            <a:r>
              <a:rPr lang="en-US" sz="5700" dirty="0" spc="-7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bài</a:t>
            </a:r>
            <a:endParaRPr lang="en-US" sz="5700" dirty="0"/>
          </a:p>
        </p:txBody>
      </p:sp>
      <p:sp>
        <p:nvSpPr>
          <p:cNvPr id="3" name="Shape 1"/>
          <p:cNvSpPr/>
          <p:nvPr/>
        </p:nvSpPr>
        <p:spPr>
          <a:xfrm>
            <a:off x="914400" y="2952750"/>
            <a:ext cx="152400" cy="4000500"/>
          </a:xfrm>
          <a:prstGeom prst="roundRect">
            <a:avLst>
              <a:gd name="adj" fmla="val 50000"/>
            </a:avLst>
          </a:prstGeom>
          <a:solidFill>
            <a:srgbClr val="1F3FD1"/>
          </a:solidFill>
          <a:ln/>
        </p:spPr>
      </p:sp>
      <p:sp>
        <p:nvSpPr>
          <p:cNvPr id="4" name="Text 2"/>
          <p:cNvSpPr/>
          <p:nvPr/>
        </p:nvSpPr>
        <p:spPr>
          <a:xfrm>
            <a:off x="1485900" y="2857500"/>
            <a:ext cx="15811500" cy="4191000"/>
          </a:xfrm>
          <a:prstGeom prst="rect">
            <a:avLst/>
          </a:prstGeom>
          <a:noFill/>
          <a:ln/>
        </p:spPr>
        <p:txBody>
          <a:bodyPr wrap="square" lIns="0" tIns="35052" rIns="0" bIns="-35052" rtlCol="0" anchor="ctr"/>
          <a:lstStyle/>
          <a:p>
            <a:pPr algn="l" indent="0" marL="0">
              <a:lnSpc>
                <a:spcPts val="7728"/>
              </a:lnSpc>
              <a:buNone/>
            </a:pPr>
            <a:r>
              <a:rPr lang="en-US" sz="6900" dirty="0" spc="1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Nếu</a:t>
            </a:r>
            <a:r>
              <a:rPr lang="en-US" sz="69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cắt</a:t>
            </a:r>
            <a:r>
              <a:rPr lang="en-US" sz="6900" dirty="0" spc="3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đi</a:t>
            </a:r>
            <a:r>
              <a:rPr lang="en-US" sz="6900" dirty="0" spc="-1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một</a:t>
            </a:r>
            <a:r>
              <a:rPr lang="en-US" sz="69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mảnh</a:t>
            </a:r>
            <a:r>
              <a:rPr lang="en-US" sz="6900" dirty="0" spc="-7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vỏ</a:t>
            </a:r>
            <a:r>
              <a:rPr lang="en-US" sz="69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não</a:t>
            </a:r>
            <a:r>
              <a:rPr lang="en-US" sz="6900" dirty="0" spc="-2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nhỏ,</a:t>
            </a:r>
            <a:r>
              <a:rPr lang="en-US" sz="6900" dirty="0" spc="-6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người</a:t>
            </a:r>
            <a:r>
              <a:rPr lang="en-US" sz="6900" dirty="0" spc="-7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ta</a:t>
            </a:r>
            <a:r>
              <a:rPr lang="en-US" sz="69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</a:t>
            </a:r>
            <a:pPr algn="l" indent="0" marL="0">
              <a:lnSpc>
                <a:spcPts val="7728"/>
              </a:lnSpc>
              <a:buNone/>
            </a:pPr>
            <a:r>
              <a:rPr lang="en-US" sz="6900" dirty="0" spc="-2" kern="0">
                <a:solidFill>
                  <a:srgbClr val="1F3FD1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mất</a:t>
            </a:r>
            <a:r>
              <a:rPr lang="en-US" sz="6900" dirty="0" spc="36" kern="0">
                <a:solidFill>
                  <a:srgbClr val="1F3FD1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đi</a:t>
            </a:r>
            <a:r>
              <a:rPr lang="en-US" sz="6900" dirty="0" spc="28" kern="0">
                <a:solidFill>
                  <a:srgbClr val="1F3FD1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điều</a:t>
            </a:r>
            <a:r>
              <a:rPr lang="en-US" sz="6900" dirty="0" spc="-27" kern="0">
                <a:solidFill>
                  <a:srgbClr val="1F3FD1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gì</a:t>
            </a:r>
            <a:pPr algn="l" indent="0" marL="0">
              <a:lnSpc>
                <a:spcPts val="7728"/>
              </a:lnSpc>
              <a:buNone/>
            </a:pPr>
            <a:r>
              <a:rPr lang="en-US" sz="6900" dirty="0" spc="-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,</a:t>
            </a:r>
            <a:r>
              <a:rPr lang="en-US" sz="6900" dirty="0" spc="-7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và</a:t>
            </a:r>
            <a:r>
              <a:rPr lang="en-US" sz="6900" dirty="0" spc="-3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vì</a:t>
            </a:r>
            <a:r>
              <a:rPr lang="en-US" sz="69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sao</a:t>
            </a:r>
            <a:r>
              <a:rPr lang="en-US" sz="69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mất</a:t>
            </a:r>
            <a:r>
              <a:rPr lang="en-US" sz="6900" dirty="0" spc="1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đúng</a:t>
            </a:r>
            <a:r>
              <a:rPr lang="en-US" sz="6900" dirty="0" spc="28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điều</a:t>
            </a:r>
            <a:r>
              <a:rPr lang="en-US" sz="6900" dirty="0" spc="-39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đó?</a:t>
            </a:r>
            <a:endParaRPr lang="en-US" sz="6900" dirty="0"/>
          </a:p>
        </p:txBody>
      </p:sp>
      <p:sp>
        <p:nvSpPr>
          <p:cNvPr id="5" name="Text 3"/>
          <p:cNvSpPr/>
          <p:nvPr/>
        </p:nvSpPr>
        <p:spPr>
          <a:xfrm>
            <a:off x="914400" y="8991600"/>
            <a:ext cx="164592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Nguồn:</a:t>
            </a:r>
            <a:r>
              <a:rPr lang="en-US" sz="180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[S1]</a:t>
            </a:r>
            <a:r>
              <a:rPr lang="en-US" sz="180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[S2]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9429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1152525" y="9544050"/>
            <a:ext cx="152400" cy="1524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8" name="Shape 6"/>
          <p:cNvSpPr/>
          <p:nvPr/>
        </p:nvSpPr>
        <p:spPr>
          <a:xfrm>
            <a:off x="14001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16287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18573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20859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23145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25431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27717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30003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32289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34575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36861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39147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41433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43719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46005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48291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50577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52863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55149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57435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59721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62007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64293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66579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68865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71151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73437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75723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78009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80295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82581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84867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87153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89439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91725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94011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4" name="Shape 42"/>
          <p:cNvSpPr/>
          <p:nvPr/>
        </p:nvSpPr>
        <p:spPr>
          <a:xfrm>
            <a:off x="96297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5" name="Text 43"/>
          <p:cNvSpPr/>
          <p:nvPr/>
        </p:nvSpPr>
        <p:spPr>
          <a:xfrm>
            <a:off x="10058400" y="9467850"/>
            <a:ext cx="4953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6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Multiple-report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3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L08</a:t>
            </a:r>
            <a:r>
              <a:rPr lang="en-US" sz="180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1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02/39</a:t>
            </a:r>
            <a:endParaRPr lang="en-US" sz="1800" dirty="0"/>
          </a:p>
        </p:txBody>
      </p:sp>
      <p:sp>
        <p:nvSpPr>
          <p:cNvPr id="46" name="Shape 44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47" name="Moda image moda-export-watermark-8ddc2c8b-1dca-4149-8758-64bb4d94c0c8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6459200" cy="1809750"/>
          </a:xfrm>
          <a:prstGeom prst="rect">
            <a:avLst/>
          </a:prstGeom>
          <a:noFill/>
          <a:ln/>
        </p:spPr>
        <p:txBody>
          <a:bodyPr wrap="square" lIns="0" tIns="43434" rIns="0" bIns="-43434" rtlCol="0" anchor="t"/>
          <a:lstStyle/>
          <a:p>
            <a:pPr algn="l" indent="0" marL="0">
              <a:lnSpc>
                <a:spcPts val="6156"/>
              </a:lnSpc>
              <a:buNone/>
            </a:pPr>
            <a:r>
              <a:rPr lang="en-US" sz="57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Bản</a:t>
            </a:r>
            <a:r>
              <a:rPr lang="en-US" sz="5700" dirty="0" spc="1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đồ</a:t>
            </a:r>
            <a:r>
              <a:rPr lang="en-US" sz="5700" dirty="0" spc="-6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bài:</a:t>
            </a:r>
            <a:r>
              <a:rPr lang="en-US" sz="5700" dirty="0" spc="-6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vỏ</a:t>
            </a:r>
            <a:r>
              <a:rPr lang="en-US" sz="5700" dirty="0" spc="-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não</a:t>
            </a:r>
            <a:r>
              <a:rPr lang="en-US" sz="5700" dirty="0" spc="-66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và</a:t>
            </a:r>
            <a:r>
              <a:rPr lang="en-US" sz="5700" dirty="0" spc="-8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ba</a:t>
            </a:r>
            <a:r>
              <a:rPr lang="en-US" sz="57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thùy</a:t>
            </a:r>
            <a:endParaRPr lang="en-US" sz="5700" dirty="0"/>
          </a:p>
        </p:txBody>
      </p:sp>
      <p:sp>
        <p:nvSpPr>
          <p:cNvPr id="3" name="Shape 1"/>
          <p:cNvSpPr/>
          <p:nvPr/>
        </p:nvSpPr>
        <p:spPr>
          <a:xfrm>
            <a:off x="914400" y="3048000"/>
            <a:ext cx="3857625" cy="4953000"/>
          </a:xfrm>
          <a:prstGeom prst="roundRect">
            <a:avLst>
              <a:gd name="adj" fmla="val 6914"/>
            </a:avLst>
          </a:prstGeom>
          <a:solidFill>
            <a:srgbClr val="1E212B"/>
          </a:solidFill>
          <a:ln/>
        </p:spPr>
      </p:sp>
      <p:sp>
        <p:nvSpPr>
          <p:cNvPr id="4" name="Shape 2"/>
          <p:cNvSpPr/>
          <p:nvPr/>
        </p:nvSpPr>
        <p:spPr>
          <a:xfrm>
            <a:off x="914400" y="3048000"/>
            <a:ext cx="3857625" cy="152400"/>
          </a:xfrm>
          <a:prstGeom prst="roundRect">
            <a:avLst>
              <a:gd name="adj" fmla="val 50000"/>
            </a:avLst>
          </a:prstGeom>
          <a:solidFill>
            <a:srgbClr val="7C93FF"/>
          </a:solidFill>
          <a:ln/>
        </p:spPr>
      </p:sp>
      <p:sp>
        <p:nvSpPr>
          <p:cNvPr id="5" name="Text 3"/>
          <p:cNvSpPr/>
          <p:nvPr/>
        </p:nvSpPr>
        <p:spPr>
          <a:xfrm>
            <a:off x="1295400" y="3543300"/>
            <a:ext cx="3095625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0" dirty="0" spc="-23" kern="0">
                <a:solidFill>
                  <a:srgbClr val="7C93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01</a:t>
            </a:r>
            <a:endParaRPr lang="en-US" sz="7200" dirty="0"/>
          </a:p>
        </p:txBody>
      </p:sp>
      <p:sp>
        <p:nvSpPr>
          <p:cNvPr id="6" name="Text 4"/>
          <p:cNvSpPr/>
          <p:nvPr/>
        </p:nvSpPr>
        <p:spPr>
          <a:xfrm>
            <a:off x="1295400" y="4857750"/>
            <a:ext cx="3095625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 spc="-8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Vỏ</a:t>
            </a:r>
            <a:r>
              <a:rPr lang="en-US" sz="2700" b="1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não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1295400" y="6000750"/>
            <a:ext cx="3095625" cy="1905000"/>
          </a:xfrm>
          <a:prstGeom prst="rect">
            <a:avLst/>
          </a:prstGeom>
          <a:noFill/>
          <a:ln/>
        </p:spPr>
        <p:txBody>
          <a:bodyPr wrap="square" lIns="0" tIns="13764" rIns="0" bIns="-13764" rtlCol="0" anchor="t"/>
          <a:lstStyle/>
          <a:p>
            <a:pPr algn="l" indent="0" marL="0">
              <a:lnSpc>
                <a:spcPts val="3315"/>
              </a:lnSpc>
              <a:buNone/>
            </a:pPr>
            <a:r>
              <a:rPr lang="en-US" sz="2550" dirty="0" spc="-1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tấm</a:t>
            </a:r>
            <a:r>
              <a:rPr lang="en-US" sz="25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mỏng,</a:t>
            </a:r>
            <a:r>
              <a:rPr lang="en-US" sz="2550" dirty="0" spc="-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sáu</a:t>
            </a:r>
            <a:r>
              <a:rPr lang="en-US" sz="25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lớp,</a:t>
            </a:r>
            <a:r>
              <a:rPr lang="en-US" sz="25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gấp</a:t>
            </a:r>
            <a:r>
              <a:rPr lang="en-US" sz="255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nếp,</a:t>
            </a:r>
            <a:r>
              <a:rPr lang="en-US" sz="25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chia</a:t>
            </a:r>
            <a:r>
              <a:rPr lang="en-US" sz="255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thùy</a:t>
            </a:r>
            <a:r>
              <a:rPr lang="en-US" sz="255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theo</a:t>
            </a:r>
            <a:r>
              <a:rPr lang="en-US" sz="2550" dirty="0" spc="-2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rãnh</a:t>
            </a:r>
            <a:endParaRPr lang="en-US" sz="2550" dirty="0"/>
          </a:p>
        </p:txBody>
      </p:sp>
      <p:sp>
        <p:nvSpPr>
          <p:cNvPr id="8" name="Shape 6"/>
          <p:cNvSpPr/>
          <p:nvPr/>
        </p:nvSpPr>
        <p:spPr>
          <a:xfrm>
            <a:off x="5114925" y="3048000"/>
            <a:ext cx="3857625" cy="4953000"/>
          </a:xfrm>
          <a:prstGeom prst="roundRect">
            <a:avLst>
              <a:gd name="adj" fmla="val 6914"/>
            </a:avLst>
          </a:prstGeom>
          <a:solidFill>
            <a:srgbClr val="1E212B"/>
          </a:solidFill>
          <a:ln/>
        </p:spPr>
      </p:sp>
      <p:sp>
        <p:nvSpPr>
          <p:cNvPr id="9" name="Shape 7"/>
          <p:cNvSpPr/>
          <p:nvPr/>
        </p:nvSpPr>
        <p:spPr>
          <a:xfrm>
            <a:off x="5114925" y="3048000"/>
            <a:ext cx="3857625" cy="152400"/>
          </a:xfrm>
          <a:prstGeom prst="roundRect">
            <a:avLst>
              <a:gd name="adj" fmla="val 50000"/>
            </a:avLst>
          </a:prstGeom>
          <a:solidFill>
            <a:srgbClr val="FFB454"/>
          </a:solidFill>
          <a:ln/>
        </p:spPr>
      </p:sp>
      <p:sp>
        <p:nvSpPr>
          <p:cNvPr id="10" name="Text 8"/>
          <p:cNvSpPr/>
          <p:nvPr/>
        </p:nvSpPr>
        <p:spPr>
          <a:xfrm>
            <a:off x="5495925" y="3543300"/>
            <a:ext cx="3095625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0" dirty="0" spc="-4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02</a:t>
            </a:r>
            <a:endParaRPr lang="en-US" sz="7200" dirty="0"/>
          </a:p>
        </p:txBody>
      </p:sp>
      <p:sp>
        <p:nvSpPr>
          <p:cNvPr id="11" name="Text 9"/>
          <p:cNvSpPr/>
          <p:nvPr/>
        </p:nvSpPr>
        <p:spPr>
          <a:xfrm>
            <a:off x="5495925" y="4857750"/>
            <a:ext cx="3095625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Thùy</a:t>
            </a:r>
            <a:r>
              <a:rPr lang="en-US" sz="270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thái</a:t>
            </a:r>
            <a:r>
              <a:rPr lang="en-US" sz="2700" b="1" dirty="0" spc="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dương</a:t>
            </a:r>
            <a:endParaRPr lang="en-US" sz="2700" dirty="0"/>
          </a:p>
        </p:txBody>
      </p:sp>
      <p:sp>
        <p:nvSpPr>
          <p:cNvPr id="12" name="Text 10"/>
          <p:cNvSpPr/>
          <p:nvPr/>
        </p:nvSpPr>
        <p:spPr>
          <a:xfrm>
            <a:off x="5495925" y="6000750"/>
            <a:ext cx="3095625" cy="1905000"/>
          </a:xfrm>
          <a:prstGeom prst="rect">
            <a:avLst/>
          </a:prstGeom>
          <a:noFill/>
          <a:ln/>
        </p:spPr>
        <p:txBody>
          <a:bodyPr wrap="square" lIns="0" tIns="13764" rIns="0" bIns="-13764" rtlCol="0" anchor="t"/>
          <a:lstStyle/>
          <a:p>
            <a:pPr algn="l" indent="0" marL="0">
              <a:lnSpc>
                <a:spcPts val="3315"/>
              </a:lnSpc>
              <a:buNone/>
            </a:pPr>
            <a:r>
              <a:rPr lang="en-US" sz="25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nghe,</a:t>
            </a:r>
            <a:r>
              <a:rPr lang="en-US" sz="25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hiểu</a:t>
            </a:r>
            <a:r>
              <a:rPr lang="en-US" sz="255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lời nói,</a:t>
            </a:r>
            <a:r>
              <a:rPr lang="en-US" sz="25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nhận</a:t>
            </a:r>
            <a:r>
              <a:rPr lang="en-US" sz="2550" dirty="0" spc="-9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mặt,</a:t>
            </a:r>
            <a:r>
              <a:rPr lang="en-US" sz="2550" dirty="0" spc="1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trí</a:t>
            </a:r>
            <a:r>
              <a:rPr lang="en-US" sz="255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nhớ</a:t>
            </a:r>
            <a:endParaRPr lang="en-US" sz="2550" dirty="0"/>
          </a:p>
        </p:txBody>
      </p:sp>
      <p:sp>
        <p:nvSpPr>
          <p:cNvPr id="13" name="Shape 11"/>
          <p:cNvSpPr/>
          <p:nvPr/>
        </p:nvSpPr>
        <p:spPr>
          <a:xfrm>
            <a:off x="9315450" y="3048000"/>
            <a:ext cx="3857625" cy="4953000"/>
          </a:xfrm>
          <a:prstGeom prst="roundRect">
            <a:avLst>
              <a:gd name="adj" fmla="val 6914"/>
            </a:avLst>
          </a:prstGeom>
          <a:solidFill>
            <a:srgbClr val="1E212B"/>
          </a:solidFill>
          <a:ln/>
        </p:spPr>
      </p:sp>
      <p:sp>
        <p:nvSpPr>
          <p:cNvPr id="14" name="Shape 12"/>
          <p:cNvSpPr/>
          <p:nvPr/>
        </p:nvSpPr>
        <p:spPr>
          <a:xfrm>
            <a:off x="9315450" y="3048000"/>
            <a:ext cx="3857625" cy="152400"/>
          </a:xfrm>
          <a:prstGeom prst="roundRect">
            <a:avLst>
              <a:gd name="adj" fmla="val 50000"/>
            </a:avLst>
          </a:prstGeom>
          <a:solidFill>
            <a:srgbClr val="3DD6A0"/>
          </a:solidFill>
          <a:ln/>
        </p:spPr>
      </p:sp>
      <p:sp>
        <p:nvSpPr>
          <p:cNvPr id="15" name="Text 13"/>
          <p:cNvSpPr/>
          <p:nvPr/>
        </p:nvSpPr>
        <p:spPr>
          <a:xfrm>
            <a:off x="9696450" y="3543300"/>
            <a:ext cx="3095625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0" dirty="0" spc="-11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03</a:t>
            </a:r>
            <a:endParaRPr lang="en-US" sz="7200" dirty="0"/>
          </a:p>
        </p:txBody>
      </p:sp>
      <p:sp>
        <p:nvSpPr>
          <p:cNvPr id="16" name="Text 14"/>
          <p:cNvSpPr/>
          <p:nvPr/>
        </p:nvSpPr>
        <p:spPr>
          <a:xfrm>
            <a:off x="9696450" y="4857750"/>
            <a:ext cx="3095625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Thùy</a:t>
            </a:r>
            <a:r>
              <a:rPr lang="en-US" sz="2700" b="1" dirty="0" spc="1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đỉnh</a:t>
            </a:r>
            <a:endParaRPr lang="en-US" sz="2700" dirty="0"/>
          </a:p>
        </p:txBody>
      </p:sp>
      <p:sp>
        <p:nvSpPr>
          <p:cNvPr id="17" name="Text 15"/>
          <p:cNvSpPr/>
          <p:nvPr/>
        </p:nvSpPr>
        <p:spPr>
          <a:xfrm>
            <a:off x="9696450" y="6000750"/>
            <a:ext cx="3095625" cy="1905000"/>
          </a:xfrm>
          <a:prstGeom prst="rect">
            <a:avLst/>
          </a:prstGeom>
          <a:noFill/>
          <a:ln/>
        </p:spPr>
        <p:txBody>
          <a:bodyPr wrap="square" lIns="0" tIns="13764" rIns="0" bIns="-13764" rtlCol="0" anchor="t"/>
          <a:lstStyle/>
          <a:p>
            <a:pPr algn="l" indent="0" marL="0">
              <a:lnSpc>
                <a:spcPts val="3315"/>
              </a:lnSpc>
              <a:buNone/>
            </a:pPr>
            <a:r>
              <a:rPr lang="en-US" sz="25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cảm</a:t>
            </a:r>
            <a:r>
              <a:rPr lang="en-US" sz="25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giác cơ</a:t>
            </a:r>
            <a:r>
              <a:rPr lang="en-US" sz="25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thể,</a:t>
            </a:r>
            <a:r>
              <a:rPr lang="en-US" sz="2550" dirty="0" spc="-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</a:t>
            </a:r>
            <a:r>
              <a:rPr lang="en-US" sz="2550" dirty="0" spc="1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đồ</a:t>
            </a:r>
            <a:r>
              <a:rPr lang="en-US" sz="25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55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gian,</a:t>
            </a:r>
            <a:r>
              <a:rPr lang="en-US" sz="255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chú</a:t>
            </a:r>
            <a:r>
              <a:rPr lang="en-US" sz="255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ý</a:t>
            </a:r>
            <a:endParaRPr lang="en-US" sz="2550" dirty="0"/>
          </a:p>
        </p:txBody>
      </p:sp>
      <p:sp>
        <p:nvSpPr>
          <p:cNvPr id="18" name="Shape 16"/>
          <p:cNvSpPr/>
          <p:nvPr/>
        </p:nvSpPr>
        <p:spPr>
          <a:xfrm>
            <a:off x="13515975" y="3048000"/>
            <a:ext cx="3857625" cy="4953000"/>
          </a:xfrm>
          <a:prstGeom prst="roundRect">
            <a:avLst>
              <a:gd name="adj" fmla="val 6914"/>
            </a:avLst>
          </a:prstGeom>
          <a:solidFill>
            <a:srgbClr val="1E212B"/>
          </a:solidFill>
          <a:ln/>
        </p:spPr>
      </p:sp>
      <p:sp>
        <p:nvSpPr>
          <p:cNvPr id="19" name="Shape 17"/>
          <p:cNvSpPr/>
          <p:nvPr/>
        </p:nvSpPr>
        <p:spPr>
          <a:xfrm>
            <a:off x="13515975" y="3048000"/>
            <a:ext cx="3857625" cy="152400"/>
          </a:xfrm>
          <a:prstGeom prst="roundRect">
            <a:avLst>
              <a:gd name="adj" fmla="val 50000"/>
            </a:avLst>
          </a:prstGeom>
          <a:solidFill>
            <a:srgbClr val="FF6A4D"/>
          </a:solidFill>
          <a:ln/>
        </p:spPr>
      </p:sp>
      <p:sp>
        <p:nvSpPr>
          <p:cNvPr id="20" name="Text 18"/>
          <p:cNvSpPr/>
          <p:nvPr/>
        </p:nvSpPr>
        <p:spPr>
          <a:xfrm>
            <a:off x="13896975" y="3543300"/>
            <a:ext cx="3095625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0" dirty="0" spc="-1" kern="0">
                <a:solidFill>
                  <a:srgbClr val="FF6A4D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04</a:t>
            </a:r>
            <a:endParaRPr lang="en-US" sz="7200" dirty="0"/>
          </a:p>
        </p:txBody>
      </p:sp>
      <p:sp>
        <p:nvSpPr>
          <p:cNvPr id="21" name="Text 19"/>
          <p:cNvSpPr/>
          <p:nvPr/>
        </p:nvSpPr>
        <p:spPr>
          <a:xfrm>
            <a:off x="13896975" y="4857750"/>
            <a:ext cx="3095625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Thùy</a:t>
            </a:r>
            <a:r>
              <a:rPr lang="en-US" sz="2700" b="1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chẩm</a:t>
            </a:r>
            <a:endParaRPr lang="en-US" sz="2700" dirty="0"/>
          </a:p>
        </p:txBody>
      </p:sp>
      <p:sp>
        <p:nvSpPr>
          <p:cNvPr id="22" name="Text 20"/>
          <p:cNvSpPr/>
          <p:nvPr/>
        </p:nvSpPr>
        <p:spPr>
          <a:xfrm>
            <a:off x="13896975" y="6000750"/>
            <a:ext cx="3095625" cy="1905000"/>
          </a:xfrm>
          <a:prstGeom prst="rect">
            <a:avLst/>
          </a:prstGeom>
          <a:noFill/>
          <a:ln/>
        </p:spPr>
        <p:txBody>
          <a:bodyPr wrap="square" lIns="0" tIns="13764" rIns="0" bIns="-13764" rtlCol="0" anchor="t"/>
          <a:lstStyle/>
          <a:p>
            <a:pPr algn="l" indent="0" marL="0">
              <a:lnSpc>
                <a:spcPts val="3315"/>
              </a:lnSpc>
              <a:buNone/>
            </a:pPr>
            <a:r>
              <a:rPr lang="en-US" sz="25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thị</a:t>
            </a:r>
            <a:r>
              <a:rPr lang="en-US" sz="25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giác,</a:t>
            </a:r>
            <a:r>
              <a:rPr lang="en-US" sz="2550" dirty="0" spc="-2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rồi</a:t>
            </a:r>
            <a:r>
              <a:rPr lang="en-US" sz="255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hai</a:t>
            </a:r>
            <a:r>
              <a:rPr lang="en-US" sz="25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dòng</a:t>
            </a:r>
            <a:r>
              <a:rPr lang="en-US" sz="2550" dirty="0" spc="3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</a:t>
            </a:r>
            <a:r>
              <a:rPr lang="en-US" sz="2550" dirty="0" spc="-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sang</a:t>
            </a:r>
            <a:r>
              <a:rPr lang="en-US" sz="25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thái</a:t>
            </a:r>
            <a:r>
              <a:rPr lang="en-US" sz="2550" dirty="0" spc="5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dương</a:t>
            </a:r>
            <a:r>
              <a:rPr lang="en-US" sz="2550" dirty="0" spc="-19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550" dirty="0" spc="2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đỉnh</a:t>
            </a:r>
            <a:endParaRPr lang="en-US" sz="2550" dirty="0"/>
          </a:p>
        </p:txBody>
      </p:sp>
      <p:sp>
        <p:nvSpPr>
          <p:cNvPr id="23" name="Text 21"/>
          <p:cNvSpPr/>
          <p:nvPr/>
        </p:nvSpPr>
        <p:spPr>
          <a:xfrm>
            <a:off x="914400" y="8991600"/>
            <a:ext cx="164592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Nguồn:</a:t>
            </a:r>
            <a:r>
              <a:rPr lang="en-US" sz="1800" dirty="0" spc="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[S1]</a:t>
            </a:r>
            <a:r>
              <a:rPr lang="en-US" sz="180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[S3]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9429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11715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1381125" y="9544050"/>
            <a:ext cx="152400" cy="152400"/>
          </a:xfrm>
          <a:prstGeom prst="ellipse">
            <a:avLst/>
          </a:prstGeom>
          <a:solidFill>
            <a:srgbClr val="FF6A4D"/>
          </a:solidFill>
          <a:ln/>
        </p:spPr>
      </p:sp>
      <p:sp>
        <p:nvSpPr>
          <p:cNvPr id="27" name="Shape 25"/>
          <p:cNvSpPr/>
          <p:nvPr/>
        </p:nvSpPr>
        <p:spPr>
          <a:xfrm>
            <a:off x="16287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18573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20859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23145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25431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27717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30003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32289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34575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36861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39147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41433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43719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46005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48291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50577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52863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4" name="Shape 42"/>
          <p:cNvSpPr/>
          <p:nvPr/>
        </p:nvSpPr>
        <p:spPr>
          <a:xfrm>
            <a:off x="55149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5" name="Shape 43"/>
          <p:cNvSpPr/>
          <p:nvPr/>
        </p:nvSpPr>
        <p:spPr>
          <a:xfrm>
            <a:off x="57435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6" name="Shape 44"/>
          <p:cNvSpPr/>
          <p:nvPr/>
        </p:nvSpPr>
        <p:spPr>
          <a:xfrm>
            <a:off x="59721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7" name="Shape 45"/>
          <p:cNvSpPr/>
          <p:nvPr/>
        </p:nvSpPr>
        <p:spPr>
          <a:xfrm>
            <a:off x="62007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8" name="Shape 46"/>
          <p:cNvSpPr/>
          <p:nvPr/>
        </p:nvSpPr>
        <p:spPr>
          <a:xfrm>
            <a:off x="64293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9" name="Shape 47"/>
          <p:cNvSpPr/>
          <p:nvPr/>
        </p:nvSpPr>
        <p:spPr>
          <a:xfrm>
            <a:off x="66579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0" name="Shape 48"/>
          <p:cNvSpPr/>
          <p:nvPr/>
        </p:nvSpPr>
        <p:spPr>
          <a:xfrm>
            <a:off x="68865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1" name="Shape 49"/>
          <p:cNvSpPr/>
          <p:nvPr/>
        </p:nvSpPr>
        <p:spPr>
          <a:xfrm>
            <a:off x="71151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2" name="Shape 50"/>
          <p:cNvSpPr/>
          <p:nvPr/>
        </p:nvSpPr>
        <p:spPr>
          <a:xfrm>
            <a:off x="73437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3" name="Shape 51"/>
          <p:cNvSpPr/>
          <p:nvPr/>
        </p:nvSpPr>
        <p:spPr>
          <a:xfrm>
            <a:off x="75723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4" name="Shape 52"/>
          <p:cNvSpPr/>
          <p:nvPr/>
        </p:nvSpPr>
        <p:spPr>
          <a:xfrm>
            <a:off x="78009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5" name="Shape 53"/>
          <p:cNvSpPr/>
          <p:nvPr/>
        </p:nvSpPr>
        <p:spPr>
          <a:xfrm>
            <a:off x="80295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6" name="Shape 54"/>
          <p:cNvSpPr/>
          <p:nvPr/>
        </p:nvSpPr>
        <p:spPr>
          <a:xfrm>
            <a:off x="82581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7" name="Shape 55"/>
          <p:cNvSpPr/>
          <p:nvPr/>
        </p:nvSpPr>
        <p:spPr>
          <a:xfrm>
            <a:off x="84867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8" name="Shape 56"/>
          <p:cNvSpPr/>
          <p:nvPr/>
        </p:nvSpPr>
        <p:spPr>
          <a:xfrm>
            <a:off x="87153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9" name="Shape 57"/>
          <p:cNvSpPr/>
          <p:nvPr/>
        </p:nvSpPr>
        <p:spPr>
          <a:xfrm>
            <a:off x="89439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0" name="Shape 58"/>
          <p:cNvSpPr/>
          <p:nvPr/>
        </p:nvSpPr>
        <p:spPr>
          <a:xfrm>
            <a:off x="91725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1" name="Shape 59"/>
          <p:cNvSpPr/>
          <p:nvPr/>
        </p:nvSpPr>
        <p:spPr>
          <a:xfrm>
            <a:off x="94011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2" name="Shape 60"/>
          <p:cNvSpPr/>
          <p:nvPr/>
        </p:nvSpPr>
        <p:spPr>
          <a:xfrm>
            <a:off x="96297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3" name="Text 61"/>
          <p:cNvSpPr/>
          <p:nvPr/>
        </p:nvSpPr>
        <p:spPr>
          <a:xfrm>
            <a:off x="10058400" y="9467850"/>
            <a:ext cx="4953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Multiple-report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3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L08</a:t>
            </a:r>
            <a:r>
              <a:rPr lang="en-US" sz="180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1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03/39</a:t>
            </a:r>
            <a:endParaRPr lang="en-US" sz="1800" dirty="0"/>
          </a:p>
        </p:txBody>
      </p:sp>
      <p:sp>
        <p:nvSpPr>
          <p:cNvPr id="64" name="Shape 62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65" name="Moda image moda-export-watermark-a6c2ee22-764e-4a15-86dc-cb445fc0ba82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6459200" cy="1809750"/>
          </a:xfrm>
          <a:prstGeom prst="rect">
            <a:avLst/>
          </a:prstGeom>
          <a:noFill/>
          <a:ln/>
        </p:spPr>
        <p:txBody>
          <a:bodyPr wrap="square" lIns="0" tIns="43434" rIns="0" bIns="-43434" rtlCol="0" anchor="t"/>
          <a:lstStyle/>
          <a:p>
            <a:pPr algn="l" indent="0" marL="0">
              <a:lnSpc>
                <a:spcPts val="6156"/>
              </a:lnSpc>
              <a:buNone/>
            </a:pPr>
            <a:r>
              <a:rPr lang="en-US" sz="57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Ba</a:t>
            </a:r>
            <a:r>
              <a:rPr lang="en-US" sz="5700" dirty="0" spc="-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ý</a:t>
            </a:r>
            <a:r>
              <a:rPr lang="en-US" sz="5700" dirty="0" spc="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đáng</a:t>
            </a:r>
            <a:r>
              <a:rPr lang="en-US" sz="57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mang</a:t>
            </a:r>
            <a:r>
              <a:rPr lang="en-US" sz="57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theo</a:t>
            </a:r>
            <a:endParaRPr lang="en-US" sz="5700" dirty="0"/>
          </a:p>
        </p:txBody>
      </p:sp>
      <p:sp>
        <p:nvSpPr>
          <p:cNvPr id="3" name="Text 1"/>
          <p:cNvSpPr/>
          <p:nvPr/>
        </p:nvSpPr>
        <p:spPr>
          <a:xfrm>
            <a:off x="914400" y="2667000"/>
            <a:ext cx="1619250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700" dirty="0" spc="-3" kern="0">
                <a:solidFill>
                  <a:srgbClr val="1F3FD1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1</a:t>
            </a:r>
            <a:endParaRPr lang="en-US" sz="8700" dirty="0"/>
          </a:p>
        </p:txBody>
      </p:sp>
      <p:sp>
        <p:nvSpPr>
          <p:cNvPr id="4" name="Shape 2"/>
          <p:cNvSpPr/>
          <p:nvPr/>
        </p:nvSpPr>
        <p:spPr>
          <a:xfrm>
            <a:off x="2724150" y="2762250"/>
            <a:ext cx="14649450" cy="1238250"/>
          </a:xfrm>
          <a:prstGeom prst="roundRect">
            <a:avLst>
              <a:gd name="adj" fmla="val 15385"/>
            </a:avLst>
          </a:prstGeom>
          <a:solidFill>
            <a:srgbClr val="E8E0CF"/>
          </a:solidFill>
          <a:ln/>
        </p:spPr>
      </p:sp>
      <p:sp>
        <p:nvSpPr>
          <p:cNvPr id="5" name="Text 3"/>
          <p:cNvSpPr/>
          <p:nvPr/>
        </p:nvSpPr>
        <p:spPr>
          <a:xfrm>
            <a:off x="3105150" y="2762250"/>
            <a:ext cx="1400175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dirty="0" spc="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Cách</a:t>
            </a:r>
            <a:r>
              <a:rPr lang="en-US" sz="3000" dirty="0" spc="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chia</a:t>
            </a:r>
            <a:r>
              <a:rPr lang="en-US" sz="300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thùy là</a:t>
            </a:r>
            <a:r>
              <a:rPr lang="en-US" sz="3000" dirty="0" spc="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quy</a:t>
            </a:r>
            <a:r>
              <a:rPr lang="en-US" sz="3000" dirty="0" spc="1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ước,</a:t>
            </a:r>
            <a:r>
              <a:rPr lang="en-US" sz="3000" dirty="0" spc="-9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lấy</a:t>
            </a:r>
            <a:r>
              <a:rPr lang="en-US" sz="300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các</a:t>
            </a:r>
            <a:r>
              <a:rPr lang="en-US" sz="3000" dirty="0" spc="-1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rãnh</a:t>
            </a:r>
            <a:r>
              <a:rPr lang="en-US" sz="3000" dirty="0" spc="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làm</a:t>
            </a:r>
            <a:r>
              <a:rPr lang="en-US" sz="3000" dirty="0" spc="-6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mốc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914400" y="4210050"/>
            <a:ext cx="1619250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700" dirty="0" spc="6" kern="0">
                <a:solidFill>
                  <a:srgbClr val="B45309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2</a:t>
            </a:r>
            <a:endParaRPr lang="en-US" sz="8700" dirty="0"/>
          </a:p>
        </p:txBody>
      </p:sp>
      <p:sp>
        <p:nvSpPr>
          <p:cNvPr id="7" name="Shape 5"/>
          <p:cNvSpPr/>
          <p:nvPr/>
        </p:nvSpPr>
        <p:spPr>
          <a:xfrm>
            <a:off x="2724150" y="4305300"/>
            <a:ext cx="14649450" cy="1238250"/>
          </a:xfrm>
          <a:prstGeom prst="roundRect">
            <a:avLst>
              <a:gd name="adj" fmla="val 15385"/>
            </a:avLst>
          </a:prstGeom>
          <a:solidFill>
            <a:srgbClr val="E8E0CF"/>
          </a:solidFill>
          <a:ln/>
        </p:spPr>
      </p:sp>
      <p:sp>
        <p:nvSpPr>
          <p:cNvPr id="8" name="Text 6"/>
          <p:cNvSpPr/>
          <p:nvPr/>
        </p:nvSpPr>
        <p:spPr>
          <a:xfrm>
            <a:off x="3105150" y="4305300"/>
            <a:ext cx="1400175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dirty="0" spc="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Mỗi</a:t>
            </a:r>
            <a:r>
              <a:rPr lang="en-US" sz="300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thùy</a:t>
            </a:r>
            <a:r>
              <a:rPr lang="en-US" sz="300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có</a:t>
            </a:r>
            <a:r>
              <a:rPr lang="en-US" sz="3000" dirty="0" spc="-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việc</a:t>
            </a:r>
            <a:r>
              <a:rPr lang="en-US" sz="3000" dirty="0" spc="1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đặc</a:t>
            </a:r>
            <a:r>
              <a:rPr lang="en-US" sz="3000" dirty="0" spc="18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trưng,</a:t>
            </a:r>
            <a:r>
              <a:rPr lang="en-US" sz="3000" dirty="0" spc="2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nhưng</a:t>
            </a:r>
            <a:r>
              <a:rPr lang="en-US" sz="3000" dirty="0" spc="-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việc</a:t>
            </a:r>
            <a:r>
              <a:rPr lang="en-US" sz="3000" dirty="0" spc="-7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thật</a:t>
            </a:r>
            <a:r>
              <a:rPr lang="en-US" sz="3000" dirty="0" spc="-9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chạy</a:t>
            </a:r>
            <a:r>
              <a:rPr lang="en-US" sz="3000" dirty="0" spc="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qua</a:t>
            </a:r>
            <a:r>
              <a:rPr lang="en-US" sz="300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nhiều thùy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914400" y="5753100"/>
            <a:ext cx="1619250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700" dirty="0" spc="3" kern="0">
                <a:solidFill>
                  <a:srgbClr val="0F766E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3</a:t>
            </a:r>
            <a:endParaRPr lang="en-US" sz="8700" dirty="0"/>
          </a:p>
        </p:txBody>
      </p:sp>
      <p:sp>
        <p:nvSpPr>
          <p:cNvPr id="10" name="Shape 8"/>
          <p:cNvSpPr/>
          <p:nvPr/>
        </p:nvSpPr>
        <p:spPr>
          <a:xfrm>
            <a:off x="2724150" y="5848350"/>
            <a:ext cx="14649450" cy="1238250"/>
          </a:xfrm>
          <a:prstGeom prst="roundRect">
            <a:avLst>
              <a:gd name="adj" fmla="val 15385"/>
            </a:avLst>
          </a:prstGeom>
          <a:solidFill>
            <a:srgbClr val="E8E0CF"/>
          </a:solidFill>
          <a:ln/>
        </p:spPr>
      </p:sp>
      <p:sp>
        <p:nvSpPr>
          <p:cNvPr id="11" name="Text 9"/>
          <p:cNvSpPr/>
          <p:nvPr/>
        </p:nvSpPr>
        <p:spPr>
          <a:xfrm>
            <a:off x="3105150" y="5848350"/>
            <a:ext cx="1400175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dirty="0" spc="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Nhiều</a:t>
            </a:r>
            <a:r>
              <a:rPr lang="en-US" sz="300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chỗ</a:t>
            </a:r>
            <a:r>
              <a:rPr lang="en-US" sz="3000" dirty="0" spc="-6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còn</a:t>
            </a:r>
            <a:r>
              <a:rPr lang="en-US" sz="3000" dirty="0" spc="-1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tranh</a:t>
            </a:r>
            <a:r>
              <a:rPr lang="en-US" sz="3000" dirty="0" spc="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luận:</a:t>
            </a:r>
            <a:r>
              <a:rPr lang="en-US" sz="3000" dirty="0" spc="8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đọc</a:t>
            </a:r>
            <a:r>
              <a:rPr lang="en-US" sz="3000" dirty="0" spc="-1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tên</a:t>
            </a:r>
            <a:r>
              <a:rPr lang="en-US" sz="3000" dirty="0" spc="-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vùng</a:t>
            </a:r>
            <a:r>
              <a:rPr lang="en-US" sz="300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như</a:t>
            </a:r>
            <a:r>
              <a:rPr lang="en-US" sz="3000" dirty="0" spc="-8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"hoạt</a:t>
            </a:r>
            <a:r>
              <a:rPr lang="en-US" sz="3000" dirty="0" spc="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động</a:t>
            </a:r>
            <a:r>
              <a:rPr lang="en-US" sz="300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mạnh</a:t>
            </a:r>
            <a:r>
              <a:rPr lang="en-US" sz="3000" dirty="0" spc="-2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khi..."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914400" y="8991600"/>
            <a:ext cx="164592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Nguồn:</a:t>
            </a:r>
            <a:r>
              <a:rPr lang="en-US" sz="180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[S1]</a:t>
            </a:r>
            <a:r>
              <a:rPr lang="en-US" sz="180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[S3] [S6] [S8]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9429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11715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14001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1609725" y="9544050"/>
            <a:ext cx="152400" cy="1524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17" name="Shape 15"/>
          <p:cNvSpPr/>
          <p:nvPr/>
        </p:nvSpPr>
        <p:spPr>
          <a:xfrm>
            <a:off x="18573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20859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23145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25431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27717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30003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32289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34575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36861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39147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41433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43719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46005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48291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50577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52863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55149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57435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59721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62007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64293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66579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68865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71151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73437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75723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78009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4" name="Shape 42"/>
          <p:cNvSpPr/>
          <p:nvPr/>
        </p:nvSpPr>
        <p:spPr>
          <a:xfrm>
            <a:off x="80295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5" name="Shape 43"/>
          <p:cNvSpPr/>
          <p:nvPr/>
        </p:nvSpPr>
        <p:spPr>
          <a:xfrm>
            <a:off x="82581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6" name="Shape 44"/>
          <p:cNvSpPr/>
          <p:nvPr/>
        </p:nvSpPr>
        <p:spPr>
          <a:xfrm>
            <a:off x="84867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7" name="Shape 45"/>
          <p:cNvSpPr/>
          <p:nvPr/>
        </p:nvSpPr>
        <p:spPr>
          <a:xfrm>
            <a:off x="87153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8" name="Shape 46"/>
          <p:cNvSpPr/>
          <p:nvPr/>
        </p:nvSpPr>
        <p:spPr>
          <a:xfrm>
            <a:off x="89439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9" name="Shape 47"/>
          <p:cNvSpPr/>
          <p:nvPr/>
        </p:nvSpPr>
        <p:spPr>
          <a:xfrm>
            <a:off x="91725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0" name="Shape 48"/>
          <p:cNvSpPr/>
          <p:nvPr/>
        </p:nvSpPr>
        <p:spPr>
          <a:xfrm>
            <a:off x="94011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1" name="Shape 49"/>
          <p:cNvSpPr/>
          <p:nvPr/>
        </p:nvSpPr>
        <p:spPr>
          <a:xfrm>
            <a:off x="96297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2" name="Text 50"/>
          <p:cNvSpPr/>
          <p:nvPr/>
        </p:nvSpPr>
        <p:spPr>
          <a:xfrm>
            <a:off x="10058400" y="9467850"/>
            <a:ext cx="4953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6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Multiple-report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3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L08</a:t>
            </a:r>
            <a:r>
              <a:rPr lang="en-US" sz="180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1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04/39</a:t>
            </a:r>
            <a:endParaRPr lang="en-US" sz="1800" dirty="0"/>
          </a:p>
        </p:txBody>
      </p:sp>
      <p:sp>
        <p:nvSpPr>
          <p:cNvPr id="53" name="Shape 51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54" name="Moda image moda-export-watermark-bc18f42d-d825-4e22-a039-bed09cbf4c1c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6459200" cy="1809750"/>
          </a:xfrm>
          <a:prstGeom prst="rect">
            <a:avLst/>
          </a:prstGeom>
          <a:noFill/>
          <a:ln/>
        </p:spPr>
        <p:txBody>
          <a:bodyPr wrap="square" lIns="0" tIns="43434" rIns="0" bIns="-43434" rtlCol="0" anchor="t"/>
          <a:lstStyle/>
          <a:p>
            <a:pPr algn="l" indent="0" marL="0">
              <a:lnSpc>
                <a:spcPts val="6156"/>
              </a:lnSpc>
              <a:buNone/>
            </a:pPr>
            <a:r>
              <a:rPr lang="en-US" sz="5700" dirty="0" spc="-178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Vỏ</a:t>
            </a:r>
            <a:r>
              <a:rPr lang="en-US" sz="5700" dirty="0" spc="-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não:</a:t>
            </a:r>
            <a:r>
              <a:rPr lang="en-US" sz="5700" dirty="0" spc="-7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tấm</a:t>
            </a:r>
            <a:r>
              <a:rPr lang="en-US" sz="5700" dirty="0" spc="-3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nơron</a:t>
            </a:r>
            <a:r>
              <a:rPr lang="en-US" sz="57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mỏng</a:t>
            </a:r>
            <a:r>
              <a:rPr lang="en-US" sz="5700" dirty="0" spc="-66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và</a:t>
            </a:r>
            <a:r>
              <a:rPr lang="en-US" sz="5700" dirty="0" spc="-1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gấp</a:t>
            </a:r>
            <a:r>
              <a:rPr lang="en-US" sz="57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nếp</a:t>
            </a:r>
            <a:endParaRPr lang="en-US" sz="5700" dirty="0"/>
          </a:p>
        </p:txBody>
      </p:sp>
      <p:sp>
        <p:nvSpPr>
          <p:cNvPr id="3" name="Shape 1"/>
          <p:cNvSpPr/>
          <p:nvPr/>
        </p:nvSpPr>
        <p:spPr>
          <a:xfrm>
            <a:off x="914400" y="2819400"/>
            <a:ext cx="95250" cy="5505450"/>
          </a:xfrm>
          <a:prstGeom prst="roundRect">
            <a:avLst>
              <a:gd name="adj" fmla="val 50000"/>
            </a:avLst>
          </a:prstGeom>
          <a:solidFill>
            <a:srgbClr val="7C93FF"/>
          </a:solidFill>
          <a:ln/>
        </p:spPr>
      </p:sp>
      <p:sp>
        <p:nvSpPr>
          <p:cNvPr id="4" name="Text 2"/>
          <p:cNvSpPr/>
          <p:nvPr/>
        </p:nvSpPr>
        <p:spPr>
          <a:xfrm>
            <a:off x="1295400" y="2762250"/>
            <a:ext cx="10572750" cy="5619750"/>
          </a:xfrm>
          <a:prstGeom prst="rect">
            <a:avLst/>
          </a:prstGeom>
          <a:noFill/>
          <a:ln/>
        </p:spPr>
        <p:txBody>
          <a:bodyPr wrap="square" lIns="0" tIns="10843" rIns="0" bIns="-10843" rtlCol="0" anchor="t"/>
          <a:lstStyle/>
          <a:p>
            <a:pPr algn="l" indent="0" marL="0">
              <a:lnSpc>
                <a:spcPts val="3848"/>
              </a:lnSpc>
              <a:buNone/>
            </a:pPr>
            <a:r>
              <a:rPr lang="en-US" sz="2850" dirty="0" spc="-6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Vỏ</a:t>
            </a:r>
            <a:r>
              <a:rPr lang="en-US" sz="28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não</a:t>
            </a:r>
            <a:r>
              <a:rPr lang="en-US" sz="2850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(</a:t>
            </a:r>
            <a:pPr algn="l" indent="0" marL="0">
              <a:lnSpc>
                <a:spcPts val="3848"/>
              </a:lnSpc>
              <a:buNone/>
            </a:pPr>
            <a:r>
              <a:rPr lang="en-US" sz="2850" b="1" dirty="0" spc="-19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cerebral</a:t>
            </a:r>
            <a:r>
              <a:rPr lang="en-US" sz="2850" b="1" dirty="0" spc="-15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cortex</a:t>
            </a:r>
            <a:pPr algn="l" indent="0" marL="0">
              <a:lnSpc>
                <a:spcPts val="3848"/>
              </a:lnSpc>
              <a:buNone/>
            </a:pPr>
            <a:r>
              <a:rPr lang="en-US" sz="28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)</a:t>
            </a:r>
            <a:r>
              <a:rPr lang="en-US" sz="285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2850" dirty="0" spc="-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850" dirty="0" spc="-1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tấm</a:t>
            </a:r>
            <a:r>
              <a:rPr lang="en-US" sz="285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mỏng</a:t>
            </a:r>
            <a:r>
              <a:rPr lang="en-US" sz="2850" dirty="0" spc="-1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nơron</a:t>
            </a:r>
            <a:r>
              <a:rPr lang="en-US" sz="28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ở</a:t>
            </a:r>
            <a:r>
              <a:rPr lang="en-US" sz="28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lớp</a:t>
            </a:r>
            <a:r>
              <a:rPr lang="en-US" sz="2850" dirty="0" spc="-1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ngoài</a:t>
            </a:r>
            <a:r>
              <a:rPr lang="en-US" sz="28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cùng</a:t>
            </a:r>
            <a:r>
              <a:rPr lang="en-US" sz="28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2850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hai</a:t>
            </a:r>
            <a:r>
              <a:rPr lang="en-US" sz="2850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bán</a:t>
            </a:r>
            <a:r>
              <a:rPr lang="en-US" sz="28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cầu;</a:t>
            </a:r>
            <a:r>
              <a:rPr lang="en-US" sz="2850" dirty="0" spc="-1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"cortex"</a:t>
            </a:r>
            <a:r>
              <a:rPr lang="en-US" sz="28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nghĩa</a:t>
            </a:r>
            <a:r>
              <a:rPr lang="en-US" sz="2850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2850" dirty="0" spc="-1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vỏ</a:t>
            </a:r>
            <a:r>
              <a:rPr lang="en-US" sz="2850" dirty="0" spc="-1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cây</a:t>
            </a:r>
            <a:r>
              <a:rPr lang="en-US" sz="2850" dirty="0" spc="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</a:t>
            </a:r>
            <a:pPr algn="l" indent="0" marL="0">
              <a:lnSpc>
                <a:spcPts val="3848"/>
              </a:lnSpc>
              <a:buNone/>
            </a:pPr>
            <a:r>
              <a:rPr lang="en-US" sz="2850" dirty="0" spc="-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[S1]</a:t>
            </a:r>
            <a:pPr algn="l" indent="0" marL="0">
              <a:lnSpc>
                <a:spcPts val="3848"/>
              </a:lnSpc>
              <a:buNone/>
            </a:pPr>
            <a:r>
              <a:rPr lang="en-US" sz="2850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.</a:t>
            </a:r>
            <a:r>
              <a:rPr lang="en-US" sz="28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Đó</a:t>
            </a:r>
            <a:r>
              <a:rPr lang="en-US" sz="285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2850" dirty="0" spc="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</a:t>
            </a:r>
            <a:pPr algn="l" indent="0" marL="0">
              <a:lnSpc>
                <a:spcPts val="3848"/>
              </a:lnSpc>
              <a:buNone/>
            </a:pPr>
            <a:r>
              <a:rPr lang="en-US" sz="2850" b="1" dirty="0" spc="-10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chất</a:t>
            </a:r>
            <a:r>
              <a:rPr lang="en-US" sz="2850" b="1" dirty="0" spc="-22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xám</a:t>
            </a:r>
            <a:pPr algn="l" indent="0" marL="0">
              <a:lnSpc>
                <a:spcPts val="3848"/>
              </a:lnSpc>
              <a:buNone/>
            </a:pPr>
            <a:r>
              <a:rPr lang="en-US" sz="28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,</a:t>
            </a:r>
            <a:r>
              <a:rPr lang="en-US" sz="2850" dirty="0" spc="-1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gồm</a:t>
            </a:r>
            <a:r>
              <a:rPr lang="en-US" sz="28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chủ</a:t>
            </a:r>
            <a:r>
              <a:rPr lang="en-US" sz="2850" dirty="0" spc="-2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yếu</a:t>
            </a:r>
            <a:r>
              <a:rPr lang="en-US" sz="28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thân</a:t>
            </a:r>
            <a:r>
              <a:rPr lang="en-US" sz="2850" dirty="0" spc="-2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tế</a:t>
            </a:r>
            <a:r>
              <a:rPr lang="en-US" sz="28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bào</a:t>
            </a:r>
            <a:r>
              <a:rPr lang="en-US" sz="2850" dirty="0" spc="-1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8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các</a:t>
            </a:r>
            <a:r>
              <a:rPr lang="en-US" sz="2850" dirty="0" spc="-4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kết</a:t>
            </a:r>
            <a:r>
              <a:rPr lang="en-US" sz="28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nối</a:t>
            </a:r>
            <a:r>
              <a:rPr lang="en-US" sz="2850" dirty="0" spc="-1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tầm</a:t>
            </a:r>
            <a:r>
              <a:rPr lang="en-US" sz="2850" dirty="0" spc="-1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ngắn,</a:t>
            </a:r>
            <a:r>
              <a:rPr lang="en-US" sz="28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nằm</a:t>
            </a:r>
            <a:r>
              <a:rPr lang="en-US" sz="2850" dirty="0" spc="-2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trên</a:t>
            </a:r>
            <a:r>
              <a:rPr lang="en-US" sz="2850" dirty="0" spc="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</a:t>
            </a:r>
            <a:pPr algn="l" indent="0" marL="0">
              <a:lnSpc>
                <a:spcPts val="3848"/>
              </a:lnSpc>
              <a:buNone/>
            </a:pPr>
            <a:r>
              <a:rPr lang="en-US" sz="2850" b="1" dirty="0" spc="-10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chất trắng</a:t>
            </a:r>
            <a:pPr algn="l" indent="0" marL="0">
              <a:lnSpc>
                <a:spcPts val="3848"/>
              </a:lnSpc>
              <a:buNone/>
            </a:pPr>
            <a:r>
              <a:rPr lang="en-US" sz="2850" dirty="0" spc="-1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gồm</a:t>
            </a:r>
            <a:r>
              <a:rPr lang="en-US" sz="28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các</a:t>
            </a:r>
            <a:r>
              <a:rPr lang="en-US" sz="2850" dirty="0" spc="-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sợi</a:t>
            </a:r>
            <a:r>
              <a:rPr lang="en-US" sz="28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trục</a:t>
            </a:r>
            <a:r>
              <a:rPr lang="en-US" sz="2850" dirty="0" spc="-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bọc</a:t>
            </a:r>
            <a:r>
              <a:rPr lang="en-US" sz="2850" dirty="0" spc="-2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myelin</a:t>
            </a:r>
            <a:r>
              <a:rPr lang="en-US" sz="2850" dirty="0" spc="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</a:t>
            </a:r>
            <a:pPr algn="l" indent="0" marL="0">
              <a:lnSpc>
                <a:spcPts val="3848"/>
              </a:lnSpc>
              <a:buNone/>
            </a:pPr>
            <a:r>
              <a:rPr lang="en-US" sz="2850" dirty="0" spc="-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[S1]</a:t>
            </a:r>
            <a:r>
              <a:rPr lang="en-US" sz="28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[S2]</a:t>
            </a:r>
            <a:pPr algn="l" indent="0" marL="0">
              <a:lnSpc>
                <a:spcPts val="3848"/>
              </a:lnSpc>
              <a:buNone/>
            </a:pPr>
            <a:r>
              <a:rPr lang="en-US" sz="2850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.</a:t>
            </a:r>
            <a:r>
              <a:rPr lang="en-US" sz="2850" dirty="0" spc="-4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Vỏ</a:t>
            </a:r>
            <a:r>
              <a:rPr lang="en-US" sz="28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</a:t>
            </a:r>
            <a:r>
              <a:rPr lang="en-US" sz="2850" dirty="0" spc="-1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dày</a:t>
            </a:r>
            <a:r>
              <a:rPr lang="en-US" sz="285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khoảng</a:t>
            </a:r>
            <a:r>
              <a:rPr lang="en-US" sz="2850" dirty="0" spc="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</a:t>
            </a:r>
            <a:r>
              <a:rPr lang="en-US" sz="2850" dirty="0" spc="1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đến</a:t>
            </a:r>
            <a:r>
              <a:rPr lang="en-US" sz="285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4</a:t>
            </a:r>
            <a:r>
              <a:rPr lang="en-US" sz="28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mm</a:t>
            </a:r>
            <a:r>
              <a:rPr lang="en-US" sz="2850" dirty="0" spc="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</a:t>
            </a:r>
            <a:pPr algn="l" indent="0" marL="0">
              <a:lnSpc>
                <a:spcPts val="3848"/>
              </a:lnSpc>
              <a:buNone/>
            </a:pPr>
            <a:r>
              <a:rPr lang="en-US" sz="2850" dirty="0" spc="-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[S1]</a:t>
            </a:r>
            <a:pPr algn="l" indent="0" marL="0">
              <a:lnSpc>
                <a:spcPts val="3848"/>
              </a:lnSpc>
              <a:buNone/>
            </a:pPr>
            <a:r>
              <a:rPr lang="en-US" sz="28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,</a:t>
            </a:r>
            <a:r>
              <a:rPr lang="en-US" sz="28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cỡ</a:t>
            </a:r>
            <a:r>
              <a:rPr lang="en-US" sz="28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chồng</a:t>
            </a:r>
            <a:r>
              <a:rPr lang="en-US" sz="2850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hai</a:t>
            </a:r>
            <a:r>
              <a:rPr lang="en-US" sz="28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hoặc ba</a:t>
            </a:r>
            <a:r>
              <a:rPr lang="en-US" sz="2850" dirty="0" spc="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đồng</a:t>
            </a:r>
            <a:r>
              <a:rPr lang="en-US" sz="2850" dirty="0" spc="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xu</a:t>
            </a:r>
            <a:r>
              <a:rPr lang="en-US" sz="2850" dirty="0" spc="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</a:t>
            </a:r>
            <a:pPr algn="l" indent="0" marL="0">
              <a:lnSpc>
                <a:spcPts val="3848"/>
              </a:lnSpc>
              <a:buNone/>
            </a:pPr>
            <a:r>
              <a:rPr lang="en-US" sz="2850" dirty="0" spc="-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[S4]</a:t>
            </a:r>
            <a:pPr algn="l" indent="0" marL="0">
              <a:lnSpc>
                <a:spcPts val="3848"/>
              </a:lnSpc>
              <a:buNone/>
            </a:pPr>
            <a:r>
              <a:rPr lang="en-US" sz="28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,</a:t>
            </a:r>
            <a:r>
              <a:rPr lang="en-US" sz="2850" dirty="0" spc="1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nhưng</a:t>
            </a:r>
            <a:r>
              <a:rPr lang="en-US" sz="28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phần</a:t>
            </a:r>
            <a:r>
              <a:rPr lang="en-US" sz="28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lớn</a:t>
            </a:r>
            <a:r>
              <a:rPr lang="en-US" sz="28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850" dirty="0" spc="-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sáu</a:t>
            </a:r>
            <a:r>
              <a:rPr lang="en-US" sz="28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lớp</a:t>
            </a:r>
            <a:r>
              <a:rPr lang="en-US" sz="2850" dirty="0" spc="-1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nơron</a:t>
            </a:r>
            <a:r>
              <a:rPr lang="en-US" sz="28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khác</a:t>
            </a:r>
            <a:r>
              <a:rPr lang="en-US" sz="28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nhau.</a:t>
            </a:r>
            <a:endParaRPr lang="en-US" sz="2850" dirty="0"/>
          </a:p>
        </p:txBody>
      </p:sp>
      <p:sp>
        <p:nvSpPr>
          <p:cNvPr id="5" name="Shape 3"/>
          <p:cNvSpPr/>
          <p:nvPr/>
        </p:nvSpPr>
        <p:spPr>
          <a:xfrm>
            <a:off x="12325350" y="2762250"/>
            <a:ext cx="5048250" cy="1724025"/>
          </a:xfrm>
          <a:prstGeom prst="roundRect">
            <a:avLst>
              <a:gd name="adj" fmla="val 12155"/>
            </a:avLst>
          </a:prstGeom>
          <a:solidFill>
            <a:srgbClr val="1E212B"/>
          </a:solidFill>
          <a:ln/>
        </p:spPr>
      </p:sp>
      <p:sp>
        <p:nvSpPr>
          <p:cNvPr id="6" name="Shape 4"/>
          <p:cNvSpPr/>
          <p:nvPr/>
        </p:nvSpPr>
        <p:spPr>
          <a:xfrm>
            <a:off x="12325350" y="2762250"/>
            <a:ext cx="5048250" cy="95250"/>
          </a:xfrm>
          <a:prstGeom prst="roundRect">
            <a:avLst>
              <a:gd name="adj" fmla="val 50000"/>
            </a:avLst>
          </a:prstGeom>
          <a:solidFill>
            <a:srgbClr val="7C93FF"/>
          </a:solidFill>
          <a:ln/>
        </p:spPr>
      </p:sp>
      <p:sp>
        <p:nvSpPr>
          <p:cNvPr id="7" name="Text 5"/>
          <p:cNvSpPr/>
          <p:nvPr/>
        </p:nvSpPr>
        <p:spPr>
          <a:xfrm>
            <a:off x="12630150" y="3028950"/>
            <a:ext cx="44386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50" dirty="0" spc="4" kern="0">
                <a:solidFill>
                  <a:srgbClr val="7C93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Ở</a:t>
            </a:r>
            <a:r>
              <a:rPr lang="en-US" sz="1950" dirty="0" spc="5" kern="0">
                <a:solidFill>
                  <a:srgbClr val="7C93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đâu</a:t>
            </a:r>
            <a:endParaRPr lang="en-US" sz="1950" dirty="0"/>
          </a:p>
        </p:txBody>
      </p:sp>
      <p:sp>
        <p:nvSpPr>
          <p:cNvPr id="8" name="Text 6"/>
          <p:cNvSpPr/>
          <p:nvPr/>
        </p:nvSpPr>
        <p:spPr>
          <a:xfrm>
            <a:off x="12630150" y="3486150"/>
            <a:ext cx="4438650" cy="809625"/>
          </a:xfrm>
          <a:prstGeom prst="rect">
            <a:avLst/>
          </a:prstGeom>
          <a:noFill/>
          <a:ln/>
        </p:spPr>
        <p:txBody>
          <a:bodyPr wrap="square" lIns="0" tIns="19050" rIns="0" bIns="-19050" rtlCol="0" anchor="t"/>
          <a:lstStyle/>
          <a:p>
            <a:pPr algn="l" indent="0" marL="0">
              <a:lnSpc>
                <a:spcPts val="2928"/>
              </a:lnSpc>
              <a:buNone/>
            </a:pPr>
            <a:r>
              <a:rPr lang="en-US" sz="2400" dirty="0" spc="-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lớp</a:t>
            </a:r>
            <a:r>
              <a:rPr lang="en-US" sz="2400" dirty="0" spc="-8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ngoài</a:t>
            </a:r>
            <a:r>
              <a:rPr lang="en-US" sz="2400" dirty="0" spc="-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cùng</a:t>
            </a:r>
            <a:r>
              <a:rPr lang="en-US" sz="2400" dirty="0" spc="-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hai bán</a:t>
            </a:r>
            <a:r>
              <a:rPr lang="en-US" sz="2400" dirty="0" spc="-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cầu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12325350" y="4714875"/>
            <a:ext cx="5048250" cy="1724025"/>
          </a:xfrm>
          <a:prstGeom prst="roundRect">
            <a:avLst>
              <a:gd name="adj" fmla="val 12155"/>
            </a:avLst>
          </a:prstGeom>
          <a:solidFill>
            <a:srgbClr val="1E212B"/>
          </a:solidFill>
          <a:ln/>
        </p:spPr>
      </p:sp>
      <p:sp>
        <p:nvSpPr>
          <p:cNvPr id="10" name="Shape 8"/>
          <p:cNvSpPr/>
          <p:nvPr/>
        </p:nvSpPr>
        <p:spPr>
          <a:xfrm>
            <a:off x="12325350" y="4714875"/>
            <a:ext cx="5048250" cy="95250"/>
          </a:xfrm>
          <a:prstGeom prst="roundRect">
            <a:avLst>
              <a:gd name="adj" fmla="val 50000"/>
            </a:avLst>
          </a:prstGeom>
          <a:solidFill>
            <a:srgbClr val="FFB454"/>
          </a:solidFill>
          <a:ln/>
        </p:spPr>
      </p:sp>
      <p:sp>
        <p:nvSpPr>
          <p:cNvPr id="11" name="Text 9"/>
          <p:cNvSpPr/>
          <p:nvPr/>
        </p:nvSpPr>
        <p:spPr>
          <a:xfrm>
            <a:off x="12630150" y="4981575"/>
            <a:ext cx="44386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50" dirty="0" spc="-11" kern="0">
                <a:solidFill>
                  <a:srgbClr val="FFB454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Làm</a:t>
            </a:r>
            <a:r>
              <a:rPr lang="en-US" sz="1950" dirty="0" spc="-4" kern="0">
                <a:solidFill>
                  <a:srgbClr val="FFB454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gì</a:t>
            </a:r>
            <a:endParaRPr lang="en-US" sz="1950" dirty="0"/>
          </a:p>
        </p:txBody>
      </p:sp>
      <p:sp>
        <p:nvSpPr>
          <p:cNvPr id="12" name="Text 10"/>
          <p:cNvSpPr/>
          <p:nvPr/>
        </p:nvSpPr>
        <p:spPr>
          <a:xfrm>
            <a:off x="12630150" y="5438775"/>
            <a:ext cx="4438650" cy="809625"/>
          </a:xfrm>
          <a:prstGeom prst="rect">
            <a:avLst/>
          </a:prstGeom>
          <a:noFill/>
          <a:ln/>
        </p:spPr>
        <p:txBody>
          <a:bodyPr wrap="square" lIns="0" tIns="19050" rIns="0" bIns="-19050" rtlCol="0" anchor="t"/>
          <a:lstStyle/>
          <a:p>
            <a:pPr algn="l" indent="0" marL="0">
              <a:lnSpc>
                <a:spcPts val="2928"/>
              </a:lnSpc>
              <a:buNone/>
            </a:pPr>
            <a:r>
              <a:rPr lang="en-US" sz="2400" dirty="0" spc="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nơi</a:t>
            </a:r>
            <a:r>
              <a:rPr lang="en-US" sz="2400" dirty="0" spc="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xử</a:t>
            </a:r>
            <a:r>
              <a:rPr lang="en-US" sz="2400" dirty="0" spc="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lý</a:t>
            </a:r>
            <a:r>
              <a:rPr lang="en-US" sz="2400" dirty="0" spc="-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phần</a:t>
            </a:r>
            <a:r>
              <a:rPr lang="en-US" sz="2400" dirty="0" spc="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lớn</a:t>
            </a:r>
            <a:r>
              <a:rPr lang="en-US" sz="2400" dirty="0" spc="-4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thông</a:t>
            </a:r>
            <a:r>
              <a:rPr lang="en-US" sz="2400" dirty="0" spc="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tin</a:t>
            </a:r>
            <a:endParaRPr lang="en-US" sz="2400" dirty="0"/>
          </a:p>
        </p:txBody>
      </p:sp>
      <p:sp>
        <p:nvSpPr>
          <p:cNvPr id="13" name="Shape 11"/>
          <p:cNvSpPr/>
          <p:nvPr/>
        </p:nvSpPr>
        <p:spPr>
          <a:xfrm>
            <a:off x="12325350" y="6657975"/>
            <a:ext cx="5048250" cy="1724025"/>
          </a:xfrm>
          <a:prstGeom prst="roundRect">
            <a:avLst>
              <a:gd name="adj" fmla="val 12155"/>
            </a:avLst>
          </a:prstGeom>
          <a:solidFill>
            <a:srgbClr val="1E212B"/>
          </a:solidFill>
          <a:ln/>
        </p:spPr>
      </p:sp>
      <p:sp>
        <p:nvSpPr>
          <p:cNvPr id="14" name="Shape 12"/>
          <p:cNvSpPr/>
          <p:nvPr/>
        </p:nvSpPr>
        <p:spPr>
          <a:xfrm>
            <a:off x="12325350" y="6657975"/>
            <a:ext cx="5048250" cy="95250"/>
          </a:xfrm>
          <a:prstGeom prst="roundRect">
            <a:avLst>
              <a:gd name="adj" fmla="val 50000"/>
            </a:avLst>
          </a:prstGeom>
          <a:solidFill>
            <a:srgbClr val="3DD6A0"/>
          </a:solidFill>
          <a:ln/>
        </p:spPr>
      </p:sp>
      <p:sp>
        <p:nvSpPr>
          <p:cNvPr id="15" name="Text 13"/>
          <p:cNvSpPr/>
          <p:nvPr/>
        </p:nvSpPr>
        <p:spPr>
          <a:xfrm>
            <a:off x="12630150" y="6924675"/>
            <a:ext cx="44386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50" dirty="0" spc="23" kern="0">
                <a:solidFill>
                  <a:srgbClr val="3DD6A0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Đừng</a:t>
            </a:r>
            <a:r>
              <a:rPr lang="en-US" sz="1950" dirty="0" spc="0" kern="0">
                <a:solidFill>
                  <a:srgbClr val="3DD6A0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hiểu</a:t>
            </a:r>
            <a:r>
              <a:rPr lang="en-US" sz="1950" dirty="0" spc="-3" kern="0">
                <a:solidFill>
                  <a:srgbClr val="3DD6A0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nhầm</a:t>
            </a:r>
            <a:endParaRPr lang="en-US" sz="1950" dirty="0"/>
          </a:p>
        </p:txBody>
      </p:sp>
      <p:sp>
        <p:nvSpPr>
          <p:cNvPr id="16" name="Text 14"/>
          <p:cNvSpPr/>
          <p:nvPr/>
        </p:nvSpPr>
        <p:spPr>
          <a:xfrm>
            <a:off x="12630150" y="7381875"/>
            <a:ext cx="4438650" cy="809625"/>
          </a:xfrm>
          <a:prstGeom prst="rect">
            <a:avLst/>
          </a:prstGeom>
          <a:noFill/>
          <a:ln/>
        </p:spPr>
        <p:txBody>
          <a:bodyPr wrap="square" lIns="0" tIns="19050" rIns="0" bIns="-19050" rtlCol="0" anchor="t"/>
          <a:lstStyle/>
          <a:p>
            <a:pPr algn="l" indent="0" marL="0">
              <a:lnSpc>
                <a:spcPts val="2928"/>
              </a:lnSpc>
              <a:buNone/>
            </a:pPr>
            <a:r>
              <a:rPr lang="en-US" sz="2400" dirty="0" spc="-5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không</a:t>
            </a:r>
            <a:r>
              <a:rPr lang="en-US" sz="2400" dirty="0" spc="-4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phải</a:t>
            </a:r>
            <a:r>
              <a:rPr lang="en-US" sz="2400" dirty="0" spc="-7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một</a:t>
            </a:r>
            <a:r>
              <a:rPr lang="en-US" sz="2400" dirty="0" spc="-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khối</a:t>
            </a:r>
            <a:r>
              <a:rPr lang="en-US" sz="2400" dirty="0" spc="8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đặc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" y="8991600"/>
            <a:ext cx="164592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Nguồn:</a:t>
            </a:r>
            <a:r>
              <a:rPr lang="en-US" sz="1800" dirty="0" spc="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[S1]</a:t>
            </a:r>
            <a:r>
              <a:rPr lang="en-US" sz="180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[S2]</a:t>
            </a:r>
            <a:r>
              <a:rPr lang="en-US" sz="1800" dirty="0" spc="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[S4]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9429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11715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14001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16287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1838325" y="9544050"/>
            <a:ext cx="152400" cy="152400"/>
          </a:xfrm>
          <a:prstGeom prst="ellipse">
            <a:avLst/>
          </a:prstGeom>
          <a:solidFill>
            <a:srgbClr val="FF6A4D"/>
          </a:solidFill>
          <a:ln/>
        </p:spPr>
      </p:sp>
      <p:sp>
        <p:nvSpPr>
          <p:cNvPr id="23" name="Shape 21"/>
          <p:cNvSpPr/>
          <p:nvPr/>
        </p:nvSpPr>
        <p:spPr>
          <a:xfrm>
            <a:off x="20859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23145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25431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27717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30003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32289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34575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36861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39147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41433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43719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46005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48291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50577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52863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55149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57435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59721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62007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64293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66579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4" name="Shape 42"/>
          <p:cNvSpPr/>
          <p:nvPr/>
        </p:nvSpPr>
        <p:spPr>
          <a:xfrm>
            <a:off x="68865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5" name="Shape 43"/>
          <p:cNvSpPr/>
          <p:nvPr/>
        </p:nvSpPr>
        <p:spPr>
          <a:xfrm>
            <a:off x="71151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6" name="Shape 44"/>
          <p:cNvSpPr/>
          <p:nvPr/>
        </p:nvSpPr>
        <p:spPr>
          <a:xfrm>
            <a:off x="73437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7" name="Shape 45"/>
          <p:cNvSpPr/>
          <p:nvPr/>
        </p:nvSpPr>
        <p:spPr>
          <a:xfrm>
            <a:off x="75723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8" name="Shape 46"/>
          <p:cNvSpPr/>
          <p:nvPr/>
        </p:nvSpPr>
        <p:spPr>
          <a:xfrm>
            <a:off x="78009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9" name="Shape 47"/>
          <p:cNvSpPr/>
          <p:nvPr/>
        </p:nvSpPr>
        <p:spPr>
          <a:xfrm>
            <a:off x="80295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0" name="Shape 48"/>
          <p:cNvSpPr/>
          <p:nvPr/>
        </p:nvSpPr>
        <p:spPr>
          <a:xfrm>
            <a:off x="82581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1" name="Shape 49"/>
          <p:cNvSpPr/>
          <p:nvPr/>
        </p:nvSpPr>
        <p:spPr>
          <a:xfrm>
            <a:off x="84867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2" name="Shape 50"/>
          <p:cNvSpPr/>
          <p:nvPr/>
        </p:nvSpPr>
        <p:spPr>
          <a:xfrm>
            <a:off x="87153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3" name="Shape 51"/>
          <p:cNvSpPr/>
          <p:nvPr/>
        </p:nvSpPr>
        <p:spPr>
          <a:xfrm>
            <a:off x="89439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4" name="Shape 52"/>
          <p:cNvSpPr/>
          <p:nvPr/>
        </p:nvSpPr>
        <p:spPr>
          <a:xfrm>
            <a:off x="91725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5" name="Shape 53"/>
          <p:cNvSpPr/>
          <p:nvPr/>
        </p:nvSpPr>
        <p:spPr>
          <a:xfrm>
            <a:off x="94011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6" name="Shape 54"/>
          <p:cNvSpPr/>
          <p:nvPr/>
        </p:nvSpPr>
        <p:spPr>
          <a:xfrm>
            <a:off x="96297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7" name="Text 55"/>
          <p:cNvSpPr/>
          <p:nvPr/>
        </p:nvSpPr>
        <p:spPr>
          <a:xfrm>
            <a:off x="10058400" y="9467850"/>
            <a:ext cx="4953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Multiple-report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3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L08</a:t>
            </a:r>
            <a:r>
              <a:rPr lang="en-US" sz="180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1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05/39</a:t>
            </a:r>
            <a:endParaRPr lang="en-US" sz="1800" dirty="0"/>
          </a:p>
        </p:txBody>
      </p:sp>
      <p:sp>
        <p:nvSpPr>
          <p:cNvPr id="58" name="Shape 56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59" name="Moda image moda-export-watermark-3ada91f0-bfef-4841-bc21-1b3aeb873fae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6459200" cy="1809750"/>
          </a:xfrm>
          <a:prstGeom prst="rect">
            <a:avLst/>
          </a:prstGeom>
          <a:noFill/>
          <a:ln/>
        </p:spPr>
        <p:txBody>
          <a:bodyPr wrap="square" lIns="0" tIns="43434" rIns="0" bIns="-43434" rtlCol="0" anchor="t"/>
          <a:lstStyle/>
          <a:p>
            <a:pPr algn="l" indent="0" marL="0">
              <a:lnSpc>
                <a:spcPts val="6156"/>
              </a:lnSpc>
              <a:buNone/>
            </a:pPr>
            <a:r>
              <a:rPr lang="en-US" sz="57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Chất</a:t>
            </a:r>
            <a:r>
              <a:rPr lang="en-US" sz="5700" dirty="0" spc="-3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xám</a:t>
            </a:r>
            <a:r>
              <a:rPr lang="en-US" sz="5700" dirty="0" spc="-6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và</a:t>
            </a:r>
            <a:r>
              <a:rPr lang="en-US" sz="57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chất</a:t>
            </a:r>
            <a:r>
              <a:rPr lang="en-US" sz="5700" dirty="0" spc="-1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trắng</a:t>
            </a:r>
            <a:r>
              <a:rPr lang="en-US" sz="5700" dirty="0" spc="-1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trên</a:t>
            </a:r>
            <a:r>
              <a:rPr lang="en-US" sz="5700" dirty="0" spc="-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lát</a:t>
            </a:r>
            <a:r>
              <a:rPr lang="en-US" sz="5700" dirty="0" spc="-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cắt</a:t>
            </a:r>
            <a:endParaRPr lang="en-US" sz="5700" dirty="0"/>
          </a:p>
        </p:txBody>
      </p:sp>
      <p:sp>
        <p:nvSpPr>
          <p:cNvPr id="3" name="Shape 1"/>
          <p:cNvSpPr/>
          <p:nvPr/>
        </p:nvSpPr>
        <p:spPr>
          <a:xfrm>
            <a:off x="914400" y="2247900"/>
            <a:ext cx="10096500" cy="6096000"/>
          </a:xfrm>
          <a:prstGeom prst="roundRect">
            <a:avLst>
              <a:gd name="adj" fmla="val 4375"/>
            </a:avLst>
          </a:prstGeom>
          <a:solidFill>
            <a:srgbClr val="FFFFFF"/>
          </a:solidFill>
          <a:ln w="28575">
            <a:solidFill>
              <a:srgbClr val="DDD5C1"/>
            </a:solidFill>
            <a:prstDash val="solid"/>
          </a:ln>
        </p:spPr>
      </p:sp>
      <p:pic>
        <p:nvPicPr>
          <p:cNvPr id="4" name="Moda image rect-1792580732190-808996280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336010" y="2438400"/>
            <a:ext cx="7253279" cy="57150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14400" y="8477250"/>
            <a:ext cx="16459200" cy="495300"/>
          </a:xfrm>
          <a:prstGeom prst="rect">
            <a:avLst/>
          </a:prstGeom>
          <a:noFill/>
          <a:ln/>
        </p:spPr>
        <p:txBody>
          <a:bodyPr wrap="square" lIns="0" tIns="14435" rIns="0" bIns="-14435" rtlCol="0" anchor="t"/>
          <a:lstStyle/>
          <a:p>
            <a:pPr algn="l" indent="0" marL="0">
              <a:lnSpc>
                <a:spcPts val="1815"/>
              </a:lnSpc>
              <a:buNone/>
            </a:pPr>
            <a:r>
              <a:rPr lang="en-US" sz="165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Hình: Wikipedia,</a:t>
            </a:r>
            <a:r>
              <a:rPr lang="en-US" sz="1650" dirty="0" spc="-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giấy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phép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theo</a:t>
            </a:r>
            <a:r>
              <a:rPr lang="en-US" sz="1650" dirty="0" spc="-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sách</a:t>
            </a:r>
            <a:r>
              <a:rPr lang="en-US" sz="165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CC0;</a:t>
            </a:r>
            <a:r>
              <a:rPr lang="en-US" sz="1650" dirty="0" spc="-1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Hove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&amp; Martinez,</a:t>
            </a:r>
            <a:r>
              <a:rPr lang="en-US" sz="16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Hình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 (chương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2.6)</a:t>
            </a:r>
            <a:endParaRPr lang="en-US" sz="1650" dirty="0"/>
          </a:p>
        </p:txBody>
      </p:sp>
      <p:sp>
        <p:nvSpPr>
          <p:cNvPr id="6" name="Shape 3"/>
          <p:cNvSpPr/>
          <p:nvPr/>
        </p:nvSpPr>
        <p:spPr>
          <a:xfrm>
            <a:off x="11391900" y="2247900"/>
            <a:ext cx="5981700" cy="1428750"/>
          </a:xfrm>
          <a:prstGeom prst="roundRect">
            <a:avLst>
              <a:gd name="adj" fmla="val 13333"/>
            </a:avLst>
          </a:prstGeom>
          <a:solidFill>
            <a:srgbClr val="E8E0CF"/>
          </a:solidFill>
          <a:ln/>
        </p:spPr>
      </p:sp>
      <p:sp>
        <p:nvSpPr>
          <p:cNvPr id="7" name="Shape 4"/>
          <p:cNvSpPr/>
          <p:nvPr/>
        </p:nvSpPr>
        <p:spPr>
          <a:xfrm>
            <a:off x="11391900" y="2247900"/>
            <a:ext cx="114300" cy="1428750"/>
          </a:xfrm>
          <a:prstGeom prst="roundRect">
            <a:avLst>
              <a:gd name="adj" fmla="val 50000"/>
            </a:avLst>
          </a:prstGeom>
          <a:solidFill>
            <a:srgbClr val="B45309"/>
          </a:solidFill>
          <a:ln/>
        </p:spPr>
      </p:sp>
      <p:sp>
        <p:nvSpPr>
          <p:cNvPr id="8" name="Text 5"/>
          <p:cNvSpPr/>
          <p:nvPr/>
        </p:nvSpPr>
        <p:spPr>
          <a:xfrm>
            <a:off x="11734800" y="2343150"/>
            <a:ext cx="54483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50" dirty="0" spc="-7" kern="0">
                <a:solidFill>
                  <a:srgbClr val="B45309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Coronal</a:t>
            </a:r>
            <a:endParaRPr lang="en-US" sz="2250" dirty="0"/>
          </a:p>
        </p:txBody>
      </p:sp>
      <p:sp>
        <p:nvSpPr>
          <p:cNvPr id="9" name="Text 6"/>
          <p:cNvSpPr/>
          <p:nvPr/>
        </p:nvSpPr>
        <p:spPr>
          <a:xfrm>
            <a:off x="11734800" y="2819400"/>
            <a:ext cx="5448300" cy="800100"/>
          </a:xfrm>
          <a:prstGeom prst="rect">
            <a:avLst/>
          </a:prstGeom>
          <a:noFill/>
          <a:ln/>
        </p:spPr>
        <p:txBody>
          <a:bodyPr wrap="square" lIns="0" tIns="14180" rIns="0" bIns="-14180" rtlCol="0" anchor="ctr"/>
          <a:lstStyle/>
          <a:p>
            <a:pPr algn="l" indent="0" marL="0">
              <a:lnSpc>
                <a:spcPts val="2933"/>
              </a:lnSpc>
              <a:buNone/>
            </a:pPr>
            <a:r>
              <a:rPr lang="en-US" sz="2550" dirty="0" spc="-19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lát</a:t>
            </a:r>
            <a:r>
              <a:rPr lang="en-US" sz="2550" dirty="0" spc="-1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cắt</a:t>
            </a:r>
            <a:r>
              <a:rPr lang="en-US" sz="2550" dirty="0" spc="2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đứng</a:t>
            </a:r>
            <a:r>
              <a:rPr lang="en-US" sz="2550" dirty="0" spc="-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ngang</a:t>
            </a:r>
            <a:endParaRPr lang="en-US" sz="2550" dirty="0"/>
          </a:p>
        </p:txBody>
      </p:sp>
      <p:sp>
        <p:nvSpPr>
          <p:cNvPr id="10" name="Shape 7"/>
          <p:cNvSpPr/>
          <p:nvPr/>
        </p:nvSpPr>
        <p:spPr>
          <a:xfrm>
            <a:off x="11391900" y="3905250"/>
            <a:ext cx="5981700" cy="1428750"/>
          </a:xfrm>
          <a:prstGeom prst="roundRect">
            <a:avLst>
              <a:gd name="adj" fmla="val 13333"/>
            </a:avLst>
          </a:prstGeom>
          <a:solidFill>
            <a:srgbClr val="E8E0CF"/>
          </a:solidFill>
          <a:ln/>
        </p:spPr>
      </p:sp>
      <p:sp>
        <p:nvSpPr>
          <p:cNvPr id="11" name="Shape 8"/>
          <p:cNvSpPr/>
          <p:nvPr/>
        </p:nvSpPr>
        <p:spPr>
          <a:xfrm>
            <a:off x="11391900" y="3905250"/>
            <a:ext cx="114300" cy="1428750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/>
        </p:spPr>
      </p:sp>
      <p:sp>
        <p:nvSpPr>
          <p:cNvPr id="12" name="Text 9"/>
          <p:cNvSpPr/>
          <p:nvPr/>
        </p:nvSpPr>
        <p:spPr>
          <a:xfrm>
            <a:off x="11734800" y="4000500"/>
            <a:ext cx="54483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50" dirty="0" spc="-72" kern="0">
                <a:solidFill>
                  <a:srgbClr val="0F766E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Vỏ</a:t>
            </a:r>
            <a:r>
              <a:rPr lang="en-US" sz="2250" dirty="0" spc="3" kern="0">
                <a:solidFill>
                  <a:srgbClr val="0F766E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não</a:t>
            </a:r>
            <a:endParaRPr lang="en-US" sz="2250" dirty="0"/>
          </a:p>
        </p:txBody>
      </p:sp>
      <p:sp>
        <p:nvSpPr>
          <p:cNvPr id="13" name="Text 10"/>
          <p:cNvSpPr/>
          <p:nvPr/>
        </p:nvSpPr>
        <p:spPr>
          <a:xfrm>
            <a:off x="11734800" y="4476750"/>
            <a:ext cx="5448300" cy="800100"/>
          </a:xfrm>
          <a:prstGeom prst="rect">
            <a:avLst/>
          </a:prstGeom>
          <a:noFill/>
          <a:ln/>
        </p:spPr>
        <p:txBody>
          <a:bodyPr wrap="square" lIns="0" tIns="14180" rIns="0" bIns="-14180" rtlCol="0" anchor="ctr"/>
          <a:lstStyle/>
          <a:p>
            <a:pPr algn="l" indent="0" marL="0">
              <a:lnSpc>
                <a:spcPts val="2933"/>
              </a:lnSpc>
              <a:buNone/>
            </a:pPr>
            <a:r>
              <a:rPr lang="en-US" sz="2550" dirty="0" spc="-6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lớp</a:t>
            </a:r>
            <a:r>
              <a:rPr lang="en-US" sz="2550" dirty="0" spc="-7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ngoài,</a:t>
            </a:r>
            <a:r>
              <a:rPr lang="en-US" sz="2550" dirty="0" spc="-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màu tím</a:t>
            </a:r>
            <a:r>
              <a:rPr lang="en-US" sz="2550" dirty="0" spc="-7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sẫm</a:t>
            </a:r>
            <a:endParaRPr lang="en-US" sz="2550" dirty="0"/>
          </a:p>
        </p:txBody>
      </p:sp>
      <p:sp>
        <p:nvSpPr>
          <p:cNvPr id="14" name="Shape 11"/>
          <p:cNvSpPr/>
          <p:nvPr/>
        </p:nvSpPr>
        <p:spPr>
          <a:xfrm>
            <a:off x="11391900" y="5562600"/>
            <a:ext cx="5981700" cy="1428750"/>
          </a:xfrm>
          <a:prstGeom prst="roundRect">
            <a:avLst>
              <a:gd name="adj" fmla="val 13333"/>
            </a:avLst>
          </a:prstGeom>
          <a:solidFill>
            <a:srgbClr val="E8E0CF"/>
          </a:solidFill>
          <a:ln/>
        </p:spPr>
      </p:sp>
      <p:sp>
        <p:nvSpPr>
          <p:cNvPr id="15" name="Shape 12"/>
          <p:cNvSpPr/>
          <p:nvPr/>
        </p:nvSpPr>
        <p:spPr>
          <a:xfrm>
            <a:off x="11391900" y="5562600"/>
            <a:ext cx="114300" cy="1428750"/>
          </a:xfrm>
          <a:prstGeom prst="roundRect">
            <a:avLst>
              <a:gd name="adj" fmla="val 50000"/>
            </a:avLst>
          </a:prstGeom>
          <a:solidFill>
            <a:srgbClr val="E8472B"/>
          </a:solidFill>
          <a:ln/>
        </p:spPr>
      </p:sp>
      <p:sp>
        <p:nvSpPr>
          <p:cNvPr id="16" name="Text 13"/>
          <p:cNvSpPr/>
          <p:nvPr/>
        </p:nvSpPr>
        <p:spPr>
          <a:xfrm>
            <a:off x="11734800" y="5657850"/>
            <a:ext cx="54483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50" dirty="0" spc="-7" kern="0">
                <a:solidFill>
                  <a:srgbClr val="E8472B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Chất</a:t>
            </a:r>
            <a:r>
              <a:rPr lang="en-US" sz="2250" dirty="0" spc="-5" kern="0">
                <a:solidFill>
                  <a:srgbClr val="E8472B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trắng</a:t>
            </a:r>
            <a:endParaRPr lang="en-US" sz="2250" dirty="0"/>
          </a:p>
        </p:txBody>
      </p:sp>
      <p:sp>
        <p:nvSpPr>
          <p:cNvPr id="17" name="Text 14"/>
          <p:cNvSpPr/>
          <p:nvPr/>
        </p:nvSpPr>
        <p:spPr>
          <a:xfrm>
            <a:off x="11734800" y="6134100"/>
            <a:ext cx="5448300" cy="800100"/>
          </a:xfrm>
          <a:prstGeom prst="rect">
            <a:avLst/>
          </a:prstGeom>
          <a:noFill/>
          <a:ln/>
        </p:spPr>
        <p:txBody>
          <a:bodyPr wrap="square" lIns="0" tIns="14180" rIns="0" bIns="-14180" rtlCol="0" anchor="ctr"/>
          <a:lstStyle/>
          <a:p>
            <a:pPr algn="l" indent="0" marL="0">
              <a:lnSpc>
                <a:spcPts val="2933"/>
              </a:lnSpc>
              <a:buNone/>
            </a:pPr>
            <a:r>
              <a:rPr lang="en-US" sz="2550" dirty="0" spc="-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bên</a:t>
            </a:r>
            <a:r>
              <a:rPr lang="en-US" sz="2550" dirty="0" spc="9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dưới,</a:t>
            </a:r>
            <a:r>
              <a:rPr lang="en-US" sz="2550" dirty="0" spc="-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màu</a:t>
            </a:r>
            <a:r>
              <a:rPr lang="en-US" sz="2550" dirty="0" spc="-8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nhạt</a:t>
            </a:r>
            <a:r>
              <a:rPr lang="en-US" sz="255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hơn</a:t>
            </a:r>
            <a:endParaRPr lang="en-US" sz="2550" dirty="0"/>
          </a:p>
        </p:txBody>
      </p:sp>
      <p:sp>
        <p:nvSpPr>
          <p:cNvPr id="18" name="Text 15"/>
          <p:cNvSpPr/>
          <p:nvPr/>
        </p:nvSpPr>
        <p:spPr>
          <a:xfrm>
            <a:off x="914400" y="8991600"/>
            <a:ext cx="164592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Nguồn:</a:t>
            </a:r>
            <a:r>
              <a:rPr lang="en-US" sz="180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[S1]</a:t>
            </a:r>
            <a:endParaRPr lang="en-US" sz="1800" dirty="0"/>
          </a:p>
        </p:txBody>
      </p:sp>
      <p:sp>
        <p:nvSpPr>
          <p:cNvPr id="19" name="Shape 16"/>
          <p:cNvSpPr/>
          <p:nvPr/>
        </p:nvSpPr>
        <p:spPr>
          <a:xfrm>
            <a:off x="9429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0" name="Shape 17"/>
          <p:cNvSpPr/>
          <p:nvPr/>
        </p:nvSpPr>
        <p:spPr>
          <a:xfrm>
            <a:off x="11715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1" name="Shape 18"/>
          <p:cNvSpPr/>
          <p:nvPr/>
        </p:nvSpPr>
        <p:spPr>
          <a:xfrm>
            <a:off x="14001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2" name="Shape 19"/>
          <p:cNvSpPr/>
          <p:nvPr/>
        </p:nvSpPr>
        <p:spPr>
          <a:xfrm>
            <a:off x="16287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3" name="Shape 20"/>
          <p:cNvSpPr/>
          <p:nvPr/>
        </p:nvSpPr>
        <p:spPr>
          <a:xfrm>
            <a:off x="18573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4" name="Shape 21"/>
          <p:cNvSpPr/>
          <p:nvPr/>
        </p:nvSpPr>
        <p:spPr>
          <a:xfrm>
            <a:off x="2066925" y="9544050"/>
            <a:ext cx="152400" cy="1524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25" name="Shape 22"/>
          <p:cNvSpPr/>
          <p:nvPr/>
        </p:nvSpPr>
        <p:spPr>
          <a:xfrm>
            <a:off x="23145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6" name="Shape 23"/>
          <p:cNvSpPr/>
          <p:nvPr/>
        </p:nvSpPr>
        <p:spPr>
          <a:xfrm>
            <a:off x="25431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7" name="Shape 24"/>
          <p:cNvSpPr/>
          <p:nvPr/>
        </p:nvSpPr>
        <p:spPr>
          <a:xfrm>
            <a:off x="27717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8" name="Shape 25"/>
          <p:cNvSpPr/>
          <p:nvPr/>
        </p:nvSpPr>
        <p:spPr>
          <a:xfrm>
            <a:off x="30003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9" name="Shape 26"/>
          <p:cNvSpPr/>
          <p:nvPr/>
        </p:nvSpPr>
        <p:spPr>
          <a:xfrm>
            <a:off x="32289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0" name="Shape 27"/>
          <p:cNvSpPr/>
          <p:nvPr/>
        </p:nvSpPr>
        <p:spPr>
          <a:xfrm>
            <a:off x="34575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1" name="Shape 28"/>
          <p:cNvSpPr/>
          <p:nvPr/>
        </p:nvSpPr>
        <p:spPr>
          <a:xfrm>
            <a:off x="36861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2" name="Shape 29"/>
          <p:cNvSpPr/>
          <p:nvPr/>
        </p:nvSpPr>
        <p:spPr>
          <a:xfrm>
            <a:off x="39147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3" name="Shape 30"/>
          <p:cNvSpPr/>
          <p:nvPr/>
        </p:nvSpPr>
        <p:spPr>
          <a:xfrm>
            <a:off x="41433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4" name="Shape 31"/>
          <p:cNvSpPr/>
          <p:nvPr/>
        </p:nvSpPr>
        <p:spPr>
          <a:xfrm>
            <a:off x="43719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5" name="Shape 32"/>
          <p:cNvSpPr/>
          <p:nvPr/>
        </p:nvSpPr>
        <p:spPr>
          <a:xfrm>
            <a:off x="46005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6" name="Shape 33"/>
          <p:cNvSpPr/>
          <p:nvPr/>
        </p:nvSpPr>
        <p:spPr>
          <a:xfrm>
            <a:off x="48291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7" name="Shape 34"/>
          <p:cNvSpPr/>
          <p:nvPr/>
        </p:nvSpPr>
        <p:spPr>
          <a:xfrm>
            <a:off x="50577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8" name="Shape 35"/>
          <p:cNvSpPr/>
          <p:nvPr/>
        </p:nvSpPr>
        <p:spPr>
          <a:xfrm>
            <a:off x="52863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9" name="Shape 36"/>
          <p:cNvSpPr/>
          <p:nvPr/>
        </p:nvSpPr>
        <p:spPr>
          <a:xfrm>
            <a:off x="55149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0" name="Shape 37"/>
          <p:cNvSpPr/>
          <p:nvPr/>
        </p:nvSpPr>
        <p:spPr>
          <a:xfrm>
            <a:off x="57435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1" name="Shape 38"/>
          <p:cNvSpPr/>
          <p:nvPr/>
        </p:nvSpPr>
        <p:spPr>
          <a:xfrm>
            <a:off x="59721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2" name="Shape 39"/>
          <p:cNvSpPr/>
          <p:nvPr/>
        </p:nvSpPr>
        <p:spPr>
          <a:xfrm>
            <a:off x="62007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3" name="Shape 40"/>
          <p:cNvSpPr/>
          <p:nvPr/>
        </p:nvSpPr>
        <p:spPr>
          <a:xfrm>
            <a:off x="64293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4" name="Shape 41"/>
          <p:cNvSpPr/>
          <p:nvPr/>
        </p:nvSpPr>
        <p:spPr>
          <a:xfrm>
            <a:off x="66579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5" name="Shape 42"/>
          <p:cNvSpPr/>
          <p:nvPr/>
        </p:nvSpPr>
        <p:spPr>
          <a:xfrm>
            <a:off x="68865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6" name="Shape 43"/>
          <p:cNvSpPr/>
          <p:nvPr/>
        </p:nvSpPr>
        <p:spPr>
          <a:xfrm>
            <a:off x="71151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7" name="Shape 44"/>
          <p:cNvSpPr/>
          <p:nvPr/>
        </p:nvSpPr>
        <p:spPr>
          <a:xfrm>
            <a:off x="73437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8" name="Shape 45"/>
          <p:cNvSpPr/>
          <p:nvPr/>
        </p:nvSpPr>
        <p:spPr>
          <a:xfrm>
            <a:off x="75723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9" name="Shape 46"/>
          <p:cNvSpPr/>
          <p:nvPr/>
        </p:nvSpPr>
        <p:spPr>
          <a:xfrm>
            <a:off x="78009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0" name="Shape 47"/>
          <p:cNvSpPr/>
          <p:nvPr/>
        </p:nvSpPr>
        <p:spPr>
          <a:xfrm>
            <a:off x="80295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1" name="Shape 48"/>
          <p:cNvSpPr/>
          <p:nvPr/>
        </p:nvSpPr>
        <p:spPr>
          <a:xfrm>
            <a:off x="82581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2" name="Shape 49"/>
          <p:cNvSpPr/>
          <p:nvPr/>
        </p:nvSpPr>
        <p:spPr>
          <a:xfrm>
            <a:off x="84867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3" name="Shape 50"/>
          <p:cNvSpPr/>
          <p:nvPr/>
        </p:nvSpPr>
        <p:spPr>
          <a:xfrm>
            <a:off x="87153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4" name="Shape 51"/>
          <p:cNvSpPr/>
          <p:nvPr/>
        </p:nvSpPr>
        <p:spPr>
          <a:xfrm>
            <a:off x="89439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5" name="Shape 52"/>
          <p:cNvSpPr/>
          <p:nvPr/>
        </p:nvSpPr>
        <p:spPr>
          <a:xfrm>
            <a:off x="91725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6" name="Shape 53"/>
          <p:cNvSpPr/>
          <p:nvPr/>
        </p:nvSpPr>
        <p:spPr>
          <a:xfrm>
            <a:off x="94011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7" name="Shape 54"/>
          <p:cNvSpPr/>
          <p:nvPr/>
        </p:nvSpPr>
        <p:spPr>
          <a:xfrm>
            <a:off x="96297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8" name="Text 55"/>
          <p:cNvSpPr/>
          <p:nvPr/>
        </p:nvSpPr>
        <p:spPr>
          <a:xfrm>
            <a:off x="10058400" y="9467850"/>
            <a:ext cx="4953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6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Multiple-report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3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L08</a:t>
            </a:r>
            <a:r>
              <a:rPr lang="en-US" sz="180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1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06/39</a:t>
            </a:r>
            <a:endParaRPr lang="en-US" sz="1800" dirty="0"/>
          </a:p>
        </p:txBody>
      </p:sp>
      <p:sp>
        <p:nvSpPr>
          <p:cNvPr id="59" name="Shape 56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60" name="Moda image moda-export-watermark-eec56bb1-17ab-4f56-9f94-95fbfe8a5cf4" descr="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6459200" cy="1809750"/>
          </a:xfrm>
          <a:prstGeom prst="rect">
            <a:avLst/>
          </a:prstGeom>
          <a:noFill/>
          <a:ln/>
        </p:spPr>
        <p:txBody>
          <a:bodyPr wrap="square" lIns="0" tIns="43434" rIns="0" bIns="-43434" rtlCol="0" anchor="t"/>
          <a:lstStyle/>
          <a:p>
            <a:pPr algn="l" indent="0" marL="0">
              <a:lnSpc>
                <a:spcPts val="6156"/>
              </a:lnSpc>
              <a:buNone/>
            </a:pPr>
            <a:r>
              <a:rPr lang="en-US" sz="5700" dirty="0" spc="-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Sáu</a:t>
            </a:r>
            <a:r>
              <a:rPr lang="en-US" sz="5700" dirty="0" spc="-39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lớp</a:t>
            </a:r>
            <a:r>
              <a:rPr lang="en-US" sz="5700" dirty="0" spc="-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của</a:t>
            </a:r>
            <a:r>
              <a:rPr lang="en-US" sz="5700" dirty="0" spc="-6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vỏ</a:t>
            </a:r>
            <a:r>
              <a:rPr lang="en-US" sz="5700" dirty="0" spc="-19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não,</a:t>
            </a:r>
            <a:r>
              <a:rPr lang="en-US" sz="57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từ</a:t>
            </a:r>
            <a:r>
              <a:rPr lang="en-US" sz="5700" dirty="0" spc="-3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ngoài</a:t>
            </a:r>
            <a:r>
              <a:rPr lang="en-US" sz="5700" dirty="0" spc="-5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vào</a:t>
            </a:r>
            <a:r>
              <a:rPr lang="en-US" sz="5700" dirty="0" spc="-1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trong</a:t>
            </a:r>
            <a:endParaRPr lang="en-US" sz="5700" dirty="0"/>
          </a:p>
        </p:txBody>
      </p:sp>
      <p:sp>
        <p:nvSpPr>
          <p:cNvPr id="3" name="Shape 1"/>
          <p:cNvSpPr/>
          <p:nvPr/>
        </p:nvSpPr>
        <p:spPr>
          <a:xfrm>
            <a:off x="914400" y="2857500"/>
            <a:ext cx="16459200" cy="1076325"/>
          </a:xfrm>
          <a:prstGeom prst="roundRect">
            <a:avLst>
              <a:gd name="adj" fmla="val 19469"/>
            </a:avLst>
          </a:prstGeom>
          <a:solidFill>
            <a:srgbClr val="262C4A"/>
          </a:solidFill>
          <a:ln w="38100">
            <a:solidFill>
              <a:srgbClr val="7C93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295400" y="2857500"/>
            <a:ext cx="15697200" cy="10763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50" b="1" dirty="0" spc="-2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Lớp</a:t>
            </a:r>
            <a:r>
              <a:rPr lang="en-US" sz="2850" b="1" dirty="0" spc="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1:</a:t>
            </a:r>
            <a:r>
              <a:rPr lang="en-US" sz="2850" b="1" dirty="0" spc="-2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rất</a:t>
            </a:r>
            <a:r>
              <a:rPr lang="en-US" sz="2850" b="1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ít</a:t>
            </a:r>
            <a:r>
              <a:rPr lang="en-US" sz="285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thân</a:t>
            </a:r>
            <a:r>
              <a:rPr lang="en-US" sz="2850" b="1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tế</a:t>
            </a:r>
            <a:r>
              <a:rPr lang="en-US" sz="2850" b="1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bào,</a:t>
            </a:r>
            <a:r>
              <a:rPr lang="en-US" sz="2850" b="1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chủ</a:t>
            </a:r>
            <a:r>
              <a:rPr lang="en-US" sz="2850" b="1" dirty="0" spc="-2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yếu</a:t>
            </a:r>
            <a:r>
              <a:rPr lang="en-US" sz="2850" b="1" dirty="0" spc="1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đầu</a:t>
            </a:r>
            <a:r>
              <a:rPr lang="en-US" sz="2850" b="1" dirty="0" spc="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sợi</a:t>
            </a:r>
            <a:r>
              <a:rPr lang="en-US" sz="285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nhánh</a:t>
            </a:r>
            <a:r>
              <a:rPr lang="en-US" sz="2850" b="1" dirty="0" spc="-1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850" b="1" dirty="0" spc="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sợi</a:t>
            </a:r>
            <a:r>
              <a:rPr lang="en-US" sz="2850" b="1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trục</a:t>
            </a:r>
            <a:endParaRPr lang="en-US" sz="2850" dirty="0"/>
          </a:p>
        </p:txBody>
      </p:sp>
      <p:sp>
        <p:nvSpPr>
          <p:cNvPr id="5" name="Shape 3"/>
          <p:cNvSpPr/>
          <p:nvPr/>
        </p:nvSpPr>
        <p:spPr>
          <a:xfrm>
            <a:off x="1581150" y="4086225"/>
            <a:ext cx="15125700" cy="1076325"/>
          </a:xfrm>
          <a:prstGeom prst="roundRect">
            <a:avLst>
              <a:gd name="adj" fmla="val 19469"/>
            </a:avLst>
          </a:prstGeom>
          <a:solidFill>
            <a:srgbClr val="4A3A22"/>
          </a:solidFill>
          <a:ln w="38100">
            <a:solidFill>
              <a:srgbClr val="FFB45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962150" y="4086225"/>
            <a:ext cx="14363700" cy="10763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50" b="1" dirty="0" spc="-2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Lớp</a:t>
            </a:r>
            <a:r>
              <a:rPr lang="en-US" sz="2850" b="1" dirty="0" spc="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</a:t>
            </a:r>
            <a:r>
              <a:rPr lang="en-US" sz="2850" b="1" dirty="0" spc="-2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850" b="1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3:</a:t>
            </a:r>
            <a:r>
              <a:rPr lang="en-US" sz="2850" b="1" dirty="0" spc="5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gửi</a:t>
            </a:r>
            <a:r>
              <a:rPr lang="en-US" sz="2850" b="1" dirty="0" spc="-2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850" b="1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nhận tín</a:t>
            </a:r>
            <a:r>
              <a:rPr lang="en-US" sz="2850" b="1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hiệu</a:t>
            </a:r>
            <a:r>
              <a:rPr lang="en-US" sz="2850" b="1" dirty="0" spc="-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với</a:t>
            </a:r>
            <a:r>
              <a:rPr lang="en-US" sz="2850" b="1" dirty="0" spc="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các</a:t>
            </a:r>
            <a:r>
              <a:rPr lang="en-US" sz="285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vùng</a:t>
            </a:r>
            <a:r>
              <a:rPr lang="en-US" sz="2850" b="1" dirty="0" spc="-2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vỏ</a:t>
            </a:r>
            <a:r>
              <a:rPr lang="en-US" sz="285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gần</a:t>
            </a:r>
            <a:r>
              <a:rPr lang="en-US" sz="2850" b="1" dirty="0" spc="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đó</a:t>
            </a:r>
            <a:endParaRPr lang="en-US" sz="2850" dirty="0"/>
          </a:p>
        </p:txBody>
      </p:sp>
      <p:sp>
        <p:nvSpPr>
          <p:cNvPr id="7" name="Shape 5"/>
          <p:cNvSpPr/>
          <p:nvPr/>
        </p:nvSpPr>
        <p:spPr>
          <a:xfrm>
            <a:off x="2247900" y="5314950"/>
            <a:ext cx="13792200" cy="1076325"/>
          </a:xfrm>
          <a:prstGeom prst="roundRect">
            <a:avLst>
              <a:gd name="adj" fmla="val 19469"/>
            </a:avLst>
          </a:prstGeom>
          <a:solidFill>
            <a:srgbClr val="1C4236"/>
          </a:solidFill>
          <a:ln w="38100">
            <a:solidFill>
              <a:srgbClr val="3DD6A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628900" y="5314950"/>
            <a:ext cx="13030200" cy="10763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50" b="1" dirty="0" spc="-2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Lớp</a:t>
            </a:r>
            <a:r>
              <a:rPr lang="en-US" sz="2850" b="1" dirty="0" spc="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4:</a:t>
            </a:r>
            <a:r>
              <a:rPr lang="en-US" sz="2850" b="1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nhận tín hiệu</a:t>
            </a:r>
            <a:r>
              <a:rPr lang="en-US" sz="2850" b="1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</a:t>
            </a:r>
            <a:r>
              <a:rPr lang="en-US" sz="2850" b="1" dirty="0" spc="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đồi</a:t>
            </a:r>
            <a:r>
              <a:rPr lang="en-US" sz="285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thị</a:t>
            </a:r>
            <a:endParaRPr lang="en-US" sz="2850" dirty="0"/>
          </a:p>
        </p:txBody>
      </p:sp>
      <p:sp>
        <p:nvSpPr>
          <p:cNvPr id="9" name="Shape 7"/>
          <p:cNvSpPr/>
          <p:nvPr/>
        </p:nvSpPr>
        <p:spPr>
          <a:xfrm>
            <a:off x="2914650" y="6543675"/>
            <a:ext cx="12458700" cy="1076325"/>
          </a:xfrm>
          <a:prstGeom prst="roundRect">
            <a:avLst>
              <a:gd name="adj" fmla="val 19469"/>
            </a:avLst>
          </a:prstGeom>
          <a:solidFill>
            <a:srgbClr val="4A2A24"/>
          </a:solidFill>
          <a:ln w="38100">
            <a:solidFill>
              <a:srgbClr val="FF6A4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95650" y="6543675"/>
            <a:ext cx="11696700" cy="10763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50" b="1" dirty="0" spc="-2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Lớp</a:t>
            </a:r>
            <a:r>
              <a:rPr lang="en-US" sz="2850" b="1" dirty="0" spc="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5</a:t>
            </a:r>
            <a:r>
              <a:rPr lang="en-US" sz="2850" b="1" dirty="0" spc="-2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850" b="1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6:</a:t>
            </a:r>
            <a:r>
              <a:rPr lang="en-US" sz="2850" b="1" dirty="0" spc="5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gửi</a:t>
            </a:r>
            <a:r>
              <a:rPr lang="en-US" sz="2850" b="1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tín</a:t>
            </a:r>
            <a:r>
              <a:rPr lang="en-US" sz="2850" b="1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hiệu</a:t>
            </a:r>
            <a:r>
              <a:rPr lang="en-US" sz="2850" b="1" dirty="0" spc="-2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ra</a:t>
            </a:r>
            <a:r>
              <a:rPr lang="en-US" sz="2850" b="1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khỏi</a:t>
            </a:r>
            <a:r>
              <a:rPr lang="en-US" sz="2850" b="1" dirty="0" spc="-1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vỏ,</a:t>
            </a:r>
            <a:r>
              <a:rPr lang="en-US" sz="2850" b="1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xuống</a:t>
            </a:r>
            <a:r>
              <a:rPr lang="en-US" sz="2850" b="1" dirty="0" spc="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các</a:t>
            </a:r>
            <a:r>
              <a:rPr lang="en-US" sz="285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vùng</a:t>
            </a:r>
            <a:r>
              <a:rPr lang="en-US" sz="2850" b="1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khác</a:t>
            </a:r>
            <a:endParaRPr lang="en-US" sz="2850" dirty="0"/>
          </a:p>
        </p:txBody>
      </p:sp>
      <p:sp>
        <p:nvSpPr>
          <p:cNvPr id="11" name="Shape 9"/>
          <p:cNvSpPr/>
          <p:nvPr/>
        </p:nvSpPr>
        <p:spPr>
          <a:xfrm>
            <a:off x="3581400" y="7772400"/>
            <a:ext cx="11125200" cy="1076325"/>
          </a:xfrm>
          <a:prstGeom prst="roundRect">
            <a:avLst>
              <a:gd name="adj" fmla="val 19469"/>
            </a:avLst>
          </a:prstGeom>
          <a:solidFill>
            <a:srgbClr val="262C4A"/>
          </a:solidFill>
          <a:ln w="38100">
            <a:solidFill>
              <a:srgbClr val="7C93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962400" y="7772400"/>
            <a:ext cx="10363200" cy="10763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50" b="1" dirty="0" spc="-8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Vỏ</a:t>
            </a:r>
            <a:r>
              <a:rPr lang="en-US" sz="2850" b="1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cảm</a:t>
            </a:r>
            <a:r>
              <a:rPr lang="en-US" sz="2850" b="1" dirty="0" spc="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giác:</a:t>
            </a:r>
            <a:r>
              <a:rPr lang="en-US" sz="2850" b="1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lớp</a:t>
            </a:r>
            <a:r>
              <a:rPr lang="en-US" sz="2850" b="1" dirty="0" spc="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4</a:t>
            </a:r>
            <a:r>
              <a:rPr lang="en-US" sz="2850" b="1" dirty="0" spc="-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dày;</a:t>
            </a:r>
            <a:r>
              <a:rPr lang="en-US" sz="2850" b="1" dirty="0" spc="-2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vỏ</a:t>
            </a:r>
            <a:r>
              <a:rPr lang="en-US" sz="2850" b="1" dirty="0" spc="-1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vận</a:t>
            </a:r>
            <a:r>
              <a:rPr lang="en-US" sz="2850" b="1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động:</a:t>
            </a:r>
            <a:r>
              <a:rPr lang="en-US" sz="2850" b="1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lớp</a:t>
            </a:r>
            <a:r>
              <a:rPr lang="en-US" sz="2850" b="1" dirty="0" spc="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5</a:t>
            </a:r>
            <a:r>
              <a:rPr lang="en-US" sz="2850" b="1" dirty="0" spc="-2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85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6</a:t>
            </a:r>
            <a:r>
              <a:rPr lang="en-US" sz="2850" b="1" dirty="0" spc="-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dày</a:t>
            </a:r>
            <a:endParaRPr lang="en-US" sz="2850" dirty="0"/>
          </a:p>
        </p:txBody>
      </p:sp>
      <p:sp>
        <p:nvSpPr>
          <p:cNvPr id="13" name="Text 11"/>
          <p:cNvSpPr/>
          <p:nvPr/>
        </p:nvSpPr>
        <p:spPr>
          <a:xfrm>
            <a:off x="914400" y="8991600"/>
            <a:ext cx="164592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Nguồn:</a:t>
            </a:r>
            <a:r>
              <a:rPr lang="en-US" sz="1800" dirty="0" spc="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[S1]</a:t>
            </a:r>
            <a:r>
              <a:rPr lang="en-US" sz="180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[S2]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9429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11715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14001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16287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18573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20859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2295525" y="9544050"/>
            <a:ext cx="152400" cy="152400"/>
          </a:xfrm>
          <a:prstGeom prst="ellipse">
            <a:avLst/>
          </a:prstGeom>
          <a:solidFill>
            <a:srgbClr val="FF6A4D"/>
          </a:solidFill>
          <a:ln/>
        </p:spPr>
      </p:sp>
      <p:sp>
        <p:nvSpPr>
          <p:cNvPr id="21" name="Shape 19"/>
          <p:cNvSpPr/>
          <p:nvPr/>
        </p:nvSpPr>
        <p:spPr>
          <a:xfrm>
            <a:off x="25431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27717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30003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32289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34575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36861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39147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41433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43719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46005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48291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50577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52863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55149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57435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59721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62007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64293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66579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68865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71151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73437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75723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4" name="Shape 42"/>
          <p:cNvSpPr/>
          <p:nvPr/>
        </p:nvSpPr>
        <p:spPr>
          <a:xfrm>
            <a:off x="78009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5" name="Shape 43"/>
          <p:cNvSpPr/>
          <p:nvPr/>
        </p:nvSpPr>
        <p:spPr>
          <a:xfrm>
            <a:off x="80295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6" name="Shape 44"/>
          <p:cNvSpPr/>
          <p:nvPr/>
        </p:nvSpPr>
        <p:spPr>
          <a:xfrm>
            <a:off x="82581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7" name="Shape 45"/>
          <p:cNvSpPr/>
          <p:nvPr/>
        </p:nvSpPr>
        <p:spPr>
          <a:xfrm>
            <a:off x="84867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8" name="Shape 46"/>
          <p:cNvSpPr/>
          <p:nvPr/>
        </p:nvSpPr>
        <p:spPr>
          <a:xfrm>
            <a:off x="87153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9" name="Shape 47"/>
          <p:cNvSpPr/>
          <p:nvPr/>
        </p:nvSpPr>
        <p:spPr>
          <a:xfrm>
            <a:off x="89439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0" name="Shape 48"/>
          <p:cNvSpPr/>
          <p:nvPr/>
        </p:nvSpPr>
        <p:spPr>
          <a:xfrm>
            <a:off x="91725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1" name="Shape 49"/>
          <p:cNvSpPr/>
          <p:nvPr/>
        </p:nvSpPr>
        <p:spPr>
          <a:xfrm>
            <a:off x="94011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2" name="Shape 50"/>
          <p:cNvSpPr/>
          <p:nvPr/>
        </p:nvSpPr>
        <p:spPr>
          <a:xfrm>
            <a:off x="96297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3" name="Text 51"/>
          <p:cNvSpPr/>
          <p:nvPr/>
        </p:nvSpPr>
        <p:spPr>
          <a:xfrm>
            <a:off x="10058400" y="9467850"/>
            <a:ext cx="4953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Multiple-report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3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L08</a:t>
            </a:r>
            <a:r>
              <a:rPr lang="en-US" sz="180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29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07/39</a:t>
            </a:r>
            <a:endParaRPr lang="en-US" sz="1800" dirty="0"/>
          </a:p>
        </p:txBody>
      </p:sp>
      <p:sp>
        <p:nvSpPr>
          <p:cNvPr id="54" name="Shape 52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55" name="Moda image moda-export-watermark-68f72fc7-5a85-408a-9481-d9e6ac8ebea9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6459200" cy="1809750"/>
          </a:xfrm>
          <a:prstGeom prst="rect">
            <a:avLst/>
          </a:prstGeom>
          <a:noFill/>
          <a:ln/>
        </p:spPr>
        <p:txBody>
          <a:bodyPr wrap="square" lIns="0" tIns="43434" rIns="0" bIns="-43434" rtlCol="0" anchor="t"/>
          <a:lstStyle/>
          <a:p>
            <a:pPr algn="l" indent="0" marL="0">
              <a:lnSpc>
                <a:spcPts val="6156"/>
              </a:lnSpc>
              <a:buNone/>
            </a:pPr>
            <a:r>
              <a:rPr lang="en-US" sz="57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Bốn</a:t>
            </a:r>
            <a:r>
              <a:rPr lang="en-US" sz="57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thùy</a:t>
            </a:r>
            <a:r>
              <a:rPr lang="en-US" sz="5700" dirty="0" spc="-6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và</a:t>
            </a:r>
            <a:r>
              <a:rPr lang="en-US" sz="5700" dirty="0" spc="-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các</a:t>
            </a:r>
            <a:r>
              <a:rPr lang="en-US" sz="5700" dirty="0" spc="-19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rãnh</a:t>
            </a:r>
            <a:r>
              <a:rPr lang="en-US" sz="5700" dirty="0" spc="-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làm mốc</a:t>
            </a:r>
            <a:endParaRPr lang="en-US" sz="5700" dirty="0"/>
          </a:p>
        </p:txBody>
      </p:sp>
      <p:sp>
        <p:nvSpPr>
          <p:cNvPr id="3" name="Shape 1"/>
          <p:cNvSpPr/>
          <p:nvPr/>
        </p:nvSpPr>
        <p:spPr>
          <a:xfrm>
            <a:off x="914400" y="2247900"/>
            <a:ext cx="8953500" cy="6096000"/>
          </a:xfrm>
          <a:prstGeom prst="roundRect">
            <a:avLst>
              <a:gd name="adj" fmla="val 4375"/>
            </a:avLst>
          </a:prstGeom>
          <a:solidFill>
            <a:srgbClr val="FFFFFF"/>
          </a:solidFill>
          <a:ln w="28575">
            <a:solidFill>
              <a:srgbClr val="DDD5C1"/>
            </a:solidFill>
            <a:prstDash val="solid"/>
          </a:ln>
        </p:spPr>
      </p:sp>
      <p:pic>
        <p:nvPicPr>
          <p:cNvPr id="4" name="Moda image rect-1792580734252-201517069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018288" y="2438400"/>
            <a:ext cx="6745725" cy="57150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14400" y="8477250"/>
            <a:ext cx="16459200" cy="495300"/>
          </a:xfrm>
          <a:prstGeom prst="rect">
            <a:avLst/>
          </a:prstGeom>
          <a:noFill/>
          <a:ln/>
        </p:spPr>
        <p:txBody>
          <a:bodyPr wrap="square" lIns="0" tIns="14435" rIns="0" bIns="-14435" rtlCol="0" anchor="t"/>
          <a:lstStyle/>
          <a:p>
            <a:pPr algn="l" indent="0" marL="0">
              <a:lnSpc>
                <a:spcPts val="1815"/>
              </a:lnSpc>
              <a:buNone/>
            </a:pPr>
            <a:r>
              <a:rPr lang="en-US" sz="165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Hình:</a:t>
            </a:r>
            <a:r>
              <a:rPr lang="en-US" sz="1650" dirty="0" spc="-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OpenStax, giấy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phép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theo</a:t>
            </a:r>
            <a:r>
              <a:rPr lang="en-US" sz="165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sách</a:t>
            </a:r>
            <a:r>
              <a:rPr lang="en-US" sz="1650" dirty="0" spc="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CC</a:t>
            </a:r>
            <a:r>
              <a:rPr lang="en-US" sz="1650" dirty="0" spc="-9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BY-NC-SA;</a:t>
            </a:r>
            <a:r>
              <a:rPr lang="en-US" sz="1650" dirty="0" spc="-15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Hove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&amp;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Martinez,</a:t>
            </a:r>
            <a:r>
              <a:rPr lang="en-US" sz="16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Hình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12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(chương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2.6)</a:t>
            </a:r>
            <a:endParaRPr lang="en-US" sz="1650" dirty="0"/>
          </a:p>
        </p:txBody>
      </p:sp>
      <p:sp>
        <p:nvSpPr>
          <p:cNvPr id="6" name="Shape 3"/>
          <p:cNvSpPr/>
          <p:nvPr/>
        </p:nvSpPr>
        <p:spPr>
          <a:xfrm>
            <a:off x="10248900" y="2247900"/>
            <a:ext cx="7124700" cy="838200"/>
          </a:xfrm>
          <a:prstGeom prst="roundRect">
            <a:avLst>
              <a:gd name="adj" fmla="val 22727"/>
            </a:avLst>
          </a:prstGeom>
          <a:solidFill>
            <a:srgbClr val="E8E0CF"/>
          </a:solidFill>
          <a:ln/>
        </p:spPr>
      </p:sp>
      <p:sp>
        <p:nvSpPr>
          <p:cNvPr id="7" name="Shape 4"/>
          <p:cNvSpPr/>
          <p:nvPr/>
        </p:nvSpPr>
        <p:spPr>
          <a:xfrm>
            <a:off x="10248900" y="2247900"/>
            <a:ext cx="114300" cy="838200"/>
          </a:xfrm>
          <a:prstGeom prst="roundRect">
            <a:avLst>
              <a:gd name="adj" fmla="val 50000"/>
            </a:avLst>
          </a:prstGeom>
          <a:solidFill>
            <a:srgbClr val="E8472B"/>
          </a:solidFill>
          <a:ln/>
        </p:spPr>
      </p:sp>
      <p:sp>
        <p:nvSpPr>
          <p:cNvPr id="8" name="Text 5"/>
          <p:cNvSpPr/>
          <p:nvPr/>
        </p:nvSpPr>
        <p:spPr>
          <a:xfrm>
            <a:off x="10591800" y="2343150"/>
            <a:ext cx="6591300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87" dirty="0" spc="-6" kern="0">
                <a:solidFill>
                  <a:srgbClr val="E8472B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Central</a:t>
            </a:r>
            <a:r>
              <a:rPr lang="en-US" sz="2187" dirty="0" spc="-2" kern="0">
                <a:solidFill>
                  <a:srgbClr val="E8472B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sulcus</a:t>
            </a:r>
            <a:endParaRPr lang="en-US" sz="2187" dirty="0"/>
          </a:p>
        </p:txBody>
      </p:sp>
      <p:sp>
        <p:nvSpPr>
          <p:cNvPr id="9" name="Text 6"/>
          <p:cNvSpPr/>
          <p:nvPr/>
        </p:nvSpPr>
        <p:spPr>
          <a:xfrm>
            <a:off x="10591800" y="2581275"/>
            <a:ext cx="6591300" cy="466725"/>
          </a:xfrm>
          <a:prstGeom prst="rect">
            <a:avLst/>
          </a:prstGeom>
          <a:noFill/>
          <a:ln/>
        </p:spPr>
        <p:txBody>
          <a:bodyPr wrap="square" lIns="0" tIns="14180" rIns="0" bIns="-14180" rtlCol="0" anchor="ctr"/>
          <a:lstStyle/>
          <a:p>
            <a:pPr algn="l" indent="0" marL="0">
              <a:lnSpc>
                <a:spcPts val="2933"/>
              </a:lnSpc>
              <a:buNone/>
            </a:pPr>
            <a:r>
              <a:rPr lang="en-US" sz="2550" dirty="0" spc="-16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rãnh</a:t>
            </a:r>
            <a:r>
              <a:rPr lang="en-US" sz="255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trung</a:t>
            </a:r>
            <a:r>
              <a:rPr lang="en-US" sz="2550" dirty="0" spc="-1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tâm</a:t>
            </a:r>
            <a:endParaRPr lang="en-US" sz="2550" dirty="0"/>
          </a:p>
        </p:txBody>
      </p:sp>
      <p:sp>
        <p:nvSpPr>
          <p:cNvPr id="10" name="Shape 7"/>
          <p:cNvSpPr/>
          <p:nvPr/>
        </p:nvSpPr>
        <p:spPr>
          <a:xfrm>
            <a:off x="10248900" y="3219450"/>
            <a:ext cx="7124700" cy="838200"/>
          </a:xfrm>
          <a:prstGeom prst="roundRect">
            <a:avLst>
              <a:gd name="adj" fmla="val 22727"/>
            </a:avLst>
          </a:prstGeom>
          <a:solidFill>
            <a:srgbClr val="E8E0CF"/>
          </a:solidFill>
          <a:ln/>
        </p:spPr>
      </p:sp>
      <p:sp>
        <p:nvSpPr>
          <p:cNvPr id="11" name="Shape 8"/>
          <p:cNvSpPr/>
          <p:nvPr/>
        </p:nvSpPr>
        <p:spPr>
          <a:xfrm>
            <a:off x="10248900" y="3219450"/>
            <a:ext cx="114300" cy="838200"/>
          </a:xfrm>
          <a:prstGeom prst="roundRect">
            <a:avLst>
              <a:gd name="adj" fmla="val 50000"/>
            </a:avLst>
          </a:prstGeom>
          <a:solidFill>
            <a:srgbClr val="1F3FD1"/>
          </a:solidFill>
          <a:ln/>
        </p:spPr>
      </p:sp>
      <p:sp>
        <p:nvSpPr>
          <p:cNvPr id="12" name="Text 9"/>
          <p:cNvSpPr/>
          <p:nvPr/>
        </p:nvSpPr>
        <p:spPr>
          <a:xfrm>
            <a:off x="10591800" y="3314700"/>
            <a:ext cx="6591300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87" dirty="0" spc="-13" kern="0">
                <a:solidFill>
                  <a:srgbClr val="1F3FD1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Lateral</a:t>
            </a:r>
            <a:r>
              <a:rPr lang="en-US" sz="2187" dirty="0" spc="-2" kern="0">
                <a:solidFill>
                  <a:srgbClr val="1F3FD1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sulcus</a:t>
            </a:r>
            <a:endParaRPr lang="en-US" sz="2187" dirty="0"/>
          </a:p>
        </p:txBody>
      </p:sp>
      <p:sp>
        <p:nvSpPr>
          <p:cNvPr id="13" name="Text 10"/>
          <p:cNvSpPr/>
          <p:nvPr/>
        </p:nvSpPr>
        <p:spPr>
          <a:xfrm>
            <a:off x="10591800" y="3552825"/>
            <a:ext cx="6591300" cy="466725"/>
          </a:xfrm>
          <a:prstGeom prst="rect">
            <a:avLst/>
          </a:prstGeom>
          <a:noFill/>
          <a:ln/>
        </p:spPr>
        <p:txBody>
          <a:bodyPr wrap="square" lIns="0" tIns="14180" rIns="0" bIns="-14180" rtlCol="0" anchor="ctr"/>
          <a:lstStyle/>
          <a:p>
            <a:pPr algn="l" indent="0" marL="0">
              <a:lnSpc>
                <a:spcPts val="2933"/>
              </a:lnSpc>
              <a:buNone/>
            </a:pPr>
            <a:r>
              <a:rPr lang="en-US" sz="2550" dirty="0" spc="-16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rãnh</a:t>
            </a:r>
            <a:r>
              <a:rPr lang="en-US" sz="2550" dirty="0" spc="-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bên</a:t>
            </a:r>
            <a:endParaRPr lang="en-US" sz="2550" dirty="0"/>
          </a:p>
        </p:txBody>
      </p:sp>
      <p:sp>
        <p:nvSpPr>
          <p:cNvPr id="14" name="Shape 11"/>
          <p:cNvSpPr/>
          <p:nvPr/>
        </p:nvSpPr>
        <p:spPr>
          <a:xfrm>
            <a:off x="10248900" y="4191000"/>
            <a:ext cx="7124700" cy="838200"/>
          </a:xfrm>
          <a:prstGeom prst="roundRect">
            <a:avLst>
              <a:gd name="adj" fmla="val 22727"/>
            </a:avLst>
          </a:prstGeom>
          <a:solidFill>
            <a:srgbClr val="E8E0CF"/>
          </a:solidFill>
          <a:ln/>
        </p:spPr>
      </p:sp>
      <p:sp>
        <p:nvSpPr>
          <p:cNvPr id="15" name="Shape 12"/>
          <p:cNvSpPr/>
          <p:nvPr/>
        </p:nvSpPr>
        <p:spPr>
          <a:xfrm>
            <a:off x="10248900" y="4191000"/>
            <a:ext cx="114300" cy="838200"/>
          </a:xfrm>
          <a:prstGeom prst="roundRect">
            <a:avLst>
              <a:gd name="adj" fmla="val 50000"/>
            </a:avLst>
          </a:prstGeom>
          <a:solidFill>
            <a:srgbClr val="B45309"/>
          </a:solidFill>
          <a:ln/>
        </p:spPr>
      </p:sp>
      <p:sp>
        <p:nvSpPr>
          <p:cNvPr id="16" name="Text 13"/>
          <p:cNvSpPr/>
          <p:nvPr/>
        </p:nvSpPr>
        <p:spPr>
          <a:xfrm>
            <a:off x="10591800" y="4286250"/>
            <a:ext cx="6591300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87" dirty="0" spc="-6" kern="0">
                <a:solidFill>
                  <a:srgbClr val="B45309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Parieto-occipital</a:t>
            </a:r>
            <a:endParaRPr lang="en-US" sz="2187" dirty="0"/>
          </a:p>
        </p:txBody>
      </p:sp>
      <p:sp>
        <p:nvSpPr>
          <p:cNvPr id="17" name="Text 14"/>
          <p:cNvSpPr/>
          <p:nvPr/>
        </p:nvSpPr>
        <p:spPr>
          <a:xfrm>
            <a:off x="10591800" y="4524375"/>
            <a:ext cx="6591300" cy="466725"/>
          </a:xfrm>
          <a:prstGeom prst="rect">
            <a:avLst/>
          </a:prstGeom>
          <a:noFill/>
          <a:ln/>
        </p:spPr>
        <p:txBody>
          <a:bodyPr wrap="square" lIns="0" tIns="14180" rIns="0" bIns="-14180" rtlCol="0" anchor="ctr"/>
          <a:lstStyle/>
          <a:p>
            <a:pPr algn="l" indent="0" marL="0">
              <a:lnSpc>
                <a:spcPts val="2933"/>
              </a:lnSpc>
              <a:buNone/>
            </a:pPr>
            <a:r>
              <a:rPr lang="en-US" sz="2550" dirty="0" spc="-16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rãnh</a:t>
            </a:r>
            <a:r>
              <a:rPr lang="en-US" sz="2550" dirty="0" spc="8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đỉnh-chẩm</a:t>
            </a:r>
            <a:endParaRPr lang="en-US" sz="2550" dirty="0"/>
          </a:p>
        </p:txBody>
      </p:sp>
      <p:sp>
        <p:nvSpPr>
          <p:cNvPr id="18" name="Shape 15"/>
          <p:cNvSpPr/>
          <p:nvPr/>
        </p:nvSpPr>
        <p:spPr>
          <a:xfrm>
            <a:off x="10248900" y="5162550"/>
            <a:ext cx="7124700" cy="3181350"/>
          </a:xfrm>
          <a:prstGeom prst="roundRect">
            <a:avLst>
              <a:gd name="adj" fmla="val 5988"/>
            </a:avLst>
          </a:prstGeom>
          <a:solidFill>
            <a:srgbClr val="F8D9D0"/>
          </a:solidFill>
          <a:ln/>
        </p:spPr>
      </p:sp>
      <p:sp>
        <p:nvSpPr>
          <p:cNvPr id="19" name="Text 16"/>
          <p:cNvSpPr/>
          <p:nvPr/>
        </p:nvSpPr>
        <p:spPr>
          <a:xfrm>
            <a:off x="10553700" y="5429250"/>
            <a:ext cx="6515100" cy="2647950"/>
          </a:xfrm>
          <a:prstGeom prst="rect">
            <a:avLst/>
          </a:prstGeom>
          <a:noFill/>
          <a:ln/>
        </p:spPr>
        <p:txBody>
          <a:bodyPr wrap="square" lIns="0" tIns="12144" rIns="0" bIns="-12144" rtlCol="0" anchor="t"/>
          <a:lstStyle/>
          <a:p>
            <a:pPr algn="l" indent="0" marL="0">
              <a:lnSpc>
                <a:spcPts val="2925"/>
              </a:lnSpc>
              <a:buNone/>
            </a:pPr>
            <a:r>
              <a:rPr lang="en-US" sz="22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Hình</a:t>
            </a:r>
            <a:r>
              <a:rPr lang="en-US" sz="22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</a:t>
            </a:r>
            <a:r>
              <a:rPr lang="en-US" sz="2250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thấy</a:t>
            </a:r>
            <a:r>
              <a:rPr lang="en-US" sz="22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cách</a:t>
            </a:r>
            <a:r>
              <a:rPr lang="en-US" sz="22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chia</a:t>
            </a:r>
            <a:r>
              <a:rPr lang="en-US" sz="22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thùy nhìn</a:t>
            </a:r>
            <a:r>
              <a:rPr lang="en-US" sz="225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</a:t>
            </a:r>
            <a:r>
              <a:rPr lang="en-US" sz="22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bên</a:t>
            </a:r>
            <a:r>
              <a:rPr lang="en-US" sz="2250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ngoài:</a:t>
            </a:r>
            <a:r>
              <a:rPr lang="en-US" sz="2250" dirty="0" spc="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</a:t>
            </a:r>
            <a:pPr algn="l" indent="0" marL="0">
              <a:lnSpc>
                <a:spcPts val="2925"/>
              </a:lnSpc>
              <a:buNone/>
            </a:pPr>
            <a:r>
              <a:rPr lang="en-US" sz="2250" b="1" dirty="0" spc="-9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rãnh</a:t>
            </a:r>
            <a:r>
              <a:rPr lang="en-US" sz="2250" b="1" dirty="0" spc="-3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trung</a:t>
            </a:r>
            <a:r>
              <a:rPr lang="en-US" sz="2250" b="1" dirty="0" spc="0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tâm</a:t>
            </a:r>
            <a:pPr algn="l" indent="0" marL="0">
              <a:lnSpc>
                <a:spcPts val="2925"/>
              </a:lnSpc>
              <a:buNone/>
            </a:pPr>
            <a:r>
              <a:rPr lang="en-US" sz="2250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tách</a:t>
            </a:r>
            <a:r>
              <a:rPr lang="en-US" sz="22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thùy</a:t>
            </a:r>
            <a:r>
              <a:rPr lang="en-US" sz="2250" dirty="0" spc="-1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trán</a:t>
            </a:r>
            <a:r>
              <a:rPr lang="en-US" sz="22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khỏi</a:t>
            </a:r>
            <a:r>
              <a:rPr lang="en-US" sz="22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thùy</a:t>
            </a:r>
            <a:r>
              <a:rPr lang="en-US" sz="2250" dirty="0" spc="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đỉnh,</a:t>
            </a:r>
            <a:r>
              <a:rPr lang="en-US" sz="2250" dirty="0" spc="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</a:t>
            </a:r>
            <a:pPr algn="l" indent="0" marL="0">
              <a:lnSpc>
                <a:spcPts val="2925"/>
              </a:lnSpc>
              <a:buNone/>
            </a:pPr>
            <a:r>
              <a:rPr lang="en-US" sz="2250" b="1" dirty="0" spc="-9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rãnh</a:t>
            </a:r>
            <a:r>
              <a:rPr lang="en-US" sz="2250" b="1" dirty="0" spc="-4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bên</a:t>
            </a:r>
            <a:pPr algn="l" indent="0" marL="0">
              <a:lnSpc>
                <a:spcPts val="2925"/>
              </a:lnSpc>
              <a:buNone/>
            </a:pPr>
            <a:r>
              <a:rPr lang="en-US" sz="2250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tách</a:t>
            </a:r>
            <a:r>
              <a:rPr lang="en-US" sz="22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thùy</a:t>
            </a:r>
            <a:r>
              <a:rPr lang="en-US" sz="22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thái</a:t>
            </a:r>
            <a:r>
              <a:rPr lang="en-US" sz="2250" dirty="0" spc="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dương</a:t>
            </a:r>
            <a:r>
              <a:rPr lang="en-US" sz="22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khỏi</a:t>
            </a:r>
            <a:r>
              <a:rPr lang="en-US" sz="22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hai</a:t>
            </a:r>
            <a:r>
              <a:rPr lang="en-US" sz="22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thùy</a:t>
            </a:r>
            <a:r>
              <a:rPr lang="en-US" sz="225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kia,</a:t>
            </a:r>
            <a:r>
              <a:rPr lang="en-US" sz="2250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còn</a:t>
            </a:r>
            <a:r>
              <a:rPr lang="en-US" sz="22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thùy</a:t>
            </a:r>
            <a:r>
              <a:rPr lang="en-US" sz="22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chẩm</a:t>
            </a:r>
            <a:r>
              <a:rPr lang="en-US" sz="22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250" dirty="0" spc="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250" dirty="0" spc="-1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ranh</a:t>
            </a:r>
            <a:r>
              <a:rPr lang="en-US" sz="22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giới</a:t>
            </a:r>
            <a:r>
              <a:rPr lang="en-US" sz="2250" dirty="0" spc="-2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rõ</a:t>
            </a:r>
            <a:r>
              <a:rPr lang="en-US" sz="2250" dirty="0" spc="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ở</a:t>
            </a:r>
            <a:r>
              <a:rPr lang="en-US" sz="2250" dirty="0" spc="-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mặt ngoài</a:t>
            </a:r>
            <a:r>
              <a:rPr lang="en-US" sz="22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nên</a:t>
            </a:r>
            <a:r>
              <a:rPr lang="en-US" sz="22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mốc</a:t>
            </a:r>
            <a:r>
              <a:rPr lang="en-US" sz="22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2250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</a:t>
            </a:r>
            <a:pPr algn="l" indent="0" marL="0">
              <a:lnSpc>
                <a:spcPts val="2925"/>
              </a:lnSpc>
              <a:buNone/>
            </a:pPr>
            <a:r>
              <a:rPr lang="en-US" sz="2250" b="1" dirty="0" spc="-9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rãnh</a:t>
            </a:r>
            <a:r>
              <a:rPr lang="en-US" sz="2250" b="1" dirty="0" spc="9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đỉnh-chẩm</a:t>
            </a:r>
            <a:pPr algn="l" indent="0" marL="0">
              <a:lnSpc>
                <a:spcPts val="2925"/>
              </a:lnSpc>
              <a:buNone/>
            </a:pPr>
            <a:r>
              <a:rPr lang="en-US" sz="22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nhìn</a:t>
            </a:r>
            <a:r>
              <a:rPr lang="en-US" sz="225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</a:t>
            </a:r>
            <a:r>
              <a:rPr lang="en-US" sz="2250" dirty="0" spc="-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mặt</a:t>
            </a:r>
            <a:r>
              <a:rPr lang="en-US" sz="2250" dirty="0" spc="-1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trong</a:t>
            </a:r>
            <a:r>
              <a:rPr lang="en-US" sz="225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</a:t>
            </a:r>
            <a:pPr algn="l" indent="0" marL="0">
              <a:lnSpc>
                <a:spcPts val="2925"/>
              </a:lnSpc>
              <a:buNone/>
            </a:pPr>
            <a:r>
              <a:rPr lang="en-US" sz="22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[S1]</a:t>
            </a:r>
            <a:r>
              <a:rPr lang="en-US" sz="22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[S3]</a:t>
            </a:r>
            <a:pPr algn="l" indent="0" marL="0">
              <a:lnSpc>
                <a:spcPts val="2925"/>
              </a:lnSpc>
              <a:buNone/>
            </a:pPr>
            <a:r>
              <a:rPr lang="en-US" sz="2250" dirty="0" spc="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.</a:t>
            </a:r>
            <a:endParaRPr lang="en-US" sz="2250" dirty="0"/>
          </a:p>
        </p:txBody>
      </p:sp>
      <p:sp>
        <p:nvSpPr>
          <p:cNvPr id="20" name="Text 17"/>
          <p:cNvSpPr/>
          <p:nvPr/>
        </p:nvSpPr>
        <p:spPr>
          <a:xfrm>
            <a:off x="914400" y="8991600"/>
            <a:ext cx="164592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Nguồn:</a:t>
            </a:r>
            <a:r>
              <a:rPr lang="en-US" sz="180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[S1]</a:t>
            </a:r>
            <a:r>
              <a:rPr lang="en-US" sz="180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[S3]</a:t>
            </a:r>
            <a:endParaRPr lang="en-US" sz="1800" dirty="0"/>
          </a:p>
        </p:txBody>
      </p:sp>
      <p:sp>
        <p:nvSpPr>
          <p:cNvPr id="21" name="Shape 18"/>
          <p:cNvSpPr/>
          <p:nvPr/>
        </p:nvSpPr>
        <p:spPr>
          <a:xfrm>
            <a:off x="9429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2" name="Shape 19"/>
          <p:cNvSpPr/>
          <p:nvPr/>
        </p:nvSpPr>
        <p:spPr>
          <a:xfrm>
            <a:off x="11715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3" name="Shape 20"/>
          <p:cNvSpPr/>
          <p:nvPr/>
        </p:nvSpPr>
        <p:spPr>
          <a:xfrm>
            <a:off x="14001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4" name="Shape 21"/>
          <p:cNvSpPr/>
          <p:nvPr/>
        </p:nvSpPr>
        <p:spPr>
          <a:xfrm>
            <a:off x="16287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5" name="Shape 22"/>
          <p:cNvSpPr/>
          <p:nvPr/>
        </p:nvSpPr>
        <p:spPr>
          <a:xfrm>
            <a:off x="18573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6" name="Shape 23"/>
          <p:cNvSpPr/>
          <p:nvPr/>
        </p:nvSpPr>
        <p:spPr>
          <a:xfrm>
            <a:off x="20859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7" name="Shape 24"/>
          <p:cNvSpPr/>
          <p:nvPr/>
        </p:nvSpPr>
        <p:spPr>
          <a:xfrm>
            <a:off x="23145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8" name="Shape 25"/>
          <p:cNvSpPr/>
          <p:nvPr/>
        </p:nvSpPr>
        <p:spPr>
          <a:xfrm>
            <a:off x="2524125" y="9544050"/>
            <a:ext cx="152400" cy="1524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29" name="Shape 26"/>
          <p:cNvSpPr/>
          <p:nvPr/>
        </p:nvSpPr>
        <p:spPr>
          <a:xfrm>
            <a:off x="27717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0" name="Shape 27"/>
          <p:cNvSpPr/>
          <p:nvPr/>
        </p:nvSpPr>
        <p:spPr>
          <a:xfrm>
            <a:off x="30003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1" name="Shape 28"/>
          <p:cNvSpPr/>
          <p:nvPr/>
        </p:nvSpPr>
        <p:spPr>
          <a:xfrm>
            <a:off x="32289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2" name="Shape 29"/>
          <p:cNvSpPr/>
          <p:nvPr/>
        </p:nvSpPr>
        <p:spPr>
          <a:xfrm>
            <a:off x="34575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3" name="Shape 30"/>
          <p:cNvSpPr/>
          <p:nvPr/>
        </p:nvSpPr>
        <p:spPr>
          <a:xfrm>
            <a:off x="36861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4" name="Shape 31"/>
          <p:cNvSpPr/>
          <p:nvPr/>
        </p:nvSpPr>
        <p:spPr>
          <a:xfrm>
            <a:off x="39147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5" name="Shape 32"/>
          <p:cNvSpPr/>
          <p:nvPr/>
        </p:nvSpPr>
        <p:spPr>
          <a:xfrm>
            <a:off x="41433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6" name="Shape 33"/>
          <p:cNvSpPr/>
          <p:nvPr/>
        </p:nvSpPr>
        <p:spPr>
          <a:xfrm>
            <a:off x="43719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7" name="Shape 34"/>
          <p:cNvSpPr/>
          <p:nvPr/>
        </p:nvSpPr>
        <p:spPr>
          <a:xfrm>
            <a:off x="46005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8" name="Shape 35"/>
          <p:cNvSpPr/>
          <p:nvPr/>
        </p:nvSpPr>
        <p:spPr>
          <a:xfrm>
            <a:off x="48291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9" name="Shape 36"/>
          <p:cNvSpPr/>
          <p:nvPr/>
        </p:nvSpPr>
        <p:spPr>
          <a:xfrm>
            <a:off x="50577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0" name="Shape 37"/>
          <p:cNvSpPr/>
          <p:nvPr/>
        </p:nvSpPr>
        <p:spPr>
          <a:xfrm>
            <a:off x="52863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1" name="Shape 38"/>
          <p:cNvSpPr/>
          <p:nvPr/>
        </p:nvSpPr>
        <p:spPr>
          <a:xfrm>
            <a:off x="55149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2" name="Shape 39"/>
          <p:cNvSpPr/>
          <p:nvPr/>
        </p:nvSpPr>
        <p:spPr>
          <a:xfrm>
            <a:off x="57435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3" name="Shape 40"/>
          <p:cNvSpPr/>
          <p:nvPr/>
        </p:nvSpPr>
        <p:spPr>
          <a:xfrm>
            <a:off x="59721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4" name="Shape 41"/>
          <p:cNvSpPr/>
          <p:nvPr/>
        </p:nvSpPr>
        <p:spPr>
          <a:xfrm>
            <a:off x="62007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5" name="Shape 42"/>
          <p:cNvSpPr/>
          <p:nvPr/>
        </p:nvSpPr>
        <p:spPr>
          <a:xfrm>
            <a:off x="64293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6" name="Shape 43"/>
          <p:cNvSpPr/>
          <p:nvPr/>
        </p:nvSpPr>
        <p:spPr>
          <a:xfrm>
            <a:off x="66579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7" name="Shape 44"/>
          <p:cNvSpPr/>
          <p:nvPr/>
        </p:nvSpPr>
        <p:spPr>
          <a:xfrm>
            <a:off x="68865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8" name="Shape 45"/>
          <p:cNvSpPr/>
          <p:nvPr/>
        </p:nvSpPr>
        <p:spPr>
          <a:xfrm>
            <a:off x="71151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9" name="Shape 46"/>
          <p:cNvSpPr/>
          <p:nvPr/>
        </p:nvSpPr>
        <p:spPr>
          <a:xfrm>
            <a:off x="73437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0" name="Shape 47"/>
          <p:cNvSpPr/>
          <p:nvPr/>
        </p:nvSpPr>
        <p:spPr>
          <a:xfrm>
            <a:off x="75723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1" name="Shape 48"/>
          <p:cNvSpPr/>
          <p:nvPr/>
        </p:nvSpPr>
        <p:spPr>
          <a:xfrm>
            <a:off x="78009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2" name="Shape 49"/>
          <p:cNvSpPr/>
          <p:nvPr/>
        </p:nvSpPr>
        <p:spPr>
          <a:xfrm>
            <a:off x="80295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3" name="Shape 50"/>
          <p:cNvSpPr/>
          <p:nvPr/>
        </p:nvSpPr>
        <p:spPr>
          <a:xfrm>
            <a:off x="82581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4" name="Shape 51"/>
          <p:cNvSpPr/>
          <p:nvPr/>
        </p:nvSpPr>
        <p:spPr>
          <a:xfrm>
            <a:off x="84867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5" name="Shape 52"/>
          <p:cNvSpPr/>
          <p:nvPr/>
        </p:nvSpPr>
        <p:spPr>
          <a:xfrm>
            <a:off x="87153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6" name="Shape 53"/>
          <p:cNvSpPr/>
          <p:nvPr/>
        </p:nvSpPr>
        <p:spPr>
          <a:xfrm>
            <a:off x="89439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7" name="Shape 54"/>
          <p:cNvSpPr/>
          <p:nvPr/>
        </p:nvSpPr>
        <p:spPr>
          <a:xfrm>
            <a:off x="91725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8" name="Shape 55"/>
          <p:cNvSpPr/>
          <p:nvPr/>
        </p:nvSpPr>
        <p:spPr>
          <a:xfrm>
            <a:off x="94011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9" name="Shape 56"/>
          <p:cNvSpPr/>
          <p:nvPr/>
        </p:nvSpPr>
        <p:spPr>
          <a:xfrm>
            <a:off x="96297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0" name="Text 57"/>
          <p:cNvSpPr/>
          <p:nvPr/>
        </p:nvSpPr>
        <p:spPr>
          <a:xfrm>
            <a:off x="10058400" y="9467850"/>
            <a:ext cx="4953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6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Multiple-report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3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L08</a:t>
            </a:r>
            <a:r>
              <a:rPr lang="en-US" sz="180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1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08/39</a:t>
            </a:r>
            <a:endParaRPr lang="en-US" sz="1800" dirty="0"/>
          </a:p>
        </p:txBody>
      </p:sp>
      <p:sp>
        <p:nvSpPr>
          <p:cNvPr id="61" name="Shape 58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62" name="Moda image moda-export-watermark-e5e49f69-968c-48b7-b674-bab2e3e35590" descr="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6459200" cy="1809750"/>
          </a:xfrm>
          <a:prstGeom prst="rect">
            <a:avLst/>
          </a:prstGeom>
          <a:noFill/>
          <a:ln/>
        </p:spPr>
        <p:txBody>
          <a:bodyPr wrap="square" lIns="0" tIns="43434" rIns="0" bIns="-43434" rtlCol="0" anchor="t"/>
          <a:lstStyle/>
          <a:p>
            <a:pPr algn="l" indent="0" marL="0">
              <a:lnSpc>
                <a:spcPts val="6156"/>
              </a:lnSpc>
              <a:buNone/>
            </a:pPr>
            <a:r>
              <a:rPr lang="en-US" sz="5700" dirty="0" spc="-8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Brodmann</a:t>
            </a:r>
            <a:r>
              <a:rPr lang="en-US" sz="57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1909</a:t>
            </a:r>
            <a:r>
              <a:rPr lang="en-US" sz="5700" dirty="0" spc="-66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và</a:t>
            </a:r>
            <a:r>
              <a:rPr lang="en-US" sz="57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các</a:t>
            </a:r>
            <a:r>
              <a:rPr lang="en-US" sz="57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vùng</a:t>
            </a:r>
            <a:r>
              <a:rPr lang="en-US" sz="57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chính</a:t>
            </a:r>
            <a:endParaRPr lang="en-US" sz="5700" dirty="0"/>
          </a:p>
        </p:txBody>
      </p:sp>
      <p:sp>
        <p:nvSpPr>
          <p:cNvPr id="3" name="Shape 1"/>
          <p:cNvSpPr/>
          <p:nvPr/>
        </p:nvSpPr>
        <p:spPr>
          <a:xfrm>
            <a:off x="914400" y="2762250"/>
            <a:ext cx="16459200" cy="1085850"/>
          </a:xfrm>
          <a:prstGeom prst="roundRect">
            <a:avLst>
              <a:gd name="adj" fmla="val 17544"/>
            </a:avLst>
          </a:prstGeom>
          <a:solidFill>
            <a:srgbClr val="1E212B"/>
          </a:solidFill>
          <a:ln w="19050">
            <a:solidFill>
              <a:srgbClr val="2C304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14400" y="2762250"/>
            <a:ext cx="133350" cy="1085850"/>
          </a:xfrm>
          <a:prstGeom prst="roundRect">
            <a:avLst>
              <a:gd name="adj" fmla="val 50000"/>
            </a:avLst>
          </a:prstGeom>
          <a:solidFill>
            <a:srgbClr val="7C93FF"/>
          </a:solidFill>
          <a:ln/>
        </p:spPr>
      </p:sp>
      <p:sp>
        <p:nvSpPr>
          <p:cNvPr id="5" name="Text 3"/>
          <p:cNvSpPr/>
          <p:nvPr/>
        </p:nvSpPr>
        <p:spPr>
          <a:xfrm>
            <a:off x="1295400" y="2762250"/>
            <a:ext cx="5905500" cy="1085850"/>
          </a:xfrm>
          <a:prstGeom prst="rect">
            <a:avLst/>
          </a:prstGeom>
          <a:noFill/>
          <a:ln/>
        </p:spPr>
        <p:txBody>
          <a:bodyPr wrap="square" lIns="0" tIns="16720" rIns="0" bIns="-16720" rtlCol="0" anchor="ctr"/>
          <a:lstStyle/>
          <a:p>
            <a:pPr algn="l" indent="0" marL="0">
              <a:lnSpc>
                <a:spcPts val="3450"/>
              </a:lnSpc>
              <a:buNone/>
            </a:pPr>
            <a:r>
              <a:rPr lang="en-US" sz="3000" dirty="0" spc="-11" kern="0">
                <a:solidFill>
                  <a:srgbClr val="7C93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Brodmann</a:t>
            </a:r>
            <a:r>
              <a:rPr lang="en-US" sz="3000" dirty="0" spc="2" kern="0">
                <a:solidFill>
                  <a:srgbClr val="7C93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(1909)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7581900" y="2762250"/>
            <a:ext cx="9525000" cy="1085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chia</a:t>
            </a:r>
            <a:r>
              <a:rPr lang="en-US" sz="2700" dirty="0" spc="-1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vỏ</a:t>
            </a:r>
            <a:r>
              <a:rPr lang="en-US" sz="270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não</a:t>
            </a:r>
            <a:r>
              <a:rPr lang="en-US" sz="270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thành</a:t>
            </a:r>
            <a:r>
              <a:rPr lang="en-US" sz="2700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52</a:t>
            </a:r>
            <a:r>
              <a:rPr lang="en-US" sz="270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vùng theo</a:t>
            </a:r>
            <a:r>
              <a:rPr lang="en-US" sz="270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cấu</a:t>
            </a:r>
            <a:r>
              <a:rPr lang="en-US" sz="270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trúc vi</a:t>
            </a:r>
            <a:r>
              <a:rPr lang="en-US" sz="27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thể</a:t>
            </a:r>
            <a:endParaRPr lang="en-US" sz="2700" dirty="0"/>
          </a:p>
        </p:txBody>
      </p:sp>
      <p:sp>
        <p:nvSpPr>
          <p:cNvPr id="7" name="Shape 5"/>
          <p:cNvSpPr/>
          <p:nvPr/>
        </p:nvSpPr>
        <p:spPr>
          <a:xfrm>
            <a:off x="914400" y="3981450"/>
            <a:ext cx="16459200" cy="1085850"/>
          </a:xfrm>
          <a:prstGeom prst="roundRect">
            <a:avLst>
              <a:gd name="adj" fmla="val 17544"/>
            </a:avLst>
          </a:prstGeom>
          <a:solidFill>
            <a:srgbClr val="1E212B"/>
          </a:solidFill>
          <a:ln w="19050">
            <a:solidFill>
              <a:srgbClr val="2C304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14400" y="3981450"/>
            <a:ext cx="133350" cy="1085850"/>
          </a:xfrm>
          <a:prstGeom prst="roundRect">
            <a:avLst>
              <a:gd name="adj" fmla="val 50000"/>
            </a:avLst>
          </a:prstGeom>
          <a:solidFill>
            <a:srgbClr val="FFB454"/>
          </a:solidFill>
          <a:ln/>
        </p:spPr>
      </p:sp>
      <p:sp>
        <p:nvSpPr>
          <p:cNvPr id="9" name="Text 7"/>
          <p:cNvSpPr/>
          <p:nvPr/>
        </p:nvSpPr>
        <p:spPr>
          <a:xfrm>
            <a:off x="1295400" y="3981450"/>
            <a:ext cx="5905500" cy="1085850"/>
          </a:xfrm>
          <a:prstGeom prst="rect">
            <a:avLst/>
          </a:prstGeom>
          <a:noFill/>
          <a:ln/>
        </p:spPr>
        <p:txBody>
          <a:bodyPr wrap="square" lIns="0" tIns="16720" rIns="0" bIns="-16720" rtlCol="0" anchor="ctr"/>
          <a:lstStyle/>
          <a:p>
            <a:pPr algn="l" indent="0" marL="0">
              <a:lnSpc>
                <a:spcPts val="3450"/>
              </a:lnSpc>
              <a:buNone/>
            </a:pPr>
            <a:r>
              <a:rPr lang="en-US" sz="3000" dirty="0" spc="-38" kern="0">
                <a:solidFill>
                  <a:srgbClr val="FFB454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Vùng</a:t>
            </a:r>
            <a:r>
              <a:rPr lang="en-US" sz="3000" dirty="0" spc="-2" kern="0">
                <a:solidFill>
                  <a:srgbClr val="FFB454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4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7581900" y="3981450"/>
            <a:ext cx="9525000" cy="1085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dirty="0" spc="-2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vỏ</a:t>
            </a:r>
            <a:r>
              <a:rPr lang="en-US" sz="2700" dirty="0" spc="-1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vận</a:t>
            </a:r>
            <a:r>
              <a:rPr lang="en-US" sz="2700" dirty="0" spc="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động</a:t>
            </a:r>
            <a:r>
              <a:rPr lang="en-US" sz="270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chính</a:t>
            </a:r>
            <a:endParaRPr lang="en-US" sz="2700" dirty="0"/>
          </a:p>
        </p:txBody>
      </p:sp>
      <p:sp>
        <p:nvSpPr>
          <p:cNvPr id="11" name="Shape 9"/>
          <p:cNvSpPr/>
          <p:nvPr/>
        </p:nvSpPr>
        <p:spPr>
          <a:xfrm>
            <a:off x="914400" y="5200650"/>
            <a:ext cx="16459200" cy="1085850"/>
          </a:xfrm>
          <a:prstGeom prst="roundRect">
            <a:avLst>
              <a:gd name="adj" fmla="val 17544"/>
            </a:avLst>
          </a:prstGeom>
          <a:solidFill>
            <a:srgbClr val="1E212B"/>
          </a:solidFill>
          <a:ln w="19050">
            <a:solidFill>
              <a:srgbClr val="2C304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14400" y="5200650"/>
            <a:ext cx="133350" cy="1085850"/>
          </a:xfrm>
          <a:prstGeom prst="roundRect">
            <a:avLst>
              <a:gd name="adj" fmla="val 50000"/>
            </a:avLst>
          </a:prstGeom>
          <a:solidFill>
            <a:srgbClr val="3DD6A0"/>
          </a:solidFill>
          <a:ln/>
        </p:spPr>
      </p:sp>
      <p:sp>
        <p:nvSpPr>
          <p:cNvPr id="13" name="Text 11"/>
          <p:cNvSpPr/>
          <p:nvPr/>
        </p:nvSpPr>
        <p:spPr>
          <a:xfrm>
            <a:off x="1295400" y="5200650"/>
            <a:ext cx="5905500" cy="1085850"/>
          </a:xfrm>
          <a:prstGeom prst="rect">
            <a:avLst/>
          </a:prstGeom>
          <a:noFill/>
          <a:ln/>
        </p:spPr>
        <p:txBody>
          <a:bodyPr wrap="square" lIns="0" tIns="16720" rIns="0" bIns="-16720" rtlCol="0" anchor="ctr"/>
          <a:lstStyle/>
          <a:p>
            <a:pPr algn="l" indent="0" marL="0">
              <a:lnSpc>
                <a:spcPts val="3450"/>
              </a:lnSpc>
              <a:buNone/>
            </a:pPr>
            <a:r>
              <a:rPr lang="en-US" sz="3000" dirty="0" spc="-38" kern="0">
                <a:solidFill>
                  <a:srgbClr val="3DD6A0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Vùng</a:t>
            </a:r>
            <a:r>
              <a:rPr lang="en-US" sz="3000" dirty="0" spc="0" kern="0">
                <a:solidFill>
                  <a:srgbClr val="3DD6A0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17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7581900" y="5200650"/>
            <a:ext cx="9525000" cy="1085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dirty="0" spc="-2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vỏ</a:t>
            </a:r>
            <a:r>
              <a:rPr lang="en-US" sz="27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thị</a:t>
            </a:r>
            <a:r>
              <a:rPr lang="en-US" sz="270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giác</a:t>
            </a:r>
            <a:r>
              <a:rPr lang="en-US" sz="27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chính</a:t>
            </a:r>
            <a:r>
              <a:rPr lang="en-US" sz="270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(V1);</a:t>
            </a:r>
            <a:r>
              <a:rPr lang="en-US" sz="27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vùng</a:t>
            </a:r>
            <a:r>
              <a:rPr lang="en-US" sz="270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17</a:t>
            </a:r>
            <a:r>
              <a:rPr lang="en-US" sz="2700" dirty="0" spc="-1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7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18</a:t>
            </a:r>
            <a:r>
              <a:rPr lang="en-US" sz="270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ở</a:t>
            </a:r>
            <a:r>
              <a:rPr lang="en-US" sz="27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thùy</a:t>
            </a:r>
            <a:r>
              <a:rPr lang="en-US" sz="270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chẩm</a:t>
            </a:r>
            <a:endParaRPr lang="en-US" sz="2700" dirty="0"/>
          </a:p>
        </p:txBody>
      </p:sp>
      <p:sp>
        <p:nvSpPr>
          <p:cNvPr id="15" name="Shape 13"/>
          <p:cNvSpPr/>
          <p:nvPr/>
        </p:nvSpPr>
        <p:spPr>
          <a:xfrm>
            <a:off x="914400" y="6419850"/>
            <a:ext cx="16459200" cy="1085850"/>
          </a:xfrm>
          <a:prstGeom prst="roundRect">
            <a:avLst>
              <a:gd name="adj" fmla="val 17544"/>
            </a:avLst>
          </a:prstGeom>
          <a:solidFill>
            <a:srgbClr val="1E212B"/>
          </a:solidFill>
          <a:ln w="19050">
            <a:solidFill>
              <a:srgbClr val="2C304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14400" y="6419850"/>
            <a:ext cx="133350" cy="1085850"/>
          </a:xfrm>
          <a:prstGeom prst="roundRect">
            <a:avLst>
              <a:gd name="adj" fmla="val 50000"/>
            </a:avLst>
          </a:prstGeom>
          <a:solidFill>
            <a:srgbClr val="FF6A4D"/>
          </a:solidFill>
          <a:ln/>
        </p:spPr>
      </p:sp>
      <p:sp>
        <p:nvSpPr>
          <p:cNvPr id="17" name="Text 15"/>
          <p:cNvSpPr/>
          <p:nvPr/>
        </p:nvSpPr>
        <p:spPr>
          <a:xfrm>
            <a:off x="1295400" y="6419850"/>
            <a:ext cx="5905500" cy="1085850"/>
          </a:xfrm>
          <a:prstGeom prst="rect">
            <a:avLst/>
          </a:prstGeom>
          <a:noFill/>
          <a:ln/>
        </p:spPr>
        <p:txBody>
          <a:bodyPr wrap="square" lIns="0" tIns="16720" rIns="0" bIns="-16720" rtlCol="0" anchor="ctr"/>
          <a:lstStyle/>
          <a:p>
            <a:pPr algn="l" indent="0" marL="0">
              <a:lnSpc>
                <a:spcPts val="3450"/>
              </a:lnSpc>
              <a:buNone/>
            </a:pPr>
            <a:r>
              <a:rPr lang="en-US" sz="3000" dirty="0" spc="-38" kern="0">
                <a:solidFill>
                  <a:srgbClr val="FF6A4D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Vùng</a:t>
            </a:r>
            <a:r>
              <a:rPr lang="en-US" sz="3000" dirty="0" spc="-1" kern="0">
                <a:solidFill>
                  <a:srgbClr val="FF6A4D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41</a:t>
            </a:r>
            <a:r>
              <a:rPr lang="en-US" sz="3000" dirty="0" spc="-27" kern="0">
                <a:solidFill>
                  <a:srgbClr val="FF6A4D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và</a:t>
            </a:r>
            <a:r>
              <a:rPr lang="en-US" sz="3000" dirty="0" spc="-7" kern="0">
                <a:solidFill>
                  <a:srgbClr val="FF6A4D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42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7581900" y="6419850"/>
            <a:ext cx="9525000" cy="1085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dirty="0" spc="-2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vỏ</a:t>
            </a:r>
            <a:r>
              <a:rPr lang="en-US" sz="27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thính</a:t>
            </a:r>
            <a:r>
              <a:rPr lang="en-US" sz="270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giác,</a:t>
            </a:r>
            <a:r>
              <a:rPr lang="en-US" sz="270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hồi</a:t>
            </a:r>
            <a:r>
              <a:rPr lang="en-US" sz="270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thái</a:t>
            </a:r>
            <a:r>
              <a:rPr lang="en-US" sz="2700" dirty="0" spc="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dương</a:t>
            </a:r>
            <a:r>
              <a:rPr lang="en-US" sz="2700" dirty="0" spc="-2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trên</a:t>
            </a:r>
            <a:endParaRPr lang="en-US" sz="2700" dirty="0"/>
          </a:p>
        </p:txBody>
      </p:sp>
      <p:sp>
        <p:nvSpPr>
          <p:cNvPr id="19" name="Shape 17"/>
          <p:cNvSpPr/>
          <p:nvPr/>
        </p:nvSpPr>
        <p:spPr>
          <a:xfrm>
            <a:off x="914400" y="7639050"/>
            <a:ext cx="16459200" cy="1085850"/>
          </a:xfrm>
          <a:prstGeom prst="roundRect">
            <a:avLst>
              <a:gd name="adj" fmla="val 17544"/>
            </a:avLst>
          </a:prstGeom>
          <a:solidFill>
            <a:srgbClr val="1E212B"/>
          </a:solidFill>
          <a:ln w="19050">
            <a:solidFill>
              <a:srgbClr val="2C304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14400" y="7639050"/>
            <a:ext cx="133350" cy="1085850"/>
          </a:xfrm>
          <a:prstGeom prst="roundRect">
            <a:avLst>
              <a:gd name="adj" fmla="val 50000"/>
            </a:avLst>
          </a:prstGeom>
          <a:solidFill>
            <a:srgbClr val="7C93FF"/>
          </a:solidFill>
          <a:ln/>
        </p:spPr>
      </p:sp>
      <p:sp>
        <p:nvSpPr>
          <p:cNvPr id="21" name="Text 19"/>
          <p:cNvSpPr/>
          <p:nvPr/>
        </p:nvSpPr>
        <p:spPr>
          <a:xfrm>
            <a:off x="1295400" y="7639050"/>
            <a:ext cx="5905500" cy="1085850"/>
          </a:xfrm>
          <a:prstGeom prst="rect">
            <a:avLst/>
          </a:prstGeom>
          <a:noFill/>
          <a:ln/>
        </p:spPr>
        <p:txBody>
          <a:bodyPr wrap="square" lIns="0" tIns="16720" rIns="0" bIns="-16720" rtlCol="0" anchor="ctr"/>
          <a:lstStyle/>
          <a:p>
            <a:pPr algn="l" indent="0" marL="0">
              <a:lnSpc>
                <a:spcPts val="3450"/>
              </a:lnSpc>
              <a:buNone/>
            </a:pPr>
            <a:r>
              <a:rPr lang="en-US" sz="3000" dirty="0" spc="-38" kern="0">
                <a:solidFill>
                  <a:srgbClr val="7C93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Vùng</a:t>
            </a:r>
            <a:r>
              <a:rPr lang="en-US" sz="3000" dirty="0" spc="0" kern="0">
                <a:solidFill>
                  <a:srgbClr val="7C93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1,</a:t>
            </a:r>
            <a:r>
              <a:rPr lang="en-US" sz="3000" dirty="0" spc="-3" kern="0">
                <a:solidFill>
                  <a:srgbClr val="7C93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2,</a:t>
            </a:r>
            <a:r>
              <a:rPr lang="en-US" sz="3000" dirty="0" spc="1" kern="0">
                <a:solidFill>
                  <a:srgbClr val="7C93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3</a:t>
            </a:r>
            <a:endParaRPr lang="en-US" sz="3000" dirty="0"/>
          </a:p>
        </p:txBody>
      </p:sp>
      <p:sp>
        <p:nvSpPr>
          <p:cNvPr id="22" name="Text 20"/>
          <p:cNvSpPr/>
          <p:nvPr/>
        </p:nvSpPr>
        <p:spPr>
          <a:xfrm>
            <a:off x="7581900" y="7639050"/>
            <a:ext cx="9525000" cy="1085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dirty="0" spc="-2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vỏ</a:t>
            </a:r>
            <a:r>
              <a:rPr lang="en-US" sz="27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thể</a:t>
            </a:r>
            <a:r>
              <a:rPr lang="en-US" sz="270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cảm</a:t>
            </a:r>
            <a:r>
              <a:rPr lang="en-US" sz="27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chính, hồi</a:t>
            </a:r>
            <a:r>
              <a:rPr lang="en-US" sz="2700" dirty="0" spc="-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sau</a:t>
            </a:r>
            <a:r>
              <a:rPr lang="en-US" sz="270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trung</a:t>
            </a:r>
            <a:r>
              <a:rPr lang="en-US" sz="2700" dirty="0" spc="-1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tâm</a:t>
            </a:r>
            <a:endParaRPr lang="en-US" sz="2700" dirty="0"/>
          </a:p>
        </p:txBody>
      </p:sp>
      <p:sp>
        <p:nvSpPr>
          <p:cNvPr id="23" name="Text 21"/>
          <p:cNvSpPr/>
          <p:nvPr/>
        </p:nvSpPr>
        <p:spPr>
          <a:xfrm>
            <a:off x="914400" y="8991600"/>
            <a:ext cx="164592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Nguồn:</a:t>
            </a:r>
            <a:r>
              <a:rPr lang="en-US" sz="1800" dirty="0" spc="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[S1]</a:t>
            </a:r>
            <a:r>
              <a:rPr lang="en-US" sz="180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[S2]</a:t>
            </a:r>
            <a:r>
              <a:rPr lang="en-US" sz="180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[S3]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9429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11715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14001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16287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18573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20859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23145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25431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2752725" y="9544050"/>
            <a:ext cx="152400" cy="152400"/>
          </a:xfrm>
          <a:prstGeom prst="ellipse">
            <a:avLst/>
          </a:prstGeom>
          <a:solidFill>
            <a:srgbClr val="FF6A4D"/>
          </a:solidFill>
          <a:ln/>
        </p:spPr>
      </p:sp>
      <p:sp>
        <p:nvSpPr>
          <p:cNvPr id="33" name="Shape 31"/>
          <p:cNvSpPr/>
          <p:nvPr/>
        </p:nvSpPr>
        <p:spPr>
          <a:xfrm>
            <a:off x="30003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32289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34575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36861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39147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41433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43719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46005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48291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50577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52863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4" name="Shape 42"/>
          <p:cNvSpPr/>
          <p:nvPr/>
        </p:nvSpPr>
        <p:spPr>
          <a:xfrm>
            <a:off x="55149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5" name="Shape 43"/>
          <p:cNvSpPr/>
          <p:nvPr/>
        </p:nvSpPr>
        <p:spPr>
          <a:xfrm>
            <a:off x="57435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6" name="Shape 44"/>
          <p:cNvSpPr/>
          <p:nvPr/>
        </p:nvSpPr>
        <p:spPr>
          <a:xfrm>
            <a:off x="59721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7" name="Shape 45"/>
          <p:cNvSpPr/>
          <p:nvPr/>
        </p:nvSpPr>
        <p:spPr>
          <a:xfrm>
            <a:off x="62007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8" name="Shape 46"/>
          <p:cNvSpPr/>
          <p:nvPr/>
        </p:nvSpPr>
        <p:spPr>
          <a:xfrm>
            <a:off x="64293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9" name="Shape 47"/>
          <p:cNvSpPr/>
          <p:nvPr/>
        </p:nvSpPr>
        <p:spPr>
          <a:xfrm>
            <a:off x="66579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0" name="Shape 48"/>
          <p:cNvSpPr/>
          <p:nvPr/>
        </p:nvSpPr>
        <p:spPr>
          <a:xfrm>
            <a:off x="68865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1" name="Shape 49"/>
          <p:cNvSpPr/>
          <p:nvPr/>
        </p:nvSpPr>
        <p:spPr>
          <a:xfrm>
            <a:off x="71151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2" name="Shape 50"/>
          <p:cNvSpPr/>
          <p:nvPr/>
        </p:nvSpPr>
        <p:spPr>
          <a:xfrm>
            <a:off x="73437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3" name="Shape 51"/>
          <p:cNvSpPr/>
          <p:nvPr/>
        </p:nvSpPr>
        <p:spPr>
          <a:xfrm>
            <a:off x="75723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4" name="Shape 52"/>
          <p:cNvSpPr/>
          <p:nvPr/>
        </p:nvSpPr>
        <p:spPr>
          <a:xfrm>
            <a:off x="78009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5" name="Shape 53"/>
          <p:cNvSpPr/>
          <p:nvPr/>
        </p:nvSpPr>
        <p:spPr>
          <a:xfrm>
            <a:off x="80295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6" name="Shape 54"/>
          <p:cNvSpPr/>
          <p:nvPr/>
        </p:nvSpPr>
        <p:spPr>
          <a:xfrm>
            <a:off x="82581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7" name="Shape 55"/>
          <p:cNvSpPr/>
          <p:nvPr/>
        </p:nvSpPr>
        <p:spPr>
          <a:xfrm>
            <a:off x="84867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8" name="Shape 56"/>
          <p:cNvSpPr/>
          <p:nvPr/>
        </p:nvSpPr>
        <p:spPr>
          <a:xfrm>
            <a:off x="87153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9" name="Shape 57"/>
          <p:cNvSpPr/>
          <p:nvPr/>
        </p:nvSpPr>
        <p:spPr>
          <a:xfrm>
            <a:off x="89439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0" name="Shape 58"/>
          <p:cNvSpPr/>
          <p:nvPr/>
        </p:nvSpPr>
        <p:spPr>
          <a:xfrm>
            <a:off x="91725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1" name="Shape 59"/>
          <p:cNvSpPr/>
          <p:nvPr/>
        </p:nvSpPr>
        <p:spPr>
          <a:xfrm>
            <a:off x="94011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2" name="Shape 60"/>
          <p:cNvSpPr/>
          <p:nvPr/>
        </p:nvSpPr>
        <p:spPr>
          <a:xfrm>
            <a:off x="96297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3" name="Text 61"/>
          <p:cNvSpPr/>
          <p:nvPr/>
        </p:nvSpPr>
        <p:spPr>
          <a:xfrm>
            <a:off x="10058400" y="9467850"/>
            <a:ext cx="4953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Multiple-report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3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L08</a:t>
            </a:r>
            <a:r>
              <a:rPr lang="en-US" sz="180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1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09/39</a:t>
            </a:r>
            <a:endParaRPr lang="en-US" sz="1800" dirty="0"/>
          </a:p>
        </p:txBody>
      </p:sp>
      <p:sp>
        <p:nvSpPr>
          <p:cNvPr id="64" name="Shape 62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65" name="Moda image moda-export-watermark-d3a60262-eece-4177-910f-52f60c86d203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6459200" cy="1809750"/>
          </a:xfrm>
          <a:prstGeom prst="rect">
            <a:avLst/>
          </a:prstGeom>
          <a:noFill/>
          <a:ln/>
        </p:spPr>
        <p:txBody>
          <a:bodyPr wrap="square" lIns="0" tIns="43434" rIns="0" bIns="-43434" rtlCol="0" anchor="t"/>
          <a:lstStyle/>
          <a:p>
            <a:pPr algn="l" indent="0" marL="0">
              <a:lnSpc>
                <a:spcPts val="6156"/>
              </a:lnSpc>
              <a:buNone/>
            </a:pPr>
            <a:r>
              <a:rPr lang="en-US" sz="57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Mạng</a:t>
            </a:r>
            <a:r>
              <a:rPr lang="en-US" sz="5700" dirty="0" spc="-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nối của</a:t>
            </a:r>
            <a:r>
              <a:rPr lang="en-US" sz="5700" dirty="0" spc="-6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vỏ</a:t>
            </a:r>
            <a:r>
              <a:rPr lang="en-US" sz="5700" dirty="0" spc="-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não:</a:t>
            </a:r>
            <a:r>
              <a:rPr lang="en-US" sz="57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phần</a:t>
            </a:r>
            <a:r>
              <a:rPr lang="en-US" sz="5700" dirty="0" spc="-37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lớn</a:t>
            </a:r>
            <a:r>
              <a:rPr lang="en-US" sz="5700" dirty="0" spc="-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là</a:t>
            </a:r>
            <a:r>
              <a:rPr lang="en-US" sz="5700" dirty="0" spc="-1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gần</a:t>
            </a:r>
            <a:endParaRPr lang="en-US" sz="5700" dirty="0"/>
          </a:p>
        </p:txBody>
      </p:sp>
      <p:sp>
        <p:nvSpPr>
          <p:cNvPr id="3" name="Text 1"/>
          <p:cNvSpPr/>
          <p:nvPr/>
        </p:nvSpPr>
        <p:spPr>
          <a:xfrm>
            <a:off x="914400" y="2476500"/>
            <a:ext cx="16459200" cy="3429000"/>
          </a:xfrm>
          <a:prstGeom prst="rect">
            <a:avLst/>
          </a:prstGeom>
          <a:noFill/>
          <a:ln/>
        </p:spPr>
        <p:txBody>
          <a:bodyPr wrap="square" lIns="0" tIns="228600" rIns="0" bIns="-228600" rtlCol="0" anchor="ctr"/>
          <a:lstStyle/>
          <a:p>
            <a:pPr algn="l" indent="0" marL="0">
              <a:lnSpc>
                <a:spcPts val="22500"/>
              </a:lnSpc>
              <a:buNone/>
            </a:pPr>
            <a:r>
              <a:rPr lang="en-US" sz="22500" dirty="0" spc="-26" kern="0">
                <a:solidFill>
                  <a:srgbClr val="1F3FD1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80%</a:t>
            </a:r>
            <a:endParaRPr lang="en-US" sz="22500" dirty="0"/>
          </a:p>
        </p:txBody>
      </p:sp>
      <p:sp>
        <p:nvSpPr>
          <p:cNvPr id="4" name="Text 2"/>
          <p:cNvSpPr/>
          <p:nvPr/>
        </p:nvSpPr>
        <p:spPr>
          <a:xfrm>
            <a:off x="914400" y="6096000"/>
            <a:ext cx="16459200" cy="1238250"/>
          </a:xfrm>
          <a:prstGeom prst="rect">
            <a:avLst/>
          </a:prstGeom>
          <a:noFill/>
          <a:ln/>
        </p:spPr>
        <p:txBody>
          <a:bodyPr wrap="square" lIns="0" tIns="18392" rIns="0" bIns="-18392" rtlCol="0" anchor="t"/>
          <a:lstStyle/>
          <a:p>
            <a:pPr algn="l" indent="0" marL="0">
              <a:lnSpc>
                <a:spcPts val="3795"/>
              </a:lnSpc>
              <a:buNone/>
            </a:pPr>
            <a:r>
              <a:rPr lang="en-US" sz="3300" dirty="0" spc="-56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kết</a:t>
            </a:r>
            <a:r>
              <a:rPr lang="en-US" sz="3300" dirty="0" spc="-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nối</a:t>
            </a:r>
            <a:r>
              <a:rPr lang="en-US" sz="3300" dirty="0" spc="-2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trong</a:t>
            </a:r>
            <a:r>
              <a:rPr lang="en-US" sz="3300" dirty="0" spc="-2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vỏ</a:t>
            </a:r>
            <a:r>
              <a:rPr lang="en-US" sz="330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não</a:t>
            </a:r>
            <a:r>
              <a:rPr lang="en-US" sz="3300" dirty="0" spc="-6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tới</a:t>
            </a:r>
            <a:r>
              <a:rPr lang="en-US" sz="3300" dirty="0" spc="-2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nơron</a:t>
            </a:r>
            <a:r>
              <a:rPr lang="en-US" sz="3300" dirty="0" spc="-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cùng vùng</a:t>
            </a:r>
            <a:endParaRPr lang="en-US" sz="3300" dirty="0"/>
          </a:p>
        </p:txBody>
      </p:sp>
      <p:sp>
        <p:nvSpPr>
          <p:cNvPr id="5" name="Text 3"/>
          <p:cNvSpPr/>
          <p:nvPr/>
        </p:nvSpPr>
        <p:spPr>
          <a:xfrm>
            <a:off x="914400" y="7429500"/>
            <a:ext cx="16459200" cy="1238250"/>
          </a:xfrm>
          <a:prstGeom prst="rect">
            <a:avLst/>
          </a:prstGeom>
          <a:noFill/>
          <a:ln/>
        </p:spPr>
        <p:txBody>
          <a:bodyPr wrap="square" lIns="0" tIns="18392" rIns="0" bIns="-18392" rtlCol="0" anchor="t"/>
          <a:lstStyle/>
          <a:p>
            <a:pPr algn="l" indent="0" marL="0">
              <a:lnSpc>
                <a:spcPts val="3795"/>
              </a:lnSpc>
              <a:buNone/>
            </a:pPr>
            <a:r>
              <a:rPr lang="en-US" sz="3300" dirty="0" spc="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Chỉ</a:t>
            </a:r>
            <a:r>
              <a:rPr lang="en-US" sz="3300" dirty="0" spc="-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khoảng</a:t>
            </a:r>
            <a:r>
              <a:rPr lang="en-US" sz="3300" dirty="0" spc="-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5%</a:t>
            </a:r>
            <a:r>
              <a:rPr lang="en-US" sz="3300" dirty="0" spc="-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là</a:t>
            </a:r>
            <a:r>
              <a:rPr lang="en-US" sz="3300" dirty="0" spc="6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đường</a:t>
            </a:r>
            <a:r>
              <a:rPr lang="en-US" sz="330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dài</a:t>
            </a:r>
            <a:r>
              <a:rPr lang="en-US" sz="3300" dirty="0" spc="-6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tới</a:t>
            </a:r>
            <a:r>
              <a:rPr lang="en-US" sz="3300" dirty="0" spc="-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vùng</a:t>
            </a:r>
            <a:r>
              <a:rPr lang="en-US" sz="3300" dirty="0" spc="-37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xa</a:t>
            </a:r>
            <a:r>
              <a:rPr lang="en-US" sz="3300" dirty="0" spc="-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hoặc</a:t>
            </a:r>
            <a:r>
              <a:rPr lang="en-US" sz="3300" dirty="0" spc="-7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sang</a:t>
            </a:r>
            <a:r>
              <a:rPr lang="en-US" sz="3300" dirty="0" spc="-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bán</a:t>
            </a:r>
            <a:r>
              <a:rPr lang="en-US" sz="3300" dirty="0" spc="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cầu</a:t>
            </a:r>
            <a:r>
              <a:rPr lang="en-US" sz="3300" dirty="0" spc="-9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bên</a:t>
            </a:r>
            <a:r>
              <a:rPr lang="en-US" sz="3300" dirty="0" spc="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kia</a:t>
            </a:r>
            <a:endParaRPr lang="en-US" sz="3300" dirty="0"/>
          </a:p>
        </p:txBody>
      </p:sp>
      <p:sp>
        <p:nvSpPr>
          <p:cNvPr id="6" name="Text 4"/>
          <p:cNvSpPr/>
          <p:nvPr/>
        </p:nvSpPr>
        <p:spPr>
          <a:xfrm>
            <a:off x="914400" y="8991600"/>
            <a:ext cx="164592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Nguồn:</a:t>
            </a:r>
            <a:r>
              <a:rPr lang="en-US" sz="180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[S2]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9429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11715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14001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16287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18573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20859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23145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25431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27717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2981325" y="9544050"/>
            <a:ext cx="152400" cy="1524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17" name="Shape 15"/>
          <p:cNvSpPr/>
          <p:nvPr/>
        </p:nvSpPr>
        <p:spPr>
          <a:xfrm>
            <a:off x="32289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34575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36861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39147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41433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43719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46005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48291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50577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52863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55149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57435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59721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62007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64293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66579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68865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71151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73437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75723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78009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80295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82581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84867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87153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89439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91725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4" name="Shape 42"/>
          <p:cNvSpPr/>
          <p:nvPr/>
        </p:nvSpPr>
        <p:spPr>
          <a:xfrm>
            <a:off x="94011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5" name="Shape 43"/>
          <p:cNvSpPr/>
          <p:nvPr/>
        </p:nvSpPr>
        <p:spPr>
          <a:xfrm>
            <a:off x="96297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6" name="Text 44"/>
          <p:cNvSpPr/>
          <p:nvPr/>
        </p:nvSpPr>
        <p:spPr>
          <a:xfrm>
            <a:off x="10058400" y="9467850"/>
            <a:ext cx="4953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6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Multiple-report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3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L08</a:t>
            </a:r>
            <a:r>
              <a:rPr lang="en-US" sz="180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10/39</a:t>
            </a:r>
            <a:endParaRPr lang="en-US" sz="1800" dirty="0"/>
          </a:p>
        </p:txBody>
      </p:sp>
      <p:sp>
        <p:nvSpPr>
          <p:cNvPr id="47" name="Shape 45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48" name="Moda image moda-export-watermark-1c7799cf-79cc-432f-b167-80b099dd5276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6459200" cy="1809750"/>
          </a:xfrm>
          <a:prstGeom prst="rect">
            <a:avLst/>
          </a:prstGeom>
          <a:noFill/>
          <a:ln/>
        </p:spPr>
        <p:txBody>
          <a:bodyPr wrap="square" lIns="0" tIns="43434" rIns="0" bIns="-43434" rtlCol="0" anchor="t"/>
          <a:lstStyle/>
          <a:p>
            <a:pPr algn="l" indent="0" marL="0">
              <a:lnSpc>
                <a:spcPts val="6156"/>
              </a:lnSpc>
              <a:buNone/>
            </a:pPr>
            <a:r>
              <a:rPr lang="en-US" sz="5700" dirty="0" spc="-178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Vỏ</a:t>
            </a:r>
            <a:r>
              <a:rPr lang="en-US" sz="57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chính,</a:t>
            </a:r>
            <a:r>
              <a:rPr lang="en-US" sz="5700" dirty="0" spc="-6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vỏ</a:t>
            </a:r>
            <a:r>
              <a:rPr lang="en-US" sz="57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thứ</a:t>
            </a:r>
            <a:r>
              <a:rPr lang="en-US" sz="5700" dirty="0" spc="-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cấp</a:t>
            </a:r>
            <a:r>
              <a:rPr lang="en-US" sz="5700" dirty="0" spc="-66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và</a:t>
            </a:r>
            <a:r>
              <a:rPr lang="en-US" sz="5700" dirty="0" spc="-6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vỏ</a:t>
            </a:r>
            <a:r>
              <a:rPr lang="en-US" sz="57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liên</a:t>
            </a:r>
            <a:r>
              <a:rPr lang="en-US" sz="5700" dirty="0" spc="-37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hợp</a:t>
            </a:r>
            <a:endParaRPr lang="en-US" sz="5700" dirty="0"/>
          </a:p>
        </p:txBody>
      </p:sp>
      <p:sp>
        <p:nvSpPr>
          <p:cNvPr id="3" name="Shape 1"/>
          <p:cNvSpPr/>
          <p:nvPr/>
        </p:nvSpPr>
        <p:spPr>
          <a:xfrm>
            <a:off x="914400" y="2857500"/>
            <a:ext cx="8058150" cy="4191000"/>
          </a:xfrm>
          <a:prstGeom prst="roundRect">
            <a:avLst>
              <a:gd name="adj" fmla="val 6364"/>
            </a:avLst>
          </a:prstGeom>
          <a:solidFill>
            <a:srgbClr val="262C4A"/>
          </a:solidFill>
          <a:ln/>
        </p:spPr>
      </p:sp>
      <p:sp>
        <p:nvSpPr>
          <p:cNvPr id="4" name="Shape 2"/>
          <p:cNvSpPr/>
          <p:nvPr/>
        </p:nvSpPr>
        <p:spPr>
          <a:xfrm>
            <a:off x="914400" y="2857500"/>
            <a:ext cx="133350" cy="4191000"/>
          </a:xfrm>
          <a:prstGeom prst="roundRect">
            <a:avLst>
              <a:gd name="adj" fmla="val 50000"/>
            </a:avLst>
          </a:prstGeom>
          <a:solidFill>
            <a:srgbClr val="7C93FF"/>
          </a:solidFill>
          <a:ln/>
        </p:spPr>
      </p:sp>
      <p:sp>
        <p:nvSpPr>
          <p:cNvPr id="5" name="Text 3"/>
          <p:cNvSpPr/>
          <p:nvPr/>
        </p:nvSpPr>
        <p:spPr>
          <a:xfrm>
            <a:off x="1371600" y="3200400"/>
            <a:ext cx="714375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200" dirty="0" spc="-131" kern="0">
                <a:solidFill>
                  <a:srgbClr val="7C93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Vỏ</a:t>
            </a:r>
            <a:r>
              <a:rPr lang="en-US" sz="4200" dirty="0" spc="3" kern="0">
                <a:solidFill>
                  <a:srgbClr val="7C93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cảm</a:t>
            </a:r>
            <a:r>
              <a:rPr lang="en-US" sz="4200" dirty="0" spc="2" kern="0">
                <a:solidFill>
                  <a:srgbClr val="7C93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giác</a:t>
            </a:r>
            <a:r>
              <a:rPr lang="en-US" sz="4200" dirty="0" spc="-1" kern="0">
                <a:solidFill>
                  <a:srgbClr val="7C93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chính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1371600" y="4286250"/>
            <a:ext cx="7143750" cy="2286000"/>
          </a:xfrm>
          <a:prstGeom prst="rect">
            <a:avLst/>
          </a:prstGeom>
          <a:noFill/>
          <a:ln/>
        </p:spPr>
        <p:txBody>
          <a:bodyPr wrap="square" lIns="0" tIns="17002" rIns="0" bIns="-17002" rtlCol="0" anchor="t"/>
          <a:lstStyle/>
          <a:p>
            <a:pPr algn="l" indent="0" marL="0">
              <a:lnSpc>
                <a:spcPts val="4095"/>
              </a:lnSpc>
              <a:buNone/>
            </a:pPr>
            <a:r>
              <a:rPr lang="en-US" sz="31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nhận thông</a:t>
            </a:r>
            <a:r>
              <a:rPr lang="en-US" sz="31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tin giác</a:t>
            </a:r>
            <a:r>
              <a:rPr lang="en-US" sz="31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quan</a:t>
            </a:r>
            <a:r>
              <a:rPr lang="en-US" sz="3150" dirty="0" spc="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trước,</a:t>
            </a:r>
            <a:r>
              <a:rPr lang="en-US" sz="3150" dirty="0" spc="-2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tổ</a:t>
            </a:r>
            <a:r>
              <a:rPr lang="en-US" sz="3150" dirty="0" spc="1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chức</a:t>
            </a:r>
            <a:r>
              <a:rPr lang="en-US" sz="3150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theo</a:t>
            </a:r>
            <a:r>
              <a:rPr lang="en-US" sz="315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</a:t>
            </a:r>
            <a:r>
              <a:rPr lang="en-US" sz="3150" dirty="0" spc="2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đồ</a:t>
            </a:r>
            <a:r>
              <a:rPr lang="en-US" sz="31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(cơ</a:t>
            </a:r>
            <a:r>
              <a:rPr lang="en-US" sz="31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thể,</a:t>
            </a:r>
            <a:r>
              <a:rPr lang="en-US" sz="3150" dirty="0" spc="-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võng</a:t>
            </a:r>
            <a:r>
              <a:rPr lang="en-US" sz="31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mạc)</a:t>
            </a:r>
            <a:endParaRPr lang="en-US" sz="3150" dirty="0"/>
          </a:p>
        </p:txBody>
      </p:sp>
      <p:sp>
        <p:nvSpPr>
          <p:cNvPr id="7" name="Shape 5"/>
          <p:cNvSpPr/>
          <p:nvPr/>
        </p:nvSpPr>
        <p:spPr>
          <a:xfrm>
            <a:off x="9315450" y="2857500"/>
            <a:ext cx="8058150" cy="4191000"/>
          </a:xfrm>
          <a:prstGeom prst="roundRect">
            <a:avLst>
              <a:gd name="adj" fmla="val 6364"/>
            </a:avLst>
          </a:prstGeom>
          <a:solidFill>
            <a:srgbClr val="4A3A22"/>
          </a:solidFill>
          <a:ln/>
        </p:spPr>
      </p:sp>
      <p:sp>
        <p:nvSpPr>
          <p:cNvPr id="8" name="Shape 6"/>
          <p:cNvSpPr/>
          <p:nvPr/>
        </p:nvSpPr>
        <p:spPr>
          <a:xfrm>
            <a:off x="9315450" y="2857500"/>
            <a:ext cx="133350" cy="4191000"/>
          </a:xfrm>
          <a:prstGeom prst="roundRect">
            <a:avLst>
              <a:gd name="adj" fmla="val 50000"/>
            </a:avLst>
          </a:prstGeom>
          <a:solidFill>
            <a:srgbClr val="FFB454"/>
          </a:solidFill>
          <a:ln/>
        </p:spPr>
      </p:sp>
      <p:sp>
        <p:nvSpPr>
          <p:cNvPr id="9" name="Text 7"/>
          <p:cNvSpPr/>
          <p:nvPr/>
        </p:nvSpPr>
        <p:spPr>
          <a:xfrm>
            <a:off x="9772650" y="3200400"/>
            <a:ext cx="714375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200" dirty="0" spc="-131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Vỏ</a:t>
            </a:r>
            <a:r>
              <a:rPr lang="en-US" sz="4200" dirty="0" spc="0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thứ</a:t>
            </a:r>
            <a:r>
              <a:rPr lang="en-US" sz="4200" dirty="0" spc="2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cấp</a:t>
            </a:r>
            <a:endParaRPr lang="en-US" sz="4200" dirty="0"/>
          </a:p>
        </p:txBody>
      </p:sp>
      <p:sp>
        <p:nvSpPr>
          <p:cNvPr id="10" name="Text 8"/>
          <p:cNvSpPr/>
          <p:nvPr/>
        </p:nvSpPr>
        <p:spPr>
          <a:xfrm>
            <a:off x="9772650" y="4286250"/>
            <a:ext cx="7143750" cy="2286000"/>
          </a:xfrm>
          <a:prstGeom prst="rect">
            <a:avLst/>
          </a:prstGeom>
          <a:noFill/>
          <a:ln/>
        </p:spPr>
        <p:txBody>
          <a:bodyPr wrap="square" lIns="0" tIns="17002" rIns="0" bIns="-17002" rtlCol="0" anchor="t"/>
          <a:lstStyle/>
          <a:p>
            <a:pPr algn="l" indent="0" marL="0">
              <a:lnSpc>
                <a:spcPts val="4095"/>
              </a:lnSpc>
              <a:buNone/>
            </a:pPr>
            <a:r>
              <a:rPr lang="en-US" sz="31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xử</a:t>
            </a:r>
            <a:r>
              <a:rPr lang="en-US" sz="31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lý</a:t>
            </a:r>
            <a:r>
              <a:rPr lang="en-US" sz="31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tiếp thông</a:t>
            </a:r>
            <a:r>
              <a:rPr lang="en-US" sz="31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tin</a:t>
            </a:r>
            <a:r>
              <a:rPr lang="en-US" sz="31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</a:t>
            </a:r>
            <a:r>
              <a:rPr lang="en-US" sz="3150" dirty="0" spc="-1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vỏ</a:t>
            </a:r>
            <a:r>
              <a:rPr lang="en-US" sz="31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chính</a:t>
            </a:r>
            <a:endParaRPr lang="en-US" sz="3150" dirty="0"/>
          </a:p>
        </p:txBody>
      </p:sp>
      <p:sp>
        <p:nvSpPr>
          <p:cNvPr id="11" name="Shape 9"/>
          <p:cNvSpPr/>
          <p:nvPr/>
        </p:nvSpPr>
        <p:spPr>
          <a:xfrm>
            <a:off x="914400" y="7429500"/>
            <a:ext cx="16459200" cy="1238250"/>
          </a:xfrm>
          <a:prstGeom prst="roundRect">
            <a:avLst>
              <a:gd name="adj" fmla="val 18462"/>
            </a:avLst>
          </a:prstGeom>
          <a:solidFill>
            <a:srgbClr val="1E212B"/>
          </a:solidFill>
          <a:ln/>
        </p:spPr>
      </p:sp>
      <p:sp>
        <p:nvSpPr>
          <p:cNvPr id="12" name="Text 10"/>
          <p:cNvSpPr/>
          <p:nvPr/>
        </p:nvSpPr>
        <p:spPr>
          <a:xfrm>
            <a:off x="1295400" y="7429500"/>
            <a:ext cx="156972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50" dirty="0" spc="-8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Vỏ</a:t>
            </a:r>
            <a:r>
              <a:rPr lang="en-US" sz="2850" dirty="0" spc="-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liên</a:t>
            </a:r>
            <a:r>
              <a:rPr lang="en-US" sz="2850" dirty="0" spc="-4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hợp:</a:t>
            </a:r>
            <a:r>
              <a:rPr lang="en-US" sz="2850" dirty="0" spc="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xử</a:t>
            </a:r>
            <a:r>
              <a:rPr lang="en-US" sz="2850" dirty="0" spc="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lý</a:t>
            </a:r>
            <a:r>
              <a:rPr lang="en-US" sz="2850" dirty="0" spc="-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cùng</a:t>
            </a:r>
            <a:r>
              <a:rPr lang="en-US" sz="2850" dirty="0" spc="4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lúc</a:t>
            </a:r>
            <a:r>
              <a:rPr lang="en-US" sz="2850" dirty="0" spc="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nhiều</a:t>
            </a:r>
            <a:r>
              <a:rPr lang="en-US" sz="2850" dirty="0" spc="-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loại</a:t>
            </a:r>
            <a:r>
              <a:rPr lang="en-US" sz="2850" dirty="0" spc="-7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thông</a:t>
            </a:r>
            <a:r>
              <a:rPr lang="en-US" sz="2850" dirty="0" spc="-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tin,</a:t>
            </a:r>
            <a:r>
              <a:rPr lang="en-US" sz="2850" dirty="0" spc="-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như</a:t>
            </a:r>
            <a:r>
              <a:rPr lang="en-US" sz="2850" dirty="0" spc="-4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nghe</a:t>
            </a:r>
            <a:r>
              <a:rPr lang="en-US" sz="2850" dirty="0" spc="-18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và</a:t>
            </a:r>
            <a:r>
              <a:rPr lang="en-US" sz="2850" dirty="0" spc="-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nhìn</a:t>
            </a:r>
            <a:endParaRPr lang="en-US" sz="2850" dirty="0"/>
          </a:p>
        </p:txBody>
      </p:sp>
      <p:sp>
        <p:nvSpPr>
          <p:cNvPr id="13" name="Text 11"/>
          <p:cNvSpPr/>
          <p:nvPr/>
        </p:nvSpPr>
        <p:spPr>
          <a:xfrm>
            <a:off x="914400" y="8991600"/>
            <a:ext cx="164592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Nguồn:</a:t>
            </a:r>
            <a:r>
              <a:rPr lang="en-US" sz="180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[S2]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9429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11715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14001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16287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18573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20859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23145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25431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27717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30003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3209925" y="9544050"/>
            <a:ext cx="152400" cy="152400"/>
          </a:xfrm>
          <a:prstGeom prst="ellipse">
            <a:avLst/>
          </a:prstGeom>
          <a:solidFill>
            <a:srgbClr val="FF6A4D"/>
          </a:solidFill>
          <a:ln/>
        </p:spPr>
      </p:sp>
      <p:sp>
        <p:nvSpPr>
          <p:cNvPr id="25" name="Shape 23"/>
          <p:cNvSpPr/>
          <p:nvPr/>
        </p:nvSpPr>
        <p:spPr>
          <a:xfrm>
            <a:off x="34575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36861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39147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41433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43719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46005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48291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50577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52863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55149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57435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59721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62007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64293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66579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68865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71151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73437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75723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4" name="Shape 42"/>
          <p:cNvSpPr/>
          <p:nvPr/>
        </p:nvSpPr>
        <p:spPr>
          <a:xfrm>
            <a:off x="78009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5" name="Shape 43"/>
          <p:cNvSpPr/>
          <p:nvPr/>
        </p:nvSpPr>
        <p:spPr>
          <a:xfrm>
            <a:off x="80295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6" name="Shape 44"/>
          <p:cNvSpPr/>
          <p:nvPr/>
        </p:nvSpPr>
        <p:spPr>
          <a:xfrm>
            <a:off x="82581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7" name="Shape 45"/>
          <p:cNvSpPr/>
          <p:nvPr/>
        </p:nvSpPr>
        <p:spPr>
          <a:xfrm>
            <a:off x="84867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8" name="Shape 46"/>
          <p:cNvSpPr/>
          <p:nvPr/>
        </p:nvSpPr>
        <p:spPr>
          <a:xfrm>
            <a:off x="87153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9" name="Shape 47"/>
          <p:cNvSpPr/>
          <p:nvPr/>
        </p:nvSpPr>
        <p:spPr>
          <a:xfrm>
            <a:off x="89439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0" name="Shape 48"/>
          <p:cNvSpPr/>
          <p:nvPr/>
        </p:nvSpPr>
        <p:spPr>
          <a:xfrm>
            <a:off x="91725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1" name="Shape 49"/>
          <p:cNvSpPr/>
          <p:nvPr/>
        </p:nvSpPr>
        <p:spPr>
          <a:xfrm>
            <a:off x="94011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2" name="Shape 50"/>
          <p:cNvSpPr/>
          <p:nvPr/>
        </p:nvSpPr>
        <p:spPr>
          <a:xfrm>
            <a:off x="96297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3" name="Text 51"/>
          <p:cNvSpPr/>
          <p:nvPr/>
        </p:nvSpPr>
        <p:spPr>
          <a:xfrm>
            <a:off x="10058400" y="9467850"/>
            <a:ext cx="4953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Multiple-report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3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L08</a:t>
            </a:r>
            <a:r>
              <a:rPr lang="en-US" sz="180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11/39</a:t>
            </a:r>
            <a:endParaRPr lang="en-US" sz="1800" dirty="0"/>
          </a:p>
        </p:txBody>
      </p:sp>
      <p:sp>
        <p:nvSpPr>
          <p:cNvPr id="54" name="Shape 52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55" name="Moda image moda-export-watermark-71db58a2-c57a-4d67-8756-f0c277d5aa87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6459200" cy="1809750"/>
          </a:xfrm>
          <a:prstGeom prst="rect">
            <a:avLst/>
          </a:prstGeom>
          <a:noFill/>
          <a:ln/>
        </p:spPr>
        <p:txBody>
          <a:bodyPr wrap="square" lIns="0" tIns="43434" rIns="0" bIns="-43434" rtlCol="0" anchor="t"/>
          <a:lstStyle/>
          <a:p>
            <a:pPr algn="l" indent="0" marL="0">
              <a:lnSpc>
                <a:spcPts val="6156"/>
              </a:lnSpc>
              <a:buNone/>
            </a:pPr>
            <a:r>
              <a:rPr lang="en-US" sz="57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Thùy</a:t>
            </a:r>
            <a:r>
              <a:rPr lang="en-US" sz="57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thái</a:t>
            </a:r>
            <a:r>
              <a:rPr lang="en-US" sz="5700" dirty="0" spc="-49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dương:</a:t>
            </a:r>
            <a:r>
              <a:rPr lang="en-US" sz="5700" dirty="0" spc="-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nghe,</a:t>
            </a:r>
            <a:r>
              <a:rPr lang="en-US" sz="57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hiểu, nhận</a:t>
            </a:r>
            <a:r>
              <a:rPr lang="en-US" sz="5700" dirty="0" spc="1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mặt,</a:t>
            </a:r>
            <a:r>
              <a:rPr lang="en-US" sz="57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nhớ</a:t>
            </a:r>
            <a:endParaRPr lang="en-US" sz="5700" dirty="0"/>
          </a:p>
        </p:txBody>
      </p:sp>
      <p:sp>
        <p:nvSpPr>
          <p:cNvPr id="3" name="Shape 1"/>
          <p:cNvSpPr/>
          <p:nvPr/>
        </p:nvSpPr>
        <p:spPr>
          <a:xfrm>
            <a:off x="914400" y="2819400"/>
            <a:ext cx="95250" cy="5505450"/>
          </a:xfrm>
          <a:prstGeom prst="roundRect">
            <a:avLst>
              <a:gd name="adj" fmla="val 50000"/>
            </a:avLst>
          </a:prstGeom>
          <a:solidFill>
            <a:srgbClr val="1F3FD1"/>
          </a:solidFill>
          <a:ln/>
        </p:spPr>
      </p:sp>
      <p:sp>
        <p:nvSpPr>
          <p:cNvPr id="4" name="Text 2"/>
          <p:cNvSpPr/>
          <p:nvPr/>
        </p:nvSpPr>
        <p:spPr>
          <a:xfrm>
            <a:off x="1295400" y="2762250"/>
            <a:ext cx="10572750" cy="5619750"/>
          </a:xfrm>
          <a:prstGeom prst="rect">
            <a:avLst/>
          </a:prstGeom>
          <a:noFill/>
          <a:ln/>
        </p:spPr>
        <p:txBody>
          <a:bodyPr wrap="square" lIns="0" tIns="10843" rIns="0" bIns="-10843" rtlCol="0" anchor="t"/>
          <a:lstStyle/>
          <a:p>
            <a:pPr algn="l" indent="0" marL="0">
              <a:lnSpc>
                <a:spcPts val="3848"/>
              </a:lnSpc>
              <a:buNone/>
            </a:pPr>
            <a:r>
              <a:rPr lang="en-US" sz="2850" b="1" dirty="0" spc="1" kern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Thùy</a:t>
            </a:r>
            <a:r>
              <a:rPr lang="en-US" sz="2850" b="1" dirty="0" spc="-1" kern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thái</a:t>
            </a:r>
            <a:r>
              <a:rPr lang="en-US" sz="2850" b="1" dirty="0" spc="9" kern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dương</a:t>
            </a:r>
            <a:pPr algn="l" indent="0" marL="0">
              <a:lnSpc>
                <a:spcPts val="3848"/>
              </a:lnSpc>
              <a:buNone/>
            </a:pPr>
            <a:r>
              <a:rPr lang="en-US" sz="2850" dirty="0" spc="-1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(temporal</a:t>
            </a:r>
            <a:r>
              <a:rPr lang="en-US" sz="28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lobe) nằm</a:t>
            </a:r>
            <a:r>
              <a:rPr lang="en-US" sz="28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ở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phần</a:t>
            </a:r>
            <a:r>
              <a:rPr lang="en-US" sz="2850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bên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mỗi</a:t>
            </a:r>
            <a:r>
              <a:rPr lang="en-US" sz="2850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bán</a:t>
            </a:r>
            <a:r>
              <a:rPr lang="en-US" sz="28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cầu,</a:t>
            </a:r>
            <a:r>
              <a:rPr lang="en-US" sz="2850" dirty="0" spc="-2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ngay</a:t>
            </a:r>
            <a:r>
              <a:rPr lang="en-US" sz="2850" dirty="0" spc="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dưới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thái</a:t>
            </a:r>
            <a:r>
              <a:rPr lang="en-US" sz="2850" dirty="0" spc="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dương,</a:t>
            </a:r>
            <a:r>
              <a:rPr lang="en-US" sz="2850" dirty="0" spc="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dưới</a:t>
            </a:r>
            <a:r>
              <a:rPr lang="en-US" sz="2850" dirty="0" spc="-2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rãnh</a:t>
            </a:r>
            <a:r>
              <a:rPr lang="en-US" sz="2850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bên</a:t>
            </a:r>
            <a:r>
              <a:rPr lang="en-US" sz="2850" dirty="0" spc="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</a:t>
            </a:r>
            <a:pPr algn="l" indent="0" marL="0">
              <a:lnSpc>
                <a:spcPts val="3848"/>
              </a:lnSpc>
              <a:buNone/>
            </a:pPr>
            <a:r>
              <a:rPr lang="en-US" sz="2850" dirty="0" spc="-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[S1]</a:t>
            </a:r>
            <a:pPr algn="l" indent="0" marL="0">
              <a:lnSpc>
                <a:spcPts val="3848"/>
              </a:lnSpc>
              <a:buNone/>
            </a:pPr>
            <a:r>
              <a:rPr lang="en-US" sz="285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.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Nó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nhận</a:t>
            </a:r>
            <a:r>
              <a:rPr lang="en-US" sz="285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thông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tin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</a:t>
            </a:r>
            <a:r>
              <a:rPr lang="en-US" sz="2850" dirty="0" spc="-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tai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ở</a:t>
            </a:r>
            <a:r>
              <a:rPr lang="en-US" sz="2850" dirty="0" spc="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</a:t>
            </a:r>
            <a:pPr algn="l" indent="0" marL="0">
              <a:lnSpc>
                <a:spcPts val="3848"/>
              </a:lnSpc>
              <a:buNone/>
            </a:pPr>
            <a:r>
              <a:rPr lang="en-US" sz="2850" b="1" dirty="0" spc="-34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vỏ</a:t>
            </a:r>
            <a:r>
              <a:rPr lang="en-US" sz="2850" b="1" dirty="0" spc="-1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thính</a:t>
            </a:r>
            <a:r>
              <a:rPr lang="en-US" sz="2850" b="1" dirty="0" spc="8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giác</a:t>
            </a:r>
            <a:pPr algn="l" indent="0" marL="0">
              <a:lnSpc>
                <a:spcPts val="3848"/>
              </a:lnSpc>
              <a:buNone/>
            </a:pPr>
            <a:r>
              <a:rPr lang="en-US" sz="28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phía</a:t>
            </a:r>
            <a:r>
              <a:rPr lang="en-US" sz="2850" dirty="0" spc="-2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trên</a:t>
            </a:r>
            <a:r>
              <a:rPr lang="en-US" sz="2850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</a:t>
            </a:r>
            <a:pPr algn="l" indent="0" marL="0">
              <a:lnSpc>
                <a:spcPts val="3848"/>
              </a:lnSpc>
              <a:buNone/>
            </a:pPr>
            <a:r>
              <a:rPr lang="en-US" sz="2850" dirty="0" spc="-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[S4]</a:t>
            </a:r>
            <a:pPr algn="l" indent="0" marL="0">
              <a:lnSpc>
                <a:spcPts val="3848"/>
              </a:lnSpc>
              <a:buNone/>
            </a:pPr>
            <a:r>
              <a:rPr lang="en-US" sz="28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,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850" dirty="0" spc="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</a:t>
            </a:r>
            <a:pPr algn="l" indent="0" marL="0">
              <a:lnSpc>
                <a:spcPts val="3848"/>
              </a:lnSpc>
              <a:buNone/>
            </a:pPr>
            <a:r>
              <a:rPr lang="en-US" sz="2850" b="1" dirty="0" spc="-1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vùng</a:t>
            </a:r>
            <a:r>
              <a:rPr lang="en-US" sz="2850" b="1" dirty="0" spc="-30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Wernicke</a:t>
            </a:r>
            <a:pPr algn="l" indent="0" marL="0">
              <a:lnSpc>
                <a:spcPts val="3848"/>
              </a:lnSpc>
              <a:buNone/>
            </a:pPr>
            <a:r>
              <a:rPr lang="en-US" sz="28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liên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quan</a:t>
            </a:r>
            <a:r>
              <a:rPr lang="en-US" sz="2850" dirty="0" spc="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đến</a:t>
            </a:r>
            <a:r>
              <a:rPr lang="en-US" sz="28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hiểu</a:t>
            </a:r>
            <a:r>
              <a:rPr lang="en-US" sz="2850" dirty="0" spc="-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ngôn</a:t>
            </a:r>
            <a:r>
              <a:rPr lang="en-US" sz="28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ngữ</a:t>
            </a:r>
            <a:r>
              <a:rPr lang="en-US" sz="28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ở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phần</a:t>
            </a:r>
            <a:r>
              <a:rPr lang="en-US" sz="2850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sau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hồi thái</a:t>
            </a:r>
            <a:r>
              <a:rPr lang="en-US" sz="2850" dirty="0" spc="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dương</a:t>
            </a:r>
            <a:r>
              <a:rPr lang="en-US" sz="2850" dirty="0" spc="-2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trên</a:t>
            </a:r>
            <a:r>
              <a:rPr lang="en-US" sz="2850" dirty="0" spc="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</a:t>
            </a:r>
            <a:pPr algn="l" indent="0" marL="0">
              <a:lnSpc>
                <a:spcPts val="3848"/>
              </a:lnSpc>
              <a:buNone/>
            </a:pPr>
            <a:r>
              <a:rPr lang="en-US" sz="2850" dirty="0" spc="-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[S1]</a:t>
            </a:r>
            <a:pPr algn="l" indent="0" marL="0">
              <a:lnSpc>
                <a:spcPts val="3848"/>
              </a:lnSpc>
              <a:buNone/>
            </a:pPr>
            <a:r>
              <a:rPr lang="en-US" sz="28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,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850" dirty="0" spc="-1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mặt</a:t>
            </a:r>
            <a:r>
              <a:rPr lang="en-US" sz="2850" dirty="0" spc="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dưới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nhận</a:t>
            </a:r>
            <a:r>
              <a:rPr lang="en-US" sz="28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tín</a:t>
            </a:r>
            <a:r>
              <a:rPr lang="en-US" sz="28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hiệu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thị giác</a:t>
            </a:r>
            <a:r>
              <a:rPr lang="en-US" sz="2850" dirty="0" spc="2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để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nhận</a:t>
            </a:r>
            <a:r>
              <a:rPr lang="en-US" sz="2850" dirty="0" spc="-1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mặt</a:t>
            </a:r>
            <a:r>
              <a:rPr lang="en-US" sz="2850" dirty="0" spc="-1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8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nơi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chốn,</a:t>
            </a:r>
            <a:r>
              <a:rPr lang="en-US" sz="2850" dirty="0" spc="-1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phần</a:t>
            </a:r>
            <a:r>
              <a:rPr lang="en-US" sz="2850" dirty="0" spc="-1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trong</a:t>
            </a:r>
            <a:r>
              <a:rPr lang="en-US" sz="28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thùy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thái</a:t>
            </a:r>
            <a:r>
              <a:rPr lang="en-US" sz="2850" dirty="0" spc="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dương</a:t>
            </a:r>
            <a:r>
              <a:rPr lang="en-US" sz="28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quan</a:t>
            </a:r>
            <a:r>
              <a:rPr lang="en-US" sz="2850" dirty="0" spc="-2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trọng</a:t>
            </a:r>
            <a:r>
              <a:rPr lang="en-US" sz="28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mã</a:t>
            </a:r>
            <a:r>
              <a:rPr lang="en-US" sz="28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hóa</a:t>
            </a:r>
            <a:r>
              <a:rPr lang="en-US" sz="2850" dirty="0" spc="1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trí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nhớ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dài hạn</a:t>
            </a:r>
            <a:r>
              <a:rPr lang="en-US" sz="2850" dirty="0" spc="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</a:t>
            </a:r>
            <a:pPr algn="l" indent="0" marL="0">
              <a:lnSpc>
                <a:spcPts val="3848"/>
              </a:lnSpc>
              <a:buNone/>
            </a:pPr>
            <a:r>
              <a:rPr lang="en-US" sz="2850" dirty="0" spc="-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[S1]</a:t>
            </a:r>
            <a:pPr algn="l" indent="0" marL="0">
              <a:lnSpc>
                <a:spcPts val="3848"/>
              </a:lnSpc>
              <a:buNone/>
            </a:pPr>
            <a:r>
              <a:rPr lang="en-US" sz="285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.</a:t>
            </a:r>
            <a:r>
              <a:rPr lang="en-US" sz="28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</a:t>
            </a:r>
            <a:r>
              <a:rPr lang="en-US" sz="2850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tiết</a:t>
            </a:r>
            <a:r>
              <a:rPr lang="en-US" sz="28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hải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mã</a:t>
            </a:r>
            <a:r>
              <a:rPr lang="en-US" sz="28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ở</a:t>
            </a:r>
            <a:r>
              <a:rPr lang="en-US" sz="2850" dirty="0" spc="-4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L07.</a:t>
            </a:r>
            <a:endParaRPr lang="en-US" sz="2850" dirty="0"/>
          </a:p>
        </p:txBody>
      </p:sp>
      <p:sp>
        <p:nvSpPr>
          <p:cNvPr id="5" name="Shape 3"/>
          <p:cNvSpPr/>
          <p:nvPr/>
        </p:nvSpPr>
        <p:spPr>
          <a:xfrm>
            <a:off x="12325350" y="2762250"/>
            <a:ext cx="5048250" cy="1724025"/>
          </a:xfrm>
          <a:prstGeom prst="roundRect">
            <a:avLst>
              <a:gd name="adj" fmla="val 12155"/>
            </a:avLst>
          </a:prstGeom>
          <a:solidFill>
            <a:srgbClr val="E8E0CF"/>
          </a:solidFill>
          <a:ln/>
        </p:spPr>
      </p:sp>
      <p:sp>
        <p:nvSpPr>
          <p:cNvPr id="6" name="Shape 4"/>
          <p:cNvSpPr/>
          <p:nvPr/>
        </p:nvSpPr>
        <p:spPr>
          <a:xfrm>
            <a:off x="12325350" y="2762250"/>
            <a:ext cx="5048250" cy="95250"/>
          </a:xfrm>
          <a:prstGeom prst="roundRect">
            <a:avLst>
              <a:gd name="adj" fmla="val 50000"/>
            </a:avLst>
          </a:prstGeom>
          <a:solidFill>
            <a:srgbClr val="1F3FD1"/>
          </a:solidFill>
          <a:ln/>
        </p:spPr>
      </p:sp>
      <p:sp>
        <p:nvSpPr>
          <p:cNvPr id="7" name="Text 5"/>
          <p:cNvSpPr/>
          <p:nvPr/>
        </p:nvSpPr>
        <p:spPr>
          <a:xfrm>
            <a:off x="12630150" y="3028950"/>
            <a:ext cx="44386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50" dirty="0" spc="4" kern="0">
                <a:solidFill>
                  <a:srgbClr val="1F3FD1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Ở</a:t>
            </a:r>
            <a:r>
              <a:rPr lang="en-US" sz="1950" dirty="0" spc="5" kern="0">
                <a:solidFill>
                  <a:srgbClr val="1F3FD1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đâu</a:t>
            </a:r>
            <a:endParaRPr lang="en-US" sz="1950" dirty="0"/>
          </a:p>
        </p:txBody>
      </p:sp>
      <p:sp>
        <p:nvSpPr>
          <p:cNvPr id="8" name="Text 6"/>
          <p:cNvSpPr/>
          <p:nvPr/>
        </p:nvSpPr>
        <p:spPr>
          <a:xfrm>
            <a:off x="12630150" y="3486150"/>
            <a:ext cx="4438650" cy="809625"/>
          </a:xfrm>
          <a:prstGeom prst="rect">
            <a:avLst/>
          </a:prstGeom>
          <a:noFill/>
          <a:ln/>
        </p:spPr>
        <p:txBody>
          <a:bodyPr wrap="square" lIns="0" tIns="19050" rIns="0" bIns="-19050" rtlCol="0" anchor="t"/>
          <a:lstStyle/>
          <a:p>
            <a:pPr algn="l" indent="0" marL="0">
              <a:lnSpc>
                <a:spcPts val="2928"/>
              </a:lnSpc>
              <a:buNone/>
            </a:pPr>
            <a:r>
              <a:rPr lang="en-US" sz="2400" dirty="0" spc="1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dưới</a:t>
            </a:r>
            <a:r>
              <a:rPr lang="en-US" sz="240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thái</a:t>
            </a:r>
            <a:r>
              <a:rPr lang="en-US" sz="2400" dirty="0" spc="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dương,</a:t>
            </a:r>
            <a:r>
              <a:rPr lang="en-US" sz="2400" dirty="0" spc="1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dưới</a:t>
            </a:r>
            <a:r>
              <a:rPr lang="en-US" sz="2400" dirty="0" spc="-1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rãnh</a:t>
            </a:r>
            <a:r>
              <a:rPr lang="en-US" sz="2400" dirty="0" spc="-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bên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12325350" y="4714875"/>
            <a:ext cx="5048250" cy="1724025"/>
          </a:xfrm>
          <a:prstGeom prst="roundRect">
            <a:avLst>
              <a:gd name="adj" fmla="val 12155"/>
            </a:avLst>
          </a:prstGeom>
          <a:solidFill>
            <a:srgbClr val="E8E0CF"/>
          </a:solidFill>
          <a:ln/>
        </p:spPr>
      </p:sp>
      <p:sp>
        <p:nvSpPr>
          <p:cNvPr id="10" name="Shape 8"/>
          <p:cNvSpPr/>
          <p:nvPr/>
        </p:nvSpPr>
        <p:spPr>
          <a:xfrm>
            <a:off x="12325350" y="4714875"/>
            <a:ext cx="5048250" cy="95250"/>
          </a:xfrm>
          <a:prstGeom prst="roundRect">
            <a:avLst>
              <a:gd name="adj" fmla="val 50000"/>
            </a:avLst>
          </a:prstGeom>
          <a:solidFill>
            <a:srgbClr val="B45309"/>
          </a:solidFill>
          <a:ln/>
        </p:spPr>
      </p:sp>
      <p:sp>
        <p:nvSpPr>
          <p:cNvPr id="11" name="Text 9"/>
          <p:cNvSpPr/>
          <p:nvPr/>
        </p:nvSpPr>
        <p:spPr>
          <a:xfrm>
            <a:off x="12630150" y="4981575"/>
            <a:ext cx="44386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50" dirty="0" spc="-11" kern="0">
                <a:solidFill>
                  <a:srgbClr val="B45309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Làm</a:t>
            </a:r>
            <a:r>
              <a:rPr lang="en-US" sz="1950" dirty="0" spc="-4" kern="0">
                <a:solidFill>
                  <a:srgbClr val="B45309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gì</a:t>
            </a:r>
            <a:endParaRPr lang="en-US" sz="1950" dirty="0"/>
          </a:p>
        </p:txBody>
      </p:sp>
      <p:sp>
        <p:nvSpPr>
          <p:cNvPr id="12" name="Text 10"/>
          <p:cNvSpPr/>
          <p:nvPr/>
        </p:nvSpPr>
        <p:spPr>
          <a:xfrm>
            <a:off x="12630150" y="5438775"/>
            <a:ext cx="4438650" cy="809625"/>
          </a:xfrm>
          <a:prstGeom prst="rect">
            <a:avLst/>
          </a:prstGeom>
          <a:noFill/>
          <a:ln/>
        </p:spPr>
        <p:txBody>
          <a:bodyPr wrap="square" lIns="0" tIns="19050" rIns="0" bIns="-19050" rtlCol="0" anchor="t"/>
          <a:lstStyle/>
          <a:p>
            <a:pPr algn="l" indent="0" marL="0">
              <a:lnSpc>
                <a:spcPts val="2928"/>
              </a:lnSpc>
              <a:buNone/>
            </a:pPr>
            <a:r>
              <a:rPr lang="en-US" sz="2400" dirty="0" spc="-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nghe,</a:t>
            </a:r>
            <a:r>
              <a:rPr lang="en-US" sz="2400" dirty="0" spc="-9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ngôn</a:t>
            </a:r>
            <a:r>
              <a:rPr lang="en-US" sz="2400" dirty="0" spc="-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ngữ,</a:t>
            </a:r>
            <a:r>
              <a:rPr lang="en-US" sz="2400" dirty="0" spc="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nhận</a:t>
            </a:r>
            <a:r>
              <a:rPr lang="en-US" sz="2400" dirty="0" spc="-18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vật,</a:t>
            </a:r>
            <a:r>
              <a:rPr lang="en-US" sz="2400" dirty="0" spc="1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trí</a:t>
            </a:r>
            <a:r>
              <a:rPr lang="en-US" sz="240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nhớ</a:t>
            </a:r>
            <a:endParaRPr lang="en-US" sz="2400" dirty="0"/>
          </a:p>
        </p:txBody>
      </p:sp>
      <p:sp>
        <p:nvSpPr>
          <p:cNvPr id="13" name="Shape 11"/>
          <p:cNvSpPr/>
          <p:nvPr/>
        </p:nvSpPr>
        <p:spPr>
          <a:xfrm>
            <a:off x="12325350" y="6657975"/>
            <a:ext cx="5048250" cy="1724025"/>
          </a:xfrm>
          <a:prstGeom prst="roundRect">
            <a:avLst>
              <a:gd name="adj" fmla="val 12155"/>
            </a:avLst>
          </a:prstGeom>
          <a:solidFill>
            <a:srgbClr val="E8E0CF"/>
          </a:solidFill>
          <a:ln/>
        </p:spPr>
      </p:sp>
      <p:sp>
        <p:nvSpPr>
          <p:cNvPr id="14" name="Shape 12"/>
          <p:cNvSpPr/>
          <p:nvPr/>
        </p:nvSpPr>
        <p:spPr>
          <a:xfrm>
            <a:off x="12325350" y="6657975"/>
            <a:ext cx="5048250" cy="95250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/>
        </p:spPr>
      </p:sp>
      <p:sp>
        <p:nvSpPr>
          <p:cNvPr id="15" name="Text 13"/>
          <p:cNvSpPr/>
          <p:nvPr/>
        </p:nvSpPr>
        <p:spPr>
          <a:xfrm>
            <a:off x="12630150" y="6924675"/>
            <a:ext cx="44386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50" dirty="0" spc="23" kern="0">
                <a:solidFill>
                  <a:srgbClr val="0F766E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Đừng</a:t>
            </a:r>
            <a:r>
              <a:rPr lang="en-US" sz="1950" dirty="0" spc="0" kern="0">
                <a:solidFill>
                  <a:srgbClr val="0F766E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hiểu</a:t>
            </a:r>
            <a:r>
              <a:rPr lang="en-US" sz="1950" dirty="0" spc="-3" kern="0">
                <a:solidFill>
                  <a:srgbClr val="0F766E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nhầm</a:t>
            </a:r>
            <a:endParaRPr lang="en-US" sz="1950" dirty="0"/>
          </a:p>
        </p:txBody>
      </p:sp>
      <p:sp>
        <p:nvSpPr>
          <p:cNvPr id="16" name="Text 14"/>
          <p:cNvSpPr/>
          <p:nvPr/>
        </p:nvSpPr>
        <p:spPr>
          <a:xfrm>
            <a:off x="12630150" y="7381875"/>
            <a:ext cx="4438650" cy="809625"/>
          </a:xfrm>
          <a:prstGeom prst="rect">
            <a:avLst/>
          </a:prstGeom>
          <a:noFill/>
          <a:ln/>
        </p:spPr>
        <p:txBody>
          <a:bodyPr wrap="square" lIns="0" tIns="19050" rIns="0" bIns="-19050" rtlCol="0" anchor="t"/>
          <a:lstStyle/>
          <a:p>
            <a:pPr algn="l" indent="0" marL="0">
              <a:lnSpc>
                <a:spcPts val="2928"/>
              </a:lnSpc>
              <a:buNone/>
            </a:pPr>
            <a:r>
              <a:rPr lang="en-US" sz="2400" dirty="0" spc="-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không</a:t>
            </a:r>
            <a:r>
              <a:rPr lang="en-US" sz="2400" dirty="0" spc="-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phải</a:t>
            </a:r>
            <a:r>
              <a:rPr lang="en-US" sz="240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kho</a:t>
            </a:r>
            <a:r>
              <a:rPr lang="en-US" sz="2400" dirty="0" spc="1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chứa</a:t>
            </a:r>
            <a:r>
              <a:rPr lang="en-US" sz="240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ký</a:t>
            </a:r>
            <a:r>
              <a:rPr lang="en-US" sz="2400" dirty="0" spc="1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ức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" y="8991600"/>
            <a:ext cx="164592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Nguồn:</a:t>
            </a:r>
            <a:r>
              <a:rPr lang="en-US" sz="180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[S1] [S4]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9429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11715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14001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16287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18573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20859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23145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25431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27717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30003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32289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3438525" y="9544050"/>
            <a:ext cx="152400" cy="1524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30" name="Shape 28"/>
          <p:cNvSpPr/>
          <p:nvPr/>
        </p:nvSpPr>
        <p:spPr>
          <a:xfrm>
            <a:off x="36861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39147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41433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43719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46005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48291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50577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52863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55149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57435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59721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62007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64293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66579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4" name="Shape 42"/>
          <p:cNvSpPr/>
          <p:nvPr/>
        </p:nvSpPr>
        <p:spPr>
          <a:xfrm>
            <a:off x="68865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5" name="Shape 43"/>
          <p:cNvSpPr/>
          <p:nvPr/>
        </p:nvSpPr>
        <p:spPr>
          <a:xfrm>
            <a:off x="71151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6" name="Shape 44"/>
          <p:cNvSpPr/>
          <p:nvPr/>
        </p:nvSpPr>
        <p:spPr>
          <a:xfrm>
            <a:off x="73437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7" name="Shape 45"/>
          <p:cNvSpPr/>
          <p:nvPr/>
        </p:nvSpPr>
        <p:spPr>
          <a:xfrm>
            <a:off x="75723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8" name="Shape 46"/>
          <p:cNvSpPr/>
          <p:nvPr/>
        </p:nvSpPr>
        <p:spPr>
          <a:xfrm>
            <a:off x="78009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9" name="Shape 47"/>
          <p:cNvSpPr/>
          <p:nvPr/>
        </p:nvSpPr>
        <p:spPr>
          <a:xfrm>
            <a:off x="80295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0" name="Shape 48"/>
          <p:cNvSpPr/>
          <p:nvPr/>
        </p:nvSpPr>
        <p:spPr>
          <a:xfrm>
            <a:off x="82581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1" name="Shape 49"/>
          <p:cNvSpPr/>
          <p:nvPr/>
        </p:nvSpPr>
        <p:spPr>
          <a:xfrm>
            <a:off x="84867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2" name="Shape 50"/>
          <p:cNvSpPr/>
          <p:nvPr/>
        </p:nvSpPr>
        <p:spPr>
          <a:xfrm>
            <a:off x="87153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3" name="Shape 51"/>
          <p:cNvSpPr/>
          <p:nvPr/>
        </p:nvSpPr>
        <p:spPr>
          <a:xfrm>
            <a:off x="89439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4" name="Shape 52"/>
          <p:cNvSpPr/>
          <p:nvPr/>
        </p:nvSpPr>
        <p:spPr>
          <a:xfrm>
            <a:off x="91725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5" name="Shape 53"/>
          <p:cNvSpPr/>
          <p:nvPr/>
        </p:nvSpPr>
        <p:spPr>
          <a:xfrm>
            <a:off x="94011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6" name="Shape 54"/>
          <p:cNvSpPr/>
          <p:nvPr/>
        </p:nvSpPr>
        <p:spPr>
          <a:xfrm>
            <a:off x="96297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7" name="Text 55"/>
          <p:cNvSpPr/>
          <p:nvPr/>
        </p:nvSpPr>
        <p:spPr>
          <a:xfrm>
            <a:off x="10058400" y="9467850"/>
            <a:ext cx="4953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6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Multiple-report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3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L08</a:t>
            </a:r>
            <a:r>
              <a:rPr lang="en-US" sz="180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1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12/39</a:t>
            </a:r>
            <a:endParaRPr lang="en-US" sz="1800" dirty="0"/>
          </a:p>
        </p:txBody>
      </p:sp>
      <p:sp>
        <p:nvSpPr>
          <p:cNvPr id="58" name="Shape 56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59" name="Moda image moda-export-watermark-bb39d48e-0130-465c-8b15-ea7092753f76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6459200" cy="1809750"/>
          </a:xfrm>
          <a:prstGeom prst="rect">
            <a:avLst/>
          </a:prstGeom>
          <a:noFill/>
          <a:ln/>
        </p:spPr>
        <p:txBody>
          <a:bodyPr wrap="square" lIns="0" tIns="43434" rIns="0" bIns="-43434" rtlCol="0" anchor="t"/>
          <a:lstStyle/>
          <a:p>
            <a:pPr algn="l" indent="0" marL="0">
              <a:lnSpc>
                <a:spcPts val="6156"/>
              </a:lnSpc>
              <a:buNone/>
            </a:pPr>
            <a:r>
              <a:rPr lang="en-US" sz="57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Cách</a:t>
            </a:r>
            <a:r>
              <a:rPr lang="en-US" sz="5700" dirty="0" spc="-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mô</a:t>
            </a:r>
            <a:r>
              <a:rPr lang="en-US" sz="5700" dirty="0" spc="-1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tả</a:t>
            </a:r>
            <a:r>
              <a:rPr lang="en-US" sz="5700" dirty="0" spc="-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cổ</a:t>
            </a:r>
            <a:r>
              <a:rPr lang="en-US" sz="5700" dirty="0" spc="16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điển:</a:t>
            </a:r>
            <a:r>
              <a:rPr lang="en-US" sz="57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từ</a:t>
            </a:r>
            <a:r>
              <a:rPr lang="en-US" sz="5700" dirty="0" spc="-8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tai</a:t>
            </a:r>
            <a:r>
              <a:rPr lang="en-US" sz="5700" dirty="0" spc="1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đến</a:t>
            </a:r>
            <a:r>
              <a:rPr lang="en-US" sz="5700" dirty="0" spc="-3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lời</a:t>
            </a:r>
            <a:r>
              <a:rPr lang="en-US" sz="5700" dirty="0" spc="-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nói</a:t>
            </a:r>
            <a:endParaRPr lang="en-US" sz="5700" dirty="0"/>
          </a:p>
        </p:txBody>
      </p:sp>
      <p:sp>
        <p:nvSpPr>
          <p:cNvPr id="3" name="Shape 1"/>
          <p:cNvSpPr/>
          <p:nvPr/>
        </p:nvSpPr>
        <p:spPr>
          <a:xfrm>
            <a:off x="914400" y="3429000"/>
            <a:ext cx="2762250" cy="3810000"/>
          </a:xfrm>
          <a:prstGeom prst="roundRect">
            <a:avLst>
              <a:gd name="adj" fmla="val 9655"/>
            </a:avLst>
          </a:prstGeom>
          <a:solidFill>
            <a:srgbClr val="1E212B"/>
          </a:solidFill>
          <a:ln w="28575">
            <a:solidFill>
              <a:srgbClr val="2C304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200150" y="3714750"/>
            <a:ext cx="647700" cy="647700"/>
          </a:xfrm>
          <a:prstGeom prst="ellipse">
            <a:avLst/>
          </a:prstGeom>
          <a:solidFill>
            <a:srgbClr val="7C93FF"/>
          </a:solidFill>
          <a:ln/>
        </p:spPr>
      </p:sp>
      <p:sp>
        <p:nvSpPr>
          <p:cNvPr id="5" name="Text 3"/>
          <p:cNvSpPr/>
          <p:nvPr/>
        </p:nvSpPr>
        <p:spPr>
          <a:xfrm>
            <a:off x="1200150" y="3714750"/>
            <a:ext cx="647700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dirty="0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1</a:t>
            </a:r>
            <a:endParaRPr lang="en-US" sz="2550" dirty="0"/>
          </a:p>
        </p:txBody>
      </p:sp>
      <p:sp>
        <p:nvSpPr>
          <p:cNvPr id="6" name="Text 4"/>
          <p:cNvSpPr/>
          <p:nvPr/>
        </p:nvSpPr>
        <p:spPr>
          <a:xfrm>
            <a:off x="1219200" y="4572000"/>
            <a:ext cx="2152650" cy="2476500"/>
          </a:xfrm>
          <a:prstGeom prst="rect">
            <a:avLst/>
          </a:prstGeom>
          <a:noFill/>
          <a:ln/>
        </p:spPr>
        <p:txBody>
          <a:bodyPr wrap="square" lIns="0" tIns="18859" rIns="0" bIns="-18859" rtlCol="0" anchor="t"/>
          <a:lstStyle/>
          <a:p>
            <a:pPr algn="l" indent="0" marL="0">
              <a:lnSpc>
                <a:spcPts val="3375"/>
              </a:lnSpc>
              <a:buNone/>
            </a:pPr>
            <a:r>
              <a:rPr lang="en-US" sz="2700" dirty="0" spc="-68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Tai:</a:t>
            </a:r>
            <a:r>
              <a:rPr lang="en-US" sz="2700" dirty="0" spc="-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tín hiệu</a:t>
            </a:r>
            <a:r>
              <a:rPr lang="en-US" sz="2700" dirty="0" spc="-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âm</a:t>
            </a:r>
            <a:r>
              <a:rPr lang="en-US" sz="2700" dirty="0" spc="-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thanh</a:t>
            </a:r>
            <a:r>
              <a:rPr lang="en-US" sz="2700" dirty="0" spc="27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đi</a:t>
            </a:r>
            <a:r>
              <a:rPr lang="en-US" sz="2700" dirty="0" spc="-17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vào</a:t>
            </a:r>
            <a:endParaRPr lang="en-US" sz="2700" dirty="0"/>
          </a:p>
        </p:txBody>
      </p:sp>
      <p:sp>
        <p:nvSpPr>
          <p:cNvPr id="7" name="Connector line-1792580780178-809633753"/>
          <p:cNvSpPr/>
          <p:nvPr/>
        </p:nvSpPr>
        <p:spPr>
          <a:xfrm>
            <a:off x="3752850" y="5334000"/>
            <a:ext cx="514350" cy="0"/>
          </a:xfrm>
          <a:prstGeom prst="line">
            <a:avLst/>
          </a:prstGeom>
          <a:noFill/>
          <a:ln w="47625">
            <a:solidFill>
              <a:srgbClr val="9AA0B5"/>
            </a:solidFill>
            <a:prstDash val="solid"/>
            <a:headEnd type="none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4343400" y="3429000"/>
            <a:ext cx="2762250" cy="3810000"/>
          </a:xfrm>
          <a:prstGeom prst="roundRect">
            <a:avLst>
              <a:gd name="adj" fmla="val 9655"/>
            </a:avLst>
          </a:prstGeom>
          <a:solidFill>
            <a:srgbClr val="1E212B"/>
          </a:solidFill>
          <a:ln w="28575">
            <a:solidFill>
              <a:srgbClr val="2C304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629150" y="3714750"/>
            <a:ext cx="647700" cy="647700"/>
          </a:xfrm>
          <a:prstGeom prst="ellipse">
            <a:avLst/>
          </a:prstGeom>
          <a:solidFill>
            <a:srgbClr val="FFB454"/>
          </a:solidFill>
          <a:ln/>
        </p:spPr>
      </p:sp>
      <p:sp>
        <p:nvSpPr>
          <p:cNvPr id="10" name="Text 8"/>
          <p:cNvSpPr/>
          <p:nvPr/>
        </p:nvSpPr>
        <p:spPr>
          <a:xfrm>
            <a:off x="4629150" y="3714750"/>
            <a:ext cx="647700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dirty="0" spc="6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2</a:t>
            </a:r>
            <a:endParaRPr lang="en-US" sz="2550" dirty="0"/>
          </a:p>
        </p:txBody>
      </p:sp>
      <p:sp>
        <p:nvSpPr>
          <p:cNvPr id="11" name="Text 9"/>
          <p:cNvSpPr/>
          <p:nvPr/>
        </p:nvSpPr>
        <p:spPr>
          <a:xfrm>
            <a:off x="4648200" y="4572000"/>
            <a:ext cx="2152650" cy="2476500"/>
          </a:xfrm>
          <a:prstGeom prst="rect">
            <a:avLst/>
          </a:prstGeom>
          <a:noFill/>
          <a:ln/>
        </p:spPr>
        <p:txBody>
          <a:bodyPr wrap="square" lIns="0" tIns="18859" rIns="0" bIns="-18859" rtlCol="0" anchor="t"/>
          <a:lstStyle/>
          <a:p>
            <a:pPr algn="l" indent="0" marL="0">
              <a:lnSpc>
                <a:spcPts val="3375"/>
              </a:lnSpc>
              <a:buNone/>
            </a:pPr>
            <a:r>
              <a:rPr lang="en-US" sz="2700" dirty="0" spc="-75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Vỏ</a:t>
            </a:r>
            <a:r>
              <a:rPr lang="en-US" sz="2700" dirty="0" spc="-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thính</a:t>
            </a:r>
            <a:r>
              <a:rPr lang="en-US" sz="2700" dirty="0" spc="-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giác:</a:t>
            </a:r>
            <a:r>
              <a:rPr lang="en-US" sz="2700" dirty="0" spc="-7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hồi</a:t>
            </a:r>
            <a:r>
              <a:rPr lang="en-US" sz="2700" dirty="0" spc="-6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thái</a:t>
            </a:r>
            <a:r>
              <a:rPr lang="en-US" sz="2700" dirty="0" spc="6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dương</a:t>
            </a:r>
            <a:r>
              <a:rPr lang="en-US" sz="2700" dirty="0" spc="-18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trên</a:t>
            </a:r>
            <a:endParaRPr lang="en-US" sz="2700" dirty="0"/>
          </a:p>
        </p:txBody>
      </p:sp>
      <p:sp>
        <p:nvSpPr>
          <p:cNvPr id="12" name="Connector line-1792580780182-341503975"/>
          <p:cNvSpPr/>
          <p:nvPr/>
        </p:nvSpPr>
        <p:spPr>
          <a:xfrm>
            <a:off x="7172325" y="5334000"/>
            <a:ext cx="514350" cy="0"/>
          </a:xfrm>
          <a:prstGeom prst="line">
            <a:avLst/>
          </a:prstGeom>
          <a:noFill/>
          <a:ln w="47625">
            <a:solidFill>
              <a:srgbClr val="9AA0B5"/>
            </a:solidFill>
            <a:prstDash val="solid"/>
            <a:headEnd type="none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7762875" y="3429000"/>
            <a:ext cx="2762250" cy="3810000"/>
          </a:xfrm>
          <a:prstGeom prst="roundRect">
            <a:avLst>
              <a:gd name="adj" fmla="val 9655"/>
            </a:avLst>
          </a:prstGeom>
          <a:solidFill>
            <a:srgbClr val="1E212B"/>
          </a:solidFill>
          <a:ln w="28575">
            <a:solidFill>
              <a:srgbClr val="2C304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048625" y="3714750"/>
            <a:ext cx="647700" cy="647700"/>
          </a:xfrm>
          <a:prstGeom prst="ellipse">
            <a:avLst/>
          </a:prstGeom>
          <a:solidFill>
            <a:srgbClr val="3DD6A0"/>
          </a:solidFill>
          <a:ln/>
        </p:spPr>
      </p:sp>
      <p:sp>
        <p:nvSpPr>
          <p:cNvPr id="15" name="Text 13"/>
          <p:cNvSpPr/>
          <p:nvPr/>
        </p:nvSpPr>
        <p:spPr>
          <a:xfrm>
            <a:off x="8048625" y="3714750"/>
            <a:ext cx="647700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dirty="0" spc="2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3</a:t>
            </a:r>
            <a:endParaRPr lang="en-US" sz="2550" dirty="0"/>
          </a:p>
        </p:txBody>
      </p:sp>
      <p:sp>
        <p:nvSpPr>
          <p:cNvPr id="16" name="Text 14"/>
          <p:cNvSpPr/>
          <p:nvPr/>
        </p:nvSpPr>
        <p:spPr>
          <a:xfrm>
            <a:off x="8067675" y="4572000"/>
            <a:ext cx="2152650" cy="2476500"/>
          </a:xfrm>
          <a:prstGeom prst="rect">
            <a:avLst/>
          </a:prstGeom>
          <a:noFill/>
          <a:ln/>
        </p:spPr>
        <p:txBody>
          <a:bodyPr wrap="square" lIns="0" tIns="18859" rIns="0" bIns="-18859" rtlCol="0" anchor="t"/>
          <a:lstStyle/>
          <a:p>
            <a:pPr algn="l" indent="0" marL="0">
              <a:lnSpc>
                <a:spcPts val="3375"/>
              </a:lnSpc>
              <a:buNone/>
            </a:pPr>
            <a:r>
              <a:rPr lang="en-US" sz="2700" dirty="0" spc="-27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Vùng</a:t>
            </a:r>
            <a:r>
              <a:rPr lang="en-US" sz="2700" dirty="0" spc="-26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Wernicke:</a:t>
            </a:r>
            <a:r>
              <a:rPr lang="en-US" sz="2700" dirty="0" spc="-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hiểu</a:t>
            </a:r>
            <a:r>
              <a:rPr lang="en-US" sz="2700" dirty="0" spc="-1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ngôn</a:t>
            </a:r>
            <a:r>
              <a:rPr lang="en-US" sz="2700" dirty="0" spc="-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ngữ</a:t>
            </a:r>
            <a:endParaRPr lang="en-US" sz="2700" dirty="0"/>
          </a:p>
        </p:txBody>
      </p:sp>
      <p:sp>
        <p:nvSpPr>
          <p:cNvPr id="17" name="Connector line-1792580780186-285533843"/>
          <p:cNvSpPr/>
          <p:nvPr/>
        </p:nvSpPr>
        <p:spPr>
          <a:xfrm>
            <a:off x="10601325" y="5334000"/>
            <a:ext cx="514350" cy="0"/>
          </a:xfrm>
          <a:prstGeom prst="line">
            <a:avLst/>
          </a:prstGeom>
          <a:noFill/>
          <a:ln w="47625">
            <a:solidFill>
              <a:srgbClr val="9AA0B5"/>
            </a:solidFill>
            <a:prstDash val="solid"/>
            <a:headEnd type="none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11191875" y="3429000"/>
            <a:ext cx="2762250" cy="3810000"/>
          </a:xfrm>
          <a:prstGeom prst="roundRect">
            <a:avLst>
              <a:gd name="adj" fmla="val 9655"/>
            </a:avLst>
          </a:prstGeom>
          <a:solidFill>
            <a:srgbClr val="1E212B"/>
          </a:solidFill>
          <a:ln w="28575">
            <a:solidFill>
              <a:srgbClr val="2C304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1477625" y="3714750"/>
            <a:ext cx="647700" cy="647700"/>
          </a:xfrm>
          <a:prstGeom prst="ellipse">
            <a:avLst/>
          </a:prstGeom>
          <a:solidFill>
            <a:srgbClr val="FF6A4D"/>
          </a:solidFill>
          <a:ln/>
        </p:spPr>
      </p:sp>
      <p:sp>
        <p:nvSpPr>
          <p:cNvPr id="20" name="Text 18"/>
          <p:cNvSpPr/>
          <p:nvPr/>
        </p:nvSpPr>
        <p:spPr>
          <a:xfrm>
            <a:off x="11477625" y="3714750"/>
            <a:ext cx="647700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dirty="0" spc="6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4</a:t>
            </a:r>
            <a:endParaRPr lang="en-US" sz="2550" dirty="0"/>
          </a:p>
        </p:txBody>
      </p:sp>
      <p:sp>
        <p:nvSpPr>
          <p:cNvPr id="21" name="Text 19"/>
          <p:cNvSpPr/>
          <p:nvPr/>
        </p:nvSpPr>
        <p:spPr>
          <a:xfrm>
            <a:off x="11496675" y="4572000"/>
            <a:ext cx="2152650" cy="2476500"/>
          </a:xfrm>
          <a:prstGeom prst="rect">
            <a:avLst/>
          </a:prstGeom>
          <a:noFill/>
          <a:ln/>
        </p:spPr>
        <p:txBody>
          <a:bodyPr wrap="square" lIns="0" tIns="18859" rIns="0" bIns="-18859" rtlCol="0" anchor="t"/>
          <a:lstStyle/>
          <a:p>
            <a:pPr algn="l" indent="0" marL="0">
              <a:lnSpc>
                <a:spcPts val="3375"/>
              </a:lnSpc>
              <a:buNone/>
            </a:pPr>
            <a:r>
              <a:rPr lang="en-US" sz="2700" dirty="0" spc="-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Bó</a:t>
            </a:r>
            <a:r>
              <a:rPr lang="en-US" sz="2700" dirty="0" spc="-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cung:</a:t>
            </a:r>
            <a:r>
              <a:rPr lang="en-US" sz="2700" dirty="0" spc="-7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bó</a:t>
            </a:r>
            <a:r>
              <a:rPr lang="en-US" sz="2700" dirty="0" spc="-1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chất</a:t>
            </a:r>
            <a:r>
              <a:rPr lang="en-US" sz="2700" dirty="0" spc="-15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trắng</a:t>
            </a:r>
            <a:r>
              <a:rPr lang="en-US" sz="2700" dirty="0" spc="-4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nối</a:t>
            </a:r>
            <a:r>
              <a:rPr lang="en-US" sz="2700" dirty="0" spc="-5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sang</a:t>
            </a:r>
            <a:r>
              <a:rPr lang="en-US" sz="2700" dirty="0" spc="-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thùy</a:t>
            </a:r>
            <a:r>
              <a:rPr lang="en-US" sz="2700" dirty="0" spc="-16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trán</a:t>
            </a:r>
            <a:endParaRPr lang="en-US" sz="2700" dirty="0"/>
          </a:p>
        </p:txBody>
      </p:sp>
      <p:sp>
        <p:nvSpPr>
          <p:cNvPr id="22" name="Connector line-1792580780189-620011763"/>
          <p:cNvSpPr/>
          <p:nvPr/>
        </p:nvSpPr>
        <p:spPr>
          <a:xfrm>
            <a:off x="14020800" y="5334000"/>
            <a:ext cx="514350" cy="0"/>
          </a:xfrm>
          <a:prstGeom prst="line">
            <a:avLst/>
          </a:prstGeom>
          <a:noFill/>
          <a:ln w="47625">
            <a:solidFill>
              <a:srgbClr val="9AA0B5"/>
            </a:solidFill>
            <a:prstDash val="solid"/>
            <a:headEnd type="none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14611350" y="3429000"/>
            <a:ext cx="2762250" cy="3810000"/>
          </a:xfrm>
          <a:prstGeom prst="roundRect">
            <a:avLst>
              <a:gd name="adj" fmla="val 9655"/>
            </a:avLst>
          </a:prstGeom>
          <a:solidFill>
            <a:srgbClr val="1E212B"/>
          </a:solidFill>
          <a:ln w="28575">
            <a:solidFill>
              <a:srgbClr val="2C304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4897100" y="3714750"/>
            <a:ext cx="647700" cy="647700"/>
          </a:xfrm>
          <a:prstGeom prst="ellipse">
            <a:avLst/>
          </a:prstGeom>
          <a:solidFill>
            <a:srgbClr val="7C93FF"/>
          </a:solidFill>
          <a:ln/>
        </p:spPr>
      </p:sp>
      <p:sp>
        <p:nvSpPr>
          <p:cNvPr id="25" name="Text 23"/>
          <p:cNvSpPr/>
          <p:nvPr/>
        </p:nvSpPr>
        <p:spPr>
          <a:xfrm>
            <a:off x="14897100" y="3714750"/>
            <a:ext cx="647700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dirty="0" spc="-6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5</a:t>
            </a:r>
            <a:endParaRPr lang="en-US" sz="2550" dirty="0"/>
          </a:p>
        </p:txBody>
      </p:sp>
      <p:sp>
        <p:nvSpPr>
          <p:cNvPr id="26" name="Text 24"/>
          <p:cNvSpPr/>
          <p:nvPr/>
        </p:nvSpPr>
        <p:spPr>
          <a:xfrm>
            <a:off x="14916150" y="4572000"/>
            <a:ext cx="2152650" cy="2476500"/>
          </a:xfrm>
          <a:prstGeom prst="rect">
            <a:avLst/>
          </a:prstGeom>
          <a:noFill/>
          <a:ln/>
        </p:spPr>
        <p:txBody>
          <a:bodyPr wrap="square" lIns="0" tIns="18859" rIns="0" bIns="-18859" rtlCol="0" anchor="t"/>
          <a:lstStyle/>
          <a:p>
            <a:pPr algn="l" indent="0" marL="0">
              <a:lnSpc>
                <a:spcPts val="3375"/>
              </a:lnSpc>
              <a:buNone/>
            </a:pPr>
            <a:r>
              <a:rPr lang="en-US" sz="2700" dirty="0" spc="-27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Vùng</a:t>
            </a:r>
            <a:r>
              <a:rPr lang="en-US" sz="2700" dirty="0" spc="-16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Broca:</a:t>
            </a:r>
            <a:r>
              <a:rPr lang="en-US" sz="2700" dirty="0" spc="-1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tạo</a:t>
            </a:r>
            <a:r>
              <a:rPr lang="en-US" sz="2700" dirty="0" spc="-28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ra</a:t>
            </a:r>
            <a:r>
              <a:rPr lang="en-US" sz="2700" dirty="0" spc="-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lời</a:t>
            </a:r>
            <a:r>
              <a:rPr lang="en-US" sz="2700" dirty="0" spc="-5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nói</a:t>
            </a:r>
            <a:endParaRPr lang="en-US" sz="2700" dirty="0"/>
          </a:p>
        </p:txBody>
      </p:sp>
      <p:sp>
        <p:nvSpPr>
          <p:cNvPr id="27" name="Text 25"/>
          <p:cNvSpPr/>
          <p:nvPr/>
        </p:nvSpPr>
        <p:spPr>
          <a:xfrm>
            <a:off x="914400" y="8991600"/>
            <a:ext cx="164592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Nguồn:</a:t>
            </a:r>
            <a:r>
              <a:rPr lang="en-US" sz="1800" dirty="0" spc="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[S1]</a:t>
            </a:r>
            <a:endParaRPr lang="en-US" sz="1800" dirty="0"/>
          </a:p>
        </p:txBody>
      </p:sp>
      <p:sp>
        <p:nvSpPr>
          <p:cNvPr id="28" name="Shape 26"/>
          <p:cNvSpPr/>
          <p:nvPr/>
        </p:nvSpPr>
        <p:spPr>
          <a:xfrm>
            <a:off x="9429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11715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14001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16287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18573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20859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23145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25431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27717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30003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32289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34575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3667125" y="9544050"/>
            <a:ext cx="152400" cy="152400"/>
          </a:xfrm>
          <a:prstGeom prst="ellipse">
            <a:avLst/>
          </a:prstGeom>
          <a:solidFill>
            <a:srgbClr val="FF6A4D"/>
          </a:solidFill>
          <a:ln/>
        </p:spPr>
      </p:sp>
      <p:sp>
        <p:nvSpPr>
          <p:cNvPr id="41" name="Shape 39"/>
          <p:cNvSpPr/>
          <p:nvPr/>
        </p:nvSpPr>
        <p:spPr>
          <a:xfrm>
            <a:off x="39147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41433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43719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4" name="Shape 42"/>
          <p:cNvSpPr/>
          <p:nvPr/>
        </p:nvSpPr>
        <p:spPr>
          <a:xfrm>
            <a:off x="46005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5" name="Shape 43"/>
          <p:cNvSpPr/>
          <p:nvPr/>
        </p:nvSpPr>
        <p:spPr>
          <a:xfrm>
            <a:off x="48291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6" name="Shape 44"/>
          <p:cNvSpPr/>
          <p:nvPr/>
        </p:nvSpPr>
        <p:spPr>
          <a:xfrm>
            <a:off x="50577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7" name="Shape 45"/>
          <p:cNvSpPr/>
          <p:nvPr/>
        </p:nvSpPr>
        <p:spPr>
          <a:xfrm>
            <a:off x="52863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8" name="Shape 46"/>
          <p:cNvSpPr/>
          <p:nvPr/>
        </p:nvSpPr>
        <p:spPr>
          <a:xfrm>
            <a:off x="55149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9" name="Shape 47"/>
          <p:cNvSpPr/>
          <p:nvPr/>
        </p:nvSpPr>
        <p:spPr>
          <a:xfrm>
            <a:off x="57435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0" name="Shape 48"/>
          <p:cNvSpPr/>
          <p:nvPr/>
        </p:nvSpPr>
        <p:spPr>
          <a:xfrm>
            <a:off x="59721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1" name="Shape 49"/>
          <p:cNvSpPr/>
          <p:nvPr/>
        </p:nvSpPr>
        <p:spPr>
          <a:xfrm>
            <a:off x="62007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2" name="Shape 50"/>
          <p:cNvSpPr/>
          <p:nvPr/>
        </p:nvSpPr>
        <p:spPr>
          <a:xfrm>
            <a:off x="64293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3" name="Shape 51"/>
          <p:cNvSpPr/>
          <p:nvPr/>
        </p:nvSpPr>
        <p:spPr>
          <a:xfrm>
            <a:off x="66579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4" name="Shape 52"/>
          <p:cNvSpPr/>
          <p:nvPr/>
        </p:nvSpPr>
        <p:spPr>
          <a:xfrm>
            <a:off x="68865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5" name="Shape 53"/>
          <p:cNvSpPr/>
          <p:nvPr/>
        </p:nvSpPr>
        <p:spPr>
          <a:xfrm>
            <a:off x="71151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6" name="Shape 54"/>
          <p:cNvSpPr/>
          <p:nvPr/>
        </p:nvSpPr>
        <p:spPr>
          <a:xfrm>
            <a:off x="73437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7" name="Shape 55"/>
          <p:cNvSpPr/>
          <p:nvPr/>
        </p:nvSpPr>
        <p:spPr>
          <a:xfrm>
            <a:off x="75723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8" name="Shape 56"/>
          <p:cNvSpPr/>
          <p:nvPr/>
        </p:nvSpPr>
        <p:spPr>
          <a:xfrm>
            <a:off x="78009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9" name="Shape 57"/>
          <p:cNvSpPr/>
          <p:nvPr/>
        </p:nvSpPr>
        <p:spPr>
          <a:xfrm>
            <a:off x="80295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0" name="Shape 58"/>
          <p:cNvSpPr/>
          <p:nvPr/>
        </p:nvSpPr>
        <p:spPr>
          <a:xfrm>
            <a:off x="82581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1" name="Shape 59"/>
          <p:cNvSpPr/>
          <p:nvPr/>
        </p:nvSpPr>
        <p:spPr>
          <a:xfrm>
            <a:off x="84867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2" name="Shape 60"/>
          <p:cNvSpPr/>
          <p:nvPr/>
        </p:nvSpPr>
        <p:spPr>
          <a:xfrm>
            <a:off x="87153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3" name="Shape 61"/>
          <p:cNvSpPr/>
          <p:nvPr/>
        </p:nvSpPr>
        <p:spPr>
          <a:xfrm>
            <a:off x="89439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4" name="Shape 62"/>
          <p:cNvSpPr/>
          <p:nvPr/>
        </p:nvSpPr>
        <p:spPr>
          <a:xfrm>
            <a:off x="91725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5" name="Shape 63"/>
          <p:cNvSpPr/>
          <p:nvPr/>
        </p:nvSpPr>
        <p:spPr>
          <a:xfrm>
            <a:off x="94011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6" name="Shape 64"/>
          <p:cNvSpPr/>
          <p:nvPr/>
        </p:nvSpPr>
        <p:spPr>
          <a:xfrm>
            <a:off x="96297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7" name="Text 65"/>
          <p:cNvSpPr/>
          <p:nvPr/>
        </p:nvSpPr>
        <p:spPr>
          <a:xfrm>
            <a:off x="10058400" y="9467850"/>
            <a:ext cx="4953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Multiple-report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3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L08</a:t>
            </a:r>
            <a:r>
              <a:rPr lang="en-US" sz="180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1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13/39</a:t>
            </a:r>
            <a:endParaRPr lang="en-US" sz="1800" dirty="0"/>
          </a:p>
        </p:txBody>
      </p:sp>
      <p:sp>
        <p:nvSpPr>
          <p:cNvPr id="68" name="Shape 66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69" name="Moda image moda-export-watermark-de87f629-4523-4821-b1ee-376ba41a161e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6459200" cy="1809750"/>
          </a:xfrm>
          <a:prstGeom prst="rect">
            <a:avLst/>
          </a:prstGeom>
          <a:noFill/>
          <a:ln/>
        </p:spPr>
        <p:txBody>
          <a:bodyPr wrap="square" lIns="0" tIns="43434" rIns="0" bIns="-43434" rtlCol="0" anchor="t"/>
          <a:lstStyle/>
          <a:p>
            <a:pPr algn="l" indent="0" marL="0">
              <a:lnSpc>
                <a:spcPts val="6156"/>
              </a:lnSpc>
              <a:buNone/>
            </a:pPr>
            <a:r>
              <a:rPr lang="en-US" sz="57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Thùy</a:t>
            </a:r>
            <a:r>
              <a:rPr lang="en-US" sz="57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thái</a:t>
            </a:r>
            <a:r>
              <a:rPr lang="en-US" sz="5700" dirty="0" spc="-49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dương:</a:t>
            </a:r>
            <a:r>
              <a:rPr lang="en-US" sz="57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thẻ hồ</a:t>
            </a:r>
            <a:r>
              <a:rPr lang="en-US" sz="5700" dirty="0" spc="-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sơ</a:t>
            </a:r>
            <a:endParaRPr lang="en-US" sz="5700" dirty="0"/>
          </a:p>
        </p:txBody>
      </p:sp>
      <p:sp>
        <p:nvSpPr>
          <p:cNvPr id="3" name="Shape 1"/>
          <p:cNvSpPr/>
          <p:nvPr/>
        </p:nvSpPr>
        <p:spPr>
          <a:xfrm>
            <a:off x="914400" y="2724150"/>
            <a:ext cx="5305425" cy="2838450"/>
          </a:xfrm>
          <a:prstGeom prst="roundRect">
            <a:avLst>
              <a:gd name="adj" fmla="val 8054"/>
            </a:avLst>
          </a:prstGeom>
          <a:solidFill>
            <a:srgbClr val="E8E0CF"/>
          </a:solidFill>
          <a:ln/>
        </p:spPr>
      </p:sp>
      <p:sp>
        <p:nvSpPr>
          <p:cNvPr id="4" name="Shape 2"/>
          <p:cNvSpPr/>
          <p:nvPr/>
        </p:nvSpPr>
        <p:spPr>
          <a:xfrm>
            <a:off x="914400" y="2724150"/>
            <a:ext cx="114300" cy="2838450"/>
          </a:xfrm>
          <a:prstGeom prst="roundRect">
            <a:avLst>
              <a:gd name="adj" fmla="val 50000"/>
            </a:avLst>
          </a:prstGeom>
          <a:solidFill>
            <a:srgbClr val="1F3FD1"/>
          </a:solidFill>
          <a:ln/>
        </p:spPr>
      </p:sp>
      <p:sp>
        <p:nvSpPr>
          <p:cNvPr id="5" name="Text 3"/>
          <p:cNvSpPr/>
          <p:nvPr/>
        </p:nvSpPr>
        <p:spPr>
          <a:xfrm>
            <a:off x="1295400" y="2933700"/>
            <a:ext cx="4695825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dirty="0" spc="3" kern="0">
                <a:solidFill>
                  <a:srgbClr val="1F3FD1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Ở</a:t>
            </a:r>
            <a:r>
              <a:rPr lang="en-US" sz="2100" dirty="0" spc="7" kern="0">
                <a:solidFill>
                  <a:srgbClr val="1F3FD1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đâu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1295400" y="3448050"/>
            <a:ext cx="4695825" cy="1962150"/>
          </a:xfrm>
          <a:prstGeom prst="rect">
            <a:avLst/>
          </a:prstGeom>
          <a:noFill/>
          <a:ln/>
        </p:spPr>
        <p:txBody>
          <a:bodyPr wrap="square" lIns="0" tIns="17796" rIns="0" bIns="-17796" rtlCol="0" anchor="t"/>
          <a:lstStyle/>
          <a:p>
            <a:pPr algn="l" indent="0" marL="0">
              <a:lnSpc>
                <a:spcPts val="3188"/>
              </a:lnSpc>
              <a:buNone/>
            </a:pPr>
            <a:r>
              <a:rPr lang="en-US" sz="2550" dirty="0" spc="-5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Phần</a:t>
            </a:r>
            <a:r>
              <a:rPr lang="en-US" sz="2550" dirty="0" spc="-6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bên</a:t>
            </a:r>
            <a:r>
              <a:rPr lang="en-US" sz="2550" dirty="0" spc="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mỗi</a:t>
            </a:r>
            <a:r>
              <a:rPr lang="en-US" sz="2550" dirty="0" spc="-5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bán</a:t>
            </a:r>
            <a:r>
              <a:rPr lang="en-US" sz="2550" dirty="0" spc="-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cầu,</a:t>
            </a:r>
            <a:r>
              <a:rPr lang="en-US" sz="2550" dirty="0" spc="10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dưới</a:t>
            </a:r>
            <a:r>
              <a:rPr lang="en-US" sz="2550" dirty="0" spc="-2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thái</a:t>
            </a:r>
            <a:r>
              <a:rPr lang="en-US" sz="2550" dirty="0" spc="3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dương,</a:t>
            </a:r>
            <a:r>
              <a:rPr lang="en-US" sz="2550" dirty="0" spc="10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dưới</a:t>
            </a:r>
            <a:r>
              <a:rPr lang="en-US" sz="2550" dirty="0" spc="-19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rãnh</a:t>
            </a:r>
            <a:r>
              <a:rPr lang="en-US" sz="2550" dirty="0" spc="-6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bên</a:t>
            </a:r>
            <a:r>
              <a:rPr lang="en-US" sz="2550" dirty="0" spc="-2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</a:t>
            </a:r>
            <a:pPr algn="l" indent="0" marL="0">
              <a:lnSpc>
                <a:spcPts val="3188"/>
              </a:lnSpc>
              <a:buNone/>
            </a:pPr>
            <a:r>
              <a:rPr lang="en-US" sz="2550" dirty="0" spc="-4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[S1]</a:t>
            </a:r>
            <a:r>
              <a:rPr lang="en-US" sz="2550" dirty="0" spc="-2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[S4]</a:t>
            </a:r>
            <a:endParaRPr lang="en-US" sz="2550" dirty="0"/>
          </a:p>
        </p:txBody>
      </p:sp>
      <p:sp>
        <p:nvSpPr>
          <p:cNvPr id="7" name="Shape 5"/>
          <p:cNvSpPr/>
          <p:nvPr/>
        </p:nvSpPr>
        <p:spPr>
          <a:xfrm>
            <a:off x="6486525" y="2724150"/>
            <a:ext cx="5305425" cy="2838450"/>
          </a:xfrm>
          <a:prstGeom prst="roundRect">
            <a:avLst>
              <a:gd name="adj" fmla="val 8054"/>
            </a:avLst>
          </a:prstGeom>
          <a:solidFill>
            <a:srgbClr val="E8E0CF"/>
          </a:solidFill>
          <a:ln/>
        </p:spPr>
      </p:sp>
      <p:sp>
        <p:nvSpPr>
          <p:cNvPr id="8" name="Shape 6"/>
          <p:cNvSpPr/>
          <p:nvPr/>
        </p:nvSpPr>
        <p:spPr>
          <a:xfrm>
            <a:off x="6486525" y="2724150"/>
            <a:ext cx="114300" cy="2838450"/>
          </a:xfrm>
          <a:prstGeom prst="roundRect">
            <a:avLst>
              <a:gd name="adj" fmla="val 50000"/>
            </a:avLst>
          </a:prstGeom>
          <a:solidFill>
            <a:srgbClr val="B45309"/>
          </a:solidFill>
          <a:ln/>
        </p:spPr>
      </p:sp>
      <p:sp>
        <p:nvSpPr>
          <p:cNvPr id="9" name="Text 7"/>
          <p:cNvSpPr/>
          <p:nvPr/>
        </p:nvSpPr>
        <p:spPr>
          <a:xfrm>
            <a:off x="6867525" y="2933700"/>
            <a:ext cx="4695825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dirty="0" spc="-6" kern="0">
                <a:solidFill>
                  <a:srgbClr val="B45309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Gồm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6867525" y="3448050"/>
            <a:ext cx="4695825" cy="1962150"/>
          </a:xfrm>
          <a:prstGeom prst="rect">
            <a:avLst/>
          </a:prstGeom>
          <a:noFill/>
          <a:ln/>
        </p:spPr>
        <p:txBody>
          <a:bodyPr wrap="square" lIns="0" tIns="17796" rIns="0" bIns="-17796" rtlCol="0" anchor="t"/>
          <a:lstStyle/>
          <a:p>
            <a:pPr algn="l" indent="0" marL="0">
              <a:lnSpc>
                <a:spcPts val="3188"/>
              </a:lnSpc>
              <a:buNone/>
            </a:pPr>
            <a:r>
              <a:rPr lang="en-US" sz="2550" dirty="0" spc="-63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Vỏ</a:t>
            </a:r>
            <a:r>
              <a:rPr lang="en-US" sz="2550" dirty="0" spc="-3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thính</a:t>
            </a:r>
            <a:r>
              <a:rPr lang="en-US" sz="2550" dirty="0" spc="0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giác;</a:t>
            </a:r>
            <a:r>
              <a:rPr lang="en-US" sz="2550" dirty="0" spc="-2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vùng</a:t>
            </a:r>
            <a:r>
              <a:rPr lang="en-US" sz="2550" dirty="0" spc="-22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Wernicke;</a:t>
            </a:r>
            <a:r>
              <a:rPr lang="en-US" sz="2550" dirty="0" spc="-1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mặt</a:t>
            </a:r>
            <a:r>
              <a:rPr lang="en-US" sz="2550" dirty="0" spc="10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dưới</a:t>
            </a:r>
            <a:r>
              <a:rPr lang="en-US" sz="2550" dirty="0" spc="-5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(nhận</a:t>
            </a:r>
            <a:r>
              <a:rPr lang="en-US" sz="2550" dirty="0" spc="-9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mặt,</a:t>
            </a:r>
            <a:r>
              <a:rPr lang="en-US" sz="2550" dirty="0" spc="-2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nơi</a:t>
            </a:r>
            <a:r>
              <a:rPr lang="en-US" sz="2550" dirty="0" spc="-4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chốn); phần</a:t>
            </a:r>
            <a:r>
              <a:rPr lang="en-US" sz="2550" dirty="0" spc="-16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trong</a:t>
            </a:r>
            <a:r>
              <a:rPr lang="en-US" sz="2550" dirty="0" spc="0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của</a:t>
            </a:r>
            <a:r>
              <a:rPr lang="en-US" sz="2550" dirty="0" spc="-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thùy</a:t>
            </a:r>
            <a:r>
              <a:rPr lang="en-US" sz="2550" dirty="0" spc="-2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thái</a:t>
            </a:r>
            <a:r>
              <a:rPr lang="en-US" sz="2550" dirty="0" spc="4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dương</a:t>
            </a:r>
            <a:r>
              <a:rPr lang="en-US" sz="2550" dirty="0" spc="0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</a:t>
            </a:r>
            <a:pPr algn="l" indent="0" marL="0">
              <a:lnSpc>
                <a:spcPts val="3188"/>
              </a:lnSpc>
              <a:buNone/>
            </a:pPr>
            <a:r>
              <a:rPr lang="en-US" sz="2550" dirty="0" spc="-4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[S1]</a:t>
            </a:r>
            <a:endParaRPr lang="en-US" sz="2550" dirty="0"/>
          </a:p>
        </p:txBody>
      </p:sp>
      <p:sp>
        <p:nvSpPr>
          <p:cNvPr id="11" name="Shape 9"/>
          <p:cNvSpPr/>
          <p:nvPr/>
        </p:nvSpPr>
        <p:spPr>
          <a:xfrm>
            <a:off x="12068175" y="2724150"/>
            <a:ext cx="5305425" cy="2838450"/>
          </a:xfrm>
          <a:prstGeom prst="roundRect">
            <a:avLst>
              <a:gd name="adj" fmla="val 8054"/>
            </a:avLst>
          </a:prstGeom>
          <a:solidFill>
            <a:srgbClr val="E8E0CF"/>
          </a:solidFill>
          <a:ln/>
        </p:spPr>
      </p:sp>
      <p:sp>
        <p:nvSpPr>
          <p:cNvPr id="12" name="Shape 10"/>
          <p:cNvSpPr/>
          <p:nvPr/>
        </p:nvSpPr>
        <p:spPr>
          <a:xfrm>
            <a:off x="12068175" y="2724150"/>
            <a:ext cx="114300" cy="2838450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/>
        </p:spPr>
      </p:sp>
      <p:sp>
        <p:nvSpPr>
          <p:cNvPr id="13" name="Text 11"/>
          <p:cNvSpPr/>
          <p:nvPr/>
        </p:nvSpPr>
        <p:spPr>
          <a:xfrm>
            <a:off x="12449175" y="2933700"/>
            <a:ext cx="4695825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dirty="0" spc="-33" kern="0">
                <a:solidFill>
                  <a:srgbClr val="0F766E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Kết</a:t>
            </a:r>
            <a:r>
              <a:rPr lang="en-US" sz="2100" dirty="0" spc="-5" kern="0">
                <a:solidFill>
                  <a:srgbClr val="0F766E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nối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12449175" y="3448050"/>
            <a:ext cx="4695825" cy="1962150"/>
          </a:xfrm>
          <a:prstGeom prst="rect">
            <a:avLst/>
          </a:prstGeom>
          <a:noFill/>
          <a:ln/>
        </p:spPr>
        <p:txBody>
          <a:bodyPr wrap="square" lIns="0" tIns="17796" rIns="0" bIns="-17796" rtlCol="0" anchor="t"/>
          <a:lstStyle/>
          <a:p>
            <a:pPr algn="l" indent="0" marL="0">
              <a:lnSpc>
                <a:spcPts val="3188"/>
              </a:lnSpc>
              <a:buNone/>
            </a:pPr>
            <a:r>
              <a:rPr lang="en-US" sz="2550" dirty="0" spc="2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Bó</a:t>
            </a:r>
            <a:r>
              <a:rPr lang="en-US" sz="2550" dirty="0" spc="-2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cung</a:t>
            </a:r>
            <a:r>
              <a:rPr lang="en-US" sz="2550" dirty="0" spc="-7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tới</a:t>
            </a:r>
            <a:r>
              <a:rPr lang="en-US" sz="2550" dirty="0" spc="-2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vùng</a:t>
            </a:r>
            <a:r>
              <a:rPr lang="en-US" sz="2550" dirty="0" spc="-15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Broca;</a:t>
            </a:r>
            <a:r>
              <a:rPr lang="en-US" sz="2550" dirty="0" spc="-12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mặt</a:t>
            </a:r>
            <a:r>
              <a:rPr lang="en-US" sz="2550" dirty="0" spc="1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dưới</a:t>
            </a:r>
            <a:r>
              <a:rPr lang="en-US" sz="2550" dirty="0" spc="-5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nhận</a:t>
            </a:r>
            <a:r>
              <a:rPr lang="en-US" sz="2550" dirty="0" spc="-2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tín</a:t>
            </a:r>
            <a:r>
              <a:rPr lang="en-US" sz="2550" dirty="0" spc="-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hiệu từ</a:t>
            </a:r>
            <a:r>
              <a:rPr lang="en-US" sz="2550" dirty="0" spc="-18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vỏ</a:t>
            </a:r>
            <a:r>
              <a:rPr lang="en-US" sz="2550" dirty="0" spc="-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thị</a:t>
            </a:r>
            <a:r>
              <a:rPr lang="en-US" sz="2550" dirty="0" spc="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giác</a:t>
            </a:r>
            <a:r>
              <a:rPr lang="en-US" sz="2550" dirty="0" spc="-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</a:t>
            </a:r>
            <a:pPr algn="l" indent="0" marL="0">
              <a:lnSpc>
                <a:spcPts val="3188"/>
              </a:lnSpc>
              <a:buNone/>
            </a:pPr>
            <a:r>
              <a:rPr lang="en-US" sz="2550" dirty="0" spc="-4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[S1]</a:t>
            </a:r>
            <a:endParaRPr lang="en-US" sz="2550" dirty="0"/>
          </a:p>
        </p:txBody>
      </p:sp>
      <p:sp>
        <p:nvSpPr>
          <p:cNvPr id="15" name="Shape 13"/>
          <p:cNvSpPr/>
          <p:nvPr/>
        </p:nvSpPr>
        <p:spPr>
          <a:xfrm>
            <a:off x="914400" y="5829300"/>
            <a:ext cx="5305425" cy="2838450"/>
          </a:xfrm>
          <a:prstGeom prst="roundRect">
            <a:avLst>
              <a:gd name="adj" fmla="val 8054"/>
            </a:avLst>
          </a:prstGeom>
          <a:solidFill>
            <a:srgbClr val="E8E0CF"/>
          </a:solidFill>
          <a:ln/>
        </p:spPr>
      </p:sp>
      <p:sp>
        <p:nvSpPr>
          <p:cNvPr id="16" name="Shape 14"/>
          <p:cNvSpPr/>
          <p:nvPr/>
        </p:nvSpPr>
        <p:spPr>
          <a:xfrm>
            <a:off x="914400" y="5829300"/>
            <a:ext cx="114300" cy="2838450"/>
          </a:xfrm>
          <a:prstGeom prst="roundRect">
            <a:avLst>
              <a:gd name="adj" fmla="val 50000"/>
            </a:avLst>
          </a:prstGeom>
          <a:solidFill>
            <a:srgbClr val="E8472B"/>
          </a:solidFill>
          <a:ln/>
        </p:spPr>
      </p:sp>
      <p:sp>
        <p:nvSpPr>
          <p:cNvPr id="17" name="Text 15"/>
          <p:cNvSpPr/>
          <p:nvPr/>
        </p:nvSpPr>
        <p:spPr>
          <a:xfrm>
            <a:off x="1295400" y="6038850"/>
            <a:ext cx="4695825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dirty="0" spc="-6" kern="0">
                <a:solidFill>
                  <a:srgbClr val="E8472B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Chất</a:t>
            </a:r>
            <a:r>
              <a:rPr lang="en-US" sz="2100" dirty="0" spc="-3" kern="0">
                <a:solidFill>
                  <a:srgbClr val="E8472B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dẫn</a:t>
            </a:r>
            <a:r>
              <a:rPr lang="en-US" sz="2100" dirty="0" spc="-11" kern="0">
                <a:solidFill>
                  <a:srgbClr val="E8472B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truyền</a:t>
            </a:r>
            <a:endParaRPr lang="en-US" sz="2100" dirty="0"/>
          </a:p>
        </p:txBody>
      </p:sp>
      <p:sp>
        <p:nvSpPr>
          <p:cNvPr id="18" name="Text 16"/>
          <p:cNvSpPr/>
          <p:nvPr/>
        </p:nvSpPr>
        <p:spPr>
          <a:xfrm>
            <a:off x="1295400" y="6553200"/>
            <a:ext cx="4695825" cy="1962150"/>
          </a:xfrm>
          <a:prstGeom prst="rect">
            <a:avLst/>
          </a:prstGeom>
          <a:noFill/>
          <a:ln/>
        </p:spPr>
        <p:txBody>
          <a:bodyPr wrap="square" lIns="0" tIns="17796" rIns="0" bIns="-17796" rtlCol="0" anchor="t"/>
          <a:lstStyle/>
          <a:p>
            <a:pPr algn="l" indent="0" marL="0">
              <a:lnSpc>
                <a:spcPts val="3188"/>
              </a:lnSpc>
              <a:buNone/>
            </a:pPr>
            <a:r>
              <a:rPr lang="en-US" sz="2550" dirty="0" spc="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Giáo</a:t>
            </a:r>
            <a:r>
              <a:rPr lang="en-US" sz="2550" dirty="0" spc="7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trình</a:t>
            </a:r>
            <a:r>
              <a:rPr lang="en-US" sz="2550" dirty="0" spc="-3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không</a:t>
            </a:r>
            <a:r>
              <a:rPr lang="en-US" sz="2550" dirty="0" spc="-4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nêu</a:t>
            </a:r>
            <a:r>
              <a:rPr lang="en-US" sz="2550" dirty="0" spc="-1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chất</a:t>
            </a:r>
            <a:r>
              <a:rPr lang="en-US" sz="2550" dirty="0" spc="13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đặc</a:t>
            </a:r>
            <a:r>
              <a:rPr lang="en-US" sz="2550" dirty="0" spc="-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thù</a:t>
            </a:r>
            <a:r>
              <a:rPr lang="en-US" sz="2550" dirty="0" spc="-3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cho</a:t>
            </a:r>
            <a:r>
              <a:rPr lang="en-US" sz="2550" dirty="0" spc="-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các</a:t>
            </a:r>
            <a:r>
              <a:rPr lang="en-US" sz="2550" dirty="0" spc="-2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vùng</a:t>
            </a:r>
            <a:r>
              <a:rPr lang="en-US" sz="2550" dirty="0" spc="-1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này;</a:t>
            </a:r>
            <a:r>
              <a:rPr lang="en-US" sz="2550" dirty="0" spc="-18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xem</a:t>
            </a:r>
            <a:r>
              <a:rPr lang="en-US" sz="2550" dirty="0" spc="-43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L03</a:t>
            </a:r>
            <a:endParaRPr lang="en-US" sz="2550" dirty="0"/>
          </a:p>
        </p:txBody>
      </p:sp>
      <p:sp>
        <p:nvSpPr>
          <p:cNvPr id="19" name="Shape 17"/>
          <p:cNvSpPr/>
          <p:nvPr/>
        </p:nvSpPr>
        <p:spPr>
          <a:xfrm>
            <a:off x="6486525" y="5829300"/>
            <a:ext cx="5305425" cy="2838450"/>
          </a:xfrm>
          <a:prstGeom prst="roundRect">
            <a:avLst>
              <a:gd name="adj" fmla="val 8054"/>
            </a:avLst>
          </a:prstGeom>
          <a:solidFill>
            <a:srgbClr val="E8E0CF"/>
          </a:solidFill>
          <a:ln/>
        </p:spPr>
      </p:sp>
      <p:sp>
        <p:nvSpPr>
          <p:cNvPr id="20" name="Shape 18"/>
          <p:cNvSpPr/>
          <p:nvPr/>
        </p:nvSpPr>
        <p:spPr>
          <a:xfrm>
            <a:off x="6486525" y="5829300"/>
            <a:ext cx="114300" cy="2838450"/>
          </a:xfrm>
          <a:prstGeom prst="roundRect">
            <a:avLst>
              <a:gd name="adj" fmla="val 50000"/>
            </a:avLst>
          </a:prstGeom>
          <a:solidFill>
            <a:srgbClr val="1F3FD1"/>
          </a:solidFill>
          <a:ln/>
        </p:spPr>
      </p:sp>
      <p:sp>
        <p:nvSpPr>
          <p:cNvPr id="21" name="Text 19"/>
          <p:cNvSpPr/>
          <p:nvPr/>
        </p:nvSpPr>
        <p:spPr>
          <a:xfrm>
            <a:off x="6867525" y="6038850"/>
            <a:ext cx="4695825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dirty="0" spc="2" kern="0">
                <a:solidFill>
                  <a:srgbClr val="1F3FD1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Khi</a:t>
            </a:r>
            <a:r>
              <a:rPr lang="en-US" sz="2100" dirty="0" spc="-8" kern="0">
                <a:solidFill>
                  <a:srgbClr val="1F3FD1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tổn</a:t>
            </a:r>
            <a:r>
              <a:rPr lang="en-US" sz="2100" dirty="0" spc="4" kern="0">
                <a:solidFill>
                  <a:srgbClr val="1F3FD1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thương</a:t>
            </a:r>
            <a:endParaRPr lang="en-US" sz="2100" dirty="0"/>
          </a:p>
        </p:txBody>
      </p:sp>
      <p:sp>
        <p:nvSpPr>
          <p:cNvPr id="22" name="Text 20"/>
          <p:cNvSpPr/>
          <p:nvPr/>
        </p:nvSpPr>
        <p:spPr>
          <a:xfrm>
            <a:off x="6867525" y="6553200"/>
            <a:ext cx="4695825" cy="1962150"/>
          </a:xfrm>
          <a:prstGeom prst="rect">
            <a:avLst/>
          </a:prstGeom>
          <a:noFill/>
          <a:ln/>
        </p:spPr>
        <p:txBody>
          <a:bodyPr wrap="square" lIns="0" tIns="17796" rIns="0" bIns="-17796" rtlCol="0" anchor="t"/>
          <a:lstStyle/>
          <a:p>
            <a:pPr algn="l" indent="0" marL="0">
              <a:lnSpc>
                <a:spcPts val="3188"/>
              </a:lnSpc>
              <a:buNone/>
            </a:pPr>
            <a:r>
              <a:rPr lang="en-US" sz="2550" dirty="0" spc="-14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Mặt</a:t>
            </a:r>
            <a:r>
              <a:rPr lang="en-US" sz="2550" dirty="0" spc="7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dưới:</a:t>
            </a:r>
            <a:r>
              <a:rPr lang="en-US" sz="2550" dirty="0" spc="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có</a:t>
            </a:r>
            <a:r>
              <a:rPr lang="en-US" sz="2550" dirty="0" spc="-4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thể</a:t>
            </a:r>
            <a:r>
              <a:rPr lang="en-US" sz="2550" dirty="0" spc="-1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mất</a:t>
            </a:r>
            <a:r>
              <a:rPr lang="en-US" sz="2550" dirty="0" spc="-5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nhận</a:t>
            </a:r>
            <a:r>
              <a:rPr lang="en-US" sz="2550" dirty="0" spc="-1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mặt</a:t>
            </a:r>
            <a:r>
              <a:rPr lang="en-US" sz="2550" dirty="0" spc="-9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(prosopagnosia),</a:t>
            </a:r>
            <a:r>
              <a:rPr lang="en-US" sz="2550" dirty="0" spc="2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ví</a:t>
            </a:r>
            <a:r>
              <a:rPr lang="en-US" sz="2550" dirty="0" spc="0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dụ</a:t>
            </a:r>
            <a:r>
              <a:rPr lang="en-US" sz="2550" dirty="0" spc="-5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sau</a:t>
            </a:r>
            <a:r>
              <a:rPr lang="en-US" sz="2550" dirty="0" spc="6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đột</a:t>
            </a:r>
            <a:r>
              <a:rPr lang="en-US" sz="2550" dirty="0" spc="-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quỵ </a:t>
            </a:r>
            <a:pPr algn="l" indent="0" marL="0">
              <a:lnSpc>
                <a:spcPts val="3188"/>
              </a:lnSpc>
              <a:buNone/>
            </a:pPr>
            <a:r>
              <a:rPr lang="en-US" sz="2550" dirty="0" spc="-4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[S1]</a:t>
            </a:r>
            <a:endParaRPr lang="en-US" sz="2550" dirty="0"/>
          </a:p>
        </p:txBody>
      </p:sp>
      <p:sp>
        <p:nvSpPr>
          <p:cNvPr id="23" name="Shape 21"/>
          <p:cNvSpPr/>
          <p:nvPr/>
        </p:nvSpPr>
        <p:spPr>
          <a:xfrm>
            <a:off x="12068175" y="5829300"/>
            <a:ext cx="5305425" cy="2838450"/>
          </a:xfrm>
          <a:prstGeom prst="roundRect">
            <a:avLst>
              <a:gd name="adj" fmla="val 8054"/>
            </a:avLst>
          </a:prstGeom>
          <a:solidFill>
            <a:srgbClr val="E8E0CF"/>
          </a:solidFill>
          <a:ln/>
        </p:spPr>
      </p:sp>
      <p:sp>
        <p:nvSpPr>
          <p:cNvPr id="24" name="Shape 22"/>
          <p:cNvSpPr/>
          <p:nvPr/>
        </p:nvSpPr>
        <p:spPr>
          <a:xfrm>
            <a:off x="12068175" y="5829300"/>
            <a:ext cx="114300" cy="2838450"/>
          </a:xfrm>
          <a:prstGeom prst="roundRect">
            <a:avLst>
              <a:gd name="adj" fmla="val 50000"/>
            </a:avLst>
          </a:prstGeom>
          <a:solidFill>
            <a:srgbClr val="B45309"/>
          </a:solidFill>
          <a:ln/>
        </p:spPr>
      </p:sp>
      <p:sp>
        <p:nvSpPr>
          <p:cNvPr id="25" name="Text 23"/>
          <p:cNvSpPr/>
          <p:nvPr/>
        </p:nvSpPr>
        <p:spPr>
          <a:xfrm>
            <a:off x="12449175" y="6038850"/>
            <a:ext cx="4695825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dirty="0" spc="22" kern="0">
                <a:solidFill>
                  <a:srgbClr val="B45309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Đừng</a:t>
            </a:r>
            <a:r>
              <a:rPr lang="en-US" sz="2100" dirty="0" spc="0" kern="0">
                <a:solidFill>
                  <a:srgbClr val="B45309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hiểu</a:t>
            </a:r>
            <a:r>
              <a:rPr lang="en-US" sz="2100" dirty="0" spc="-4" kern="0">
                <a:solidFill>
                  <a:srgbClr val="B45309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nhầm</a:t>
            </a:r>
            <a:endParaRPr lang="en-US" sz="2100" dirty="0"/>
          </a:p>
        </p:txBody>
      </p:sp>
      <p:sp>
        <p:nvSpPr>
          <p:cNvPr id="26" name="Text 24"/>
          <p:cNvSpPr/>
          <p:nvPr/>
        </p:nvSpPr>
        <p:spPr>
          <a:xfrm>
            <a:off x="12449175" y="6553200"/>
            <a:ext cx="4695825" cy="1962150"/>
          </a:xfrm>
          <a:prstGeom prst="rect">
            <a:avLst/>
          </a:prstGeom>
          <a:noFill/>
          <a:ln/>
        </p:spPr>
        <p:txBody>
          <a:bodyPr wrap="square" lIns="0" tIns="17796" rIns="0" bIns="-17796" rtlCol="0" anchor="t"/>
          <a:lstStyle/>
          <a:p>
            <a:pPr algn="l" indent="0" marL="0">
              <a:lnSpc>
                <a:spcPts val="3188"/>
              </a:lnSpc>
              <a:buNone/>
            </a:pPr>
            <a:r>
              <a:rPr lang="en-US" sz="2550" dirty="0" spc="-87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Ký</a:t>
            </a:r>
            <a:r>
              <a:rPr lang="en-US" sz="2550" dirty="0" spc="15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ức</a:t>
            </a:r>
            <a:r>
              <a:rPr lang="en-US" sz="2550" dirty="0" spc="-3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không</a:t>
            </a:r>
            <a:r>
              <a:rPr lang="en-US" sz="2550" dirty="0" spc="-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nằm</a:t>
            </a:r>
            <a:r>
              <a:rPr lang="en-US" sz="2550" dirty="0" spc="-12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gọn</a:t>
            </a:r>
            <a:r>
              <a:rPr lang="en-US" sz="2550" dirty="0" spc="3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ở</a:t>
            </a:r>
            <a:r>
              <a:rPr lang="en-US" sz="2550" dirty="0" spc="0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đây:</a:t>
            </a:r>
            <a:r>
              <a:rPr lang="en-US" sz="2550" dirty="0" spc="-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nơi</a:t>
            </a:r>
            <a:r>
              <a:rPr lang="en-US" sz="2550" dirty="0" spc="23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lưu</a:t>
            </a:r>
            <a:r>
              <a:rPr lang="en-US" sz="2550" dirty="0" spc="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cuối</a:t>
            </a:r>
            <a:r>
              <a:rPr lang="en-US" sz="2550" dirty="0" spc="-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cùng</a:t>
            </a:r>
            <a:r>
              <a:rPr lang="en-US" sz="2550" dirty="0" spc="4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thường</a:t>
            </a:r>
            <a:r>
              <a:rPr lang="en-US" sz="2550" dirty="0" spc="-3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là</a:t>
            </a:r>
            <a:r>
              <a:rPr lang="en-US" sz="2550" dirty="0" spc="-2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vùng</a:t>
            </a:r>
            <a:r>
              <a:rPr lang="en-US" sz="2550" dirty="0" spc="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giác</a:t>
            </a:r>
            <a:r>
              <a:rPr lang="en-US" sz="2550" dirty="0" spc="-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quan</a:t>
            </a:r>
            <a:r>
              <a:rPr lang="en-US" sz="2550" dirty="0" spc="4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tương</a:t>
            </a:r>
            <a:r>
              <a:rPr lang="en-US" sz="2550" dirty="0" spc="27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ứng</a:t>
            </a:r>
            <a:r>
              <a:rPr lang="en-US" sz="2550" dirty="0" spc="-3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</a:t>
            </a:r>
            <a:pPr algn="l" indent="0" marL="0">
              <a:lnSpc>
                <a:spcPts val="3188"/>
              </a:lnSpc>
              <a:buNone/>
            </a:pPr>
            <a:r>
              <a:rPr lang="en-US" sz="2550" dirty="0" spc="-3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[S3]</a:t>
            </a:r>
            <a:endParaRPr lang="en-US" sz="2550" dirty="0"/>
          </a:p>
        </p:txBody>
      </p:sp>
      <p:sp>
        <p:nvSpPr>
          <p:cNvPr id="27" name="Text 25"/>
          <p:cNvSpPr/>
          <p:nvPr/>
        </p:nvSpPr>
        <p:spPr>
          <a:xfrm>
            <a:off x="914400" y="8991600"/>
            <a:ext cx="164592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Nguồn:</a:t>
            </a:r>
            <a:r>
              <a:rPr lang="en-US" sz="180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[S1]</a:t>
            </a:r>
            <a:r>
              <a:rPr lang="en-US" sz="180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[S3]</a:t>
            </a:r>
            <a:r>
              <a:rPr lang="en-US" sz="180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[S4]</a:t>
            </a:r>
            <a:r>
              <a:rPr lang="en-US" sz="180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[S5]</a:t>
            </a:r>
            <a:endParaRPr lang="en-US" sz="1800" dirty="0"/>
          </a:p>
        </p:txBody>
      </p:sp>
      <p:sp>
        <p:nvSpPr>
          <p:cNvPr id="28" name="Shape 26"/>
          <p:cNvSpPr/>
          <p:nvPr/>
        </p:nvSpPr>
        <p:spPr>
          <a:xfrm>
            <a:off x="9429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11715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14001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16287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18573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20859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23145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25431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27717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30003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32289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34575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36861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3895725" y="9544050"/>
            <a:ext cx="152400" cy="1524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42" name="Shape 40"/>
          <p:cNvSpPr/>
          <p:nvPr/>
        </p:nvSpPr>
        <p:spPr>
          <a:xfrm>
            <a:off x="41433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43719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4" name="Shape 42"/>
          <p:cNvSpPr/>
          <p:nvPr/>
        </p:nvSpPr>
        <p:spPr>
          <a:xfrm>
            <a:off x="46005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5" name="Shape 43"/>
          <p:cNvSpPr/>
          <p:nvPr/>
        </p:nvSpPr>
        <p:spPr>
          <a:xfrm>
            <a:off x="48291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6" name="Shape 44"/>
          <p:cNvSpPr/>
          <p:nvPr/>
        </p:nvSpPr>
        <p:spPr>
          <a:xfrm>
            <a:off x="50577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7" name="Shape 45"/>
          <p:cNvSpPr/>
          <p:nvPr/>
        </p:nvSpPr>
        <p:spPr>
          <a:xfrm>
            <a:off x="52863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8" name="Shape 46"/>
          <p:cNvSpPr/>
          <p:nvPr/>
        </p:nvSpPr>
        <p:spPr>
          <a:xfrm>
            <a:off x="55149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9" name="Shape 47"/>
          <p:cNvSpPr/>
          <p:nvPr/>
        </p:nvSpPr>
        <p:spPr>
          <a:xfrm>
            <a:off x="57435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0" name="Shape 48"/>
          <p:cNvSpPr/>
          <p:nvPr/>
        </p:nvSpPr>
        <p:spPr>
          <a:xfrm>
            <a:off x="59721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1" name="Shape 49"/>
          <p:cNvSpPr/>
          <p:nvPr/>
        </p:nvSpPr>
        <p:spPr>
          <a:xfrm>
            <a:off x="62007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2" name="Shape 50"/>
          <p:cNvSpPr/>
          <p:nvPr/>
        </p:nvSpPr>
        <p:spPr>
          <a:xfrm>
            <a:off x="64293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3" name="Shape 51"/>
          <p:cNvSpPr/>
          <p:nvPr/>
        </p:nvSpPr>
        <p:spPr>
          <a:xfrm>
            <a:off x="66579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4" name="Shape 52"/>
          <p:cNvSpPr/>
          <p:nvPr/>
        </p:nvSpPr>
        <p:spPr>
          <a:xfrm>
            <a:off x="68865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5" name="Shape 53"/>
          <p:cNvSpPr/>
          <p:nvPr/>
        </p:nvSpPr>
        <p:spPr>
          <a:xfrm>
            <a:off x="71151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6" name="Shape 54"/>
          <p:cNvSpPr/>
          <p:nvPr/>
        </p:nvSpPr>
        <p:spPr>
          <a:xfrm>
            <a:off x="73437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7" name="Shape 55"/>
          <p:cNvSpPr/>
          <p:nvPr/>
        </p:nvSpPr>
        <p:spPr>
          <a:xfrm>
            <a:off x="75723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8" name="Shape 56"/>
          <p:cNvSpPr/>
          <p:nvPr/>
        </p:nvSpPr>
        <p:spPr>
          <a:xfrm>
            <a:off x="78009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9" name="Shape 57"/>
          <p:cNvSpPr/>
          <p:nvPr/>
        </p:nvSpPr>
        <p:spPr>
          <a:xfrm>
            <a:off x="80295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0" name="Shape 58"/>
          <p:cNvSpPr/>
          <p:nvPr/>
        </p:nvSpPr>
        <p:spPr>
          <a:xfrm>
            <a:off x="82581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1" name="Shape 59"/>
          <p:cNvSpPr/>
          <p:nvPr/>
        </p:nvSpPr>
        <p:spPr>
          <a:xfrm>
            <a:off x="84867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2" name="Shape 60"/>
          <p:cNvSpPr/>
          <p:nvPr/>
        </p:nvSpPr>
        <p:spPr>
          <a:xfrm>
            <a:off x="87153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3" name="Shape 61"/>
          <p:cNvSpPr/>
          <p:nvPr/>
        </p:nvSpPr>
        <p:spPr>
          <a:xfrm>
            <a:off x="89439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4" name="Shape 62"/>
          <p:cNvSpPr/>
          <p:nvPr/>
        </p:nvSpPr>
        <p:spPr>
          <a:xfrm>
            <a:off x="91725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5" name="Shape 63"/>
          <p:cNvSpPr/>
          <p:nvPr/>
        </p:nvSpPr>
        <p:spPr>
          <a:xfrm>
            <a:off x="94011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6" name="Shape 64"/>
          <p:cNvSpPr/>
          <p:nvPr/>
        </p:nvSpPr>
        <p:spPr>
          <a:xfrm>
            <a:off x="96297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7" name="Text 65"/>
          <p:cNvSpPr/>
          <p:nvPr/>
        </p:nvSpPr>
        <p:spPr>
          <a:xfrm>
            <a:off x="10058400" y="9467850"/>
            <a:ext cx="4953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6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Multiple-report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3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L08</a:t>
            </a:r>
            <a:r>
              <a:rPr lang="en-US" sz="180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1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14/39</a:t>
            </a:r>
            <a:endParaRPr lang="en-US" sz="1800" dirty="0"/>
          </a:p>
        </p:txBody>
      </p:sp>
      <p:sp>
        <p:nvSpPr>
          <p:cNvPr id="68" name="Shape 66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69" name="Moda image moda-export-watermark-9be3e100-04be-4039-855e-1f21cb006e6c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6459200" cy="1809750"/>
          </a:xfrm>
          <a:prstGeom prst="rect">
            <a:avLst/>
          </a:prstGeom>
          <a:noFill/>
          <a:ln/>
        </p:spPr>
        <p:txBody>
          <a:bodyPr wrap="square" lIns="0" tIns="43434" rIns="0" bIns="-43434" rtlCol="0" anchor="t"/>
          <a:lstStyle/>
          <a:p>
            <a:pPr algn="l" indent="0" marL="0">
              <a:lnSpc>
                <a:spcPts val="6156"/>
              </a:lnSpc>
              <a:buNone/>
            </a:pPr>
            <a:r>
              <a:rPr lang="en-US" sz="5700" dirty="0" spc="-3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Vùng</a:t>
            </a:r>
            <a:r>
              <a:rPr lang="en-US" sz="5700" dirty="0" spc="-1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Broca,</a:t>
            </a:r>
            <a:r>
              <a:rPr lang="en-US" sz="57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vùng</a:t>
            </a:r>
            <a:r>
              <a:rPr lang="en-US" sz="5700" dirty="0" spc="-38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Wernicke</a:t>
            </a:r>
            <a:r>
              <a:rPr lang="en-US" sz="5700" dirty="0" spc="-6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và</a:t>
            </a:r>
            <a:r>
              <a:rPr lang="en-US" sz="5700" dirty="0" spc="-6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bó</a:t>
            </a:r>
            <a:r>
              <a:rPr lang="en-US" sz="57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cung</a:t>
            </a:r>
            <a:endParaRPr lang="en-US" sz="5700" dirty="0"/>
          </a:p>
        </p:txBody>
      </p:sp>
      <p:sp>
        <p:nvSpPr>
          <p:cNvPr id="3" name="Shape 1"/>
          <p:cNvSpPr/>
          <p:nvPr/>
        </p:nvSpPr>
        <p:spPr>
          <a:xfrm>
            <a:off x="914400" y="2247900"/>
            <a:ext cx="8953500" cy="6096000"/>
          </a:xfrm>
          <a:prstGeom prst="roundRect">
            <a:avLst>
              <a:gd name="adj" fmla="val 4375"/>
            </a:avLst>
          </a:prstGeom>
          <a:solidFill>
            <a:srgbClr val="FFFFFF"/>
          </a:solidFill>
          <a:ln w="28575">
            <a:solidFill>
              <a:srgbClr val="2C3040"/>
            </a:solidFill>
            <a:prstDash val="solid"/>
          </a:ln>
        </p:spPr>
      </p:sp>
      <p:pic>
        <p:nvPicPr>
          <p:cNvPr id="4" name="Moda image rect-1792580824105-219966828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948379" y="2438400"/>
            <a:ext cx="6885542" cy="57150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14400" y="8477250"/>
            <a:ext cx="16459200" cy="495300"/>
          </a:xfrm>
          <a:prstGeom prst="rect">
            <a:avLst/>
          </a:prstGeom>
          <a:noFill/>
          <a:ln/>
        </p:spPr>
        <p:txBody>
          <a:bodyPr wrap="square" lIns="0" tIns="14435" rIns="0" bIns="-14435" rtlCol="0" anchor="t"/>
          <a:lstStyle/>
          <a:p>
            <a:pPr algn="l" indent="0" marL="0">
              <a:lnSpc>
                <a:spcPts val="1815"/>
              </a:lnSpc>
              <a:buNone/>
            </a:pPr>
            <a:r>
              <a:rPr lang="en-US" sz="165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Hình: Noba,</a:t>
            </a:r>
            <a:r>
              <a:rPr lang="en-US" sz="1650" dirty="0" spc="-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giấy</a:t>
            </a:r>
            <a:r>
              <a:rPr lang="en-US" sz="16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phép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theo</a:t>
            </a:r>
            <a:r>
              <a:rPr lang="en-US" sz="165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sách</a:t>
            </a:r>
            <a:r>
              <a:rPr lang="en-US" sz="1650" dirty="0" spc="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CC</a:t>
            </a:r>
            <a:r>
              <a:rPr lang="en-US" sz="1650" dirty="0" spc="-9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BY-NC-SA;</a:t>
            </a:r>
            <a:r>
              <a:rPr lang="en-US" sz="1650" dirty="0" spc="-1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Hove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&amp; Martinez,</a:t>
            </a:r>
            <a:r>
              <a:rPr lang="en-US" sz="165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Hình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16</a:t>
            </a:r>
            <a:r>
              <a:rPr lang="en-US" sz="16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(chương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2.6)</a:t>
            </a:r>
            <a:endParaRPr lang="en-US" sz="1650" dirty="0"/>
          </a:p>
        </p:txBody>
      </p:sp>
      <p:sp>
        <p:nvSpPr>
          <p:cNvPr id="6" name="Shape 3"/>
          <p:cNvSpPr/>
          <p:nvPr/>
        </p:nvSpPr>
        <p:spPr>
          <a:xfrm>
            <a:off x="10248900" y="2247900"/>
            <a:ext cx="7124700" cy="838200"/>
          </a:xfrm>
          <a:prstGeom prst="roundRect">
            <a:avLst>
              <a:gd name="adj" fmla="val 22727"/>
            </a:avLst>
          </a:prstGeom>
          <a:solidFill>
            <a:srgbClr val="1E212B"/>
          </a:solidFill>
          <a:ln/>
        </p:spPr>
      </p:sp>
      <p:sp>
        <p:nvSpPr>
          <p:cNvPr id="7" name="Shape 4"/>
          <p:cNvSpPr/>
          <p:nvPr/>
        </p:nvSpPr>
        <p:spPr>
          <a:xfrm>
            <a:off x="10248900" y="2247900"/>
            <a:ext cx="114300" cy="838200"/>
          </a:xfrm>
          <a:prstGeom prst="roundRect">
            <a:avLst>
              <a:gd name="adj" fmla="val 50000"/>
            </a:avLst>
          </a:prstGeom>
          <a:solidFill>
            <a:srgbClr val="3DD6A0"/>
          </a:solidFill>
          <a:ln/>
        </p:spPr>
      </p:sp>
      <p:sp>
        <p:nvSpPr>
          <p:cNvPr id="8" name="Text 5"/>
          <p:cNvSpPr/>
          <p:nvPr/>
        </p:nvSpPr>
        <p:spPr>
          <a:xfrm>
            <a:off x="10591800" y="2343150"/>
            <a:ext cx="6591300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87" dirty="0" spc="-8" kern="0">
                <a:solidFill>
                  <a:srgbClr val="3DD6A0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Broca's area</a:t>
            </a:r>
            <a:endParaRPr lang="en-US" sz="2187" dirty="0"/>
          </a:p>
        </p:txBody>
      </p:sp>
      <p:sp>
        <p:nvSpPr>
          <p:cNvPr id="9" name="Text 6"/>
          <p:cNvSpPr/>
          <p:nvPr/>
        </p:nvSpPr>
        <p:spPr>
          <a:xfrm>
            <a:off x="10591800" y="2581275"/>
            <a:ext cx="6591300" cy="466725"/>
          </a:xfrm>
          <a:prstGeom prst="rect">
            <a:avLst/>
          </a:prstGeom>
          <a:noFill/>
          <a:ln/>
        </p:spPr>
        <p:txBody>
          <a:bodyPr wrap="square" lIns="0" tIns="14180" rIns="0" bIns="-14180" rtlCol="0" anchor="ctr"/>
          <a:lstStyle/>
          <a:p>
            <a:pPr algn="l" indent="0" marL="0">
              <a:lnSpc>
                <a:spcPts val="2933"/>
              </a:lnSpc>
              <a:buNone/>
            </a:pPr>
            <a:r>
              <a:rPr lang="en-US" sz="2550" dirty="0" spc="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vùng</a:t>
            </a:r>
            <a:r>
              <a:rPr lang="en-US" sz="2550" dirty="0" spc="-1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Broca,</a:t>
            </a:r>
            <a:r>
              <a:rPr lang="en-US" sz="2550" dirty="0" spc="-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thùy</a:t>
            </a:r>
            <a:r>
              <a:rPr lang="en-US" sz="2550" dirty="0" spc="-15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trán</a:t>
            </a:r>
            <a:endParaRPr lang="en-US" sz="2550" dirty="0"/>
          </a:p>
        </p:txBody>
      </p:sp>
      <p:sp>
        <p:nvSpPr>
          <p:cNvPr id="10" name="Shape 7"/>
          <p:cNvSpPr/>
          <p:nvPr/>
        </p:nvSpPr>
        <p:spPr>
          <a:xfrm>
            <a:off x="10248900" y="3219450"/>
            <a:ext cx="7124700" cy="838200"/>
          </a:xfrm>
          <a:prstGeom prst="roundRect">
            <a:avLst>
              <a:gd name="adj" fmla="val 22727"/>
            </a:avLst>
          </a:prstGeom>
          <a:solidFill>
            <a:srgbClr val="1E212B"/>
          </a:solidFill>
          <a:ln/>
        </p:spPr>
      </p:sp>
      <p:sp>
        <p:nvSpPr>
          <p:cNvPr id="11" name="Shape 8"/>
          <p:cNvSpPr/>
          <p:nvPr/>
        </p:nvSpPr>
        <p:spPr>
          <a:xfrm>
            <a:off x="10248900" y="3219450"/>
            <a:ext cx="114300" cy="838200"/>
          </a:xfrm>
          <a:prstGeom prst="roundRect">
            <a:avLst>
              <a:gd name="adj" fmla="val 50000"/>
            </a:avLst>
          </a:prstGeom>
          <a:solidFill>
            <a:srgbClr val="FF6A4D"/>
          </a:solidFill>
          <a:ln/>
        </p:spPr>
      </p:sp>
      <p:sp>
        <p:nvSpPr>
          <p:cNvPr id="12" name="Text 9"/>
          <p:cNvSpPr/>
          <p:nvPr/>
        </p:nvSpPr>
        <p:spPr>
          <a:xfrm>
            <a:off x="10591800" y="3314700"/>
            <a:ext cx="6591300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87" dirty="0" spc="-22" kern="0">
                <a:solidFill>
                  <a:srgbClr val="FF6A4D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Wernicke's</a:t>
            </a:r>
            <a:r>
              <a:rPr lang="en-US" sz="2187" dirty="0" spc="-7" kern="0">
                <a:solidFill>
                  <a:srgbClr val="FF6A4D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area</a:t>
            </a:r>
            <a:endParaRPr lang="en-US" sz="2187" dirty="0"/>
          </a:p>
        </p:txBody>
      </p:sp>
      <p:sp>
        <p:nvSpPr>
          <p:cNvPr id="13" name="Text 10"/>
          <p:cNvSpPr/>
          <p:nvPr/>
        </p:nvSpPr>
        <p:spPr>
          <a:xfrm>
            <a:off x="10591800" y="3552825"/>
            <a:ext cx="6591300" cy="466725"/>
          </a:xfrm>
          <a:prstGeom prst="rect">
            <a:avLst/>
          </a:prstGeom>
          <a:noFill/>
          <a:ln/>
        </p:spPr>
        <p:txBody>
          <a:bodyPr wrap="square" lIns="0" tIns="14180" rIns="0" bIns="-14180" rtlCol="0" anchor="ctr"/>
          <a:lstStyle/>
          <a:p>
            <a:pPr algn="l" indent="0" marL="0">
              <a:lnSpc>
                <a:spcPts val="2933"/>
              </a:lnSpc>
              <a:buNone/>
            </a:pPr>
            <a:r>
              <a:rPr lang="en-US" sz="2550" dirty="0" spc="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vùng</a:t>
            </a:r>
            <a:r>
              <a:rPr lang="en-US" sz="2550" dirty="0" spc="-27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Wernicke</a:t>
            </a:r>
            <a:endParaRPr lang="en-US" sz="2550" dirty="0"/>
          </a:p>
        </p:txBody>
      </p:sp>
      <p:sp>
        <p:nvSpPr>
          <p:cNvPr id="14" name="Shape 11"/>
          <p:cNvSpPr/>
          <p:nvPr/>
        </p:nvSpPr>
        <p:spPr>
          <a:xfrm>
            <a:off x="10248900" y="4191000"/>
            <a:ext cx="7124700" cy="838200"/>
          </a:xfrm>
          <a:prstGeom prst="roundRect">
            <a:avLst>
              <a:gd name="adj" fmla="val 22727"/>
            </a:avLst>
          </a:prstGeom>
          <a:solidFill>
            <a:srgbClr val="1E212B"/>
          </a:solidFill>
          <a:ln/>
        </p:spPr>
      </p:sp>
      <p:sp>
        <p:nvSpPr>
          <p:cNvPr id="15" name="Shape 12"/>
          <p:cNvSpPr/>
          <p:nvPr/>
        </p:nvSpPr>
        <p:spPr>
          <a:xfrm>
            <a:off x="10248900" y="4191000"/>
            <a:ext cx="114300" cy="838200"/>
          </a:xfrm>
          <a:prstGeom prst="roundRect">
            <a:avLst>
              <a:gd name="adj" fmla="val 50000"/>
            </a:avLst>
          </a:prstGeom>
          <a:solidFill>
            <a:srgbClr val="7C93FF"/>
          </a:solidFill>
          <a:ln/>
        </p:spPr>
      </p:sp>
      <p:sp>
        <p:nvSpPr>
          <p:cNvPr id="16" name="Text 13"/>
          <p:cNvSpPr/>
          <p:nvPr/>
        </p:nvSpPr>
        <p:spPr>
          <a:xfrm>
            <a:off x="10591800" y="4286250"/>
            <a:ext cx="6591300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87" dirty="0" spc="-5" kern="0">
                <a:solidFill>
                  <a:srgbClr val="7C93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Arcuate</a:t>
            </a:r>
            <a:r>
              <a:rPr lang="en-US" sz="2187" dirty="0" spc="-4" kern="0">
                <a:solidFill>
                  <a:srgbClr val="7C93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fasciculus</a:t>
            </a:r>
            <a:endParaRPr lang="en-US" sz="2187" dirty="0"/>
          </a:p>
        </p:txBody>
      </p:sp>
      <p:sp>
        <p:nvSpPr>
          <p:cNvPr id="17" name="Text 14"/>
          <p:cNvSpPr/>
          <p:nvPr/>
        </p:nvSpPr>
        <p:spPr>
          <a:xfrm>
            <a:off x="10591800" y="4524375"/>
            <a:ext cx="6591300" cy="466725"/>
          </a:xfrm>
          <a:prstGeom prst="rect">
            <a:avLst/>
          </a:prstGeom>
          <a:noFill/>
          <a:ln/>
        </p:spPr>
        <p:txBody>
          <a:bodyPr wrap="square" lIns="0" tIns="14180" rIns="0" bIns="-14180" rtlCol="0" anchor="ctr"/>
          <a:lstStyle/>
          <a:p>
            <a:pPr algn="l" indent="0" marL="0">
              <a:lnSpc>
                <a:spcPts val="2933"/>
              </a:lnSpc>
              <a:buNone/>
            </a:pPr>
            <a:r>
              <a:rPr lang="en-US" sz="2550" dirty="0" spc="-7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bó</a:t>
            </a:r>
            <a:r>
              <a:rPr lang="en-US" sz="2550" dirty="0" spc="-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cung</a:t>
            </a:r>
            <a:endParaRPr lang="en-US" sz="2550" dirty="0"/>
          </a:p>
        </p:txBody>
      </p:sp>
      <p:sp>
        <p:nvSpPr>
          <p:cNvPr id="18" name="Shape 15"/>
          <p:cNvSpPr/>
          <p:nvPr/>
        </p:nvSpPr>
        <p:spPr>
          <a:xfrm>
            <a:off x="10248900" y="5162550"/>
            <a:ext cx="7124700" cy="3181350"/>
          </a:xfrm>
          <a:prstGeom prst="roundRect">
            <a:avLst>
              <a:gd name="adj" fmla="val 5988"/>
            </a:avLst>
          </a:prstGeom>
          <a:solidFill>
            <a:srgbClr val="1C4236"/>
          </a:solidFill>
          <a:ln/>
        </p:spPr>
      </p:sp>
      <p:sp>
        <p:nvSpPr>
          <p:cNvPr id="19" name="Text 16"/>
          <p:cNvSpPr/>
          <p:nvPr/>
        </p:nvSpPr>
        <p:spPr>
          <a:xfrm>
            <a:off x="10553700" y="5429250"/>
            <a:ext cx="6515100" cy="2647950"/>
          </a:xfrm>
          <a:prstGeom prst="rect">
            <a:avLst/>
          </a:prstGeom>
          <a:noFill/>
          <a:ln/>
        </p:spPr>
        <p:txBody>
          <a:bodyPr wrap="square" lIns="0" tIns="12144" rIns="0" bIns="-12144" rtlCol="0" anchor="t"/>
          <a:lstStyle/>
          <a:p>
            <a:pPr algn="l" indent="0" marL="0">
              <a:lnSpc>
                <a:spcPts val="2925"/>
              </a:lnSpc>
              <a:buNone/>
            </a:pPr>
            <a:r>
              <a:rPr lang="en-US" sz="22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Hình</a:t>
            </a:r>
            <a:r>
              <a:rPr lang="en-US" sz="225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giáo</a:t>
            </a:r>
            <a:r>
              <a:rPr lang="en-US" sz="2250" dirty="0" spc="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trình</a:t>
            </a:r>
            <a:r>
              <a:rPr lang="en-US" sz="22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đặt</a:t>
            </a:r>
            <a:r>
              <a:rPr lang="en-US" sz="22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vùng</a:t>
            </a:r>
            <a:r>
              <a:rPr lang="en-US" sz="2250" dirty="0" spc="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</a:t>
            </a:r>
            <a:pPr algn="l" indent="0" marL="0">
              <a:lnSpc>
                <a:spcPts val="2925"/>
              </a:lnSpc>
              <a:buNone/>
            </a:pPr>
            <a:r>
              <a:rPr lang="en-US" sz="2250" b="1" dirty="0" spc="-12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Broca</a:t>
            </a:r>
            <a:pPr algn="l" indent="0" marL="0">
              <a:lnSpc>
                <a:spcPts val="2925"/>
              </a:lnSpc>
              <a:buNone/>
            </a:pPr>
            <a:r>
              <a:rPr lang="en-US" sz="2250" dirty="0" spc="-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(xanh)</a:t>
            </a:r>
            <a:r>
              <a:rPr lang="en-US" sz="2250" dirty="0" spc="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ở</a:t>
            </a:r>
            <a:r>
              <a:rPr lang="en-US" sz="225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thùy</a:t>
            </a:r>
            <a:r>
              <a:rPr lang="en-US" sz="2250" dirty="0" spc="-1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trán,</a:t>
            </a:r>
            <a:r>
              <a:rPr lang="en-US" sz="22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vùng</a:t>
            </a:r>
            <a:r>
              <a:rPr lang="en-US" sz="2250" dirty="0" spc="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</a:t>
            </a:r>
            <a:pPr algn="l" indent="0" marL="0">
              <a:lnSpc>
                <a:spcPts val="2925"/>
              </a:lnSpc>
              <a:buNone/>
            </a:pPr>
            <a:r>
              <a:rPr lang="en-US" sz="2250" b="1" dirty="0" spc="-26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Wernicke</a:t>
            </a:r>
            <a:pPr algn="l" indent="0" marL="0">
              <a:lnSpc>
                <a:spcPts val="2925"/>
              </a:lnSpc>
              <a:buNone/>
            </a:pPr>
            <a:r>
              <a:rPr lang="en-US" sz="2250" dirty="0" spc="1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(đỏ)</a:t>
            </a:r>
            <a:r>
              <a:rPr lang="en-US" sz="2250" dirty="0" spc="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ở</a:t>
            </a:r>
            <a:r>
              <a:rPr lang="en-US" sz="22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hồi</a:t>
            </a:r>
            <a:r>
              <a:rPr lang="en-US" sz="22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thái</a:t>
            </a:r>
            <a:r>
              <a:rPr lang="en-US" sz="2250" dirty="0" spc="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dương</a:t>
            </a:r>
            <a:r>
              <a:rPr lang="en-US" sz="2250" dirty="0" spc="-1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trên,</a:t>
            </a:r>
            <a:r>
              <a:rPr lang="en-US" sz="2250" dirty="0" spc="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</a:t>
            </a:r>
            <a:pPr algn="l" indent="0" marL="0">
              <a:lnSpc>
                <a:spcPts val="2925"/>
              </a:lnSpc>
              <a:buNone/>
            </a:pPr>
            <a:r>
              <a:rPr lang="en-US" sz="2250" b="1" dirty="0" spc="0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hồi</a:t>
            </a:r>
            <a:r>
              <a:rPr lang="en-US" sz="2250" b="1" dirty="0" spc="-5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góc</a:t>
            </a:r>
            <a:pPr algn="l" indent="0" marL="0">
              <a:lnSpc>
                <a:spcPts val="2925"/>
              </a:lnSpc>
              <a:buNone/>
            </a:pPr>
            <a:r>
              <a:rPr lang="en-US" sz="2250" dirty="0" spc="-1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250" dirty="0" spc="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</a:t>
            </a:r>
            <a:pPr algn="l" indent="0" marL="0">
              <a:lnSpc>
                <a:spcPts val="2925"/>
              </a:lnSpc>
              <a:buNone/>
            </a:pPr>
            <a:r>
              <a:rPr lang="en-US" sz="2250" b="1" dirty="0" spc="-1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bó</a:t>
            </a:r>
            <a:r>
              <a:rPr lang="en-US" sz="2250" b="1" dirty="0" spc="-4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cung</a:t>
            </a:r>
            <a:pPr algn="l" indent="0" marL="0">
              <a:lnSpc>
                <a:spcPts val="2925"/>
              </a:lnSpc>
              <a:buNone/>
            </a:pPr>
            <a:r>
              <a:rPr lang="en-US" sz="22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22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bó</a:t>
            </a:r>
            <a:r>
              <a:rPr lang="en-US" sz="2250" dirty="0" spc="-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chất</a:t>
            </a:r>
            <a:r>
              <a:rPr lang="en-US" sz="2250" dirty="0" spc="-1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trắng</a:t>
            </a:r>
            <a:r>
              <a:rPr lang="en-US" sz="22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nối</a:t>
            </a:r>
            <a:r>
              <a:rPr lang="en-US" sz="22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hai</a:t>
            </a:r>
            <a:r>
              <a:rPr lang="en-US" sz="22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vùng</a:t>
            </a:r>
            <a:r>
              <a:rPr lang="en-US" sz="2250" dirty="0" spc="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</a:t>
            </a:r>
            <a:pPr algn="l" indent="0" marL="0">
              <a:lnSpc>
                <a:spcPts val="2925"/>
              </a:lnSpc>
              <a:buNone/>
            </a:pPr>
            <a:r>
              <a:rPr lang="en-US" sz="225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[S1]</a:t>
            </a:r>
            <a:pPr algn="l" indent="0" marL="0">
              <a:lnSpc>
                <a:spcPts val="2925"/>
              </a:lnSpc>
              <a:buNone/>
            </a:pPr>
            <a:r>
              <a:rPr lang="en-US" sz="2250" dirty="0" spc="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.</a:t>
            </a:r>
            <a:r>
              <a:rPr lang="en-US" sz="2250" dirty="0" spc="-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Đây</a:t>
            </a:r>
            <a:r>
              <a:rPr lang="en-US" sz="22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22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</a:t>
            </a:r>
            <a:r>
              <a:rPr lang="en-US" sz="2250" dirty="0" spc="1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đồ</a:t>
            </a:r>
            <a:r>
              <a:rPr lang="en-US" sz="22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vị</a:t>
            </a:r>
            <a:r>
              <a:rPr lang="en-US" sz="2250" dirty="0" spc="1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trí</a:t>
            </a:r>
            <a:r>
              <a:rPr lang="en-US" sz="2250" dirty="0" spc="1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để</a:t>
            </a:r>
            <a:r>
              <a:rPr lang="en-US" sz="22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học</a:t>
            </a:r>
            <a:r>
              <a:rPr lang="en-US" sz="2250" dirty="0" spc="-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tên;</a:t>
            </a:r>
            <a:r>
              <a:rPr lang="en-US" sz="22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hiểu</a:t>
            </a:r>
            <a:r>
              <a:rPr lang="en-US" sz="2250" dirty="0" spc="-1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2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nói</a:t>
            </a:r>
            <a:r>
              <a:rPr lang="en-US" sz="2250" dirty="0" spc="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còn</a:t>
            </a:r>
            <a:r>
              <a:rPr lang="en-US" sz="2250" dirty="0" spc="1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dựa</a:t>
            </a:r>
            <a:r>
              <a:rPr lang="en-US" sz="2250" dirty="0" spc="-1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vào</a:t>
            </a:r>
            <a:r>
              <a:rPr lang="en-US" sz="22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nhiều</a:t>
            </a:r>
            <a:r>
              <a:rPr lang="en-US" sz="22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vùng</a:t>
            </a:r>
            <a:r>
              <a:rPr lang="en-US" sz="22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khác</a:t>
            </a:r>
            <a:r>
              <a:rPr lang="en-US" sz="2250" dirty="0" spc="-1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ngoài</a:t>
            </a:r>
            <a:r>
              <a:rPr lang="en-US" sz="22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hai</a:t>
            </a:r>
            <a:r>
              <a:rPr lang="en-US" sz="22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vùng</a:t>
            </a:r>
            <a:r>
              <a:rPr lang="en-US" sz="2250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này.</a:t>
            </a:r>
            <a:endParaRPr lang="en-US" sz="2250" dirty="0"/>
          </a:p>
        </p:txBody>
      </p:sp>
      <p:sp>
        <p:nvSpPr>
          <p:cNvPr id="20" name="Text 17"/>
          <p:cNvSpPr/>
          <p:nvPr/>
        </p:nvSpPr>
        <p:spPr>
          <a:xfrm>
            <a:off x="914400" y="8991600"/>
            <a:ext cx="164592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Nguồn:</a:t>
            </a:r>
            <a:r>
              <a:rPr lang="en-US" sz="1800" dirty="0" spc="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[S1]</a:t>
            </a:r>
            <a:endParaRPr lang="en-US" sz="1800" dirty="0"/>
          </a:p>
        </p:txBody>
      </p:sp>
      <p:sp>
        <p:nvSpPr>
          <p:cNvPr id="21" name="Shape 18"/>
          <p:cNvSpPr/>
          <p:nvPr/>
        </p:nvSpPr>
        <p:spPr>
          <a:xfrm>
            <a:off x="9429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2" name="Shape 19"/>
          <p:cNvSpPr/>
          <p:nvPr/>
        </p:nvSpPr>
        <p:spPr>
          <a:xfrm>
            <a:off x="11715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3" name="Shape 20"/>
          <p:cNvSpPr/>
          <p:nvPr/>
        </p:nvSpPr>
        <p:spPr>
          <a:xfrm>
            <a:off x="14001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4" name="Shape 21"/>
          <p:cNvSpPr/>
          <p:nvPr/>
        </p:nvSpPr>
        <p:spPr>
          <a:xfrm>
            <a:off x="16287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5" name="Shape 22"/>
          <p:cNvSpPr/>
          <p:nvPr/>
        </p:nvSpPr>
        <p:spPr>
          <a:xfrm>
            <a:off x="18573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6" name="Shape 23"/>
          <p:cNvSpPr/>
          <p:nvPr/>
        </p:nvSpPr>
        <p:spPr>
          <a:xfrm>
            <a:off x="20859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7" name="Shape 24"/>
          <p:cNvSpPr/>
          <p:nvPr/>
        </p:nvSpPr>
        <p:spPr>
          <a:xfrm>
            <a:off x="23145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8" name="Shape 25"/>
          <p:cNvSpPr/>
          <p:nvPr/>
        </p:nvSpPr>
        <p:spPr>
          <a:xfrm>
            <a:off x="25431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9" name="Shape 26"/>
          <p:cNvSpPr/>
          <p:nvPr/>
        </p:nvSpPr>
        <p:spPr>
          <a:xfrm>
            <a:off x="27717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0" name="Shape 27"/>
          <p:cNvSpPr/>
          <p:nvPr/>
        </p:nvSpPr>
        <p:spPr>
          <a:xfrm>
            <a:off x="30003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1" name="Shape 28"/>
          <p:cNvSpPr/>
          <p:nvPr/>
        </p:nvSpPr>
        <p:spPr>
          <a:xfrm>
            <a:off x="32289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2" name="Shape 29"/>
          <p:cNvSpPr/>
          <p:nvPr/>
        </p:nvSpPr>
        <p:spPr>
          <a:xfrm>
            <a:off x="34575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3" name="Shape 30"/>
          <p:cNvSpPr/>
          <p:nvPr/>
        </p:nvSpPr>
        <p:spPr>
          <a:xfrm>
            <a:off x="36861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4" name="Shape 31"/>
          <p:cNvSpPr/>
          <p:nvPr/>
        </p:nvSpPr>
        <p:spPr>
          <a:xfrm>
            <a:off x="39147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5" name="Shape 32"/>
          <p:cNvSpPr/>
          <p:nvPr/>
        </p:nvSpPr>
        <p:spPr>
          <a:xfrm>
            <a:off x="4124325" y="9544050"/>
            <a:ext cx="152400" cy="152400"/>
          </a:xfrm>
          <a:prstGeom prst="ellipse">
            <a:avLst/>
          </a:prstGeom>
          <a:solidFill>
            <a:srgbClr val="FF6A4D"/>
          </a:solidFill>
          <a:ln/>
        </p:spPr>
      </p:sp>
      <p:sp>
        <p:nvSpPr>
          <p:cNvPr id="36" name="Shape 33"/>
          <p:cNvSpPr/>
          <p:nvPr/>
        </p:nvSpPr>
        <p:spPr>
          <a:xfrm>
            <a:off x="43719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7" name="Shape 34"/>
          <p:cNvSpPr/>
          <p:nvPr/>
        </p:nvSpPr>
        <p:spPr>
          <a:xfrm>
            <a:off x="46005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8" name="Shape 35"/>
          <p:cNvSpPr/>
          <p:nvPr/>
        </p:nvSpPr>
        <p:spPr>
          <a:xfrm>
            <a:off x="48291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9" name="Shape 36"/>
          <p:cNvSpPr/>
          <p:nvPr/>
        </p:nvSpPr>
        <p:spPr>
          <a:xfrm>
            <a:off x="50577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0" name="Shape 37"/>
          <p:cNvSpPr/>
          <p:nvPr/>
        </p:nvSpPr>
        <p:spPr>
          <a:xfrm>
            <a:off x="52863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1" name="Shape 38"/>
          <p:cNvSpPr/>
          <p:nvPr/>
        </p:nvSpPr>
        <p:spPr>
          <a:xfrm>
            <a:off x="55149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2" name="Shape 39"/>
          <p:cNvSpPr/>
          <p:nvPr/>
        </p:nvSpPr>
        <p:spPr>
          <a:xfrm>
            <a:off x="57435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3" name="Shape 40"/>
          <p:cNvSpPr/>
          <p:nvPr/>
        </p:nvSpPr>
        <p:spPr>
          <a:xfrm>
            <a:off x="59721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4" name="Shape 41"/>
          <p:cNvSpPr/>
          <p:nvPr/>
        </p:nvSpPr>
        <p:spPr>
          <a:xfrm>
            <a:off x="62007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5" name="Shape 42"/>
          <p:cNvSpPr/>
          <p:nvPr/>
        </p:nvSpPr>
        <p:spPr>
          <a:xfrm>
            <a:off x="64293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6" name="Shape 43"/>
          <p:cNvSpPr/>
          <p:nvPr/>
        </p:nvSpPr>
        <p:spPr>
          <a:xfrm>
            <a:off x="66579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7" name="Shape 44"/>
          <p:cNvSpPr/>
          <p:nvPr/>
        </p:nvSpPr>
        <p:spPr>
          <a:xfrm>
            <a:off x="68865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8" name="Shape 45"/>
          <p:cNvSpPr/>
          <p:nvPr/>
        </p:nvSpPr>
        <p:spPr>
          <a:xfrm>
            <a:off x="71151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9" name="Shape 46"/>
          <p:cNvSpPr/>
          <p:nvPr/>
        </p:nvSpPr>
        <p:spPr>
          <a:xfrm>
            <a:off x="73437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0" name="Shape 47"/>
          <p:cNvSpPr/>
          <p:nvPr/>
        </p:nvSpPr>
        <p:spPr>
          <a:xfrm>
            <a:off x="75723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1" name="Shape 48"/>
          <p:cNvSpPr/>
          <p:nvPr/>
        </p:nvSpPr>
        <p:spPr>
          <a:xfrm>
            <a:off x="78009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2" name="Shape 49"/>
          <p:cNvSpPr/>
          <p:nvPr/>
        </p:nvSpPr>
        <p:spPr>
          <a:xfrm>
            <a:off x="80295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3" name="Shape 50"/>
          <p:cNvSpPr/>
          <p:nvPr/>
        </p:nvSpPr>
        <p:spPr>
          <a:xfrm>
            <a:off x="82581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4" name="Shape 51"/>
          <p:cNvSpPr/>
          <p:nvPr/>
        </p:nvSpPr>
        <p:spPr>
          <a:xfrm>
            <a:off x="84867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5" name="Shape 52"/>
          <p:cNvSpPr/>
          <p:nvPr/>
        </p:nvSpPr>
        <p:spPr>
          <a:xfrm>
            <a:off x="87153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6" name="Shape 53"/>
          <p:cNvSpPr/>
          <p:nvPr/>
        </p:nvSpPr>
        <p:spPr>
          <a:xfrm>
            <a:off x="89439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7" name="Shape 54"/>
          <p:cNvSpPr/>
          <p:nvPr/>
        </p:nvSpPr>
        <p:spPr>
          <a:xfrm>
            <a:off x="91725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8" name="Shape 55"/>
          <p:cNvSpPr/>
          <p:nvPr/>
        </p:nvSpPr>
        <p:spPr>
          <a:xfrm>
            <a:off x="94011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9" name="Shape 56"/>
          <p:cNvSpPr/>
          <p:nvPr/>
        </p:nvSpPr>
        <p:spPr>
          <a:xfrm>
            <a:off x="96297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0" name="Text 57"/>
          <p:cNvSpPr/>
          <p:nvPr/>
        </p:nvSpPr>
        <p:spPr>
          <a:xfrm>
            <a:off x="10058400" y="9467850"/>
            <a:ext cx="4953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Multiple-report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3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L08</a:t>
            </a:r>
            <a:r>
              <a:rPr lang="en-US" sz="180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1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15/39</a:t>
            </a:r>
            <a:endParaRPr lang="en-US" sz="1800" dirty="0"/>
          </a:p>
        </p:txBody>
      </p:sp>
      <p:sp>
        <p:nvSpPr>
          <p:cNvPr id="61" name="Shape 58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62" name="Moda image moda-export-watermark-e91252dc-f342-435e-8086-72eb529d5c1f" descr="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6459200" cy="1809750"/>
          </a:xfrm>
          <a:prstGeom prst="rect">
            <a:avLst/>
          </a:prstGeom>
          <a:noFill/>
          <a:ln/>
        </p:spPr>
        <p:txBody>
          <a:bodyPr wrap="square" lIns="0" tIns="43434" rIns="0" bIns="-43434" rtlCol="0" anchor="t"/>
          <a:lstStyle/>
          <a:p>
            <a:pPr algn="l" indent="0" marL="0">
              <a:lnSpc>
                <a:spcPts val="6156"/>
              </a:lnSpc>
              <a:buNone/>
            </a:pPr>
            <a:r>
              <a:rPr lang="en-US" sz="5700" dirty="0" spc="-3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Vùng</a:t>
            </a:r>
            <a:r>
              <a:rPr lang="en-US" sz="5700" dirty="0" spc="-38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Wernicke</a:t>
            </a:r>
            <a:r>
              <a:rPr lang="en-US" sz="5700" dirty="0" spc="-6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và</a:t>
            </a:r>
            <a:r>
              <a:rPr lang="en-US" sz="5700" dirty="0" spc="-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mô</a:t>
            </a:r>
            <a:r>
              <a:rPr lang="en-US" sz="5700" dirty="0" spc="-1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hình</a:t>
            </a:r>
            <a:r>
              <a:rPr lang="en-US" sz="57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hai dòng</a:t>
            </a:r>
            <a:r>
              <a:rPr lang="en-US" sz="5700" dirty="0" spc="-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(giả</a:t>
            </a:r>
            <a:r>
              <a:rPr lang="en-US" sz="5700" dirty="0" spc="-2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thuyết)</a:t>
            </a:r>
            <a:endParaRPr lang="en-US" sz="5700" dirty="0"/>
          </a:p>
        </p:txBody>
      </p:sp>
      <p:sp>
        <p:nvSpPr>
          <p:cNvPr id="3" name="Shape 1"/>
          <p:cNvSpPr/>
          <p:nvPr/>
        </p:nvSpPr>
        <p:spPr>
          <a:xfrm>
            <a:off x="914400" y="2857500"/>
            <a:ext cx="8058150" cy="4191000"/>
          </a:xfrm>
          <a:prstGeom prst="roundRect">
            <a:avLst>
              <a:gd name="adj" fmla="val 6364"/>
            </a:avLst>
          </a:prstGeom>
          <a:solidFill>
            <a:srgbClr val="DDE3FA"/>
          </a:solidFill>
          <a:ln/>
        </p:spPr>
      </p:sp>
      <p:sp>
        <p:nvSpPr>
          <p:cNvPr id="4" name="Shape 2"/>
          <p:cNvSpPr/>
          <p:nvPr/>
        </p:nvSpPr>
        <p:spPr>
          <a:xfrm>
            <a:off x="914400" y="2857500"/>
            <a:ext cx="133350" cy="4191000"/>
          </a:xfrm>
          <a:prstGeom prst="roundRect">
            <a:avLst>
              <a:gd name="adj" fmla="val 50000"/>
            </a:avLst>
          </a:prstGeom>
          <a:solidFill>
            <a:srgbClr val="1F3FD1"/>
          </a:solidFill>
          <a:ln/>
        </p:spPr>
      </p:sp>
      <p:sp>
        <p:nvSpPr>
          <p:cNvPr id="5" name="Text 3"/>
          <p:cNvSpPr/>
          <p:nvPr/>
        </p:nvSpPr>
        <p:spPr>
          <a:xfrm>
            <a:off x="1371600" y="3200400"/>
            <a:ext cx="714375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200" dirty="0" spc="-2" kern="0">
                <a:solidFill>
                  <a:srgbClr val="1F3FD1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Mô</a:t>
            </a:r>
            <a:r>
              <a:rPr lang="en-US" sz="4200" dirty="0" spc="-3" kern="0">
                <a:solidFill>
                  <a:srgbClr val="1F3FD1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tả</a:t>
            </a:r>
            <a:r>
              <a:rPr lang="en-US" sz="4200" dirty="0" spc="-1" kern="0">
                <a:solidFill>
                  <a:srgbClr val="1F3FD1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cổ</a:t>
            </a:r>
            <a:r>
              <a:rPr lang="en-US" sz="4200" dirty="0" spc="15" kern="0">
                <a:solidFill>
                  <a:srgbClr val="1F3FD1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điển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1371600" y="4286250"/>
            <a:ext cx="7143750" cy="2286000"/>
          </a:xfrm>
          <a:prstGeom prst="rect">
            <a:avLst/>
          </a:prstGeom>
          <a:noFill/>
          <a:ln/>
        </p:spPr>
        <p:txBody>
          <a:bodyPr wrap="square" lIns="0" tIns="17002" rIns="0" bIns="-17002" rtlCol="0" anchor="t"/>
          <a:lstStyle/>
          <a:p>
            <a:pPr algn="l" indent="0" marL="0">
              <a:lnSpc>
                <a:spcPts val="4095"/>
              </a:lnSpc>
              <a:buNone/>
            </a:pPr>
            <a:r>
              <a:rPr lang="en-US" sz="31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vùng</a:t>
            </a:r>
            <a:r>
              <a:rPr lang="en-US" sz="3150" dirty="0" spc="-3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Wernicke</a:t>
            </a:r>
            <a:r>
              <a:rPr lang="en-US" sz="31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hiểu,</a:t>
            </a:r>
            <a:r>
              <a:rPr lang="en-US" sz="315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bó</a:t>
            </a:r>
            <a:r>
              <a:rPr lang="en-US" sz="31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cung nối</a:t>
            </a:r>
            <a:r>
              <a:rPr lang="en-US" sz="3150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sang</a:t>
            </a:r>
            <a:r>
              <a:rPr lang="en-US" sz="31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vùng</a:t>
            </a:r>
            <a:r>
              <a:rPr lang="en-US" sz="3150" dirty="0" spc="-2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Broca</a:t>
            </a:r>
            <a:r>
              <a:rPr lang="en-US" sz="31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nói</a:t>
            </a:r>
            <a:endParaRPr lang="en-US" sz="3150" dirty="0"/>
          </a:p>
        </p:txBody>
      </p:sp>
      <p:sp>
        <p:nvSpPr>
          <p:cNvPr id="7" name="Shape 5"/>
          <p:cNvSpPr/>
          <p:nvPr/>
        </p:nvSpPr>
        <p:spPr>
          <a:xfrm>
            <a:off x="9315450" y="2857500"/>
            <a:ext cx="8058150" cy="4191000"/>
          </a:xfrm>
          <a:prstGeom prst="roundRect">
            <a:avLst>
              <a:gd name="adj" fmla="val 6364"/>
            </a:avLst>
          </a:prstGeom>
          <a:solidFill>
            <a:srgbClr val="F3DFB8"/>
          </a:solidFill>
          <a:ln/>
        </p:spPr>
      </p:sp>
      <p:sp>
        <p:nvSpPr>
          <p:cNvPr id="8" name="Shape 6"/>
          <p:cNvSpPr/>
          <p:nvPr/>
        </p:nvSpPr>
        <p:spPr>
          <a:xfrm>
            <a:off x="9315450" y="2857500"/>
            <a:ext cx="133350" cy="4191000"/>
          </a:xfrm>
          <a:prstGeom prst="roundRect">
            <a:avLst>
              <a:gd name="adj" fmla="val 50000"/>
            </a:avLst>
          </a:prstGeom>
          <a:solidFill>
            <a:srgbClr val="B45309"/>
          </a:solidFill>
          <a:ln/>
        </p:spPr>
      </p:sp>
      <p:sp>
        <p:nvSpPr>
          <p:cNvPr id="9" name="Text 7"/>
          <p:cNvSpPr/>
          <p:nvPr/>
        </p:nvSpPr>
        <p:spPr>
          <a:xfrm>
            <a:off x="9772650" y="3200400"/>
            <a:ext cx="714375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900" dirty="0" spc="-16" kern="0">
                <a:solidFill>
                  <a:srgbClr val="B45309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Hickok</a:t>
            </a:r>
            <a:r>
              <a:rPr lang="en-US" sz="3900" dirty="0" spc="-37" kern="0">
                <a:solidFill>
                  <a:srgbClr val="B45309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và</a:t>
            </a:r>
            <a:r>
              <a:rPr lang="en-US" sz="3900" dirty="0" spc="-1" kern="0">
                <a:solidFill>
                  <a:srgbClr val="B45309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Poeppel</a:t>
            </a:r>
            <a:r>
              <a:rPr lang="en-US" sz="3900" dirty="0" spc="-28" kern="0">
                <a:solidFill>
                  <a:srgbClr val="B45309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(2007)</a:t>
            </a:r>
            <a:endParaRPr lang="en-US" sz="3900" dirty="0"/>
          </a:p>
        </p:txBody>
      </p:sp>
      <p:sp>
        <p:nvSpPr>
          <p:cNvPr id="10" name="Text 8"/>
          <p:cNvSpPr/>
          <p:nvPr/>
        </p:nvSpPr>
        <p:spPr>
          <a:xfrm>
            <a:off x="9772650" y="4286250"/>
            <a:ext cx="7143750" cy="2286000"/>
          </a:xfrm>
          <a:prstGeom prst="rect">
            <a:avLst/>
          </a:prstGeom>
          <a:noFill/>
          <a:ln/>
        </p:spPr>
        <p:txBody>
          <a:bodyPr wrap="square" lIns="0" tIns="17002" rIns="0" bIns="-17002" rtlCol="0" anchor="t"/>
          <a:lstStyle/>
          <a:p>
            <a:pPr algn="l" indent="0" marL="0">
              <a:lnSpc>
                <a:spcPts val="4095"/>
              </a:lnSpc>
              <a:buNone/>
            </a:pPr>
            <a:r>
              <a:rPr lang="en-US" sz="315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dòng</a:t>
            </a:r>
            <a:r>
              <a:rPr lang="en-US" sz="31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bụng</a:t>
            </a:r>
            <a:r>
              <a:rPr lang="en-US" sz="31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biến</a:t>
            </a:r>
            <a:r>
              <a:rPr lang="en-US" sz="31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âm</a:t>
            </a:r>
            <a:r>
              <a:rPr lang="en-US" sz="31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thanh</a:t>
            </a:r>
            <a:r>
              <a:rPr lang="en-US" sz="31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thành hiểu,</a:t>
            </a:r>
            <a:r>
              <a:rPr lang="en-US" sz="31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chủ</a:t>
            </a:r>
            <a:r>
              <a:rPr lang="en-US" sz="3150" dirty="0" spc="-2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yếu</a:t>
            </a:r>
            <a:r>
              <a:rPr lang="en-US" sz="31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ở</a:t>
            </a:r>
            <a:r>
              <a:rPr lang="en-US" sz="31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cả</a:t>
            </a:r>
            <a:r>
              <a:rPr lang="en-US" sz="31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hai</a:t>
            </a:r>
            <a:r>
              <a:rPr lang="en-US" sz="3150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bán</a:t>
            </a:r>
            <a:r>
              <a:rPr lang="en-US" sz="31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cầu</a:t>
            </a:r>
            <a:endParaRPr lang="en-US" sz="3150" dirty="0"/>
          </a:p>
        </p:txBody>
      </p:sp>
      <p:sp>
        <p:nvSpPr>
          <p:cNvPr id="11" name="Shape 9"/>
          <p:cNvSpPr/>
          <p:nvPr/>
        </p:nvSpPr>
        <p:spPr>
          <a:xfrm>
            <a:off x="914400" y="7429500"/>
            <a:ext cx="16459200" cy="1238250"/>
          </a:xfrm>
          <a:prstGeom prst="roundRect">
            <a:avLst>
              <a:gd name="adj" fmla="val 18462"/>
            </a:avLst>
          </a:prstGeom>
          <a:solidFill>
            <a:srgbClr val="E8E0CF"/>
          </a:solidFill>
          <a:ln/>
        </p:spPr>
      </p:sp>
      <p:sp>
        <p:nvSpPr>
          <p:cNvPr id="12" name="Text 10"/>
          <p:cNvSpPr/>
          <p:nvPr/>
        </p:nvSpPr>
        <p:spPr>
          <a:xfrm>
            <a:off x="1295400" y="7429500"/>
            <a:ext cx="156972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50" dirty="0" spc="-7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Dòng</a:t>
            </a:r>
            <a:r>
              <a:rPr lang="en-US" sz="2850" dirty="0" spc="2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lưng</a:t>
            </a:r>
            <a:r>
              <a:rPr lang="en-US" sz="2850" dirty="0" spc="-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nối</a:t>
            </a:r>
            <a:r>
              <a:rPr lang="en-US" sz="2850" dirty="0" spc="6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âm</a:t>
            </a:r>
            <a:r>
              <a:rPr lang="en-US" sz="2850" dirty="0" spc="-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thanh</a:t>
            </a:r>
            <a:r>
              <a:rPr lang="en-US" sz="2850" dirty="0" spc="-1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với</a:t>
            </a:r>
            <a:r>
              <a:rPr lang="en-US" sz="2850" dirty="0" spc="-1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phát</a:t>
            </a:r>
            <a:r>
              <a:rPr lang="en-US" sz="2850" dirty="0" spc="6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âm</a:t>
            </a:r>
            <a:r>
              <a:rPr lang="en-US" sz="285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ở</a:t>
            </a:r>
            <a:r>
              <a:rPr lang="en-US" sz="2850" dirty="0" spc="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thùy</a:t>
            </a:r>
            <a:r>
              <a:rPr lang="en-US" sz="2850" dirty="0" spc="-1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trán,</a:t>
            </a:r>
            <a:r>
              <a:rPr lang="en-US" sz="2850" dirty="0" spc="-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nghiêng</a:t>
            </a:r>
            <a:r>
              <a:rPr lang="en-US" sz="285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mạnh</a:t>
            </a:r>
            <a:r>
              <a:rPr lang="en-US" sz="2850" dirty="0" spc="-2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về</a:t>
            </a:r>
            <a:r>
              <a:rPr lang="en-US" sz="285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bán</a:t>
            </a:r>
            <a:r>
              <a:rPr lang="en-US" sz="2850" dirty="0" spc="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cầu</a:t>
            </a:r>
            <a:r>
              <a:rPr lang="en-US" sz="2850" dirty="0" spc="-1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trái</a:t>
            </a:r>
            <a:endParaRPr lang="en-US" sz="2850" dirty="0"/>
          </a:p>
        </p:txBody>
      </p:sp>
      <p:sp>
        <p:nvSpPr>
          <p:cNvPr id="13" name="Text 11"/>
          <p:cNvSpPr/>
          <p:nvPr/>
        </p:nvSpPr>
        <p:spPr>
          <a:xfrm>
            <a:off x="914400" y="8991600"/>
            <a:ext cx="164592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Nguồn:</a:t>
            </a:r>
            <a:r>
              <a:rPr lang="en-US" sz="180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[S1] [S8]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9429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11715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14001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16287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18573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20859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23145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25431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27717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30003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32289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34575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36861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39147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41433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4352925" y="9544050"/>
            <a:ext cx="152400" cy="1524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30" name="Shape 28"/>
          <p:cNvSpPr/>
          <p:nvPr/>
        </p:nvSpPr>
        <p:spPr>
          <a:xfrm>
            <a:off x="46005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48291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50577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52863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55149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57435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59721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62007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64293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66579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68865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71151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73437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75723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4" name="Shape 42"/>
          <p:cNvSpPr/>
          <p:nvPr/>
        </p:nvSpPr>
        <p:spPr>
          <a:xfrm>
            <a:off x="78009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5" name="Shape 43"/>
          <p:cNvSpPr/>
          <p:nvPr/>
        </p:nvSpPr>
        <p:spPr>
          <a:xfrm>
            <a:off x="80295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6" name="Shape 44"/>
          <p:cNvSpPr/>
          <p:nvPr/>
        </p:nvSpPr>
        <p:spPr>
          <a:xfrm>
            <a:off x="82581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7" name="Shape 45"/>
          <p:cNvSpPr/>
          <p:nvPr/>
        </p:nvSpPr>
        <p:spPr>
          <a:xfrm>
            <a:off x="84867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8" name="Shape 46"/>
          <p:cNvSpPr/>
          <p:nvPr/>
        </p:nvSpPr>
        <p:spPr>
          <a:xfrm>
            <a:off x="87153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9" name="Shape 47"/>
          <p:cNvSpPr/>
          <p:nvPr/>
        </p:nvSpPr>
        <p:spPr>
          <a:xfrm>
            <a:off x="89439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0" name="Shape 48"/>
          <p:cNvSpPr/>
          <p:nvPr/>
        </p:nvSpPr>
        <p:spPr>
          <a:xfrm>
            <a:off x="91725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1" name="Shape 49"/>
          <p:cNvSpPr/>
          <p:nvPr/>
        </p:nvSpPr>
        <p:spPr>
          <a:xfrm>
            <a:off x="94011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2" name="Shape 50"/>
          <p:cNvSpPr/>
          <p:nvPr/>
        </p:nvSpPr>
        <p:spPr>
          <a:xfrm>
            <a:off x="96297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3" name="Text 51"/>
          <p:cNvSpPr/>
          <p:nvPr/>
        </p:nvSpPr>
        <p:spPr>
          <a:xfrm>
            <a:off x="10058400" y="9467850"/>
            <a:ext cx="4953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6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Multiple-report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3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L08</a:t>
            </a:r>
            <a:r>
              <a:rPr lang="en-US" sz="180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1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16/39</a:t>
            </a:r>
            <a:endParaRPr lang="en-US" sz="1800" dirty="0"/>
          </a:p>
        </p:txBody>
      </p:sp>
      <p:sp>
        <p:nvSpPr>
          <p:cNvPr id="54" name="Shape 52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55" name="Moda image moda-export-watermark-8b882fd8-2d6f-4178-a421-89d705df874d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6459200" cy="1809750"/>
          </a:xfrm>
          <a:prstGeom prst="rect">
            <a:avLst/>
          </a:prstGeom>
          <a:noFill/>
          <a:ln/>
        </p:spPr>
        <p:txBody>
          <a:bodyPr wrap="square" lIns="0" tIns="43434" rIns="0" bIns="-43434" rtlCol="0" anchor="t"/>
          <a:lstStyle/>
          <a:p>
            <a:pPr algn="l" indent="0" marL="0">
              <a:lnSpc>
                <a:spcPts val="6156"/>
              </a:lnSpc>
              <a:buNone/>
            </a:pPr>
            <a:r>
              <a:rPr lang="en-US" sz="57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Bằng</a:t>
            </a:r>
            <a:r>
              <a:rPr lang="en-US" sz="5700" dirty="0" spc="7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chứng</a:t>
            </a:r>
            <a:r>
              <a:rPr lang="en-US" sz="5700" dirty="0" spc="-6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về</a:t>
            </a:r>
            <a:r>
              <a:rPr lang="en-US" sz="57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vùng nhận</a:t>
            </a:r>
            <a:r>
              <a:rPr lang="en-US" sz="57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mặt</a:t>
            </a:r>
            <a:endParaRPr lang="en-US" sz="5700" dirty="0"/>
          </a:p>
        </p:txBody>
      </p:sp>
      <p:sp>
        <p:nvSpPr>
          <p:cNvPr id="3" name="Connector line-1792580826218-690056372"/>
          <p:cNvSpPr/>
          <p:nvPr/>
        </p:nvSpPr>
        <p:spPr>
          <a:xfrm>
            <a:off x="914400" y="5810250"/>
            <a:ext cx="16459200" cy="0"/>
          </a:xfrm>
          <a:prstGeom prst="line">
            <a:avLst/>
          </a:prstGeom>
          <a:noFill/>
          <a:ln w="57150">
            <a:solidFill>
              <a:srgbClr val="9AA0B5"/>
            </a:solidFill>
            <a:prstDash val="solid"/>
            <a:headEnd type="none"/>
            <a:tailEnd type="none"/>
          </a:ln>
        </p:spPr>
      </p:sp>
      <p:sp>
        <p:nvSpPr>
          <p:cNvPr id="4" name="Shape 2"/>
          <p:cNvSpPr/>
          <p:nvPr/>
        </p:nvSpPr>
        <p:spPr>
          <a:xfrm>
            <a:off x="2724150" y="5562600"/>
            <a:ext cx="495300" cy="495300"/>
          </a:xfrm>
          <a:prstGeom prst="ellipse">
            <a:avLst/>
          </a:prstGeom>
          <a:solidFill>
            <a:srgbClr val="7C93FF"/>
          </a:solidFill>
          <a:ln/>
        </p:spPr>
      </p:sp>
      <p:sp>
        <p:nvSpPr>
          <p:cNvPr id="5" name="Connector line-1792580826219-137074342"/>
          <p:cNvSpPr/>
          <p:nvPr/>
        </p:nvSpPr>
        <p:spPr>
          <a:xfrm flipV="1">
            <a:off x="2971800" y="5238750"/>
            <a:ext cx="0" cy="323850"/>
          </a:xfrm>
          <a:prstGeom prst="line">
            <a:avLst/>
          </a:prstGeom>
          <a:noFill/>
          <a:ln w="38100">
            <a:solidFill>
              <a:srgbClr val="7C93FF"/>
            </a:solidFill>
            <a:prstDash val="solid"/>
            <a:headEnd type="none"/>
            <a:tailEnd type="none"/>
          </a:ln>
        </p:spPr>
      </p:sp>
      <p:sp>
        <p:nvSpPr>
          <p:cNvPr id="6" name="Text 4"/>
          <p:cNvSpPr/>
          <p:nvPr/>
        </p:nvSpPr>
        <p:spPr>
          <a:xfrm>
            <a:off x="1104900" y="3429000"/>
            <a:ext cx="3733800" cy="180975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400" dirty="0" spc="9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1997:</a:t>
            </a:r>
            <a:r>
              <a:rPr lang="en-US" sz="2400" dirty="0" spc="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fMRI,</a:t>
            </a:r>
            <a:r>
              <a:rPr lang="en-US" sz="2400" dirty="0" spc="-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hồi</a:t>
            </a:r>
            <a:r>
              <a:rPr lang="en-US" sz="2400" dirty="0" spc="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thoi</a:t>
            </a:r>
            <a:r>
              <a:rPr lang="en-US" sz="2400" dirty="0" spc="-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của 12</a:t>
            </a:r>
            <a:r>
              <a:rPr lang="en-US" sz="2400" dirty="0" spc="-14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trong</a:t>
            </a:r>
            <a:r>
              <a:rPr lang="en-US" sz="2400" dirty="0" spc="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15</a:t>
            </a:r>
            <a:r>
              <a:rPr lang="en-US" sz="2400" dirty="0" spc="7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người</a:t>
            </a:r>
            <a:r>
              <a:rPr lang="en-US" sz="2400" dirty="0" spc="-9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hoạt</a:t>
            </a:r>
            <a:r>
              <a:rPr lang="en-US" sz="2400" dirty="0" spc="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động</a:t>
            </a:r>
            <a:r>
              <a:rPr lang="en-US" sz="2400" dirty="0" spc="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mạnh</a:t>
            </a:r>
            <a:r>
              <a:rPr lang="en-US" sz="2400" dirty="0" spc="-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hơn</a:t>
            </a:r>
            <a:r>
              <a:rPr lang="en-US" sz="2400" dirty="0" spc="-1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với</a:t>
            </a:r>
            <a:r>
              <a:rPr lang="en-US" sz="2400" dirty="0" spc="-1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mặt</a:t>
            </a:r>
            <a:r>
              <a:rPr lang="en-US" sz="2400" dirty="0" spc="-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so</a:t>
            </a:r>
            <a:r>
              <a:rPr lang="en-US" sz="2400" dirty="0" spc="-1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với</a:t>
            </a:r>
            <a:r>
              <a:rPr lang="en-US" sz="2400" dirty="0" spc="1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đồ</a:t>
            </a:r>
            <a:r>
              <a:rPr lang="en-US" sz="2400" dirty="0" spc="-2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vật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6838950" y="5562600"/>
            <a:ext cx="495300" cy="495300"/>
          </a:xfrm>
          <a:prstGeom prst="ellipse">
            <a:avLst/>
          </a:prstGeom>
          <a:solidFill>
            <a:srgbClr val="FFB454"/>
          </a:solidFill>
          <a:ln/>
        </p:spPr>
      </p:sp>
      <p:sp>
        <p:nvSpPr>
          <p:cNvPr id="8" name="Connector line-1792580826221-280936118"/>
          <p:cNvSpPr/>
          <p:nvPr/>
        </p:nvSpPr>
        <p:spPr>
          <a:xfrm>
            <a:off x="7086600" y="6057900"/>
            <a:ext cx="0" cy="323850"/>
          </a:xfrm>
          <a:prstGeom prst="line">
            <a:avLst/>
          </a:prstGeom>
          <a:noFill/>
          <a:ln w="38100">
            <a:solidFill>
              <a:srgbClr val="FFB454"/>
            </a:solidFill>
            <a:prstDash val="solid"/>
            <a:headEnd type="none"/>
            <a:tailEnd type="none"/>
          </a:ln>
        </p:spPr>
      </p:sp>
      <p:sp>
        <p:nvSpPr>
          <p:cNvPr id="9" name="Text 7"/>
          <p:cNvSpPr/>
          <p:nvPr/>
        </p:nvSpPr>
        <p:spPr>
          <a:xfrm>
            <a:off x="5219700" y="6381750"/>
            <a:ext cx="3733800" cy="1809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50" dirty="0" spc="7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1997:</a:t>
            </a:r>
            <a:r>
              <a:rPr lang="en-US" sz="2250" dirty="0" spc="-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thêm</a:t>
            </a:r>
            <a:r>
              <a:rPr lang="en-US" sz="2250" dirty="0" spc="-4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phép</a:t>
            </a:r>
            <a:r>
              <a:rPr lang="en-US" sz="2250" dirty="0" spc="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thử</a:t>
            </a:r>
            <a:r>
              <a:rPr lang="en-US" sz="2250" dirty="0" spc="-6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(mặt</a:t>
            </a:r>
            <a:r>
              <a:rPr lang="en-US" sz="2250" dirty="0" spc="-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so</a:t>
            </a:r>
            <a:r>
              <a:rPr lang="en-US" sz="2250" dirty="0" spc="-8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với</a:t>
            </a:r>
            <a:r>
              <a:rPr lang="en-US" sz="2250" dirty="0" spc="-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nhà,</a:t>
            </a:r>
            <a:r>
              <a:rPr lang="en-US" sz="2250" dirty="0" spc="-8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mặt</a:t>
            </a:r>
            <a:r>
              <a:rPr lang="en-US" sz="2250" dirty="0" spc="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ba</a:t>
            </a:r>
            <a:r>
              <a:rPr lang="en-US" sz="2250" dirty="0" spc="-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phần</a:t>
            </a:r>
            <a:r>
              <a:rPr lang="en-US" sz="2250" dirty="0" spc="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tư</a:t>
            </a:r>
            <a:r>
              <a:rPr lang="en-US" sz="2250" dirty="0" spc="-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so</a:t>
            </a:r>
            <a:r>
              <a:rPr lang="en-US" sz="2250" dirty="0" spc="-8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với</a:t>
            </a:r>
            <a:r>
              <a:rPr lang="en-US" sz="2250" dirty="0" spc="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bàn</a:t>
            </a:r>
            <a:r>
              <a:rPr lang="en-US" sz="2250" dirty="0" spc="-1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tay)</a:t>
            </a:r>
            <a:r>
              <a:rPr lang="en-US" sz="2250" dirty="0" spc="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cho</a:t>
            </a:r>
            <a:r>
              <a:rPr lang="en-US" sz="2250" dirty="0" spc="-8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thấy</a:t>
            </a:r>
            <a:r>
              <a:rPr lang="en-US" sz="2250" dirty="0" spc="-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vùng</a:t>
            </a:r>
            <a:r>
              <a:rPr lang="en-US" sz="2250" dirty="0" spc="-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chọn</a:t>
            </a:r>
            <a:r>
              <a:rPr lang="en-US" sz="2250" dirty="0" spc="-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lọc</a:t>
            </a:r>
            <a:r>
              <a:rPr lang="en-US" sz="2250" dirty="0" spc="-8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với</a:t>
            </a:r>
            <a:r>
              <a:rPr lang="en-US" sz="2250" dirty="0" spc="-7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mặt</a:t>
            </a:r>
            <a:endParaRPr lang="en-US" sz="2250" dirty="0"/>
          </a:p>
        </p:txBody>
      </p:sp>
      <p:sp>
        <p:nvSpPr>
          <p:cNvPr id="10" name="Shape 8"/>
          <p:cNvSpPr/>
          <p:nvPr/>
        </p:nvSpPr>
        <p:spPr>
          <a:xfrm>
            <a:off x="10953750" y="5562600"/>
            <a:ext cx="495300" cy="495300"/>
          </a:xfrm>
          <a:prstGeom prst="ellipse">
            <a:avLst/>
          </a:prstGeom>
          <a:solidFill>
            <a:srgbClr val="3DD6A0"/>
          </a:solidFill>
          <a:ln/>
        </p:spPr>
      </p:sp>
      <p:sp>
        <p:nvSpPr>
          <p:cNvPr id="11" name="Connector line-1792580826225-253422320"/>
          <p:cNvSpPr/>
          <p:nvPr/>
        </p:nvSpPr>
        <p:spPr>
          <a:xfrm flipV="1">
            <a:off x="11201400" y="5238750"/>
            <a:ext cx="0" cy="323850"/>
          </a:xfrm>
          <a:prstGeom prst="line">
            <a:avLst/>
          </a:prstGeom>
          <a:noFill/>
          <a:ln w="38100">
            <a:solidFill>
              <a:srgbClr val="3DD6A0"/>
            </a:solidFill>
            <a:prstDash val="solid"/>
            <a:headEnd type="none"/>
            <a:tailEnd type="none"/>
          </a:ln>
        </p:spPr>
      </p:sp>
      <p:sp>
        <p:nvSpPr>
          <p:cNvPr id="12" name="Text 10"/>
          <p:cNvSpPr/>
          <p:nvPr/>
        </p:nvSpPr>
        <p:spPr>
          <a:xfrm>
            <a:off x="9334500" y="3429000"/>
            <a:ext cx="3733800" cy="180975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700" dirty="0" spc="-9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Tổn</a:t>
            </a:r>
            <a:r>
              <a:rPr lang="en-US" sz="2700" dirty="0" spc="4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thương</a:t>
            </a:r>
            <a:r>
              <a:rPr lang="en-US" sz="2700" dirty="0" spc="-1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mặt</a:t>
            </a:r>
            <a:r>
              <a:rPr lang="en-US" sz="2700" dirty="0" spc="1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dưới</a:t>
            </a:r>
            <a:r>
              <a:rPr lang="en-US" sz="2700" dirty="0" spc="-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thùy</a:t>
            </a:r>
            <a:r>
              <a:rPr lang="en-US" sz="2700" dirty="0" spc="-6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thái</a:t>
            </a:r>
            <a:r>
              <a:rPr lang="en-US" sz="2700" dirty="0" spc="5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dương:</a:t>
            </a:r>
            <a:r>
              <a:rPr lang="en-US" sz="2700" dirty="0" spc="-6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có thể</a:t>
            </a:r>
            <a:r>
              <a:rPr lang="en-US" sz="2700" dirty="0" spc="-1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mất</a:t>
            </a:r>
            <a:r>
              <a:rPr lang="en-US" sz="2700" dirty="0" spc="-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nhận</a:t>
            </a:r>
            <a:r>
              <a:rPr lang="en-US" sz="2700" dirty="0" spc="-1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mặt</a:t>
            </a:r>
            <a:r>
              <a:rPr lang="en-US" sz="2700" dirty="0" spc="-8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(prosopagnosia)</a:t>
            </a:r>
            <a:endParaRPr lang="en-US" sz="2700" dirty="0"/>
          </a:p>
        </p:txBody>
      </p:sp>
      <p:sp>
        <p:nvSpPr>
          <p:cNvPr id="13" name="Shape 11"/>
          <p:cNvSpPr/>
          <p:nvPr/>
        </p:nvSpPr>
        <p:spPr>
          <a:xfrm>
            <a:off x="15068550" y="5562600"/>
            <a:ext cx="495300" cy="495300"/>
          </a:xfrm>
          <a:prstGeom prst="ellipse">
            <a:avLst/>
          </a:prstGeom>
          <a:solidFill>
            <a:srgbClr val="FF6A4D"/>
          </a:solidFill>
          <a:ln/>
        </p:spPr>
      </p:sp>
      <p:sp>
        <p:nvSpPr>
          <p:cNvPr id="14" name="Connector line-1792580826228-245322382"/>
          <p:cNvSpPr/>
          <p:nvPr/>
        </p:nvSpPr>
        <p:spPr>
          <a:xfrm>
            <a:off x="15316200" y="6057900"/>
            <a:ext cx="0" cy="323850"/>
          </a:xfrm>
          <a:prstGeom prst="line">
            <a:avLst/>
          </a:prstGeom>
          <a:noFill/>
          <a:ln w="38100">
            <a:solidFill>
              <a:srgbClr val="FF6A4D"/>
            </a:solidFill>
            <a:prstDash val="solid"/>
            <a:headEnd type="none"/>
            <a:tailEnd type="none"/>
          </a:ln>
        </p:spPr>
      </p:sp>
      <p:sp>
        <p:nvSpPr>
          <p:cNvPr id="15" name="Text 13"/>
          <p:cNvSpPr/>
          <p:nvPr/>
        </p:nvSpPr>
        <p:spPr>
          <a:xfrm>
            <a:off x="13449300" y="6381750"/>
            <a:ext cx="3733800" cy="1809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50" dirty="0" spc="-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2006:</a:t>
            </a:r>
            <a:r>
              <a:rPr lang="en-US" sz="2250" dirty="0" spc="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bài</a:t>
            </a:r>
            <a:r>
              <a:rPr lang="en-US" sz="2250" dirty="0" spc="-8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tổng</a:t>
            </a:r>
            <a:r>
              <a:rPr lang="en-US" sz="2250" dirty="0" spc="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quan</a:t>
            </a:r>
            <a:r>
              <a:rPr lang="en-US" sz="2250" dirty="0" spc="-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mô</a:t>
            </a:r>
            <a:r>
              <a:rPr lang="en-US" sz="2250" dirty="0" spc="-7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tả</a:t>
            </a:r>
            <a:r>
              <a:rPr lang="en-US" sz="2250" dirty="0" spc="-8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tranh</a:t>
            </a:r>
            <a:r>
              <a:rPr lang="en-US" sz="2250" dirty="0" spc="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luận</a:t>
            </a:r>
            <a:r>
              <a:rPr lang="en-US" sz="2250" dirty="0" spc="9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giữa</a:t>
            </a:r>
            <a:r>
              <a:rPr lang="en-US" sz="2250" dirty="0" spc="-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cơ chế</a:t>
            </a:r>
            <a:r>
              <a:rPr lang="en-US" sz="2250" dirty="0" spc="-1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chuyên</a:t>
            </a:r>
            <a:r>
              <a:rPr lang="en-US" sz="2250" dirty="0" spc="-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biệt</a:t>
            </a:r>
            <a:r>
              <a:rPr lang="en-US" sz="2250" dirty="0" spc="-18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và</a:t>
            </a:r>
            <a:r>
              <a:rPr lang="en-US" sz="2250" dirty="0" spc="1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đa</a:t>
            </a:r>
            <a:r>
              <a:rPr lang="en-US" sz="2250" dirty="0" spc="-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dụng,</a:t>
            </a:r>
            <a:r>
              <a:rPr lang="en-US" sz="2250" dirty="0" spc="-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nghiêng</a:t>
            </a:r>
            <a:r>
              <a:rPr lang="en-US" sz="2250" dirty="0" spc="-18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về</a:t>
            </a:r>
            <a:r>
              <a:rPr lang="en-US" sz="2250" dirty="0" spc="-1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chuyên</a:t>
            </a:r>
            <a:r>
              <a:rPr lang="en-US" sz="2250" dirty="0" spc="-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biệt</a:t>
            </a:r>
            <a:endParaRPr lang="en-US" sz="2250" dirty="0"/>
          </a:p>
        </p:txBody>
      </p:sp>
      <p:sp>
        <p:nvSpPr>
          <p:cNvPr id="16" name="Text 14"/>
          <p:cNvSpPr/>
          <p:nvPr/>
        </p:nvSpPr>
        <p:spPr>
          <a:xfrm>
            <a:off x="914400" y="8991600"/>
            <a:ext cx="164592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Nguồn:</a:t>
            </a:r>
            <a:r>
              <a:rPr lang="en-US" sz="1800" dirty="0" spc="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[S1]</a:t>
            </a:r>
            <a:r>
              <a:rPr lang="en-US" sz="180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[S5] [S6]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9429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11715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14001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16287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18573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20859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23145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25431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27717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30003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32289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34575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36861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39147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41433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43719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4581525" y="9544050"/>
            <a:ext cx="152400" cy="152400"/>
          </a:xfrm>
          <a:prstGeom prst="ellipse">
            <a:avLst/>
          </a:prstGeom>
          <a:solidFill>
            <a:srgbClr val="FF6A4D"/>
          </a:solidFill>
          <a:ln/>
        </p:spPr>
      </p:sp>
      <p:sp>
        <p:nvSpPr>
          <p:cNvPr id="34" name="Shape 32"/>
          <p:cNvSpPr/>
          <p:nvPr/>
        </p:nvSpPr>
        <p:spPr>
          <a:xfrm>
            <a:off x="48291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50577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52863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55149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57435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59721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62007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64293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66579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68865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4" name="Shape 42"/>
          <p:cNvSpPr/>
          <p:nvPr/>
        </p:nvSpPr>
        <p:spPr>
          <a:xfrm>
            <a:off x="71151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5" name="Shape 43"/>
          <p:cNvSpPr/>
          <p:nvPr/>
        </p:nvSpPr>
        <p:spPr>
          <a:xfrm>
            <a:off x="73437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6" name="Shape 44"/>
          <p:cNvSpPr/>
          <p:nvPr/>
        </p:nvSpPr>
        <p:spPr>
          <a:xfrm>
            <a:off x="75723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7" name="Shape 45"/>
          <p:cNvSpPr/>
          <p:nvPr/>
        </p:nvSpPr>
        <p:spPr>
          <a:xfrm>
            <a:off x="78009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8" name="Shape 46"/>
          <p:cNvSpPr/>
          <p:nvPr/>
        </p:nvSpPr>
        <p:spPr>
          <a:xfrm>
            <a:off x="80295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9" name="Shape 47"/>
          <p:cNvSpPr/>
          <p:nvPr/>
        </p:nvSpPr>
        <p:spPr>
          <a:xfrm>
            <a:off x="82581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0" name="Shape 48"/>
          <p:cNvSpPr/>
          <p:nvPr/>
        </p:nvSpPr>
        <p:spPr>
          <a:xfrm>
            <a:off x="84867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1" name="Shape 49"/>
          <p:cNvSpPr/>
          <p:nvPr/>
        </p:nvSpPr>
        <p:spPr>
          <a:xfrm>
            <a:off x="87153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2" name="Shape 50"/>
          <p:cNvSpPr/>
          <p:nvPr/>
        </p:nvSpPr>
        <p:spPr>
          <a:xfrm>
            <a:off x="89439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3" name="Shape 51"/>
          <p:cNvSpPr/>
          <p:nvPr/>
        </p:nvSpPr>
        <p:spPr>
          <a:xfrm>
            <a:off x="91725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4" name="Shape 52"/>
          <p:cNvSpPr/>
          <p:nvPr/>
        </p:nvSpPr>
        <p:spPr>
          <a:xfrm>
            <a:off x="94011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5" name="Shape 53"/>
          <p:cNvSpPr/>
          <p:nvPr/>
        </p:nvSpPr>
        <p:spPr>
          <a:xfrm>
            <a:off x="96297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6" name="Text 54"/>
          <p:cNvSpPr/>
          <p:nvPr/>
        </p:nvSpPr>
        <p:spPr>
          <a:xfrm>
            <a:off x="10058400" y="9467850"/>
            <a:ext cx="4953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Multiple-report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3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L08</a:t>
            </a:r>
            <a:r>
              <a:rPr lang="en-US" sz="180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2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17/39</a:t>
            </a:r>
            <a:endParaRPr lang="en-US" sz="1800" dirty="0"/>
          </a:p>
        </p:txBody>
      </p:sp>
      <p:sp>
        <p:nvSpPr>
          <p:cNvPr id="57" name="Shape 55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58" name="Moda image moda-export-watermark-17facb80-306c-452b-b70b-a8497675b08c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6459200" cy="1809750"/>
          </a:xfrm>
          <a:prstGeom prst="rect">
            <a:avLst/>
          </a:prstGeom>
          <a:noFill/>
          <a:ln/>
        </p:spPr>
        <p:txBody>
          <a:bodyPr wrap="square" lIns="0" tIns="43434" rIns="0" bIns="-43434" rtlCol="0" anchor="t"/>
          <a:lstStyle/>
          <a:p>
            <a:pPr algn="l" indent="0" marL="0">
              <a:lnSpc>
                <a:spcPts val="6156"/>
              </a:lnSpc>
              <a:buNone/>
            </a:pPr>
            <a:r>
              <a:rPr lang="en-US" sz="57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Thùy</a:t>
            </a:r>
            <a:r>
              <a:rPr lang="en-US" sz="5700" dirty="0" spc="7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đỉnh:</a:t>
            </a:r>
            <a:r>
              <a:rPr lang="en-US" sz="57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cảm</a:t>
            </a:r>
            <a:r>
              <a:rPr lang="en-US" sz="57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giác</a:t>
            </a:r>
            <a:r>
              <a:rPr lang="en-US" sz="5700" dirty="0" spc="-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cơ</a:t>
            </a:r>
            <a:r>
              <a:rPr lang="en-US" sz="57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thể</a:t>
            </a:r>
            <a:r>
              <a:rPr lang="en-US" sz="5700" dirty="0" spc="-6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và</a:t>
            </a:r>
            <a:r>
              <a:rPr lang="en-US" sz="5700" dirty="0" spc="-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bản</a:t>
            </a:r>
            <a:r>
              <a:rPr lang="en-US" sz="5700" dirty="0" spc="1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đồ</a:t>
            </a:r>
            <a:r>
              <a:rPr lang="en-US" sz="57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không gian</a:t>
            </a:r>
            <a:endParaRPr lang="en-US" sz="5700" dirty="0"/>
          </a:p>
        </p:txBody>
      </p:sp>
      <p:sp>
        <p:nvSpPr>
          <p:cNvPr id="3" name="Shape 1"/>
          <p:cNvSpPr/>
          <p:nvPr/>
        </p:nvSpPr>
        <p:spPr>
          <a:xfrm>
            <a:off x="914400" y="2819400"/>
            <a:ext cx="95250" cy="5505450"/>
          </a:xfrm>
          <a:prstGeom prst="roundRect">
            <a:avLst>
              <a:gd name="adj" fmla="val 50000"/>
            </a:avLst>
          </a:prstGeom>
          <a:solidFill>
            <a:srgbClr val="1F3FD1"/>
          </a:solidFill>
          <a:ln/>
        </p:spPr>
      </p:sp>
      <p:sp>
        <p:nvSpPr>
          <p:cNvPr id="4" name="Text 2"/>
          <p:cNvSpPr/>
          <p:nvPr/>
        </p:nvSpPr>
        <p:spPr>
          <a:xfrm>
            <a:off x="1295400" y="2762250"/>
            <a:ext cx="10572750" cy="5619750"/>
          </a:xfrm>
          <a:prstGeom prst="rect">
            <a:avLst/>
          </a:prstGeom>
          <a:noFill/>
          <a:ln/>
        </p:spPr>
        <p:txBody>
          <a:bodyPr wrap="square" lIns="0" tIns="10843" rIns="0" bIns="-10843" rtlCol="0" anchor="t"/>
          <a:lstStyle/>
          <a:p>
            <a:pPr algn="l" indent="0" marL="0">
              <a:lnSpc>
                <a:spcPts val="3848"/>
              </a:lnSpc>
              <a:buNone/>
            </a:pPr>
            <a:r>
              <a:rPr lang="en-US" sz="2850" b="1" dirty="0" spc="1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Thùy</a:t>
            </a:r>
            <a:r>
              <a:rPr lang="en-US" sz="2850" b="1" dirty="0" spc="16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đỉnh</a:t>
            </a:r>
            <a:pPr algn="l" indent="0" marL="0">
              <a:lnSpc>
                <a:spcPts val="3848"/>
              </a:lnSpc>
              <a:buNone/>
            </a:pPr>
            <a:r>
              <a:rPr lang="en-US" sz="285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(parietal</a:t>
            </a:r>
            <a:r>
              <a:rPr lang="en-US" sz="28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lobe) nằm</a:t>
            </a:r>
            <a:r>
              <a:rPr lang="en-US" sz="2850" dirty="0" spc="-2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trên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thùy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thái</a:t>
            </a:r>
            <a:r>
              <a:rPr lang="en-US" sz="2850" dirty="0" spc="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dương</a:t>
            </a:r>
            <a:r>
              <a:rPr lang="en-US" sz="2850" dirty="0" spc="-1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850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sau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thùy</a:t>
            </a:r>
            <a:r>
              <a:rPr lang="en-US" sz="2850" dirty="0" spc="-1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trán,</a:t>
            </a:r>
            <a:r>
              <a:rPr lang="en-US" sz="2850" dirty="0" spc="-2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ngay</a:t>
            </a:r>
            <a:r>
              <a:rPr lang="en-US" sz="2850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sau</a:t>
            </a:r>
            <a:r>
              <a:rPr lang="en-US" sz="2850" dirty="0" spc="-2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rãnh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trung</a:t>
            </a:r>
            <a:r>
              <a:rPr lang="en-US" sz="2850" dirty="0" spc="-1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tâm</a:t>
            </a:r>
            <a:r>
              <a:rPr lang="en-US" sz="2850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</a:t>
            </a:r>
            <a:pPr algn="l" indent="0" marL="0">
              <a:lnSpc>
                <a:spcPts val="3848"/>
              </a:lnSpc>
              <a:buNone/>
            </a:pPr>
            <a:r>
              <a:rPr lang="en-US" sz="2850" dirty="0" spc="-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[S1]</a:t>
            </a:r>
            <a:pPr algn="l" indent="0" marL="0">
              <a:lnSpc>
                <a:spcPts val="3848"/>
              </a:lnSpc>
              <a:buNone/>
            </a:pPr>
            <a:r>
              <a:rPr lang="en-US" sz="285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.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Phần</a:t>
            </a:r>
            <a:r>
              <a:rPr lang="en-US" sz="2850" dirty="0" spc="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trước</a:t>
            </a:r>
            <a:r>
              <a:rPr lang="en-US" sz="28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2850" dirty="0" spc="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</a:t>
            </a:r>
            <a:pPr algn="l" indent="0" marL="0">
              <a:lnSpc>
                <a:spcPts val="3848"/>
              </a:lnSpc>
              <a:buNone/>
            </a:pPr>
            <a:r>
              <a:rPr lang="en-US" sz="2850" b="1" dirty="0" spc="-5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hồi</a:t>
            </a:r>
            <a:r>
              <a:rPr lang="en-US" sz="2850" b="1" dirty="0" spc="4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sau</a:t>
            </a:r>
            <a:r>
              <a:rPr lang="en-US" sz="2850" b="1" dirty="0" spc="-1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trung tâm</a:t>
            </a:r>
            <a:pPr algn="l" indent="0" marL="0">
              <a:lnSpc>
                <a:spcPts val="3848"/>
              </a:lnSpc>
              <a:buNone/>
            </a:pPr>
            <a:r>
              <a:rPr lang="en-US" sz="28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,</a:t>
            </a:r>
            <a:r>
              <a:rPr lang="en-US" sz="28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nơi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850" dirty="0" spc="-1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vỏ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thể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cảm chính</a:t>
            </a:r>
            <a:r>
              <a:rPr lang="en-US" sz="285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xử</a:t>
            </a:r>
            <a:r>
              <a:rPr lang="en-US" sz="28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lý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chạm,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áp</a:t>
            </a:r>
            <a:r>
              <a:rPr lang="en-US" sz="2850" dirty="0" spc="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lực,</a:t>
            </a:r>
            <a:r>
              <a:rPr lang="en-US" sz="2850" dirty="0" spc="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đau,</a:t>
            </a:r>
            <a:r>
              <a:rPr lang="en-US" sz="2850" dirty="0" spc="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ngứa,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rung,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cảm nhận</a:t>
            </a:r>
            <a:r>
              <a:rPr lang="en-US" sz="28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tư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thế</a:t>
            </a:r>
            <a:r>
              <a:rPr lang="en-US" sz="2850" dirty="0" spc="-1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850" dirty="0" spc="-1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chuyển</a:t>
            </a:r>
            <a:r>
              <a:rPr lang="en-US" sz="2850" dirty="0" spc="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động</a:t>
            </a:r>
            <a:r>
              <a:rPr lang="en-US" sz="285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</a:t>
            </a:r>
            <a:pPr algn="l" indent="0" marL="0">
              <a:lnSpc>
                <a:spcPts val="3848"/>
              </a:lnSpc>
              <a:buNone/>
            </a:pPr>
            <a:r>
              <a:rPr lang="en-US" sz="2850" dirty="0" spc="-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[S1]</a:t>
            </a:r>
            <a:r>
              <a:rPr lang="en-US" sz="28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[S3]</a:t>
            </a:r>
            <a:pPr algn="l" indent="0" marL="0">
              <a:lnSpc>
                <a:spcPts val="3848"/>
              </a:lnSpc>
              <a:buNone/>
            </a:pPr>
            <a:r>
              <a:rPr lang="en-US" sz="285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.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Phần</a:t>
            </a:r>
            <a:r>
              <a:rPr lang="en-US" sz="2850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sau</a:t>
            </a:r>
            <a:r>
              <a:rPr lang="en-US" sz="28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vùng liên hợp:</a:t>
            </a:r>
            <a:r>
              <a:rPr lang="en-US" sz="2850" dirty="0" spc="-4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kết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hợp</a:t>
            </a:r>
            <a:r>
              <a:rPr lang="en-US" sz="28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xúc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giác, thị giác,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thính giác</a:t>
            </a:r>
            <a:r>
              <a:rPr lang="en-US" sz="2850" dirty="0" spc="-1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tín</a:t>
            </a:r>
            <a:r>
              <a:rPr lang="en-US" sz="28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hiệu</a:t>
            </a:r>
            <a:r>
              <a:rPr lang="en-US" sz="2850" dirty="0" spc="-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vận</a:t>
            </a:r>
            <a:r>
              <a:rPr lang="en-US" sz="2850" dirty="0" spc="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động</a:t>
            </a:r>
            <a:r>
              <a:rPr lang="en-US" sz="2850" dirty="0" spc="2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để</a:t>
            </a:r>
            <a:r>
              <a:rPr lang="en-US" sz="2850" dirty="0" spc="2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dựng</a:t>
            </a:r>
            <a:r>
              <a:rPr lang="en-US" sz="2850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</a:t>
            </a:r>
            <a:r>
              <a:rPr lang="en-US" sz="2850" dirty="0" spc="1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đồ</a:t>
            </a:r>
            <a:r>
              <a:rPr lang="en-US" sz="285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8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gian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dẫn chú</a:t>
            </a:r>
            <a:r>
              <a:rPr lang="en-US" sz="285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ý</a:t>
            </a:r>
            <a:r>
              <a:rPr lang="en-US" sz="2850" dirty="0" spc="-1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cử</a:t>
            </a:r>
            <a:r>
              <a:rPr lang="en-US" sz="2850" dirty="0" spc="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động</a:t>
            </a:r>
            <a:r>
              <a:rPr lang="en-US" sz="2850" dirty="0" spc="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</a:t>
            </a:r>
            <a:pPr algn="l" indent="0" marL="0">
              <a:lnSpc>
                <a:spcPts val="3848"/>
              </a:lnSpc>
              <a:buNone/>
            </a:pPr>
            <a:r>
              <a:rPr lang="en-US" sz="2850" dirty="0" spc="-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[S1]</a:t>
            </a:r>
            <a:pPr algn="l" indent="0" marL="0">
              <a:lnSpc>
                <a:spcPts val="3848"/>
              </a:lnSpc>
              <a:buNone/>
            </a:pPr>
            <a:r>
              <a:rPr lang="en-US" sz="285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.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NINDS</a:t>
            </a:r>
            <a:r>
              <a:rPr lang="en-US" sz="28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thêm</a:t>
            </a:r>
            <a:r>
              <a:rPr lang="en-US" sz="2850" dirty="0" spc="-2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rằng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thùy</a:t>
            </a:r>
            <a:r>
              <a:rPr lang="en-US" sz="2850" dirty="0" spc="2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đỉnh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hỗ</a:t>
            </a:r>
            <a:r>
              <a:rPr lang="en-US" sz="2850" dirty="0" spc="-2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trợ</a:t>
            </a:r>
            <a:r>
              <a:rPr lang="en-US" sz="2850" dirty="0" spc="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đọc</a:t>
            </a:r>
            <a:r>
              <a:rPr lang="en-US" sz="2850" dirty="0" spc="-1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làm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tính</a:t>
            </a:r>
            <a:r>
              <a:rPr lang="en-US" sz="2850" dirty="0" spc="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</a:t>
            </a:r>
            <a:pPr algn="l" indent="0" marL="0">
              <a:lnSpc>
                <a:spcPts val="3848"/>
              </a:lnSpc>
              <a:buNone/>
            </a:pPr>
            <a:r>
              <a:rPr lang="en-US" sz="2850" dirty="0" spc="-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[S4]</a:t>
            </a:r>
            <a:pPr algn="l" indent="0" marL="0">
              <a:lnSpc>
                <a:spcPts val="3848"/>
              </a:lnSpc>
              <a:buNone/>
            </a:pPr>
            <a:r>
              <a:rPr lang="en-US" sz="285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.</a:t>
            </a:r>
            <a:endParaRPr lang="en-US" sz="2850" dirty="0"/>
          </a:p>
        </p:txBody>
      </p:sp>
      <p:sp>
        <p:nvSpPr>
          <p:cNvPr id="5" name="Shape 3"/>
          <p:cNvSpPr/>
          <p:nvPr/>
        </p:nvSpPr>
        <p:spPr>
          <a:xfrm>
            <a:off x="12325350" y="2762250"/>
            <a:ext cx="5048250" cy="1724025"/>
          </a:xfrm>
          <a:prstGeom prst="roundRect">
            <a:avLst>
              <a:gd name="adj" fmla="val 12155"/>
            </a:avLst>
          </a:prstGeom>
          <a:solidFill>
            <a:srgbClr val="E8E0CF"/>
          </a:solidFill>
          <a:ln/>
        </p:spPr>
      </p:sp>
      <p:sp>
        <p:nvSpPr>
          <p:cNvPr id="6" name="Shape 4"/>
          <p:cNvSpPr/>
          <p:nvPr/>
        </p:nvSpPr>
        <p:spPr>
          <a:xfrm>
            <a:off x="12325350" y="2762250"/>
            <a:ext cx="5048250" cy="95250"/>
          </a:xfrm>
          <a:prstGeom prst="roundRect">
            <a:avLst>
              <a:gd name="adj" fmla="val 50000"/>
            </a:avLst>
          </a:prstGeom>
          <a:solidFill>
            <a:srgbClr val="1F3FD1"/>
          </a:solidFill>
          <a:ln/>
        </p:spPr>
      </p:sp>
      <p:sp>
        <p:nvSpPr>
          <p:cNvPr id="7" name="Text 5"/>
          <p:cNvSpPr/>
          <p:nvPr/>
        </p:nvSpPr>
        <p:spPr>
          <a:xfrm>
            <a:off x="12630150" y="3028950"/>
            <a:ext cx="44386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50" dirty="0" spc="4" kern="0">
                <a:solidFill>
                  <a:srgbClr val="1F3FD1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Ở</a:t>
            </a:r>
            <a:r>
              <a:rPr lang="en-US" sz="1950" dirty="0" spc="5" kern="0">
                <a:solidFill>
                  <a:srgbClr val="1F3FD1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đâu</a:t>
            </a:r>
            <a:endParaRPr lang="en-US" sz="1950" dirty="0"/>
          </a:p>
        </p:txBody>
      </p:sp>
      <p:sp>
        <p:nvSpPr>
          <p:cNvPr id="8" name="Text 6"/>
          <p:cNvSpPr/>
          <p:nvPr/>
        </p:nvSpPr>
        <p:spPr>
          <a:xfrm>
            <a:off x="12630150" y="3486150"/>
            <a:ext cx="4438650" cy="809625"/>
          </a:xfrm>
          <a:prstGeom prst="rect">
            <a:avLst/>
          </a:prstGeom>
          <a:noFill/>
          <a:ln/>
        </p:spPr>
        <p:txBody>
          <a:bodyPr wrap="square" lIns="0" tIns="19050" rIns="0" bIns="-19050" rtlCol="0" anchor="t"/>
          <a:lstStyle/>
          <a:p>
            <a:pPr algn="l" indent="0" marL="0">
              <a:lnSpc>
                <a:spcPts val="2928"/>
              </a:lnSpc>
              <a:buNone/>
            </a:pPr>
            <a:r>
              <a:rPr lang="en-US" sz="2400" dirty="0" spc="-17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trên</a:t>
            </a:r>
            <a:r>
              <a:rPr lang="en-US" sz="240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thùy</a:t>
            </a:r>
            <a:r>
              <a:rPr lang="en-US" sz="240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thái</a:t>
            </a:r>
            <a:r>
              <a:rPr lang="en-US" sz="2400" dirty="0" spc="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dương,</a:t>
            </a:r>
            <a:r>
              <a:rPr lang="en-US" sz="240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sau</a:t>
            </a:r>
            <a:r>
              <a:rPr lang="en-US" sz="2400" dirty="0" spc="-1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rãnh</a:t>
            </a:r>
            <a:r>
              <a:rPr lang="en-US" sz="240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trung</a:t>
            </a:r>
            <a:r>
              <a:rPr lang="en-US" sz="2400" dirty="0" spc="-6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tâm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12325350" y="4714875"/>
            <a:ext cx="5048250" cy="1724025"/>
          </a:xfrm>
          <a:prstGeom prst="roundRect">
            <a:avLst>
              <a:gd name="adj" fmla="val 12155"/>
            </a:avLst>
          </a:prstGeom>
          <a:solidFill>
            <a:srgbClr val="E8E0CF"/>
          </a:solidFill>
          <a:ln/>
        </p:spPr>
      </p:sp>
      <p:sp>
        <p:nvSpPr>
          <p:cNvPr id="10" name="Shape 8"/>
          <p:cNvSpPr/>
          <p:nvPr/>
        </p:nvSpPr>
        <p:spPr>
          <a:xfrm>
            <a:off x="12325350" y="4714875"/>
            <a:ext cx="5048250" cy="95250"/>
          </a:xfrm>
          <a:prstGeom prst="roundRect">
            <a:avLst>
              <a:gd name="adj" fmla="val 50000"/>
            </a:avLst>
          </a:prstGeom>
          <a:solidFill>
            <a:srgbClr val="B45309"/>
          </a:solidFill>
          <a:ln/>
        </p:spPr>
      </p:sp>
      <p:sp>
        <p:nvSpPr>
          <p:cNvPr id="11" name="Text 9"/>
          <p:cNvSpPr/>
          <p:nvPr/>
        </p:nvSpPr>
        <p:spPr>
          <a:xfrm>
            <a:off x="12630150" y="4981575"/>
            <a:ext cx="44386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50" dirty="0" spc="-11" kern="0">
                <a:solidFill>
                  <a:srgbClr val="B45309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Làm</a:t>
            </a:r>
            <a:r>
              <a:rPr lang="en-US" sz="1950" dirty="0" spc="-4" kern="0">
                <a:solidFill>
                  <a:srgbClr val="B45309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gì</a:t>
            </a:r>
            <a:endParaRPr lang="en-US" sz="1950" dirty="0"/>
          </a:p>
        </p:txBody>
      </p:sp>
      <p:sp>
        <p:nvSpPr>
          <p:cNvPr id="12" name="Text 10"/>
          <p:cNvSpPr/>
          <p:nvPr/>
        </p:nvSpPr>
        <p:spPr>
          <a:xfrm>
            <a:off x="12630150" y="5438775"/>
            <a:ext cx="4438650" cy="809625"/>
          </a:xfrm>
          <a:prstGeom prst="rect">
            <a:avLst/>
          </a:prstGeom>
          <a:noFill/>
          <a:ln/>
        </p:spPr>
        <p:txBody>
          <a:bodyPr wrap="square" lIns="0" tIns="19050" rIns="0" bIns="-19050" rtlCol="0" anchor="t"/>
          <a:lstStyle/>
          <a:p>
            <a:pPr algn="l" indent="0" marL="0">
              <a:lnSpc>
                <a:spcPts val="2928"/>
              </a:lnSpc>
              <a:buNone/>
            </a:pPr>
            <a:r>
              <a:rPr lang="en-US" sz="240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xúc</a:t>
            </a:r>
            <a:r>
              <a:rPr lang="en-US" sz="240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giác,</a:t>
            </a:r>
            <a:r>
              <a:rPr lang="en-US" sz="2400" dirty="0" spc="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vị</a:t>
            </a:r>
            <a:r>
              <a:rPr lang="en-US" sz="2400" dirty="0" spc="1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trí</a:t>
            </a:r>
            <a:r>
              <a:rPr lang="en-US" sz="2400" dirty="0" spc="-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cơ</a:t>
            </a:r>
            <a:r>
              <a:rPr lang="en-US" sz="240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thể,</a:t>
            </a:r>
            <a:r>
              <a:rPr lang="en-US" sz="2400" dirty="0" spc="-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không</a:t>
            </a:r>
            <a:r>
              <a:rPr lang="en-US" sz="240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gian, chú</a:t>
            </a:r>
            <a:r>
              <a:rPr lang="en-US" sz="240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ý</a:t>
            </a:r>
            <a:endParaRPr lang="en-US" sz="2400" dirty="0"/>
          </a:p>
        </p:txBody>
      </p:sp>
      <p:sp>
        <p:nvSpPr>
          <p:cNvPr id="13" name="Shape 11"/>
          <p:cNvSpPr/>
          <p:nvPr/>
        </p:nvSpPr>
        <p:spPr>
          <a:xfrm>
            <a:off x="12325350" y="6657975"/>
            <a:ext cx="5048250" cy="1724025"/>
          </a:xfrm>
          <a:prstGeom prst="roundRect">
            <a:avLst>
              <a:gd name="adj" fmla="val 12155"/>
            </a:avLst>
          </a:prstGeom>
          <a:solidFill>
            <a:srgbClr val="E8E0CF"/>
          </a:solidFill>
          <a:ln/>
        </p:spPr>
      </p:sp>
      <p:sp>
        <p:nvSpPr>
          <p:cNvPr id="14" name="Shape 12"/>
          <p:cNvSpPr/>
          <p:nvPr/>
        </p:nvSpPr>
        <p:spPr>
          <a:xfrm>
            <a:off x="12325350" y="6657975"/>
            <a:ext cx="5048250" cy="95250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/>
        </p:spPr>
      </p:sp>
      <p:sp>
        <p:nvSpPr>
          <p:cNvPr id="15" name="Text 13"/>
          <p:cNvSpPr/>
          <p:nvPr/>
        </p:nvSpPr>
        <p:spPr>
          <a:xfrm>
            <a:off x="12630150" y="6924675"/>
            <a:ext cx="44386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50" dirty="0" spc="23" kern="0">
                <a:solidFill>
                  <a:srgbClr val="0F766E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Đừng</a:t>
            </a:r>
            <a:r>
              <a:rPr lang="en-US" sz="1950" dirty="0" spc="0" kern="0">
                <a:solidFill>
                  <a:srgbClr val="0F766E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hiểu</a:t>
            </a:r>
            <a:r>
              <a:rPr lang="en-US" sz="1950" dirty="0" spc="-3" kern="0">
                <a:solidFill>
                  <a:srgbClr val="0F766E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nhầm</a:t>
            </a:r>
            <a:endParaRPr lang="en-US" sz="1950" dirty="0"/>
          </a:p>
        </p:txBody>
      </p:sp>
      <p:sp>
        <p:nvSpPr>
          <p:cNvPr id="16" name="Text 14"/>
          <p:cNvSpPr/>
          <p:nvPr/>
        </p:nvSpPr>
        <p:spPr>
          <a:xfrm>
            <a:off x="12630150" y="7381875"/>
            <a:ext cx="4438650" cy="809625"/>
          </a:xfrm>
          <a:prstGeom prst="rect">
            <a:avLst/>
          </a:prstGeom>
          <a:noFill/>
          <a:ln/>
        </p:spPr>
        <p:txBody>
          <a:bodyPr wrap="square" lIns="0" tIns="19050" rIns="0" bIns="-19050" rtlCol="0" anchor="t"/>
          <a:lstStyle/>
          <a:p>
            <a:pPr algn="l" indent="0" marL="0">
              <a:lnSpc>
                <a:spcPts val="2928"/>
              </a:lnSpc>
              <a:buNone/>
            </a:pPr>
            <a:r>
              <a:rPr lang="en-US" sz="2400" dirty="0" spc="-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không</a:t>
            </a:r>
            <a:r>
              <a:rPr lang="en-US" sz="2400" dirty="0" spc="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chỉ</a:t>
            </a:r>
            <a:r>
              <a:rPr lang="en-US" sz="240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là</a:t>
            </a:r>
            <a:r>
              <a:rPr lang="en-US" sz="2400" dirty="0" spc="-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cảm</a:t>
            </a:r>
            <a:r>
              <a:rPr lang="en-US" sz="240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giác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" y="8991600"/>
            <a:ext cx="164592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Nguồn:</a:t>
            </a:r>
            <a:r>
              <a:rPr lang="en-US" sz="180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[S1]</a:t>
            </a:r>
            <a:r>
              <a:rPr lang="en-US" sz="180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[S3]</a:t>
            </a:r>
            <a:r>
              <a:rPr lang="en-US" sz="180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[S4]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9429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11715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14001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16287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18573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20859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23145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25431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27717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30003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32289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34575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36861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39147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41433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43719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46005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4810125" y="9544050"/>
            <a:ext cx="152400" cy="1524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36" name="Shape 34"/>
          <p:cNvSpPr/>
          <p:nvPr/>
        </p:nvSpPr>
        <p:spPr>
          <a:xfrm>
            <a:off x="50577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52863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55149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57435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59721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62007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64293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66579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4" name="Shape 42"/>
          <p:cNvSpPr/>
          <p:nvPr/>
        </p:nvSpPr>
        <p:spPr>
          <a:xfrm>
            <a:off x="68865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5" name="Shape 43"/>
          <p:cNvSpPr/>
          <p:nvPr/>
        </p:nvSpPr>
        <p:spPr>
          <a:xfrm>
            <a:off x="71151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6" name="Shape 44"/>
          <p:cNvSpPr/>
          <p:nvPr/>
        </p:nvSpPr>
        <p:spPr>
          <a:xfrm>
            <a:off x="73437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7" name="Shape 45"/>
          <p:cNvSpPr/>
          <p:nvPr/>
        </p:nvSpPr>
        <p:spPr>
          <a:xfrm>
            <a:off x="75723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8" name="Shape 46"/>
          <p:cNvSpPr/>
          <p:nvPr/>
        </p:nvSpPr>
        <p:spPr>
          <a:xfrm>
            <a:off x="78009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9" name="Shape 47"/>
          <p:cNvSpPr/>
          <p:nvPr/>
        </p:nvSpPr>
        <p:spPr>
          <a:xfrm>
            <a:off x="80295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0" name="Shape 48"/>
          <p:cNvSpPr/>
          <p:nvPr/>
        </p:nvSpPr>
        <p:spPr>
          <a:xfrm>
            <a:off x="82581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1" name="Shape 49"/>
          <p:cNvSpPr/>
          <p:nvPr/>
        </p:nvSpPr>
        <p:spPr>
          <a:xfrm>
            <a:off x="84867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2" name="Shape 50"/>
          <p:cNvSpPr/>
          <p:nvPr/>
        </p:nvSpPr>
        <p:spPr>
          <a:xfrm>
            <a:off x="87153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3" name="Shape 51"/>
          <p:cNvSpPr/>
          <p:nvPr/>
        </p:nvSpPr>
        <p:spPr>
          <a:xfrm>
            <a:off x="89439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4" name="Shape 52"/>
          <p:cNvSpPr/>
          <p:nvPr/>
        </p:nvSpPr>
        <p:spPr>
          <a:xfrm>
            <a:off x="91725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5" name="Shape 53"/>
          <p:cNvSpPr/>
          <p:nvPr/>
        </p:nvSpPr>
        <p:spPr>
          <a:xfrm>
            <a:off x="94011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6" name="Shape 54"/>
          <p:cNvSpPr/>
          <p:nvPr/>
        </p:nvSpPr>
        <p:spPr>
          <a:xfrm>
            <a:off x="96297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7" name="Text 55"/>
          <p:cNvSpPr/>
          <p:nvPr/>
        </p:nvSpPr>
        <p:spPr>
          <a:xfrm>
            <a:off x="10058400" y="9467850"/>
            <a:ext cx="4953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6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Multiple-report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3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L08</a:t>
            </a:r>
            <a:r>
              <a:rPr lang="en-US" sz="180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1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18/39</a:t>
            </a:r>
            <a:endParaRPr lang="en-US" sz="1800" dirty="0"/>
          </a:p>
        </p:txBody>
      </p:sp>
      <p:sp>
        <p:nvSpPr>
          <p:cNvPr id="58" name="Shape 56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59" name="Moda image moda-export-watermark-14dd42e9-9a3b-476d-a2d6-de5505099355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6459200" cy="1809750"/>
          </a:xfrm>
          <a:prstGeom prst="rect">
            <a:avLst/>
          </a:prstGeom>
          <a:noFill/>
          <a:ln/>
        </p:spPr>
        <p:txBody>
          <a:bodyPr wrap="square" lIns="0" tIns="43434" rIns="0" bIns="-43434" rtlCol="0" anchor="t"/>
          <a:lstStyle/>
          <a:p>
            <a:pPr algn="l" indent="0" marL="0">
              <a:lnSpc>
                <a:spcPts val="6156"/>
              </a:lnSpc>
              <a:buNone/>
            </a:pPr>
            <a:r>
              <a:rPr lang="en-US" sz="57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Bản</a:t>
            </a:r>
            <a:r>
              <a:rPr lang="en-US" sz="5700" dirty="0" spc="1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đồ</a:t>
            </a:r>
            <a:r>
              <a:rPr lang="en-US" sz="5700" dirty="0" spc="-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cơ</a:t>
            </a:r>
            <a:r>
              <a:rPr lang="en-US" sz="57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thể</a:t>
            </a:r>
            <a:r>
              <a:rPr lang="en-US" sz="5700" dirty="0" spc="-1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trên</a:t>
            </a:r>
            <a:r>
              <a:rPr lang="en-US" sz="5700" dirty="0" spc="-6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vỏ</a:t>
            </a:r>
            <a:r>
              <a:rPr lang="en-US" sz="57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thể</a:t>
            </a:r>
            <a:r>
              <a:rPr lang="en-US" sz="57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cảm</a:t>
            </a:r>
            <a:endParaRPr lang="en-US" sz="5700" dirty="0"/>
          </a:p>
        </p:txBody>
      </p:sp>
      <p:sp>
        <p:nvSpPr>
          <p:cNvPr id="3" name="Shape 1"/>
          <p:cNvSpPr/>
          <p:nvPr/>
        </p:nvSpPr>
        <p:spPr>
          <a:xfrm>
            <a:off x="914400" y="2247900"/>
            <a:ext cx="10096500" cy="6096000"/>
          </a:xfrm>
          <a:prstGeom prst="roundRect">
            <a:avLst>
              <a:gd name="adj" fmla="val 4375"/>
            </a:avLst>
          </a:prstGeom>
          <a:solidFill>
            <a:srgbClr val="FFFFFF"/>
          </a:solidFill>
          <a:ln w="28575">
            <a:solidFill>
              <a:srgbClr val="2C3040"/>
            </a:solidFill>
            <a:prstDash val="solid"/>
          </a:ln>
        </p:spPr>
      </p:sp>
      <p:pic>
        <p:nvPicPr>
          <p:cNvPr id="4" name="Moda image rect-1792580828373-434812475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059793" y="2438400"/>
            <a:ext cx="5805714" cy="57150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14400" y="8477250"/>
            <a:ext cx="16459200" cy="495300"/>
          </a:xfrm>
          <a:prstGeom prst="rect">
            <a:avLst/>
          </a:prstGeom>
          <a:noFill/>
          <a:ln/>
        </p:spPr>
        <p:txBody>
          <a:bodyPr wrap="square" lIns="0" tIns="14435" rIns="0" bIns="-14435" rtlCol="0" anchor="t"/>
          <a:lstStyle/>
          <a:p>
            <a:pPr algn="l" indent="0" marL="0">
              <a:lnSpc>
                <a:spcPts val="1815"/>
              </a:lnSpc>
              <a:buNone/>
            </a:pPr>
            <a:r>
              <a:rPr lang="en-US" sz="165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Hình: Wikipedia,</a:t>
            </a:r>
            <a:r>
              <a:rPr lang="en-US" sz="1650" dirty="0" spc="-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giấy</a:t>
            </a:r>
            <a:r>
              <a:rPr lang="en-US" sz="16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phép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theo</a:t>
            </a:r>
            <a:r>
              <a:rPr lang="en-US" sz="1650" dirty="0" spc="-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sách</a:t>
            </a:r>
            <a:r>
              <a:rPr lang="en-US" sz="1650" dirty="0" spc="5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CC</a:t>
            </a:r>
            <a:r>
              <a:rPr lang="en-US" sz="1650" dirty="0" spc="-1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BY-SA;</a:t>
            </a:r>
            <a:r>
              <a:rPr lang="en-US" sz="1650" dirty="0" spc="-1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Hove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&amp; Martinez,</a:t>
            </a:r>
            <a:r>
              <a:rPr lang="en-US" sz="165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Hình</a:t>
            </a:r>
            <a:r>
              <a:rPr lang="en-US" sz="1650" dirty="0" spc="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17</a:t>
            </a:r>
            <a:r>
              <a:rPr lang="en-US" sz="16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(chương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2.6)</a:t>
            </a:r>
            <a:endParaRPr lang="en-US" sz="1650" dirty="0"/>
          </a:p>
        </p:txBody>
      </p:sp>
      <p:sp>
        <p:nvSpPr>
          <p:cNvPr id="6" name="Shape 3"/>
          <p:cNvSpPr/>
          <p:nvPr/>
        </p:nvSpPr>
        <p:spPr>
          <a:xfrm>
            <a:off x="11391900" y="2247900"/>
            <a:ext cx="5981700" cy="1428750"/>
          </a:xfrm>
          <a:prstGeom prst="roundRect">
            <a:avLst>
              <a:gd name="adj" fmla="val 13333"/>
            </a:avLst>
          </a:prstGeom>
          <a:solidFill>
            <a:srgbClr val="1E212B"/>
          </a:solidFill>
          <a:ln/>
        </p:spPr>
      </p:sp>
      <p:sp>
        <p:nvSpPr>
          <p:cNvPr id="7" name="Shape 4"/>
          <p:cNvSpPr/>
          <p:nvPr/>
        </p:nvSpPr>
        <p:spPr>
          <a:xfrm>
            <a:off x="11391900" y="2247900"/>
            <a:ext cx="114300" cy="1428750"/>
          </a:xfrm>
          <a:prstGeom prst="roundRect">
            <a:avLst>
              <a:gd name="adj" fmla="val 50000"/>
            </a:avLst>
          </a:prstGeom>
          <a:solidFill>
            <a:srgbClr val="3DD6A0"/>
          </a:solidFill>
          <a:ln/>
        </p:spPr>
      </p:sp>
      <p:sp>
        <p:nvSpPr>
          <p:cNvPr id="8" name="Text 5"/>
          <p:cNvSpPr/>
          <p:nvPr/>
        </p:nvSpPr>
        <p:spPr>
          <a:xfrm>
            <a:off x="11734800" y="2343150"/>
            <a:ext cx="54483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50" dirty="0" spc="-13" kern="0">
                <a:solidFill>
                  <a:srgbClr val="3DD6A0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Ngón</a:t>
            </a:r>
            <a:r>
              <a:rPr lang="en-US" sz="2250" dirty="0" spc="-3" kern="0">
                <a:solidFill>
                  <a:srgbClr val="3DD6A0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tay,</a:t>
            </a:r>
            <a:r>
              <a:rPr lang="en-US" sz="2250" dirty="0" spc="-2" kern="0">
                <a:solidFill>
                  <a:srgbClr val="3DD6A0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môi,</a:t>
            </a:r>
            <a:r>
              <a:rPr lang="en-US" sz="2250" dirty="0" spc="15" kern="0">
                <a:solidFill>
                  <a:srgbClr val="3DD6A0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lưỡi</a:t>
            </a:r>
            <a:endParaRPr lang="en-US" sz="2250" dirty="0"/>
          </a:p>
        </p:txBody>
      </p:sp>
      <p:sp>
        <p:nvSpPr>
          <p:cNvPr id="9" name="Text 6"/>
          <p:cNvSpPr/>
          <p:nvPr/>
        </p:nvSpPr>
        <p:spPr>
          <a:xfrm>
            <a:off x="11734800" y="2819400"/>
            <a:ext cx="5448300" cy="800100"/>
          </a:xfrm>
          <a:prstGeom prst="rect">
            <a:avLst/>
          </a:prstGeom>
          <a:noFill/>
          <a:ln/>
        </p:spPr>
        <p:txBody>
          <a:bodyPr wrap="square" lIns="0" tIns="14180" rIns="0" bIns="-14180" rtlCol="0" anchor="ctr"/>
          <a:lstStyle/>
          <a:p>
            <a:pPr algn="l" indent="0" marL="0">
              <a:lnSpc>
                <a:spcPts val="2933"/>
              </a:lnSpc>
              <a:buNone/>
            </a:pPr>
            <a:r>
              <a:rPr lang="en-US" sz="2550" dirty="0" spc="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vùng</a:t>
            </a:r>
            <a:r>
              <a:rPr lang="en-US" sz="2550" dirty="0" spc="-2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vỏ</a:t>
            </a:r>
            <a:r>
              <a:rPr lang="en-US" sz="2550" dirty="0" spc="-4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lớn</a:t>
            </a:r>
            <a:endParaRPr lang="en-US" sz="2550" dirty="0"/>
          </a:p>
        </p:txBody>
      </p:sp>
      <p:sp>
        <p:nvSpPr>
          <p:cNvPr id="10" name="Shape 7"/>
          <p:cNvSpPr/>
          <p:nvPr/>
        </p:nvSpPr>
        <p:spPr>
          <a:xfrm>
            <a:off x="11391900" y="3905250"/>
            <a:ext cx="5981700" cy="1428750"/>
          </a:xfrm>
          <a:prstGeom prst="roundRect">
            <a:avLst>
              <a:gd name="adj" fmla="val 13333"/>
            </a:avLst>
          </a:prstGeom>
          <a:solidFill>
            <a:srgbClr val="1E212B"/>
          </a:solidFill>
          <a:ln/>
        </p:spPr>
      </p:sp>
      <p:sp>
        <p:nvSpPr>
          <p:cNvPr id="11" name="Shape 8"/>
          <p:cNvSpPr/>
          <p:nvPr/>
        </p:nvSpPr>
        <p:spPr>
          <a:xfrm>
            <a:off x="11391900" y="3905250"/>
            <a:ext cx="114300" cy="1428750"/>
          </a:xfrm>
          <a:prstGeom prst="roundRect">
            <a:avLst>
              <a:gd name="adj" fmla="val 50000"/>
            </a:avLst>
          </a:prstGeom>
          <a:solidFill>
            <a:srgbClr val="FF6A4D"/>
          </a:solidFill>
          <a:ln/>
        </p:spPr>
      </p:sp>
      <p:sp>
        <p:nvSpPr>
          <p:cNvPr id="12" name="Text 9"/>
          <p:cNvSpPr/>
          <p:nvPr/>
        </p:nvSpPr>
        <p:spPr>
          <a:xfrm>
            <a:off x="11734800" y="4000500"/>
            <a:ext cx="54483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50" dirty="0" spc="-2" kern="0">
                <a:solidFill>
                  <a:srgbClr val="FF6A4D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Chân</a:t>
            </a:r>
            <a:r>
              <a:rPr lang="en-US" sz="2250" dirty="0" spc="-20" kern="0">
                <a:solidFill>
                  <a:srgbClr val="FF6A4D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và</a:t>
            </a:r>
            <a:r>
              <a:rPr lang="en-US" sz="2250" dirty="0" spc="1" kern="0">
                <a:solidFill>
                  <a:srgbClr val="FF6A4D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thân</a:t>
            </a:r>
            <a:endParaRPr lang="en-US" sz="2250" dirty="0"/>
          </a:p>
        </p:txBody>
      </p:sp>
      <p:sp>
        <p:nvSpPr>
          <p:cNvPr id="13" name="Text 10"/>
          <p:cNvSpPr/>
          <p:nvPr/>
        </p:nvSpPr>
        <p:spPr>
          <a:xfrm>
            <a:off x="11734800" y="4476750"/>
            <a:ext cx="5448300" cy="800100"/>
          </a:xfrm>
          <a:prstGeom prst="rect">
            <a:avLst/>
          </a:prstGeom>
          <a:noFill/>
          <a:ln/>
        </p:spPr>
        <p:txBody>
          <a:bodyPr wrap="square" lIns="0" tIns="14180" rIns="0" bIns="-14180" rtlCol="0" anchor="ctr"/>
          <a:lstStyle/>
          <a:p>
            <a:pPr algn="l" indent="0" marL="0">
              <a:lnSpc>
                <a:spcPts val="2933"/>
              </a:lnSpc>
              <a:buNone/>
            </a:pPr>
            <a:r>
              <a:rPr lang="en-US" sz="2550" dirty="0" spc="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vùng</a:t>
            </a:r>
            <a:r>
              <a:rPr lang="en-US" sz="2550" dirty="0" spc="-2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vỏ</a:t>
            </a:r>
            <a:r>
              <a:rPr lang="en-US" sz="2550" dirty="0" spc="-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nhỏ</a:t>
            </a:r>
            <a:r>
              <a:rPr lang="en-US" sz="2550" dirty="0" spc="-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hơn</a:t>
            </a:r>
            <a:endParaRPr lang="en-US" sz="2550" dirty="0"/>
          </a:p>
        </p:txBody>
      </p:sp>
      <p:sp>
        <p:nvSpPr>
          <p:cNvPr id="14" name="Shape 11"/>
          <p:cNvSpPr/>
          <p:nvPr/>
        </p:nvSpPr>
        <p:spPr>
          <a:xfrm>
            <a:off x="11391900" y="5562600"/>
            <a:ext cx="5981700" cy="1428750"/>
          </a:xfrm>
          <a:prstGeom prst="roundRect">
            <a:avLst>
              <a:gd name="adj" fmla="val 13333"/>
            </a:avLst>
          </a:prstGeom>
          <a:solidFill>
            <a:srgbClr val="1E212B"/>
          </a:solidFill>
          <a:ln/>
        </p:spPr>
      </p:sp>
      <p:sp>
        <p:nvSpPr>
          <p:cNvPr id="15" name="Shape 12"/>
          <p:cNvSpPr/>
          <p:nvPr/>
        </p:nvSpPr>
        <p:spPr>
          <a:xfrm>
            <a:off x="11391900" y="5562600"/>
            <a:ext cx="114300" cy="1428750"/>
          </a:xfrm>
          <a:prstGeom prst="roundRect">
            <a:avLst>
              <a:gd name="adj" fmla="val 50000"/>
            </a:avLst>
          </a:prstGeom>
          <a:solidFill>
            <a:srgbClr val="7C93FF"/>
          </a:solidFill>
          <a:ln/>
        </p:spPr>
      </p:sp>
      <p:sp>
        <p:nvSpPr>
          <p:cNvPr id="16" name="Text 13"/>
          <p:cNvSpPr/>
          <p:nvPr/>
        </p:nvSpPr>
        <p:spPr>
          <a:xfrm>
            <a:off x="11734800" y="5562600"/>
            <a:ext cx="5448300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50" dirty="0" spc="-65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Vẽ</a:t>
            </a:r>
            <a:r>
              <a:rPr lang="en-US" sz="2550" dirty="0" spc="-6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theo</a:t>
            </a:r>
            <a:r>
              <a:rPr lang="en-US" sz="2550" dirty="0" spc="1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độ</a:t>
            </a:r>
            <a:r>
              <a:rPr lang="en-US" sz="2550" dirty="0" spc="-8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nhạy,</a:t>
            </a:r>
            <a:r>
              <a:rPr lang="en-US" sz="2550" dirty="0" spc="-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không</a:t>
            </a:r>
            <a:r>
              <a:rPr lang="en-US" sz="2550" dirty="0" spc="-5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theo</a:t>
            </a:r>
            <a:r>
              <a:rPr lang="en-US" sz="2550" dirty="0" spc="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kích</a:t>
            </a:r>
            <a:r>
              <a:rPr lang="en-US" sz="2550" dirty="0" spc="8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thước</a:t>
            </a:r>
            <a:endParaRPr lang="en-US" sz="2550" dirty="0"/>
          </a:p>
        </p:txBody>
      </p:sp>
      <p:sp>
        <p:nvSpPr>
          <p:cNvPr id="17" name="Text 14"/>
          <p:cNvSpPr/>
          <p:nvPr/>
        </p:nvSpPr>
        <p:spPr>
          <a:xfrm>
            <a:off x="914400" y="8991600"/>
            <a:ext cx="164592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Nguồn:</a:t>
            </a:r>
            <a:r>
              <a:rPr lang="en-US" sz="1800" dirty="0" spc="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[S1]</a:t>
            </a:r>
            <a:r>
              <a:rPr lang="en-US" sz="180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[S2]</a:t>
            </a:r>
            <a:r>
              <a:rPr lang="en-US" sz="1800" dirty="0" spc="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[S10]</a:t>
            </a:r>
            <a:endParaRPr lang="en-US" sz="1800" dirty="0"/>
          </a:p>
        </p:txBody>
      </p:sp>
      <p:sp>
        <p:nvSpPr>
          <p:cNvPr id="18" name="Shape 15"/>
          <p:cNvSpPr/>
          <p:nvPr/>
        </p:nvSpPr>
        <p:spPr>
          <a:xfrm>
            <a:off x="9429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19" name="Shape 16"/>
          <p:cNvSpPr/>
          <p:nvPr/>
        </p:nvSpPr>
        <p:spPr>
          <a:xfrm>
            <a:off x="11715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0" name="Shape 17"/>
          <p:cNvSpPr/>
          <p:nvPr/>
        </p:nvSpPr>
        <p:spPr>
          <a:xfrm>
            <a:off x="14001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1" name="Shape 18"/>
          <p:cNvSpPr/>
          <p:nvPr/>
        </p:nvSpPr>
        <p:spPr>
          <a:xfrm>
            <a:off x="16287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2" name="Shape 19"/>
          <p:cNvSpPr/>
          <p:nvPr/>
        </p:nvSpPr>
        <p:spPr>
          <a:xfrm>
            <a:off x="18573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3" name="Shape 20"/>
          <p:cNvSpPr/>
          <p:nvPr/>
        </p:nvSpPr>
        <p:spPr>
          <a:xfrm>
            <a:off x="20859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4" name="Shape 21"/>
          <p:cNvSpPr/>
          <p:nvPr/>
        </p:nvSpPr>
        <p:spPr>
          <a:xfrm>
            <a:off x="23145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5" name="Shape 22"/>
          <p:cNvSpPr/>
          <p:nvPr/>
        </p:nvSpPr>
        <p:spPr>
          <a:xfrm>
            <a:off x="25431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6" name="Shape 23"/>
          <p:cNvSpPr/>
          <p:nvPr/>
        </p:nvSpPr>
        <p:spPr>
          <a:xfrm>
            <a:off x="27717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7" name="Shape 24"/>
          <p:cNvSpPr/>
          <p:nvPr/>
        </p:nvSpPr>
        <p:spPr>
          <a:xfrm>
            <a:off x="30003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8" name="Shape 25"/>
          <p:cNvSpPr/>
          <p:nvPr/>
        </p:nvSpPr>
        <p:spPr>
          <a:xfrm>
            <a:off x="32289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9" name="Shape 26"/>
          <p:cNvSpPr/>
          <p:nvPr/>
        </p:nvSpPr>
        <p:spPr>
          <a:xfrm>
            <a:off x="34575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0" name="Shape 27"/>
          <p:cNvSpPr/>
          <p:nvPr/>
        </p:nvSpPr>
        <p:spPr>
          <a:xfrm>
            <a:off x="36861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1" name="Shape 28"/>
          <p:cNvSpPr/>
          <p:nvPr/>
        </p:nvSpPr>
        <p:spPr>
          <a:xfrm>
            <a:off x="39147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2" name="Shape 29"/>
          <p:cNvSpPr/>
          <p:nvPr/>
        </p:nvSpPr>
        <p:spPr>
          <a:xfrm>
            <a:off x="41433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3" name="Shape 30"/>
          <p:cNvSpPr/>
          <p:nvPr/>
        </p:nvSpPr>
        <p:spPr>
          <a:xfrm>
            <a:off x="43719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4" name="Shape 31"/>
          <p:cNvSpPr/>
          <p:nvPr/>
        </p:nvSpPr>
        <p:spPr>
          <a:xfrm>
            <a:off x="46005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5" name="Shape 32"/>
          <p:cNvSpPr/>
          <p:nvPr/>
        </p:nvSpPr>
        <p:spPr>
          <a:xfrm>
            <a:off x="48291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6" name="Shape 33"/>
          <p:cNvSpPr/>
          <p:nvPr/>
        </p:nvSpPr>
        <p:spPr>
          <a:xfrm>
            <a:off x="5038725" y="9544050"/>
            <a:ext cx="152400" cy="152400"/>
          </a:xfrm>
          <a:prstGeom prst="ellipse">
            <a:avLst/>
          </a:prstGeom>
          <a:solidFill>
            <a:srgbClr val="FF6A4D"/>
          </a:solidFill>
          <a:ln/>
        </p:spPr>
      </p:sp>
      <p:sp>
        <p:nvSpPr>
          <p:cNvPr id="37" name="Shape 34"/>
          <p:cNvSpPr/>
          <p:nvPr/>
        </p:nvSpPr>
        <p:spPr>
          <a:xfrm>
            <a:off x="52863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8" name="Shape 35"/>
          <p:cNvSpPr/>
          <p:nvPr/>
        </p:nvSpPr>
        <p:spPr>
          <a:xfrm>
            <a:off x="55149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9" name="Shape 36"/>
          <p:cNvSpPr/>
          <p:nvPr/>
        </p:nvSpPr>
        <p:spPr>
          <a:xfrm>
            <a:off x="57435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0" name="Shape 37"/>
          <p:cNvSpPr/>
          <p:nvPr/>
        </p:nvSpPr>
        <p:spPr>
          <a:xfrm>
            <a:off x="59721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1" name="Shape 38"/>
          <p:cNvSpPr/>
          <p:nvPr/>
        </p:nvSpPr>
        <p:spPr>
          <a:xfrm>
            <a:off x="62007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2" name="Shape 39"/>
          <p:cNvSpPr/>
          <p:nvPr/>
        </p:nvSpPr>
        <p:spPr>
          <a:xfrm>
            <a:off x="64293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3" name="Shape 40"/>
          <p:cNvSpPr/>
          <p:nvPr/>
        </p:nvSpPr>
        <p:spPr>
          <a:xfrm>
            <a:off x="66579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4" name="Shape 41"/>
          <p:cNvSpPr/>
          <p:nvPr/>
        </p:nvSpPr>
        <p:spPr>
          <a:xfrm>
            <a:off x="68865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5" name="Shape 42"/>
          <p:cNvSpPr/>
          <p:nvPr/>
        </p:nvSpPr>
        <p:spPr>
          <a:xfrm>
            <a:off x="71151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6" name="Shape 43"/>
          <p:cNvSpPr/>
          <p:nvPr/>
        </p:nvSpPr>
        <p:spPr>
          <a:xfrm>
            <a:off x="73437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7" name="Shape 44"/>
          <p:cNvSpPr/>
          <p:nvPr/>
        </p:nvSpPr>
        <p:spPr>
          <a:xfrm>
            <a:off x="75723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8" name="Shape 45"/>
          <p:cNvSpPr/>
          <p:nvPr/>
        </p:nvSpPr>
        <p:spPr>
          <a:xfrm>
            <a:off x="78009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9" name="Shape 46"/>
          <p:cNvSpPr/>
          <p:nvPr/>
        </p:nvSpPr>
        <p:spPr>
          <a:xfrm>
            <a:off x="80295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0" name="Shape 47"/>
          <p:cNvSpPr/>
          <p:nvPr/>
        </p:nvSpPr>
        <p:spPr>
          <a:xfrm>
            <a:off x="82581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1" name="Shape 48"/>
          <p:cNvSpPr/>
          <p:nvPr/>
        </p:nvSpPr>
        <p:spPr>
          <a:xfrm>
            <a:off x="84867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2" name="Shape 49"/>
          <p:cNvSpPr/>
          <p:nvPr/>
        </p:nvSpPr>
        <p:spPr>
          <a:xfrm>
            <a:off x="87153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3" name="Shape 50"/>
          <p:cNvSpPr/>
          <p:nvPr/>
        </p:nvSpPr>
        <p:spPr>
          <a:xfrm>
            <a:off x="89439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4" name="Shape 51"/>
          <p:cNvSpPr/>
          <p:nvPr/>
        </p:nvSpPr>
        <p:spPr>
          <a:xfrm>
            <a:off x="91725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5" name="Shape 52"/>
          <p:cNvSpPr/>
          <p:nvPr/>
        </p:nvSpPr>
        <p:spPr>
          <a:xfrm>
            <a:off x="94011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6" name="Shape 53"/>
          <p:cNvSpPr/>
          <p:nvPr/>
        </p:nvSpPr>
        <p:spPr>
          <a:xfrm>
            <a:off x="96297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7" name="Text 54"/>
          <p:cNvSpPr/>
          <p:nvPr/>
        </p:nvSpPr>
        <p:spPr>
          <a:xfrm>
            <a:off x="10058400" y="9467850"/>
            <a:ext cx="4953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Multiple-report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3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L08</a:t>
            </a:r>
            <a:r>
              <a:rPr lang="en-US" sz="180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1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19/39</a:t>
            </a:r>
            <a:endParaRPr lang="en-US" sz="1800" dirty="0"/>
          </a:p>
        </p:txBody>
      </p:sp>
      <p:sp>
        <p:nvSpPr>
          <p:cNvPr id="58" name="Shape 55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59" name="Moda image moda-export-watermark-5a48cf87-debb-420c-85c5-46f327d30f16" descr="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6459200" cy="1809750"/>
          </a:xfrm>
          <a:prstGeom prst="rect">
            <a:avLst/>
          </a:prstGeom>
          <a:noFill/>
          <a:ln/>
        </p:spPr>
        <p:txBody>
          <a:bodyPr wrap="square" lIns="0" tIns="43434" rIns="0" bIns="-43434" rtlCol="0" anchor="t"/>
          <a:lstStyle/>
          <a:p>
            <a:pPr algn="l" indent="0" marL="0">
              <a:lnSpc>
                <a:spcPts val="6156"/>
              </a:lnSpc>
              <a:buNone/>
            </a:pPr>
            <a:r>
              <a:rPr lang="en-US" sz="57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Thùy</a:t>
            </a:r>
            <a:r>
              <a:rPr lang="en-US" sz="5700" dirty="0" spc="7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đỉnh:</a:t>
            </a:r>
            <a:r>
              <a:rPr lang="en-US" sz="57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thẻ</a:t>
            </a:r>
            <a:r>
              <a:rPr lang="en-US" sz="5700" dirty="0" spc="-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hồ sơ</a:t>
            </a:r>
            <a:endParaRPr lang="en-US" sz="5700" dirty="0"/>
          </a:p>
        </p:txBody>
      </p:sp>
      <p:sp>
        <p:nvSpPr>
          <p:cNvPr id="3" name="Shape 1"/>
          <p:cNvSpPr/>
          <p:nvPr/>
        </p:nvSpPr>
        <p:spPr>
          <a:xfrm>
            <a:off x="914400" y="2724150"/>
            <a:ext cx="5305425" cy="2838450"/>
          </a:xfrm>
          <a:prstGeom prst="roundRect">
            <a:avLst>
              <a:gd name="adj" fmla="val 8054"/>
            </a:avLst>
          </a:prstGeom>
          <a:solidFill>
            <a:srgbClr val="E8E0CF"/>
          </a:solidFill>
          <a:ln/>
        </p:spPr>
      </p:sp>
      <p:sp>
        <p:nvSpPr>
          <p:cNvPr id="4" name="Shape 2"/>
          <p:cNvSpPr/>
          <p:nvPr/>
        </p:nvSpPr>
        <p:spPr>
          <a:xfrm>
            <a:off x="914400" y="2724150"/>
            <a:ext cx="114300" cy="2838450"/>
          </a:xfrm>
          <a:prstGeom prst="roundRect">
            <a:avLst>
              <a:gd name="adj" fmla="val 50000"/>
            </a:avLst>
          </a:prstGeom>
          <a:solidFill>
            <a:srgbClr val="1F3FD1"/>
          </a:solidFill>
          <a:ln/>
        </p:spPr>
      </p:sp>
      <p:sp>
        <p:nvSpPr>
          <p:cNvPr id="5" name="Text 3"/>
          <p:cNvSpPr/>
          <p:nvPr/>
        </p:nvSpPr>
        <p:spPr>
          <a:xfrm>
            <a:off x="1295400" y="2933700"/>
            <a:ext cx="4695825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dirty="0" spc="3" kern="0">
                <a:solidFill>
                  <a:srgbClr val="1F3FD1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Ở</a:t>
            </a:r>
            <a:r>
              <a:rPr lang="en-US" sz="2100" dirty="0" spc="7" kern="0">
                <a:solidFill>
                  <a:srgbClr val="1F3FD1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đâu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1295400" y="3448050"/>
            <a:ext cx="4695825" cy="1962150"/>
          </a:xfrm>
          <a:prstGeom prst="rect">
            <a:avLst/>
          </a:prstGeom>
          <a:noFill/>
          <a:ln/>
        </p:spPr>
        <p:txBody>
          <a:bodyPr wrap="square" lIns="0" tIns="17796" rIns="0" bIns="-17796" rtlCol="0" anchor="t"/>
          <a:lstStyle/>
          <a:p>
            <a:pPr algn="l" indent="0" marL="0">
              <a:lnSpc>
                <a:spcPts val="3188"/>
              </a:lnSpc>
              <a:buNone/>
            </a:pPr>
            <a:r>
              <a:rPr lang="en-US" sz="2550" dirty="0" spc="-64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Trên</a:t>
            </a:r>
            <a:r>
              <a:rPr lang="en-US" sz="2550" dirty="0" spc="-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thùy</a:t>
            </a:r>
            <a:r>
              <a:rPr lang="en-US" sz="2550" dirty="0" spc="-3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thái</a:t>
            </a:r>
            <a:r>
              <a:rPr lang="en-US" sz="2550" dirty="0" spc="3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dương,</a:t>
            </a:r>
            <a:r>
              <a:rPr lang="en-US" sz="2550" dirty="0" spc="-5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sau</a:t>
            </a:r>
            <a:r>
              <a:rPr lang="en-US" sz="2550" dirty="0" spc="-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thùy</a:t>
            </a:r>
            <a:r>
              <a:rPr lang="en-US" sz="2550" dirty="0" spc="-16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trán,</a:t>
            </a:r>
            <a:r>
              <a:rPr lang="en-US" sz="2550" dirty="0" spc="-17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ngay</a:t>
            </a:r>
            <a:r>
              <a:rPr lang="en-US" sz="2550" dirty="0" spc="-5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sau</a:t>
            </a:r>
            <a:r>
              <a:rPr lang="en-US" sz="2550" dirty="0" spc="-19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rãnh</a:t>
            </a:r>
            <a:r>
              <a:rPr lang="en-US" sz="2550" dirty="0" spc="-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trung</a:t>
            </a:r>
            <a:r>
              <a:rPr lang="en-US" sz="2550" dirty="0" spc="-9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tâm</a:t>
            </a:r>
            <a:r>
              <a:rPr lang="en-US" sz="2550" dirty="0" spc="-3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</a:t>
            </a:r>
            <a:pPr algn="l" indent="0" marL="0">
              <a:lnSpc>
                <a:spcPts val="3188"/>
              </a:lnSpc>
              <a:buNone/>
            </a:pPr>
            <a:r>
              <a:rPr lang="en-US" sz="2550" dirty="0" spc="-4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[S1]</a:t>
            </a:r>
            <a:r>
              <a:rPr lang="en-US" sz="2550" dirty="0" spc="-3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[S3]</a:t>
            </a:r>
            <a:endParaRPr lang="en-US" sz="2550" dirty="0"/>
          </a:p>
        </p:txBody>
      </p:sp>
      <p:sp>
        <p:nvSpPr>
          <p:cNvPr id="7" name="Shape 5"/>
          <p:cNvSpPr/>
          <p:nvPr/>
        </p:nvSpPr>
        <p:spPr>
          <a:xfrm>
            <a:off x="6486525" y="2724150"/>
            <a:ext cx="5305425" cy="2838450"/>
          </a:xfrm>
          <a:prstGeom prst="roundRect">
            <a:avLst>
              <a:gd name="adj" fmla="val 8054"/>
            </a:avLst>
          </a:prstGeom>
          <a:solidFill>
            <a:srgbClr val="E8E0CF"/>
          </a:solidFill>
          <a:ln/>
        </p:spPr>
      </p:sp>
      <p:sp>
        <p:nvSpPr>
          <p:cNvPr id="8" name="Shape 6"/>
          <p:cNvSpPr/>
          <p:nvPr/>
        </p:nvSpPr>
        <p:spPr>
          <a:xfrm>
            <a:off x="6486525" y="2724150"/>
            <a:ext cx="114300" cy="2838450"/>
          </a:xfrm>
          <a:prstGeom prst="roundRect">
            <a:avLst>
              <a:gd name="adj" fmla="val 50000"/>
            </a:avLst>
          </a:prstGeom>
          <a:solidFill>
            <a:srgbClr val="B45309"/>
          </a:solidFill>
          <a:ln/>
        </p:spPr>
      </p:sp>
      <p:sp>
        <p:nvSpPr>
          <p:cNvPr id="9" name="Text 7"/>
          <p:cNvSpPr/>
          <p:nvPr/>
        </p:nvSpPr>
        <p:spPr>
          <a:xfrm>
            <a:off x="6867525" y="2933700"/>
            <a:ext cx="4695825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dirty="0" spc="-6" kern="0">
                <a:solidFill>
                  <a:srgbClr val="B45309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Gồm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6867525" y="3448050"/>
            <a:ext cx="4695825" cy="1962150"/>
          </a:xfrm>
          <a:prstGeom prst="rect">
            <a:avLst/>
          </a:prstGeom>
          <a:noFill/>
          <a:ln/>
        </p:spPr>
        <p:txBody>
          <a:bodyPr wrap="square" lIns="0" tIns="17796" rIns="0" bIns="-17796" rtlCol="0" anchor="t"/>
          <a:lstStyle/>
          <a:p>
            <a:pPr algn="l" indent="0" marL="0">
              <a:lnSpc>
                <a:spcPts val="3188"/>
              </a:lnSpc>
              <a:buNone/>
            </a:pPr>
            <a:r>
              <a:rPr lang="en-US" sz="2550" dirty="0" spc="-20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Trước:</a:t>
            </a:r>
            <a:r>
              <a:rPr lang="en-US" sz="2550" dirty="0" spc="-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hồi</a:t>
            </a:r>
            <a:r>
              <a:rPr lang="en-US" sz="2550" dirty="0" spc="-5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sau</a:t>
            </a:r>
            <a:r>
              <a:rPr lang="en-US" sz="2550" dirty="0" spc="-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trung</a:t>
            </a:r>
            <a:r>
              <a:rPr lang="en-US" sz="2550" dirty="0" spc="-9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tâm,</a:t>
            </a:r>
            <a:r>
              <a:rPr lang="en-US" sz="2550" dirty="0" spc="-18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vỏ</a:t>
            </a:r>
            <a:r>
              <a:rPr lang="en-US" sz="2550" dirty="0" spc="-4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thể</a:t>
            </a:r>
            <a:r>
              <a:rPr lang="en-US" sz="2550" dirty="0" spc="0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cảm</a:t>
            </a:r>
            <a:r>
              <a:rPr lang="en-US" sz="2550" dirty="0" spc="-3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chính.</a:t>
            </a:r>
            <a:r>
              <a:rPr lang="en-US" sz="2550" dirty="0" spc="-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Sau:</a:t>
            </a:r>
            <a:r>
              <a:rPr lang="en-US" sz="2550" dirty="0" spc="-19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vỏ</a:t>
            </a:r>
            <a:r>
              <a:rPr lang="en-US" sz="2550" dirty="0" spc="-2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liên</a:t>
            </a:r>
            <a:r>
              <a:rPr lang="en-US" sz="2550" dirty="0" spc="-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hợp</a:t>
            </a:r>
            <a:r>
              <a:rPr lang="en-US" sz="2550" dirty="0" spc="-2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</a:t>
            </a:r>
            <a:pPr algn="l" indent="0" marL="0">
              <a:lnSpc>
                <a:spcPts val="3188"/>
              </a:lnSpc>
              <a:buNone/>
            </a:pPr>
            <a:r>
              <a:rPr lang="en-US" sz="2550" dirty="0" spc="-4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[S1]</a:t>
            </a:r>
            <a:r>
              <a:rPr lang="en-US" sz="2550" dirty="0" spc="-3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[S3]</a:t>
            </a:r>
            <a:endParaRPr lang="en-US" sz="2550" dirty="0"/>
          </a:p>
        </p:txBody>
      </p:sp>
      <p:sp>
        <p:nvSpPr>
          <p:cNvPr id="11" name="Shape 9"/>
          <p:cNvSpPr/>
          <p:nvPr/>
        </p:nvSpPr>
        <p:spPr>
          <a:xfrm>
            <a:off x="12068175" y="2724150"/>
            <a:ext cx="5305425" cy="2838450"/>
          </a:xfrm>
          <a:prstGeom prst="roundRect">
            <a:avLst>
              <a:gd name="adj" fmla="val 8054"/>
            </a:avLst>
          </a:prstGeom>
          <a:solidFill>
            <a:srgbClr val="E8E0CF"/>
          </a:solidFill>
          <a:ln/>
        </p:spPr>
      </p:sp>
      <p:sp>
        <p:nvSpPr>
          <p:cNvPr id="12" name="Shape 10"/>
          <p:cNvSpPr/>
          <p:nvPr/>
        </p:nvSpPr>
        <p:spPr>
          <a:xfrm>
            <a:off x="12068175" y="2724150"/>
            <a:ext cx="114300" cy="2838450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/>
        </p:spPr>
      </p:sp>
      <p:sp>
        <p:nvSpPr>
          <p:cNvPr id="13" name="Text 11"/>
          <p:cNvSpPr/>
          <p:nvPr/>
        </p:nvSpPr>
        <p:spPr>
          <a:xfrm>
            <a:off x="12449175" y="2933700"/>
            <a:ext cx="4695825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dirty="0" spc="-33" kern="0">
                <a:solidFill>
                  <a:srgbClr val="0F766E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Kết</a:t>
            </a:r>
            <a:r>
              <a:rPr lang="en-US" sz="2100" dirty="0" spc="-5" kern="0">
                <a:solidFill>
                  <a:srgbClr val="0F766E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nối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12449175" y="3448050"/>
            <a:ext cx="4695825" cy="1962150"/>
          </a:xfrm>
          <a:prstGeom prst="rect">
            <a:avLst/>
          </a:prstGeom>
          <a:noFill/>
          <a:ln/>
        </p:spPr>
        <p:txBody>
          <a:bodyPr wrap="square" lIns="0" tIns="17796" rIns="0" bIns="-17796" rtlCol="0" anchor="t"/>
          <a:lstStyle/>
          <a:p>
            <a:pPr algn="l" indent="0" marL="0">
              <a:lnSpc>
                <a:spcPts val="3188"/>
              </a:lnSpc>
              <a:buNone/>
            </a:pPr>
            <a:r>
              <a:rPr lang="en-US" sz="2550" dirty="0" spc="60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Gửi</a:t>
            </a:r>
            <a:r>
              <a:rPr lang="en-US" sz="2550" dirty="0" spc="-2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tín hiệu</a:t>
            </a:r>
            <a:r>
              <a:rPr lang="en-US" sz="2550" dirty="0" spc="-7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tới</a:t>
            </a:r>
            <a:r>
              <a:rPr lang="en-US" sz="2550" dirty="0" spc="-2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vùng</a:t>
            </a:r>
            <a:r>
              <a:rPr lang="en-US" sz="2550" dirty="0" spc="-16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vận</a:t>
            </a:r>
            <a:r>
              <a:rPr lang="en-US" sz="2550" dirty="0" spc="7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động</a:t>
            </a:r>
            <a:r>
              <a:rPr lang="en-US" sz="2550" dirty="0" spc="-2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và</a:t>
            </a:r>
            <a:r>
              <a:rPr lang="en-US" sz="2550" dirty="0" spc="-2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vùng</a:t>
            </a:r>
            <a:r>
              <a:rPr lang="en-US" sz="2550" dirty="0" spc="19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điều</a:t>
            </a:r>
            <a:r>
              <a:rPr lang="en-US" sz="2550" dirty="0" spc="-2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khiển</a:t>
            </a:r>
            <a:r>
              <a:rPr lang="en-US" sz="2550" dirty="0" spc="-12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mắt</a:t>
            </a:r>
            <a:r>
              <a:rPr lang="en-US" sz="2550" dirty="0" spc="2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ở</a:t>
            </a:r>
            <a:r>
              <a:rPr lang="en-US" sz="2550" dirty="0" spc="-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thùy</a:t>
            </a:r>
            <a:r>
              <a:rPr lang="en-US" sz="2550" dirty="0" spc="-16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trán;</a:t>
            </a:r>
            <a:r>
              <a:rPr lang="en-US" sz="2550" dirty="0" spc="-4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nhận</a:t>
            </a:r>
            <a:r>
              <a:rPr lang="en-US" sz="2550" dirty="0" spc="-3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dòng</a:t>
            </a:r>
            <a:r>
              <a:rPr lang="en-US" sz="2550" dirty="0" spc="20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lưng</a:t>
            </a:r>
            <a:r>
              <a:rPr lang="en-US" sz="2550" dirty="0" spc="-2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thị</a:t>
            </a:r>
            <a:r>
              <a:rPr lang="en-US" sz="2550" dirty="0" spc="2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giác</a:t>
            </a:r>
            <a:r>
              <a:rPr lang="en-US" sz="2550" dirty="0" spc="-3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</a:t>
            </a:r>
            <a:pPr algn="l" indent="0" marL="0">
              <a:lnSpc>
                <a:spcPts val="3188"/>
              </a:lnSpc>
              <a:buNone/>
            </a:pPr>
            <a:r>
              <a:rPr lang="en-US" sz="2550" dirty="0" spc="-4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[S1]</a:t>
            </a:r>
            <a:endParaRPr lang="en-US" sz="2550" dirty="0"/>
          </a:p>
        </p:txBody>
      </p:sp>
      <p:sp>
        <p:nvSpPr>
          <p:cNvPr id="15" name="Shape 13"/>
          <p:cNvSpPr/>
          <p:nvPr/>
        </p:nvSpPr>
        <p:spPr>
          <a:xfrm>
            <a:off x="914400" y="5829300"/>
            <a:ext cx="5305425" cy="2838450"/>
          </a:xfrm>
          <a:prstGeom prst="roundRect">
            <a:avLst>
              <a:gd name="adj" fmla="val 8054"/>
            </a:avLst>
          </a:prstGeom>
          <a:solidFill>
            <a:srgbClr val="E8E0CF"/>
          </a:solidFill>
          <a:ln/>
        </p:spPr>
      </p:sp>
      <p:sp>
        <p:nvSpPr>
          <p:cNvPr id="16" name="Shape 14"/>
          <p:cNvSpPr/>
          <p:nvPr/>
        </p:nvSpPr>
        <p:spPr>
          <a:xfrm>
            <a:off x="914400" y="5829300"/>
            <a:ext cx="114300" cy="2838450"/>
          </a:xfrm>
          <a:prstGeom prst="roundRect">
            <a:avLst>
              <a:gd name="adj" fmla="val 50000"/>
            </a:avLst>
          </a:prstGeom>
          <a:solidFill>
            <a:srgbClr val="E8472B"/>
          </a:solidFill>
          <a:ln/>
        </p:spPr>
      </p:sp>
      <p:sp>
        <p:nvSpPr>
          <p:cNvPr id="17" name="Text 15"/>
          <p:cNvSpPr/>
          <p:nvPr/>
        </p:nvSpPr>
        <p:spPr>
          <a:xfrm>
            <a:off x="1295400" y="6038850"/>
            <a:ext cx="4695825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dirty="0" spc="-6" kern="0">
                <a:solidFill>
                  <a:srgbClr val="E8472B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Chất</a:t>
            </a:r>
            <a:r>
              <a:rPr lang="en-US" sz="2100" dirty="0" spc="-3" kern="0">
                <a:solidFill>
                  <a:srgbClr val="E8472B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dẫn</a:t>
            </a:r>
            <a:r>
              <a:rPr lang="en-US" sz="2100" dirty="0" spc="-11" kern="0">
                <a:solidFill>
                  <a:srgbClr val="E8472B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truyền</a:t>
            </a:r>
            <a:endParaRPr lang="en-US" sz="2100" dirty="0"/>
          </a:p>
        </p:txBody>
      </p:sp>
      <p:sp>
        <p:nvSpPr>
          <p:cNvPr id="18" name="Text 16"/>
          <p:cNvSpPr/>
          <p:nvPr/>
        </p:nvSpPr>
        <p:spPr>
          <a:xfrm>
            <a:off x="1295400" y="6553200"/>
            <a:ext cx="4695825" cy="1962150"/>
          </a:xfrm>
          <a:prstGeom prst="rect">
            <a:avLst/>
          </a:prstGeom>
          <a:noFill/>
          <a:ln/>
        </p:spPr>
        <p:txBody>
          <a:bodyPr wrap="square" lIns="0" tIns="17796" rIns="0" bIns="-17796" rtlCol="0" anchor="t"/>
          <a:lstStyle/>
          <a:p>
            <a:pPr algn="l" indent="0" marL="0">
              <a:lnSpc>
                <a:spcPts val="3188"/>
              </a:lnSpc>
              <a:buNone/>
            </a:pPr>
            <a:r>
              <a:rPr lang="en-US" sz="2550" dirty="0" spc="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Giáo</a:t>
            </a:r>
            <a:r>
              <a:rPr lang="en-US" sz="2550" dirty="0" spc="7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trình</a:t>
            </a:r>
            <a:r>
              <a:rPr lang="en-US" sz="2550" dirty="0" spc="-3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không</a:t>
            </a:r>
            <a:r>
              <a:rPr lang="en-US" sz="2550" dirty="0" spc="-4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nêu</a:t>
            </a:r>
            <a:r>
              <a:rPr lang="en-US" sz="2550" dirty="0" spc="-1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chất</a:t>
            </a:r>
            <a:r>
              <a:rPr lang="en-US" sz="2550" dirty="0" spc="13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đặc</a:t>
            </a:r>
            <a:r>
              <a:rPr lang="en-US" sz="2550" dirty="0" spc="-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thù</a:t>
            </a:r>
            <a:r>
              <a:rPr lang="en-US" sz="2550" dirty="0" spc="-3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cho</a:t>
            </a:r>
            <a:r>
              <a:rPr lang="en-US" sz="2550" dirty="0" spc="-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các</a:t>
            </a:r>
            <a:r>
              <a:rPr lang="en-US" sz="2550" dirty="0" spc="-2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vùng</a:t>
            </a:r>
            <a:r>
              <a:rPr lang="en-US" sz="2550" dirty="0" spc="-1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này;</a:t>
            </a:r>
            <a:r>
              <a:rPr lang="en-US" sz="2550" dirty="0" spc="-18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xem</a:t>
            </a:r>
            <a:r>
              <a:rPr lang="en-US" sz="2550" dirty="0" spc="-43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L03</a:t>
            </a:r>
            <a:endParaRPr lang="en-US" sz="2550" dirty="0"/>
          </a:p>
        </p:txBody>
      </p:sp>
      <p:sp>
        <p:nvSpPr>
          <p:cNvPr id="19" name="Shape 17"/>
          <p:cNvSpPr/>
          <p:nvPr/>
        </p:nvSpPr>
        <p:spPr>
          <a:xfrm>
            <a:off x="6486525" y="5829300"/>
            <a:ext cx="5305425" cy="2838450"/>
          </a:xfrm>
          <a:prstGeom prst="roundRect">
            <a:avLst>
              <a:gd name="adj" fmla="val 8054"/>
            </a:avLst>
          </a:prstGeom>
          <a:solidFill>
            <a:srgbClr val="E8E0CF"/>
          </a:solidFill>
          <a:ln/>
        </p:spPr>
      </p:sp>
      <p:sp>
        <p:nvSpPr>
          <p:cNvPr id="20" name="Shape 18"/>
          <p:cNvSpPr/>
          <p:nvPr/>
        </p:nvSpPr>
        <p:spPr>
          <a:xfrm>
            <a:off x="6486525" y="5829300"/>
            <a:ext cx="114300" cy="2838450"/>
          </a:xfrm>
          <a:prstGeom prst="roundRect">
            <a:avLst>
              <a:gd name="adj" fmla="val 50000"/>
            </a:avLst>
          </a:prstGeom>
          <a:solidFill>
            <a:srgbClr val="1F3FD1"/>
          </a:solidFill>
          <a:ln/>
        </p:spPr>
      </p:sp>
      <p:sp>
        <p:nvSpPr>
          <p:cNvPr id="21" name="Text 19"/>
          <p:cNvSpPr/>
          <p:nvPr/>
        </p:nvSpPr>
        <p:spPr>
          <a:xfrm>
            <a:off x="6867525" y="6038850"/>
            <a:ext cx="4695825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dirty="0" spc="2" kern="0">
                <a:solidFill>
                  <a:srgbClr val="1F3FD1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Khi</a:t>
            </a:r>
            <a:r>
              <a:rPr lang="en-US" sz="2100" dirty="0" spc="-8" kern="0">
                <a:solidFill>
                  <a:srgbClr val="1F3FD1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tổn</a:t>
            </a:r>
            <a:r>
              <a:rPr lang="en-US" sz="2100" dirty="0" spc="4" kern="0">
                <a:solidFill>
                  <a:srgbClr val="1F3FD1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thương</a:t>
            </a:r>
            <a:endParaRPr lang="en-US" sz="2100" dirty="0"/>
          </a:p>
        </p:txBody>
      </p:sp>
      <p:sp>
        <p:nvSpPr>
          <p:cNvPr id="22" name="Text 20"/>
          <p:cNvSpPr/>
          <p:nvPr/>
        </p:nvSpPr>
        <p:spPr>
          <a:xfrm>
            <a:off x="6867525" y="6553200"/>
            <a:ext cx="4695825" cy="1962150"/>
          </a:xfrm>
          <a:prstGeom prst="rect">
            <a:avLst/>
          </a:prstGeom>
          <a:noFill/>
          <a:ln/>
        </p:spPr>
        <p:txBody>
          <a:bodyPr wrap="square" lIns="0" tIns="17796" rIns="0" bIns="-17796" rtlCol="0" anchor="t"/>
          <a:lstStyle/>
          <a:p>
            <a:pPr algn="l" indent="0" marL="0">
              <a:lnSpc>
                <a:spcPts val="3188"/>
              </a:lnSpc>
              <a:buNone/>
            </a:pPr>
            <a:r>
              <a:rPr lang="en-US" sz="2550" dirty="0" spc="-3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Hỏng</a:t>
            </a:r>
            <a:r>
              <a:rPr lang="en-US" sz="2550" dirty="0" spc="8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động</a:t>
            </a:r>
            <a:r>
              <a:rPr lang="en-US" sz="2550" dirty="0" spc="-10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tác</a:t>
            </a:r>
            <a:r>
              <a:rPr lang="en-US" sz="2550" dirty="0" spc="-3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dẫn</a:t>
            </a:r>
            <a:r>
              <a:rPr lang="en-US" sz="2550" dirty="0" spc="-4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bằng</a:t>
            </a:r>
            <a:r>
              <a:rPr lang="en-US" sz="2550" dirty="0" spc="-10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mắt,</a:t>
            </a:r>
            <a:r>
              <a:rPr lang="en-US" sz="2550" dirty="0" spc="-5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nhận</a:t>
            </a:r>
            <a:r>
              <a:rPr lang="en-US" sz="2550" dirty="0" spc="8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thức</a:t>
            </a:r>
            <a:r>
              <a:rPr lang="en-US" sz="2550" dirty="0" spc="-3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không</a:t>
            </a:r>
            <a:r>
              <a:rPr lang="en-US" sz="2550" dirty="0" spc="-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gian;</a:t>
            </a:r>
            <a:r>
              <a:rPr lang="en-US" sz="2550" dirty="0" spc="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có</a:t>
            </a:r>
            <a:r>
              <a:rPr lang="en-US" sz="2550" dirty="0" spc="-4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thể</a:t>
            </a:r>
            <a:r>
              <a:rPr lang="en-US" sz="2550" dirty="0" spc="-2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bỏ</a:t>
            </a:r>
            <a:r>
              <a:rPr lang="en-US" sz="2550" dirty="0" spc="-19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rơi</a:t>
            </a:r>
            <a:r>
              <a:rPr lang="en-US" sz="2550" dirty="0" spc="9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nửa</a:t>
            </a:r>
            <a:r>
              <a:rPr lang="en-US" sz="2550" dirty="0" spc="-3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không</a:t>
            </a:r>
            <a:r>
              <a:rPr lang="en-US" sz="2550" dirty="0" spc="0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gian</a:t>
            </a:r>
            <a:r>
              <a:rPr lang="en-US" sz="2550" dirty="0" spc="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</a:t>
            </a:r>
            <a:pPr algn="l" indent="0" marL="0">
              <a:lnSpc>
                <a:spcPts val="3188"/>
              </a:lnSpc>
              <a:buNone/>
            </a:pPr>
            <a:r>
              <a:rPr lang="en-US" sz="2550" dirty="0" spc="-4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[S1]</a:t>
            </a:r>
            <a:r>
              <a:rPr lang="en-US" sz="2550" dirty="0" spc="-3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[S9]</a:t>
            </a:r>
            <a:endParaRPr lang="en-US" sz="2550" dirty="0"/>
          </a:p>
        </p:txBody>
      </p:sp>
      <p:sp>
        <p:nvSpPr>
          <p:cNvPr id="23" name="Shape 21"/>
          <p:cNvSpPr/>
          <p:nvPr/>
        </p:nvSpPr>
        <p:spPr>
          <a:xfrm>
            <a:off x="12068175" y="5829300"/>
            <a:ext cx="5305425" cy="2838450"/>
          </a:xfrm>
          <a:prstGeom prst="roundRect">
            <a:avLst>
              <a:gd name="adj" fmla="val 8054"/>
            </a:avLst>
          </a:prstGeom>
          <a:solidFill>
            <a:srgbClr val="E8E0CF"/>
          </a:solidFill>
          <a:ln/>
        </p:spPr>
      </p:sp>
      <p:sp>
        <p:nvSpPr>
          <p:cNvPr id="24" name="Shape 22"/>
          <p:cNvSpPr/>
          <p:nvPr/>
        </p:nvSpPr>
        <p:spPr>
          <a:xfrm>
            <a:off x="12068175" y="5829300"/>
            <a:ext cx="114300" cy="2838450"/>
          </a:xfrm>
          <a:prstGeom prst="roundRect">
            <a:avLst>
              <a:gd name="adj" fmla="val 50000"/>
            </a:avLst>
          </a:prstGeom>
          <a:solidFill>
            <a:srgbClr val="B45309"/>
          </a:solidFill>
          <a:ln/>
        </p:spPr>
      </p:sp>
      <p:sp>
        <p:nvSpPr>
          <p:cNvPr id="25" name="Text 23"/>
          <p:cNvSpPr/>
          <p:nvPr/>
        </p:nvSpPr>
        <p:spPr>
          <a:xfrm>
            <a:off x="12449175" y="6038850"/>
            <a:ext cx="4695825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dirty="0" spc="22" kern="0">
                <a:solidFill>
                  <a:srgbClr val="B45309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Đừng</a:t>
            </a:r>
            <a:r>
              <a:rPr lang="en-US" sz="2100" dirty="0" spc="0" kern="0">
                <a:solidFill>
                  <a:srgbClr val="B45309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hiểu</a:t>
            </a:r>
            <a:r>
              <a:rPr lang="en-US" sz="2100" dirty="0" spc="-4" kern="0">
                <a:solidFill>
                  <a:srgbClr val="B45309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nhầm</a:t>
            </a:r>
            <a:endParaRPr lang="en-US" sz="2100" dirty="0"/>
          </a:p>
        </p:txBody>
      </p:sp>
      <p:sp>
        <p:nvSpPr>
          <p:cNvPr id="26" name="Text 24"/>
          <p:cNvSpPr/>
          <p:nvPr/>
        </p:nvSpPr>
        <p:spPr>
          <a:xfrm>
            <a:off x="12449175" y="6553200"/>
            <a:ext cx="4695825" cy="1962150"/>
          </a:xfrm>
          <a:prstGeom prst="rect">
            <a:avLst/>
          </a:prstGeom>
          <a:noFill/>
          <a:ln/>
        </p:spPr>
        <p:txBody>
          <a:bodyPr wrap="square" lIns="0" tIns="16764" rIns="0" bIns="-16764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2400" dirty="0" spc="-5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Bỏ</a:t>
            </a:r>
            <a:r>
              <a:rPr lang="en-US" sz="2400" dirty="0" spc="-20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rơi</a:t>
            </a:r>
            <a:r>
              <a:rPr lang="en-US" sz="2400" dirty="0" spc="10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nửa</a:t>
            </a:r>
            <a:r>
              <a:rPr lang="en-US" sz="2400" dirty="0" spc="-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không</a:t>
            </a:r>
            <a:r>
              <a:rPr lang="en-US" sz="2400" dirty="0" spc="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gian:</a:t>
            </a:r>
            <a:r>
              <a:rPr lang="en-US" sz="2400" dirty="0" spc="-3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nguồn</a:t>
            </a:r>
            <a:r>
              <a:rPr lang="en-US" sz="2400" dirty="0" spc="-9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gắn</a:t>
            </a:r>
            <a:r>
              <a:rPr lang="en-US" sz="2400" dirty="0" spc="-14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với</a:t>
            </a:r>
            <a:r>
              <a:rPr lang="en-US" sz="2400" dirty="0" spc="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chú</a:t>
            </a:r>
            <a:r>
              <a:rPr lang="en-US" sz="2400" dirty="0" spc="0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ý</a:t>
            </a:r>
            <a:r>
              <a:rPr lang="en-US" sz="2400" dirty="0" spc="-18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và</a:t>
            </a:r>
            <a:r>
              <a:rPr lang="en-US" sz="2400" dirty="0" spc="-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nhận</a:t>
            </a:r>
            <a:r>
              <a:rPr lang="en-US" sz="2400" dirty="0" spc="-6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biết,</a:t>
            </a:r>
            <a:r>
              <a:rPr lang="en-US" sz="2400" dirty="0" spc="-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không</a:t>
            </a:r>
            <a:r>
              <a:rPr lang="en-US" sz="2400" dirty="0" spc="-14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với</a:t>
            </a:r>
            <a:r>
              <a:rPr lang="en-US" sz="2400" dirty="0" spc="-13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tổn</a:t>
            </a:r>
            <a:r>
              <a:rPr lang="en-US" sz="2400" dirty="0" spc="5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thương</a:t>
            </a:r>
            <a:r>
              <a:rPr lang="en-US" sz="2400" dirty="0" spc="-20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vỏ</a:t>
            </a:r>
            <a:r>
              <a:rPr lang="en-US" sz="2400" dirty="0" spc="0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thị</a:t>
            </a:r>
            <a:r>
              <a:rPr lang="en-US" sz="2400" dirty="0" spc="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giác</a:t>
            </a:r>
            <a:r>
              <a:rPr lang="en-US" sz="2400" dirty="0" spc="2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</a:t>
            </a:r>
            <a:pPr algn="l" indent="0" marL="0">
              <a:lnSpc>
                <a:spcPts val="3000"/>
              </a:lnSpc>
              <a:buNone/>
            </a:pPr>
            <a:r>
              <a:rPr lang="en-US" sz="2400" dirty="0" spc="-1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[S1]</a:t>
            </a:r>
            <a:r>
              <a:rPr lang="en-US" sz="2400" dirty="0" spc="0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[S9]</a:t>
            </a:r>
            <a:endParaRPr lang="en-US" sz="2400" dirty="0"/>
          </a:p>
        </p:txBody>
      </p:sp>
      <p:sp>
        <p:nvSpPr>
          <p:cNvPr id="27" name="Text 25"/>
          <p:cNvSpPr/>
          <p:nvPr/>
        </p:nvSpPr>
        <p:spPr>
          <a:xfrm>
            <a:off x="914400" y="8991600"/>
            <a:ext cx="164592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Nguồn:</a:t>
            </a:r>
            <a:r>
              <a:rPr lang="en-US" sz="180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[S1]</a:t>
            </a:r>
            <a:r>
              <a:rPr lang="en-US" sz="180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[S3] [S9]</a:t>
            </a:r>
            <a:endParaRPr lang="en-US" sz="1800" dirty="0"/>
          </a:p>
        </p:txBody>
      </p:sp>
      <p:sp>
        <p:nvSpPr>
          <p:cNvPr id="28" name="Shape 26"/>
          <p:cNvSpPr/>
          <p:nvPr/>
        </p:nvSpPr>
        <p:spPr>
          <a:xfrm>
            <a:off x="9429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11715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14001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16287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18573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20859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23145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25431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27717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30003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32289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34575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36861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39147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41433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43719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4" name="Shape 42"/>
          <p:cNvSpPr/>
          <p:nvPr/>
        </p:nvSpPr>
        <p:spPr>
          <a:xfrm>
            <a:off x="46005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5" name="Shape 43"/>
          <p:cNvSpPr/>
          <p:nvPr/>
        </p:nvSpPr>
        <p:spPr>
          <a:xfrm>
            <a:off x="48291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6" name="Shape 44"/>
          <p:cNvSpPr/>
          <p:nvPr/>
        </p:nvSpPr>
        <p:spPr>
          <a:xfrm>
            <a:off x="50577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7" name="Shape 45"/>
          <p:cNvSpPr/>
          <p:nvPr/>
        </p:nvSpPr>
        <p:spPr>
          <a:xfrm>
            <a:off x="5267325" y="9544050"/>
            <a:ext cx="152400" cy="1524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48" name="Shape 46"/>
          <p:cNvSpPr/>
          <p:nvPr/>
        </p:nvSpPr>
        <p:spPr>
          <a:xfrm>
            <a:off x="55149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9" name="Shape 47"/>
          <p:cNvSpPr/>
          <p:nvPr/>
        </p:nvSpPr>
        <p:spPr>
          <a:xfrm>
            <a:off x="57435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0" name="Shape 48"/>
          <p:cNvSpPr/>
          <p:nvPr/>
        </p:nvSpPr>
        <p:spPr>
          <a:xfrm>
            <a:off x="59721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1" name="Shape 49"/>
          <p:cNvSpPr/>
          <p:nvPr/>
        </p:nvSpPr>
        <p:spPr>
          <a:xfrm>
            <a:off x="62007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2" name="Shape 50"/>
          <p:cNvSpPr/>
          <p:nvPr/>
        </p:nvSpPr>
        <p:spPr>
          <a:xfrm>
            <a:off x="64293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3" name="Shape 51"/>
          <p:cNvSpPr/>
          <p:nvPr/>
        </p:nvSpPr>
        <p:spPr>
          <a:xfrm>
            <a:off x="66579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4" name="Shape 52"/>
          <p:cNvSpPr/>
          <p:nvPr/>
        </p:nvSpPr>
        <p:spPr>
          <a:xfrm>
            <a:off x="68865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5" name="Shape 53"/>
          <p:cNvSpPr/>
          <p:nvPr/>
        </p:nvSpPr>
        <p:spPr>
          <a:xfrm>
            <a:off x="71151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6" name="Shape 54"/>
          <p:cNvSpPr/>
          <p:nvPr/>
        </p:nvSpPr>
        <p:spPr>
          <a:xfrm>
            <a:off x="73437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7" name="Shape 55"/>
          <p:cNvSpPr/>
          <p:nvPr/>
        </p:nvSpPr>
        <p:spPr>
          <a:xfrm>
            <a:off x="75723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8" name="Shape 56"/>
          <p:cNvSpPr/>
          <p:nvPr/>
        </p:nvSpPr>
        <p:spPr>
          <a:xfrm>
            <a:off x="78009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9" name="Shape 57"/>
          <p:cNvSpPr/>
          <p:nvPr/>
        </p:nvSpPr>
        <p:spPr>
          <a:xfrm>
            <a:off x="80295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0" name="Shape 58"/>
          <p:cNvSpPr/>
          <p:nvPr/>
        </p:nvSpPr>
        <p:spPr>
          <a:xfrm>
            <a:off x="82581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1" name="Shape 59"/>
          <p:cNvSpPr/>
          <p:nvPr/>
        </p:nvSpPr>
        <p:spPr>
          <a:xfrm>
            <a:off x="84867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2" name="Shape 60"/>
          <p:cNvSpPr/>
          <p:nvPr/>
        </p:nvSpPr>
        <p:spPr>
          <a:xfrm>
            <a:off x="87153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3" name="Shape 61"/>
          <p:cNvSpPr/>
          <p:nvPr/>
        </p:nvSpPr>
        <p:spPr>
          <a:xfrm>
            <a:off x="89439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4" name="Shape 62"/>
          <p:cNvSpPr/>
          <p:nvPr/>
        </p:nvSpPr>
        <p:spPr>
          <a:xfrm>
            <a:off x="91725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5" name="Shape 63"/>
          <p:cNvSpPr/>
          <p:nvPr/>
        </p:nvSpPr>
        <p:spPr>
          <a:xfrm>
            <a:off x="94011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6" name="Shape 64"/>
          <p:cNvSpPr/>
          <p:nvPr/>
        </p:nvSpPr>
        <p:spPr>
          <a:xfrm>
            <a:off x="96297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7" name="Text 65"/>
          <p:cNvSpPr/>
          <p:nvPr/>
        </p:nvSpPr>
        <p:spPr>
          <a:xfrm>
            <a:off x="10058400" y="9467850"/>
            <a:ext cx="4953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6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Multiple-report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3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L08</a:t>
            </a:r>
            <a:r>
              <a:rPr lang="en-US" sz="180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1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20/39</a:t>
            </a:r>
            <a:endParaRPr lang="en-US" sz="1800" dirty="0"/>
          </a:p>
        </p:txBody>
      </p:sp>
      <p:sp>
        <p:nvSpPr>
          <p:cNvPr id="68" name="Shape 66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69" name="Moda image moda-export-watermark-38a9ec14-e73e-4097-8db1-9064e5914da0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6459200" cy="1809750"/>
          </a:xfrm>
          <a:prstGeom prst="rect">
            <a:avLst/>
          </a:prstGeom>
          <a:noFill/>
          <a:ln/>
        </p:spPr>
        <p:txBody>
          <a:bodyPr wrap="square" lIns="0" tIns="43434" rIns="0" bIns="-43434" rtlCol="0" anchor="t"/>
          <a:lstStyle/>
          <a:p>
            <a:pPr algn="l" indent="0" marL="0">
              <a:lnSpc>
                <a:spcPts val="6156"/>
              </a:lnSpc>
              <a:buNone/>
            </a:pPr>
            <a:r>
              <a:rPr lang="en-US" sz="5700" dirty="0" spc="-4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Từ</a:t>
            </a:r>
            <a:r>
              <a:rPr lang="en-US" sz="5700" dirty="0" spc="-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giác</a:t>
            </a:r>
            <a:r>
              <a:rPr lang="en-US" sz="57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quan</a:t>
            </a:r>
            <a:r>
              <a:rPr lang="en-US" sz="5700" dirty="0" spc="1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đến</a:t>
            </a:r>
            <a:r>
              <a:rPr lang="en-US" sz="57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cử</a:t>
            </a:r>
            <a:r>
              <a:rPr lang="en-US" sz="5700" dirty="0" spc="1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động:</a:t>
            </a:r>
            <a:r>
              <a:rPr lang="en-US" sz="5700" dirty="0" spc="-6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bản</a:t>
            </a:r>
            <a:r>
              <a:rPr lang="en-US" sz="5700" dirty="0" spc="1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đồ</a:t>
            </a:r>
            <a:r>
              <a:rPr lang="en-US" sz="57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không gian</a:t>
            </a:r>
            <a:endParaRPr lang="en-US" sz="5700" dirty="0"/>
          </a:p>
        </p:txBody>
      </p:sp>
      <p:sp>
        <p:nvSpPr>
          <p:cNvPr id="3" name="Shape 1"/>
          <p:cNvSpPr/>
          <p:nvPr/>
        </p:nvSpPr>
        <p:spPr>
          <a:xfrm>
            <a:off x="914400" y="3429000"/>
            <a:ext cx="2762250" cy="3810000"/>
          </a:xfrm>
          <a:prstGeom prst="roundRect">
            <a:avLst>
              <a:gd name="adj" fmla="val 9655"/>
            </a:avLst>
          </a:prstGeom>
          <a:solidFill>
            <a:srgbClr val="1E212B"/>
          </a:solidFill>
          <a:ln w="28575">
            <a:solidFill>
              <a:srgbClr val="2C304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200150" y="3714750"/>
            <a:ext cx="647700" cy="647700"/>
          </a:xfrm>
          <a:prstGeom prst="ellipse">
            <a:avLst/>
          </a:prstGeom>
          <a:solidFill>
            <a:srgbClr val="7C93FF"/>
          </a:solidFill>
          <a:ln/>
        </p:spPr>
      </p:sp>
      <p:sp>
        <p:nvSpPr>
          <p:cNvPr id="5" name="Text 3"/>
          <p:cNvSpPr/>
          <p:nvPr/>
        </p:nvSpPr>
        <p:spPr>
          <a:xfrm>
            <a:off x="1200150" y="3714750"/>
            <a:ext cx="647700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dirty="0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1</a:t>
            </a:r>
            <a:endParaRPr lang="en-US" sz="2550" dirty="0"/>
          </a:p>
        </p:txBody>
      </p:sp>
      <p:sp>
        <p:nvSpPr>
          <p:cNvPr id="6" name="Text 4"/>
          <p:cNvSpPr/>
          <p:nvPr/>
        </p:nvSpPr>
        <p:spPr>
          <a:xfrm>
            <a:off x="1219200" y="4572000"/>
            <a:ext cx="2152650" cy="2476500"/>
          </a:xfrm>
          <a:prstGeom prst="rect">
            <a:avLst/>
          </a:prstGeom>
          <a:noFill/>
          <a:ln/>
        </p:spPr>
        <p:txBody>
          <a:bodyPr wrap="square" lIns="0" tIns="15700" rIns="0" bIns="-15700" rtlCol="0" anchor="t"/>
          <a:lstStyle/>
          <a:p>
            <a:pPr algn="l" indent="0" marL="0">
              <a:lnSpc>
                <a:spcPts val="2813"/>
              </a:lnSpc>
              <a:buNone/>
            </a:pPr>
            <a:r>
              <a:rPr lang="en-US" sz="2250" dirty="0" spc="-28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Vào:</a:t>
            </a:r>
            <a:r>
              <a:rPr lang="en-US" sz="2250" dirty="0" spc="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xúc</a:t>
            </a:r>
            <a:r>
              <a:rPr lang="en-US" sz="2250" dirty="0" spc="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giác,</a:t>
            </a:r>
            <a:r>
              <a:rPr lang="en-US" sz="2250" dirty="0" spc="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tư</a:t>
            </a:r>
            <a:r>
              <a:rPr lang="en-US" sz="2250" dirty="0" spc="-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thế,</a:t>
            </a:r>
            <a:r>
              <a:rPr lang="en-US" sz="2250" dirty="0" spc="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thị</a:t>
            </a:r>
            <a:r>
              <a:rPr lang="en-US" sz="2250" dirty="0" spc="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giác, thính giác, tín</a:t>
            </a:r>
            <a:r>
              <a:rPr lang="en-US" sz="2250" dirty="0" spc="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hiệu</a:t>
            </a:r>
            <a:r>
              <a:rPr lang="en-US" sz="2250" dirty="0" spc="-1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vận</a:t>
            </a:r>
            <a:r>
              <a:rPr lang="en-US" sz="2250" dirty="0" spc="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động</a:t>
            </a:r>
            <a:endParaRPr lang="en-US" sz="2250" dirty="0"/>
          </a:p>
        </p:txBody>
      </p:sp>
      <p:sp>
        <p:nvSpPr>
          <p:cNvPr id="7" name="Connector line-1792580873334-211007713"/>
          <p:cNvSpPr/>
          <p:nvPr/>
        </p:nvSpPr>
        <p:spPr>
          <a:xfrm>
            <a:off x="3752850" y="5334000"/>
            <a:ext cx="514350" cy="0"/>
          </a:xfrm>
          <a:prstGeom prst="line">
            <a:avLst/>
          </a:prstGeom>
          <a:noFill/>
          <a:ln w="47625">
            <a:solidFill>
              <a:srgbClr val="9AA0B5"/>
            </a:solidFill>
            <a:prstDash val="solid"/>
            <a:headEnd type="none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4343400" y="3429000"/>
            <a:ext cx="2762250" cy="3810000"/>
          </a:xfrm>
          <a:prstGeom prst="roundRect">
            <a:avLst>
              <a:gd name="adj" fmla="val 9655"/>
            </a:avLst>
          </a:prstGeom>
          <a:solidFill>
            <a:srgbClr val="1E212B"/>
          </a:solidFill>
          <a:ln w="28575">
            <a:solidFill>
              <a:srgbClr val="2C304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629150" y="3714750"/>
            <a:ext cx="647700" cy="647700"/>
          </a:xfrm>
          <a:prstGeom prst="ellipse">
            <a:avLst/>
          </a:prstGeom>
          <a:solidFill>
            <a:srgbClr val="FFB454"/>
          </a:solidFill>
          <a:ln/>
        </p:spPr>
      </p:sp>
      <p:sp>
        <p:nvSpPr>
          <p:cNvPr id="10" name="Text 8"/>
          <p:cNvSpPr/>
          <p:nvPr/>
        </p:nvSpPr>
        <p:spPr>
          <a:xfrm>
            <a:off x="4629150" y="3714750"/>
            <a:ext cx="647700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dirty="0" spc="6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2</a:t>
            </a:r>
            <a:endParaRPr lang="en-US" sz="2550" dirty="0"/>
          </a:p>
        </p:txBody>
      </p:sp>
      <p:sp>
        <p:nvSpPr>
          <p:cNvPr id="11" name="Text 9"/>
          <p:cNvSpPr/>
          <p:nvPr/>
        </p:nvSpPr>
        <p:spPr>
          <a:xfrm>
            <a:off x="4648200" y="4572000"/>
            <a:ext cx="2152650" cy="2476500"/>
          </a:xfrm>
          <a:prstGeom prst="rect">
            <a:avLst/>
          </a:prstGeom>
          <a:noFill/>
          <a:ln/>
        </p:spPr>
        <p:txBody>
          <a:bodyPr wrap="square" lIns="0" tIns="18859" rIns="0" bIns="-18859" rtlCol="0" anchor="t"/>
          <a:lstStyle/>
          <a:p>
            <a:pPr algn="l" indent="0" marL="0">
              <a:lnSpc>
                <a:spcPts val="3375"/>
              </a:lnSpc>
              <a:buNone/>
            </a:pPr>
            <a:r>
              <a:rPr lang="en-US" sz="2700" dirty="0" spc="-27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Vùng</a:t>
            </a:r>
            <a:r>
              <a:rPr lang="en-US" sz="2700" dirty="0" spc="16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đỉnh</a:t>
            </a:r>
            <a:r>
              <a:rPr lang="en-US" sz="2700" dirty="0" spc="-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sau:</a:t>
            </a:r>
            <a:r>
              <a:rPr lang="en-US" sz="2700" dirty="0" spc="-37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kết</a:t>
            </a:r>
            <a:r>
              <a:rPr lang="en-US" sz="2700" dirty="0" spc="-5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hợp,</a:t>
            </a:r>
            <a:r>
              <a:rPr lang="en-US" sz="2700" dirty="0" spc="25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dựng</a:t>
            </a:r>
            <a:r>
              <a:rPr lang="en-US" sz="2700" dirty="0" spc="-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bản</a:t>
            </a:r>
            <a:r>
              <a:rPr lang="en-US" sz="2700" dirty="0" spc="9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đồ</a:t>
            </a:r>
            <a:r>
              <a:rPr lang="en-US" sz="2700" dirty="0" spc="-6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không</a:t>
            </a:r>
            <a:r>
              <a:rPr lang="en-US" sz="2700" dirty="0" spc="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gian</a:t>
            </a:r>
            <a:endParaRPr lang="en-US" sz="2700" dirty="0"/>
          </a:p>
        </p:txBody>
      </p:sp>
      <p:sp>
        <p:nvSpPr>
          <p:cNvPr id="12" name="Connector line-1792580873337-523367294"/>
          <p:cNvSpPr/>
          <p:nvPr/>
        </p:nvSpPr>
        <p:spPr>
          <a:xfrm>
            <a:off x="7172325" y="5334000"/>
            <a:ext cx="514350" cy="0"/>
          </a:xfrm>
          <a:prstGeom prst="line">
            <a:avLst/>
          </a:prstGeom>
          <a:noFill/>
          <a:ln w="47625">
            <a:solidFill>
              <a:srgbClr val="9AA0B5"/>
            </a:solidFill>
            <a:prstDash val="solid"/>
            <a:headEnd type="none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7762875" y="3429000"/>
            <a:ext cx="2762250" cy="3810000"/>
          </a:xfrm>
          <a:prstGeom prst="roundRect">
            <a:avLst>
              <a:gd name="adj" fmla="val 9655"/>
            </a:avLst>
          </a:prstGeom>
          <a:solidFill>
            <a:srgbClr val="1E212B"/>
          </a:solidFill>
          <a:ln w="28575">
            <a:solidFill>
              <a:srgbClr val="2C304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048625" y="3714750"/>
            <a:ext cx="647700" cy="647700"/>
          </a:xfrm>
          <a:prstGeom prst="ellipse">
            <a:avLst/>
          </a:prstGeom>
          <a:solidFill>
            <a:srgbClr val="3DD6A0"/>
          </a:solidFill>
          <a:ln/>
        </p:spPr>
      </p:sp>
      <p:sp>
        <p:nvSpPr>
          <p:cNvPr id="15" name="Text 13"/>
          <p:cNvSpPr/>
          <p:nvPr/>
        </p:nvSpPr>
        <p:spPr>
          <a:xfrm>
            <a:off x="8048625" y="3714750"/>
            <a:ext cx="647700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dirty="0" spc="2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3</a:t>
            </a:r>
            <a:endParaRPr lang="en-US" sz="2550" dirty="0"/>
          </a:p>
        </p:txBody>
      </p:sp>
      <p:sp>
        <p:nvSpPr>
          <p:cNvPr id="16" name="Text 14"/>
          <p:cNvSpPr/>
          <p:nvPr/>
        </p:nvSpPr>
        <p:spPr>
          <a:xfrm>
            <a:off x="8067675" y="4572000"/>
            <a:ext cx="2152650" cy="2476500"/>
          </a:xfrm>
          <a:prstGeom prst="rect">
            <a:avLst/>
          </a:prstGeom>
          <a:noFill/>
          <a:ln/>
        </p:spPr>
        <p:txBody>
          <a:bodyPr wrap="square" lIns="0" tIns="17796" rIns="0" bIns="-17796" rtlCol="0" anchor="t"/>
          <a:lstStyle/>
          <a:p>
            <a:pPr algn="l" indent="0" marL="0">
              <a:lnSpc>
                <a:spcPts val="3188"/>
              </a:lnSpc>
              <a:buNone/>
            </a:pPr>
            <a:r>
              <a:rPr lang="en-US" sz="2550" dirty="0" spc="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Dịch</a:t>
            </a:r>
            <a:r>
              <a:rPr lang="en-US" sz="2550" dirty="0" spc="-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vị</a:t>
            </a:r>
            <a:r>
              <a:rPr lang="en-US" sz="2550" dirty="0" spc="8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trí</a:t>
            </a:r>
            <a:r>
              <a:rPr lang="en-US" sz="2550" dirty="0" spc="-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từ</a:t>
            </a:r>
            <a:r>
              <a:rPr lang="en-US" sz="2550" dirty="0" spc="-1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tọa</a:t>
            </a:r>
            <a:r>
              <a:rPr lang="en-US" sz="2550" dirty="0" spc="9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độ</a:t>
            </a:r>
            <a:r>
              <a:rPr lang="en-US" sz="2550" dirty="0" spc="-15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võng</a:t>
            </a:r>
            <a:r>
              <a:rPr lang="en-US" sz="2550" dirty="0" spc="-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mạc</a:t>
            </a:r>
            <a:r>
              <a:rPr lang="en-US" sz="2550" dirty="0" spc="-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sang</a:t>
            </a:r>
            <a:r>
              <a:rPr lang="en-US" sz="2550" dirty="0" spc="-14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tọa</a:t>
            </a:r>
            <a:r>
              <a:rPr lang="en-US" sz="2550" dirty="0" spc="1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độ</a:t>
            </a:r>
            <a:r>
              <a:rPr lang="en-US" sz="2550" dirty="0" spc="-15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trong</a:t>
            </a:r>
            <a:r>
              <a:rPr lang="en-US" sz="2550" dirty="0" spc="-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không</a:t>
            </a:r>
            <a:r>
              <a:rPr lang="en-US" sz="2550" dirty="0" spc="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gian</a:t>
            </a:r>
            <a:endParaRPr lang="en-US" sz="2550" dirty="0"/>
          </a:p>
        </p:txBody>
      </p:sp>
      <p:sp>
        <p:nvSpPr>
          <p:cNvPr id="17" name="Connector line-1792580873341-251569430"/>
          <p:cNvSpPr/>
          <p:nvPr/>
        </p:nvSpPr>
        <p:spPr>
          <a:xfrm>
            <a:off x="10601325" y="5334000"/>
            <a:ext cx="514350" cy="0"/>
          </a:xfrm>
          <a:prstGeom prst="line">
            <a:avLst/>
          </a:prstGeom>
          <a:noFill/>
          <a:ln w="47625">
            <a:solidFill>
              <a:srgbClr val="9AA0B5"/>
            </a:solidFill>
            <a:prstDash val="solid"/>
            <a:headEnd type="none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11191875" y="3429000"/>
            <a:ext cx="2762250" cy="3810000"/>
          </a:xfrm>
          <a:prstGeom prst="roundRect">
            <a:avLst>
              <a:gd name="adj" fmla="val 9655"/>
            </a:avLst>
          </a:prstGeom>
          <a:solidFill>
            <a:srgbClr val="1E212B"/>
          </a:solidFill>
          <a:ln w="28575">
            <a:solidFill>
              <a:srgbClr val="2C304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1477625" y="3714750"/>
            <a:ext cx="647700" cy="647700"/>
          </a:xfrm>
          <a:prstGeom prst="ellipse">
            <a:avLst/>
          </a:prstGeom>
          <a:solidFill>
            <a:srgbClr val="FF6A4D"/>
          </a:solidFill>
          <a:ln/>
        </p:spPr>
      </p:sp>
      <p:sp>
        <p:nvSpPr>
          <p:cNvPr id="20" name="Text 18"/>
          <p:cNvSpPr/>
          <p:nvPr/>
        </p:nvSpPr>
        <p:spPr>
          <a:xfrm>
            <a:off x="11477625" y="3714750"/>
            <a:ext cx="647700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dirty="0" spc="6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4</a:t>
            </a:r>
            <a:endParaRPr lang="en-US" sz="2550" dirty="0"/>
          </a:p>
        </p:txBody>
      </p:sp>
      <p:sp>
        <p:nvSpPr>
          <p:cNvPr id="21" name="Text 19"/>
          <p:cNvSpPr/>
          <p:nvPr/>
        </p:nvSpPr>
        <p:spPr>
          <a:xfrm>
            <a:off x="11496675" y="4572000"/>
            <a:ext cx="2152650" cy="2476500"/>
          </a:xfrm>
          <a:prstGeom prst="rect">
            <a:avLst/>
          </a:prstGeom>
          <a:noFill/>
          <a:ln/>
        </p:spPr>
        <p:txBody>
          <a:bodyPr wrap="square" lIns="0" tIns="17796" rIns="0" bIns="-17796" rtlCol="0" anchor="t"/>
          <a:lstStyle/>
          <a:p>
            <a:pPr algn="l" indent="0" marL="0">
              <a:lnSpc>
                <a:spcPts val="3188"/>
              </a:lnSpc>
              <a:buNone/>
            </a:pPr>
            <a:r>
              <a:rPr lang="en-US" sz="2550" dirty="0" spc="-4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Ra:</a:t>
            </a:r>
            <a:r>
              <a:rPr lang="en-US" sz="2550" dirty="0" spc="-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vùng</a:t>
            </a:r>
            <a:r>
              <a:rPr lang="en-US" sz="2550" dirty="0" spc="-14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vận</a:t>
            </a:r>
            <a:r>
              <a:rPr lang="en-US" sz="2550" dirty="0" spc="4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động</a:t>
            </a:r>
            <a:r>
              <a:rPr lang="en-US" sz="2550" dirty="0" spc="-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ở</a:t>
            </a:r>
            <a:r>
              <a:rPr lang="en-US" sz="2550" dirty="0" spc="-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thùy</a:t>
            </a:r>
            <a:r>
              <a:rPr lang="en-US" sz="2550" dirty="0" spc="-15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trán</a:t>
            </a:r>
            <a:r>
              <a:rPr lang="en-US" sz="2550" dirty="0" spc="-4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lập</a:t>
            </a:r>
            <a:r>
              <a:rPr lang="en-US" sz="2550" dirty="0" spc="-3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kế</a:t>
            </a:r>
            <a:r>
              <a:rPr lang="en-US" sz="2550" dirty="0" spc="-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hoạch</a:t>
            </a:r>
            <a:r>
              <a:rPr lang="en-US" sz="2550" dirty="0" spc="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cử</a:t>
            </a:r>
            <a:r>
              <a:rPr lang="en-US" sz="2550" dirty="0" spc="4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động</a:t>
            </a:r>
            <a:endParaRPr lang="en-US" sz="2550" dirty="0"/>
          </a:p>
        </p:txBody>
      </p:sp>
      <p:sp>
        <p:nvSpPr>
          <p:cNvPr id="22" name="Connector line-1792580873345-403372407"/>
          <p:cNvSpPr/>
          <p:nvPr/>
        </p:nvSpPr>
        <p:spPr>
          <a:xfrm>
            <a:off x="14020800" y="5334000"/>
            <a:ext cx="514350" cy="0"/>
          </a:xfrm>
          <a:prstGeom prst="line">
            <a:avLst/>
          </a:prstGeom>
          <a:noFill/>
          <a:ln w="47625">
            <a:solidFill>
              <a:srgbClr val="9AA0B5"/>
            </a:solidFill>
            <a:prstDash val="solid"/>
            <a:headEnd type="none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14611350" y="3429000"/>
            <a:ext cx="2762250" cy="3810000"/>
          </a:xfrm>
          <a:prstGeom prst="roundRect">
            <a:avLst>
              <a:gd name="adj" fmla="val 9655"/>
            </a:avLst>
          </a:prstGeom>
          <a:solidFill>
            <a:srgbClr val="1E212B"/>
          </a:solidFill>
          <a:ln w="28575">
            <a:solidFill>
              <a:srgbClr val="2C304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4897100" y="3714750"/>
            <a:ext cx="647700" cy="647700"/>
          </a:xfrm>
          <a:prstGeom prst="ellipse">
            <a:avLst/>
          </a:prstGeom>
          <a:solidFill>
            <a:srgbClr val="7C93FF"/>
          </a:solidFill>
          <a:ln/>
        </p:spPr>
      </p:sp>
      <p:sp>
        <p:nvSpPr>
          <p:cNvPr id="25" name="Text 23"/>
          <p:cNvSpPr/>
          <p:nvPr/>
        </p:nvSpPr>
        <p:spPr>
          <a:xfrm>
            <a:off x="14897100" y="3714750"/>
            <a:ext cx="647700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dirty="0" spc="-6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5</a:t>
            </a:r>
            <a:endParaRPr lang="en-US" sz="2550" dirty="0"/>
          </a:p>
        </p:txBody>
      </p:sp>
      <p:sp>
        <p:nvSpPr>
          <p:cNvPr id="26" name="Text 24"/>
          <p:cNvSpPr/>
          <p:nvPr/>
        </p:nvSpPr>
        <p:spPr>
          <a:xfrm>
            <a:off x="14916150" y="4572000"/>
            <a:ext cx="2152650" cy="2476500"/>
          </a:xfrm>
          <a:prstGeom prst="rect">
            <a:avLst/>
          </a:prstGeom>
          <a:noFill/>
          <a:ln/>
        </p:spPr>
        <p:txBody>
          <a:bodyPr wrap="square" lIns="0" tIns="18859" rIns="0" bIns="-18859" rtlCol="0" anchor="t"/>
          <a:lstStyle/>
          <a:p>
            <a:pPr algn="l" indent="0" marL="0">
              <a:lnSpc>
                <a:spcPts val="3375"/>
              </a:lnSpc>
              <a:buNone/>
            </a:pPr>
            <a:r>
              <a:rPr lang="en-US" sz="2700" dirty="0" spc="-48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Ra:</a:t>
            </a:r>
            <a:r>
              <a:rPr lang="en-US" sz="2700" dirty="0" spc="-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vùng</a:t>
            </a:r>
            <a:r>
              <a:rPr lang="en-US" sz="2700" dirty="0" spc="17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điều</a:t>
            </a:r>
            <a:r>
              <a:rPr lang="en-US" sz="2700" dirty="0" spc="-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khiển</a:t>
            </a:r>
            <a:r>
              <a:rPr lang="en-US" sz="2700" dirty="0" spc="-1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mắt,</a:t>
            </a:r>
            <a:r>
              <a:rPr lang="en-US" sz="2700" dirty="0" spc="5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hướng</a:t>
            </a:r>
            <a:r>
              <a:rPr lang="en-US" sz="2700" dirty="0" spc="-1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mắt</a:t>
            </a:r>
            <a:r>
              <a:rPr lang="en-US" sz="2700" dirty="0" spc="-24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và</a:t>
            </a:r>
            <a:r>
              <a:rPr lang="en-US" sz="2700" dirty="0" spc="-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chú</a:t>
            </a:r>
            <a:r>
              <a:rPr lang="en-US" sz="2700" dirty="0" spc="-4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ý</a:t>
            </a:r>
            <a:endParaRPr lang="en-US" sz="2700" dirty="0"/>
          </a:p>
        </p:txBody>
      </p:sp>
      <p:sp>
        <p:nvSpPr>
          <p:cNvPr id="27" name="Text 25"/>
          <p:cNvSpPr/>
          <p:nvPr/>
        </p:nvSpPr>
        <p:spPr>
          <a:xfrm>
            <a:off x="914400" y="8991600"/>
            <a:ext cx="164592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Nguồn:</a:t>
            </a:r>
            <a:r>
              <a:rPr lang="en-US" sz="1800" dirty="0" spc="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[S1]</a:t>
            </a:r>
            <a:endParaRPr lang="en-US" sz="1800" dirty="0"/>
          </a:p>
        </p:txBody>
      </p:sp>
      <p:sp>
        <p:nvSpPr>
          <p:cNvPr id="28" name="Shape 26"/>
          <p:cNvSpPr/>
          <p:nvPr/>
        </p:nvSpPr>
        <p:spPr>
          <a:xfrm>
            <a:off x="9429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11715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14001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16287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18573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20859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23145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25431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27717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30003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32289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34575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36861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39147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41433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43719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4" name="Shape 42"/>
          <p:cNvSpPr/>
          <p:nvPr/>
        </p:nvSpPr>
        <p:spPr>
          <a:xfrm>
            <a:off x="46005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5" name="Shape 43"/>
          <p:cNvSpPr/>
          <p:nvPr/>
        </p:nvSpPr>
        <p:spPr>
          <a:xfrm>
            <a:off x="48291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6" name="Shape 44"/>
          <p:cNvSpPr/>
          <p:nvPr/>
        </p:nvSpPr>
        <p:spPr>
          <a:xfrm>
            <a:off x="50577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7" name="Shape 45"/>
          <p:cNvSpPr/>
          <p:nvPr/>
        </p:nvSpPr>
        <p:spPr>
          <a:xfrm>
            <a:off x="52863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8" name="Shape 46"/>
          <p:cNvSpPr/>
          <p:nvPr/>
        </p:nvSpPr>
        <p:spPr>
          <a:xfrm>
            <a:off x="5495925" y="9544050"/>
            <a:ext cx="152400" cy="152400"/>
          </a:xfrm>
          <a:prstGeom prst="ellipse">
            <a:avLst/>
          </a:prstGeom>
          <a:solidFill>
            <a:srgbClr val="FF6A4D"/>
          </a:solidFill>
          <a:ln/>
        </p:spPr>
      </p:sp>
      <p:sp>
        <p:nvSpPr>
          <p:cNvPr id="49" name="Shape 47"/>
          <p:cNvSpPr/>
          <p:nvPr/>
        </p:nvSpPr>
        <p:spPr>
          <a:xfrm>
            <a:off x="57435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0" name="Shape 48"/>
          <p:cNvSpPr/>
          <p:nvPr/>
        </p:nvSpPr>
        <p:spPr>
          <a:xfrm>
            <a:off x="59721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1" name="Shape 49"/>
          <p:cNvSpPr/>
          <p:nvPr/>
        </p:nvSpPr>
        <p:spPr>
          <a:xfrm>
            <a:off x="62007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2" name="Shape 50"/>
          <p:cNvSpPr/>
          <p:nvPr/>
        </p:nvSpPr>
        <p:spPr>
          <a:xfrm>
            <a:off x="64293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3" name="Shape 51"/>
          <p:cNvSpPr/>
          <p:nvPr/>
        </p:nvSpPr>
        <p:spPr>
          <a:xfrm>
            <a:off x="66579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4" name="Shape 52"/>
          <p:cNvSpPr/>
          <p:nvPr/>
        </p:nvSpPr>
        <p:spPr>
          <a:xfrm>
            <a:off x="68865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5" name="Shape 53"/>
          <p:cNvSpPr/>
          <p:nvPr/>
        </p:nvSpPr>
        <p:spPr>
          <a:xfrm>
            <a:off x="71151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6" name="Shape 54"/>
          <p:cNvSpPr/>
          <p:nvPr/>
        </p:nvSpPr>
        <p:spPr>
          <a:xfrm>
            <a:off x="73437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7" name="Shape 55"/>
          <p:cNvSpPr/>
          <p:nvPr/>
        </p:nvSpPr>
        <p:spPr>
          <a:xfrm>
            <a:off x="75723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8" name="Shape 56"/>
          <p:cNvSpPr/>
          <p:nvPr/>
        </p:nvSpPr>
        <p:spPr>
          <a:xfrm>
            <a:off x="78009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9" name="Shape 57"/>
          <p:cNvSpPr/>
          <p:nvPr/>
        </p:nvSpPr>
        <p:spPr>
          <a:xfrm>
            <a:off x="80295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0" name="Shape 58"/>
          <p:cNvSpPr/>
          <p:nvPr/>
        </p:nvSpPr>
        <p:spPr>
          <a:xfrm>
            <a:off x="82581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1" name="Shape 59"/>
          <p:cNvSpPr/>
          <p:nvPr/>
        </p:nvSpPr>
        <p:spPr>
          <a:xfrm>
            <a:off x="84867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2" name="Shape 60"/>
          <p:cNvSpPr/>
          <p:nvPr/>
        </p:nvSpPr>
        <p:spPr>
          <a:xfrm>
            <a:off x="87153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3" name="Shape 61"/>
          <p:cNvSpPr/>
          <p:nvPr/>
        </p:nvSpPr>
        <p:spPr>
          <a:xfrm>
            <a:off x="89439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4" name="Shape 62"/>
          <p:cNvSpPr/>
          <p:nvPr/>
        </p:nvSpPr>
        <p:spPr>
          <a:xfrm>
            <a:off x="91725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5" name="Shape 63"/>
          <p:cNvSpPr/>
          <p:nvPr/>
        </p:nvSpPr>
        <p:spPr>
          <a:xfrm>
            <a:off x="94011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6" name="Shape 64"/>
          <p:cNvSpPr/>
          <p:nvPr/>
        </p:nvSpPr>
        <p:spPr>
          <a:xfrm>
            <a:off x="96297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7" name="Text 65"/>
          <p:cNvSpPr/>
          <p:nvPr/>
        </p:nvSpPr>
        <p:spPr>
          <a:xfrm>
            <a:off x="10058400" y="9467850"/>
            <a:ext cx="4953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Multiple-report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3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L08</a:t>
            </a:r>
            <a:r>
              <a:rPr lang="en-US" sz="180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1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21/39</a:t>
            </a:r>
            <a:endParaRPr lang="en-US" sz="1800" dirty="0"/>
          </a:p>
        </p:txBody>
      </p:sp>
      <p:sp>
        <p:nvSpPr>
          <p:cNvPr id="68" name="Shape 66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69" name="Moda image moda-export-watermark-08ae9d94-0354-43c3-9df8-bc9cef012f5f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6459200" cy="1809750"/>
          </a:xfrm>
          <a:prstGeom prst="rect">
            <a:avLst/>
          </a:prstGeom>
          <a:noFill/>
          <a:ln/>
        </p:spPr>
        <p:txBody>
          <a:bodyPr wrap="square" lIns="0" tIns="43434" rIns="0" bIns="-43434" rtlCol="0" anchor="t"/>
          <a:lstStyle/>
          <a:p>
            <a:pPr algn="l" indent="0" marL="0">
              <a:lnSpc>
                <a:spcPts val="6156"/>
              </a:lnSpc>
              <a:buNone/>
            </a:pPr>
            <a:r>
              <a:rPr lang="en-US" sz="57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Hai hệ chú</a:t>
            </a:r>
            <a:r>
              <a:rPr lang="en-US" sz="5700" dirty="0" spc="-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ý</a:t>
            </a:r>
            <a:r>
              <a:rPr lang="en-US" sz="57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theo</a:t>
            </a:r>
            <a:r>
              <a:rPr lang="en-US" sz="5700" dirty="0" spc="-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Corbetta</a:t>
            </a:r>
            <a:r>
              <a:rPr lang="en-US" sz="5700" dirty="0" spc="-6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và</a:t>
            </a:r>
            <a:r>
              <a:rPr lang="en-US" sz="57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Shulman</a:t>
            </a:r>
            <a:r>
              <a:rPr lang="en-US" sz="5700" dirty="0" spc="-7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(giả</a:t>
            </a:r>
            <a:r>
              <a:rPr lang="en-US" sz="5700" dirty="0" spc="-2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thuyết)</a:t>
            </a:r>
            <a:endParaRPr lang="en-US" sz="5700" dirty="0"/>
          </a:p>
        </p:txBody>
      </p:sp>
      <p:sp>
        <p:nvSpPr>
          <p:cNvPr id="3" name="Connector line-1792580874312-384243059"/>
          <p:cNvSpPr/>
          <p:nvPr/>
        </p:nvSpPr>
        <p:spPr>
          <a:xfrm flipH="1" flipV="1">
            <a:off x="3619500" y="3619500"/>
            <a:ext cx="5524500" cy="2000250"/>
          </a:xfrm>
          <a:prstGeom prst="line">
            <a:avLst/>
          </a:prstGeom>
          <a:noFill/>
          <a:ln w="57150">
            <a:solidFill>
              <a:srgbClr val="1F3FD1"/>
            </a:solidFill>
            <a:prstDash val="solid"/>
            <a:headEnd type="none"/>
            <a:tailEnd type="none"/>
          </a:ln>
        </p:spPr>
      </p:sp>
      <p:sp>
        <p:nvSpPr>
          <p:cNvPr id="4" name="Connector line-1792580874312-481969377"/>
          <p:cNvSpPr/>
          <p:nvPr/>
        </p:nvSpPr>
        <p:spPr>
          <a:xfrm flipV="1">
            <a:off x="9144000" y="3619500"/>
            <a:ext cx="5524500" cy="2000250"/>
          </a:xfrm>
          <a:prstGeom prst="line">
            <a:avLst/>
          </a:prstGeom>
          <a:noFill/>
          <a:ln w="57150">
            <a:solidFill>
              <a:srgbClr val="B45309"/>
            </a:solidFill>
            <a:prstDash val="solid"/>
            <a:headEnd type="none"/>
            <a:tailEnd type="none"/>
          </a:ln>
        </p:spPr>
      </p:sp>
      <p:sp>
        <p:nvSpPr>
          <p:cNvPr id="5" name="Connector line-1792580874312-714899859"/>
          <p:cNvSpPr/>
          <p:nvPr/>
        </p:nvSpPr>
        <p:spPr>
          <a:xfrm flipH="1">
            <a:off x="3619500" y="5619750"/>
            <a:ext cx="5524500" cy="2000250"/>
          </a:xfrm>
          <a:prstGeom prst="line">
            <a:avLst/>
          </a:prstGeom>
          <a:noFill/>
          <a:ln w="57150">
            <a:solidFill>
              <a:srgbClr val="0F766E"/>
            </a:solidFill>
            <a:prstDash val="solid"/>
            <a:headEnd type="none"/>
            <a:tailEnd type="none"/>
          </a:ln>
        </p:spPr>
      </p:sp>
      <p:sp>
        <p:nvSpPr>
          <p:cNvPr id="6" name="Connector line-1792580874312-64971788"/>
          <p:cNvSpPr/>
          <p:nvPr/>
        </p:nvSpPr>
        <p:spPr>
          <a:xfrm>
            <a:off x="9144000" y="5619750"/>
            <a:ext cx="5524500" cy="2000250"/>
          </a:xfrm>
          <a:prstGeom prst="line">
            <a:avLst/>
          </a:prstGeom>
          <a:noFill/>
          <a:ln w="57150">
            <a:solidFill>
              <a:srgbClr val="E8472B"/>
            </a:solidFill>
            <a:prstDash val="solid"/>
            <a:headEnd type="none"/>
            <a:tailEnd type="none"/>
          </a:ln>
        </p:spPr>
      </p:sp>
      <p:sp>
        <p:nvSpPr>
          <p:cNvPr id="7" name="Shape 5"/>
          <p:cNvSpPr/>
          <p:nvPr/>
        </p:nvSpPr>
        <p:spPr>
          <a:xfrm>
            <a:off x="6953250" y="4191000"/>
            <a:ext cx="4381500" cy="2857500"/>
          </a:xfrm>
          <a:prstGeom prst="ellipse">
            <a:avLst/>
          </a:prstGeom>
          <a:solidFill>
            <a:srgbClr val="14161C"/>
          </a:solidFill>
          <a:ln/>
        </p:spPr>
      </p:sp>
      <p:sp>
        <p:nvSpPr>
          <p:cNvPr id="8" name="Text 6"/>
          <p:cNvSpPr/>
          <p:nvPr/>
        </p:nvSpPr>
        <p:spPr>
          <a:xfrm>
            <a:off x="7239000" y="4476750"/>
            <a:ext cx="3810000" cy="2286000"/>
          </a:xfrm>
          <a:prstGeom prst="rect">
            <a:avLst/>
          </a:prstGeom>
          <a:noFill/>
          <a:ln/>
        </p:spPr>
        <p:txBody>
          <a:bodyPr wrap="square" lIns="0" tIns="20955" rIns="0" bIns="-20955" rtlCol="0" anchor="ctr"/>
          <a:lstStyle/>
          <a:p>
            <a:pPr algn="ctr" indent="0" marL="0">
              <a:lnSpc>
                <a:spcPts val="3630"/>
              </a:lnSpc>
              <a:buNone/>
            </a:pPr>
            <a:r>
              <a:rPr lang="en-US" sz="33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Chú</a:t>
            </a:r>
            <a:r>
              <a:rPr lang="en-US" sz="33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ý</a:t>
            </a:r>
            <a:endParaRPr lang="en-US" sz="3300" dirty="0"/>
          </a:p>
        </p:txBody>
      </p:sp>
      <p:sp>
        <p:nvSpPr>
          <p:cNvPr id="9" name="Shape 7"/>
          <p:cNvSpPr/>
          <p:nvPr/>
        </p:nvSpPr>
        <p:spPr>
          <a:xfrm>
            <a:off x="1047750" y="2857500"/>
            <a:ext cx="5143500" cy="1524000"/>
          </a:xfrm>
          <a:prstGeom prst="roundRect">
            <a:avLst>
              <a:gd name="adj" fmla="val 15000"/>
            </a:avLst>
          </a:prstGeom>
          <a:solidFill>
            <a:srgbClr val="FBF8F2"/>
          </a:solidFill>
          <a:ln w="47625">
            <a:solidFill>
              <a:srgbClr val="1F3FD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333500" y="2857500"/>
            <a:ext cx="4572000" cy="1524000"/>
          </a:xfrm>
          <a:prstGeom prst="rect">
            <a:avLst/>
          </a:prstGeom>
          <a:noFill/>
          <a:ln/>
        </p:spPr>
        <p:txBody>
          <a:bodyPr wrap="square" lIns="0" tIns="14180" rIns="0" bIns="-14180" rtlCol="0" anchor="ctr"/>
          <a:lstStyle/>
          <a:p>
            <a:pPr algn="ctr" indent="0" marL="0">
              <a:lnSpc>
                <a:spcPts val="2933"/>
              </a:lnSpc>
              <a:buNone/>
            </a:pPr>
            <a:r>
              <a:rPr lang="en-US" sz="2550" b="1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Hệ</a:t>
            </a:r>
            <a:r>
              <a:rPr lang="en-US" sz="2550" b="1" dirty="0" spc="2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lưng:</a:t>
            </a:r>
            <a:r>
              <a:rPr lang="en-US" sz="2550" b="1" dirty="0" spc="-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rãnh</a:t>
            </a:r>
            <a:r>
              <a:rPr lang="en-US" sz="2550" b="1" dirty="0" spc="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đỉnh</a:t>
            </a:r>
            <a:r>
              <a:rPr lang="en-US" sz="2550" b="1" dirty="0" spc="-2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 vỏ</a:t>
            </a:r>
            <a:r>
              <a:rPr lang="en-US" sz="2550" b="1" dirty="0" spc="-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trán</a:t>
            </a:r>
            <a:r>
              <a:rPr lang="en-US" sz="2550" b="1" dirty="0" spc="-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trên,</a:t>
            </a:r>
            <a:r>
              <a:rPr lang="en-US" sz="2550" b="1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chọn</a:t>
            </a:r>
            <a:r>
              <a:rPr lang="en-US" sz="2550" b="1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lọc</a:t>
            </a:r>
            <a:r>
              <a:rPr lang="en-US" sz="255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55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chủ</a:t>
            </a:r>
            <a:r>
              <a:rPr lang="en-US" sz="2550" b="1" dirty="0" spc="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đích</a:t>
            </a:r>
            <a:endParaRPr lang="en-US" sz="2550" dirty="0"/>
          </a:p>
        </p:txBody>
      </p:sp>
      <p:sp>
        <p:nvSpPr>
          <p:cNvPr id="11" name="Shape 9"/>
          <p:cNvSpPr/>
          <p:nvPr/>
        </p:nvSpPr>
        <p:spPr>
          <a:xfrm>
            <a:off x="12096750" y="2857500"/>
            <a:ext cx="5143500" cy="1524000"/>
          </a:xfrm>
          <a:prstGeom prst="roundRect">
            <a:avLst>
              <a:gd name="adj" fmla="val 15000"/>
            </a:avLst>
          </a:prstGeom>
          <a:solidFill>
            <a:srgbClr val="FBF8F2"/>
          </a:solidFill>
          <a:ln w="47625">
            <a:solidFill>
              <a:srgbClr val="B4530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2382500" y="2857500"/>
            <a:ext cx="4572000" cy="1524000"/>
          </a:xfrm>
          <a:prstGeom prst="rect">
            <a:avLst/>
          </a:prstGeom>
          <a:noFill/>
          <a:ln/>
        </p:spPr>
        <p:txBody>
          <a:bodyPr wrap="square" lIns="0" tIns="14180" rIns="0" bIns="-14180" rtlCol="0" anchor="ctr"/>
          <a:lstStyle/>
          <a:p>
            <a:pPr algn="ctr" indent="0" marL="0">
              <a:lnSpc>
                <a:spcPts val="2933"/>
              </a:lnSpc>
              <a:buNone/>
            </a:pPr>
            <a:r>
              <a:rPr lang="en-US" sz="2550" b="1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Hệ</a:t>
            </a:r>
            <a:r>
              <a:rPr lang="en-US" sz="255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bụng:</a:t>
            </a:r>
            <a:r>
              <a:rPr lang="en-US" sz="255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thái</a:t>
            </a:r>
            <a:r>
              <a:rPr lang="en-US" sz="2550" b="1" dirty="0" spc="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dương–đỉnh</a:t>
            </a:r>
            <a:r>
              <a:rPr lang="en-US" sz="2550" b="1" dirty="0" spc="-2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550" b="1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trán</a:t>
            </a:r>
            <a:r>
              <a:rPr lang="en-US" sz="2550" b="1" dirty="0" spc="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dưới,</a:t>
            </a:r>
            <a:r>
              <a:rPr lang="en-US" sz="2550" b="1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lệch</a:t>
            </a:r>
            <a:r>
              <a:rPr lang="en-US" sz="255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bán</a:t>
            </a:r>
            <a:r>
              <a:rPr lang="en-US" sz="2550" b="1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cầu</a:t>
            </a:r>
            <a:r>
              <a:rPr lang="en-US" sz="255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phải</a:t>
            </a:r>
            <a:endParaRPr lang="en-US" sz="2550" dirty="0"/>
          </a:p>
        </p:txBody>
      </p:sp>
      <p:sp>
        <p:nvSpPr>
          <p:cNvPr id="13" name="Shape 11"/>
          <p:cNvSpPr/>
          <p:nvPr/>
        </p:nvSpPr>
        <p:spPr>
          <a:xfrm>
            <a:off x="1047750" y="6858000"/>
            <a:ext cx="5143500" cy="1524000"/>
          </a:xfrm>
          <a:prstGeom prst="roundRect">
            <a:avLst>
              <a:gd name="adj" fmla="val 15000"/>
            </a:avLst>
          </a:prstGeom>
          <a:solidFill>
            <a:srgbClr val="FBF8F2"/>
          </a:solidFill>
          <a:ln w="47625">
            <a:solidFill>
              <a:srgbClr val="0F766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333500" y="6858000"/>
            <a:ext cx="4572000" cy="1524000"/>
          </a:xfrm>
          <a:prstGeom prst="rect">
            <a:avLst/>
          </a:prstGeom>
          <a:noFill/>
          <a:ln/>
        </p:spPr>
        <p:txBody>
          <a:bodyPr wrap="square" lIns="0" tIns="14180" rIns="0" bIns="-14180" rtlCol="0" anchor="ctr"/>
          <a:lstStyle/>
          <a:p>
            <a:pPr algn="ctr" indent="0" marL="0">
              <a:lnSpc>
                <a:spcPts val="2933"/>
              </a:lnSpc>
              <a:buNone/>
            </a:pPr>
            <a:r>
              <a:rPr lang="en-US" sz="2550" b="1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Hệ</a:t>
            </a:r>
            <a:r>
              <a:rPr lang="en-US" sz="255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bụng</a:t>
            </a:r>
            <a:r>
              <a:rPr lang="en-US" sz="2550" b="1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phát</a:t>
            </a:r>
            <a:r>
              <a:rPr lang="en-US" sz="255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hiện</a:t>
            </a:r>
            <a:r>
              <a:rPr lang="en-US" sz="255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kích</a:t>
            </a:r>
            <a:r>
              <a:rPr lang="en-US" sz="255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thích</a:t>
            </a:r>
            <a:r>
              <a:rPr lang="en-US" sz="255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nổi</a:t>
            </a:r>
            <a:r>
              <a:rPr lang="en-US" sz="2550" b="1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bật, bất</a:t>
            </a:r>
            <a:r>
              <a:rPr lang="en-US" sz="2550" b="1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ngờ</a:t>
            </a:r>
            <a:endParaRPr lang="en-US" sz="2550" dirty="0"/>
          </a:p>
        </p:txBody>
      </p:sp>
      <p:sp>
        <p:nvSpPr>
          <p:cNvPr id="15" name="Shape 13"/>
          <p:cNvSpPr/>
          <p:nvPr/>
        </p:nvSpPr>
        <p:spPr>
          <a:xfrm>
            <a:off x="12096750" y="6858000"/>
            <a:ext cx="5143500" cy="1524000"/>
          </a:xfrm>
          <a:prstGeom prst="roundRect">
            <a:avLst>
              <a:gd name="adj" fmla="val 15000"/>
            </a:avLst>
          </a:prstGeom>
          <a:solidFill>
            <a:srgbClr val="FBF8F2"/>
          </a:solidFill>
          <a:ln w="47625">
            <a:solidFill>
              <a:srgbClr val="E8472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2382500" y="6858000"/>
            <a:ext cx="4572000" cy="1524000"/>
          </a:xfrm>
          <a:prstGeom prst="rect">
            <a:avLst/>
          </a:prstGeom>
          <a:noFill/>
          <a:ln/>
        </p:spPr>
        <p:txBody>
          <a:bodyPr wrap="square" lIns="0" tIns="14180" rIns="0" bIns="-14180" rtlCol="0" anchor="ctr"/>
          <a:lstStyle/>
          <a:p>
            <a:pPr algn="ctr" indent="0" marL="0">
              <a:lnSpc>
                <a:spcPts val="2933"/>
              </a:lnSpc>
              <a:buNone/>
            </a:pPr>
            <a:r>
              <a:rPr lang="en-US" sz="2550" b="1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Hệ</a:t>
            </a:r>
            <a:r>
              <a:rPr lang="en-US" sz="255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bụng</a:t>
            </a:r>
            <a:r>
              <a:rPr lang="en-US" sz="255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đóng</a:t>
            </a:r>
            <a:r>
              <a:rPr lang="en-US" sz="2550" b="1" dirty="0" spc="-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vai</a:t>
            </a:r>
            <a:r>
              <a:rPr lang="en-US" sz="255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"cầu dao"</a:t>
            </a:r>
            <a:r>
              <a:rPr lang="en-US" sz="255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</a:t>
            </a:r>
            <a:r>
              <a:rPr lang="en-US" sz="2550" b="1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hệ</a:t>
            </a:r>
            <a:r>
              <a:rPr lang="en-US" sz="2550" b="1" dirty="0" spc="2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lưng</a:t>
            </a:r>
            <a:endParaRPr lang="en-US" sz="2550" dirty="0"/>
          </a:p>
        </p:txBody>
      </p:sp>
      <p:sp>
        <p:nvSpPr>
          <p:cNvPr id="17" name="Text 15"/>
          <p:cNvSpPr/>
          <p:nvPr/>
        </p:nvSpPr>
        <p:spPr>
          <a:xfrm>
            <a:off x="914400" y="8991600"/>
            <a:ext cx="164592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Nguồn:</a:t>
            </a:r>
            <a:r>
              <a:rPr lang="en-US" sz="180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[S9]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9429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11715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14001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16287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18573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20859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23145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25431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27717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30003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32289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34575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36861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39147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41433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43719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46005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48291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50577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52863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55149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5724525" y="9544050"/>
            <a:ext cx="152400" cy="1524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40" name="Shape 38"/>
          <p:cNvSpPr/>
          <p:nvPr/>
        </p:nvSpPr>
        <p:spPr>
          <a:xfrm>
            <a:off x="59721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62007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64293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66579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4" name="Shape 42"/>
          <p:cNvSpPr/>
          <p:nvPr/>
        </p:nvSpPr>
        <p:spPr>
          <a:xfrm>
            <a:off x="68865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5" name="Shape 43"/>
          <p:cNvSpPr/>
          <p:nvPr/>
        </p:nvSpPr>
        <p:spPr>
          <a:xfrm>
            <a:off x="71151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6" name="Shape 44"/>
          <p:cNvSpPr/>
          <p:nvPr/>
        </p:nvSpPr>
        <p:spPr>
          <a:xfrm>
            <a:off x="73437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7" name="Shape 45"/>
          <p:cNvSpPr/>
          <p:nvPr/>
        </p:nvSpPr>
        <p:spPr>
          <a:xfrm>
            <a:off x="75723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8" name="Shape 46"/>
          <p:cNvSpPr/>
          <p:nvPr/>
        </p:nvSpPr>
        <p:spPr>
          <a:xfrm>
            <a:off x="78009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9" name="Shape 47"/>
          <p:cNvSpPr/>
          <p:nvPr/>
        </p:nvSpPr>
        <p:spPr>
          <a:xfrm>
            <a:off x="80295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0" name="Shape 48"/>
          <p:cNvSpPr/>
          <p:nvPr/>
        </p:nvSpPr>
        <p:spPr>
          <a:xfrm>
            <a:off x="82581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1" name="Shape 49"/>
          <p:cNvSpPr/>
          <p:nvPr/>
        </p:nvSpPr>
        <p:spPr>
          <a:xfrm>
            <a:off x="84867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2" name="Shape 50"/>
          <p:cNvSpPr/>
          <p:nvPr/>
        </p:nvSpPr>
        <p:spPr>
          <a:xfrm>
            <a:off x="87153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3" name="Shape 51"/>
          <p:cNvSpPr/>
          <p:nvPr/>
        </p:nvSpPr>
        <p:spPr>
          <a:xfrm>
            <a:off x="89439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4" name="Shape 52"/>
          <p:cNvSpPr/>
          <p:nvPr/>
        </p:nvSpPr>
        <p:spPr>
          <a:xfrm>
            <a:off x="91725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5" name="Shape 53"/>
          <p:cNvSpPr/>
          <p:nvPr/>
        </p:nvSpPr>
        <p:spPr>
          <a:xfrm>
            <a:off x="94011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6" name="Shape 54"/>
          <p:cNvSpPr/>
          <p:nvPr/>
        </p:nvSpPr>
        <p:spPr>
          <a:xfrm>
            <a:off x="96297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7" name="Text 55"/>
          <p:cNvSpPr/>
          <p:nvPr/>
        </p:nvSpPr>
        <p:spPr>
          <a:xfrm>
            <a:off x="10058400" y="9467850"/>
            <a:ext cx="4953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6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Multiple-report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3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L08</a:t>
            </a:r>
            <a:r>
              <a:rPr lang="en-US" sz="180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15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22/39</a:t>
            </a:r>
            <a:endParaRPr lang="en-US" sz="1800" dirty="0"/>
          </a:p>
        </p:txBody>
      </p:sp>
      <p:sp>
        <p:nvSpPr>
          <p:cNvPr id="58" name="Shape 56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59" name="Moda image moda-export-watermark-5bce784c-1f2c-488f-9378-5f27df4e0488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6459200" cy="1809750"/>
          </a:xfrm>
          <a:prstGeom prst="rect">
            <a:avLst/>
          </a:prstGeom>
          <a:noFill/>
          <a:ln/>
        </p:spPr>
        <p:txBody>
          <a:bodyPr wrap="square" lIns="0" tIns="43434" rIns="0" bIns="-43434" rtlCol="0" anchor="t"/>
          <a:lstStyle/>
          <a:p>
            <a:pPr algn="l" indent="0" marL="0">
              <a:lnSpc>
                <a:spcPts val="6156"/>
              </a:lnSpc>
              <a:buNone/>
            </a:pPr>
            <a:r>
              <a:rPr lang="en-US" sz="57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Bỏ</a:t>
            </a:r>
            <a:r>
              <a:rPr lang="en-US" sz="5700" dirty="0" spc="-4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rơi</a:t>
            </a:r>
            <a:r>
              <a:rPr lang="en-US" sz="5700" dirty="0" spc="-48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nửa</a:t>
            </a:r>
            <a:r>
              <a:rPr lang="en-US" sz="57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không gian:</a:t>
            </a:r>
            <a:r>
              <a:rPr lang="en-US" sz="5700" dirty="0" spc="-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lỗi</a:t>
            </a:r>
            <a:r>
              <a:rPr lang="en-US" sz="57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chú</a:t>
            </a:r>
            <a:r>
              <a:rPr lang="en-US" sz="5700" dirty="0" spc="-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ý</a:t>
            </a:r>
            <a:r>
              <a:rPr lang="en-US" sz="5700" dirty="0" spc="-66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và</a:t>
            </a:r>
            <a:r>
              <a:rPr lang="en-US" sz="57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nhận</a:t>
            </a:r>
            <a:r>
              <a:rPr lang="en-US" sz="5700" dirty="0" spc="-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biết</a:t>
            </a:r>
            <a:endParaRPr lang="en-US" sz="5700" dirty="0"/>
          </a:p>
        </p:txBody>
      </p:sp>
      <p:sp>
        <p:nvSpPr>
          <p:cNvPr id="3" name="Shape 1"/>
          <p:cNvSpPr/>
          <p:nvPr/>
        </p:nvSpPr>
        <p:spPr>
          <a:xfrm>
            <a:off x="914400" y="2952750"/>
            <a:ext cx="152400" cy="4000500"/>
          </a:xfrm>
          <a:prstGeom prst="roundRect">
            <a:avLst>
              <a:gd name="adj" fmla="val 50000"/>
            </a:avLst>
          </a:prstGeom>
          <a:solidFill>
            <a:srgbClr val="7C93FF"/>
          </a:solidFill>
          <a:ln/>
        </p:spPr>
      </p:sp>
      <p:sp>
        <p:nvSpPr>
          <p:cNvPr id="4" name="Text 2"/>
          <p:cNvSpPr/>
          <p:nvPr/>
        </p:nvSpPr>
        <p:spPr>
          <a:xfrm>
            <a:off x="1485900" y="2857500"/>
            <a:ext cx="15811500" cy="4191000"/>
          </a:xfrm>
          <a:prstGeom prst="rect">
            <a:avLst/>
          </a:prstGeom>
          <a:noFill/>
          <a:ln/>
        </p:spPr>
        <p:txBody>
          <a:bodyPr wrap="square" lIns="0" tIns="35052" rIns="0" bIns="-35052" rtlCol="0" anchor="ctr"/>
          <a:lstStyle/>
          <a:p>
            <a:pPr algn="l" indent="0" marL="0">
              <a:lnSpc>
                <a:spcPts val="7728"/>
              </a:lnSpc>
              <a:buNone/>
            </a:pPr>
            <a:r>
              <a:rPr lang="en-US" sz="6900" dirty="0" spc="-1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Đột</a:t>
            </a:r>
            <a:r>
              <a:rPr lang="en-US" sz="69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quỵ</a:t>
            </a:r>
            <a:r>
              <a:rPr lang="en-US" sz="69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vùng</a:t>
            </a:r>
            <a:r>
              <a:rPr lang="en-US" sz="6900" dirty="0" spc="1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đỉnh</a:t>
            </a:r>
            <a:r>
              <a:rPr lang="en-US" sz="69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sau</a:t>
            </a:r>
            <a:r>
              <a:rPr lang="en-US" sz="6900" dirty="0" spc="6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bên</a:t>
            </a:r>
            <a:r>
              <a:rPr lang="en-US" sz="6900" dirty="0" spc="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phải:</a:t>
            </a:r>
            <a:r>
              <a:rPr lang="en-US" sz="6900" dirty="0" spc="-6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người</a:t>
            </a:r>
            <a:r>
              <a:rPr lang="en-US" sz="6900" dirty="0" spc="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bệnh</a:t>
            </a:r>
            <a:r>
              <a:rPr lang="en-US" sz="69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hành</a:t>
            </a:r>
            <a:r>
              <a:rPr lang="en-US" sz="6900" dirty="0" spc="-7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xử</a:t>
            </a:r>
            <a:r>
              <a:rPr lang="en-US" sz="69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như</a:t>
            </a:r>
            <a:r>
              <a:rPr lang="en-US" sz="69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thể </a:t>
            </a:r>
            <a:pPr algn="l" indent="0" marL="0">
              <a:lnSpc>
                <a:spcPts val="7728"/>
              </a:lnSpc>
              <a:buNone/>
            </a:pPr>
            <a:r>
              <a:rPr lang="en-US" sz="6900" dirty="0" spc="-78" kern="0">
                <a:solidFill>
                  <a:srgbClr val="7C93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nửa</a:t>
            </a:r>
            <a:r>
              <a:rPr lang="en-US" sz="6900" dirty="0" spc="1" kern="0">
                <a:solidFill>
                  <a:srgbClr val="7C93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không</a:t>
            </a:r>
            <a:r>
              <a:rPr lang="en-US" sz="6900" dirty="0" spc="0" kern="0">
                <a:solidFill>
                  <a:srgbClr val="7C93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gian</a:t>
            </a:r>
            <a:r>
              <a:rPr lang="en-US" sz="6900" dirty="0" spc="6" kern="0">
                <a:solidFill>
                  <a:srgbClr val="7C93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bên</a:t>
            </a:r>
            <a:r>
              <a:rPr lang="en-US" sz="6900" dirty="0" spc="-24" kern="0">
                <a:solidFill>
                  <a:srgbClr val="7C93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trái</a:t>
            </a:r>
            <a:r>
              <a:rPr lang="en-US" sz="6900" dirty="0" spc="0" kern="0">
                <a:solidFill>
                  <a:srgbClr val="7C93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không</a:t>
            </a:r>
            <a:r>
              <a:rPr lang="en-US" sz="6900" dirty="0" spc="-26" kern="0">
                <a:solidFill>
                  <a:srgbClr val="7C93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tồn</a:t>
            </a:r>
            <a:r>
              <a:rPr lang="en-US" sz="6900" dirty="0" spc="-5" kern="0">
                <a:solidFill>
                  <a:srgbClr val="7C93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tại</a:t>
            </a:r>
            <a:endParaRPr lang="en-US" sz="6900" dirty="0"/>
          </a:p>
        </p:txBody>
      </p:sp>
      <p:sp>
        <p:nvSpPr>
          <p:cNvPr id="5" name="Text 3"/>
          <p:cNvSpPr/>
          <p:nvPr/>
        </p:nvSpPr>
        <p:spPr>
          <a:xfrm>
            <a:off x="914400" y="8991600"/>
            <a:ext cx="164592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Nguồn:</a:t>
            </a:r>
            <a:r>
              <a:rPr lang="en-US" sz="1800" dirty="0" spc="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[S1]</a:t>
            </a:r>
            <a:r>
              <a:rPr lang="en-US" sz="180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[S9]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9429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11715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14001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16287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18573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20859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23145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25431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27717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30003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32289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34575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36861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39147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41433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43719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46005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48291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50577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52863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55149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57435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5953125" y="9544050"/>
            <a:ext cx="152400" cy="152400"/>
          </a:xfrm>
          <a:prstGeom prst="ellipse">
            <a:avLst/>
          </a:prstGeom>
          <a:solidFill>
            <a:srgbClr val="FF6A4D"/>
          </a:solidFill>
          <a:ln/>
        </p:spPr>
      </p:sp>
      <p:sp>
        <p:nvSpPr>
          <p:cNvPr id="29" name="Shape 27"/>
          <p:cNvSpPr/>
          <p:nvPr/>
        </p:nvSpPr>
        <p:spPr>
          <a:xfrm>
            <a:off x="62007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64293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66579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68865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71151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73437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75723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78009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80295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82581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84867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87153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89439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91725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94011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4" name="Shape 42"/>
          <p:cNvSpPr/>
          <p:nvPr/>
        </p:nvSpPr>
        <p:spPr>
          <a:xfrm>
            <a:off x="96297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5" name="Text 43"/>
          <p:cNvSpPr/>
          <p:nvPr/>
        </p:nvSpPr>
        <p:spPr>
          <a:xfrm>
            <a:off x="10058400" y="9467850"/>
            <a:ext cx="4953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Multiple-report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3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L08</a:t>
            </a:r>
            <a:r>
              <a:rPr lang="en-US" sz="180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18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23/39</a:t>
            </a:r>
            <a:endParaRPr lang="en-US" sz="1800" dirty="0"/>
          </a:p>
        </p:txBody>
      </p:sp>
      <p:sp>
        <p:nvSpPr>
          <p:cNvPr id="46" name="Shape 44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47" name="Moda image moda-export-watermark-85a4ddef-86f4-464d-b557-d21296318788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6459200" cy="1809750"/>
          </a:xfrm>
          <a:prstGeom prst="rect">
            <a:avLst/>
          </a:prstGeom>
          <a:noFill/>
          <a:ln/>
        </p:spPr>
        <p:txBody>
          <a:bodyPr wrap="square" lIns="0" tIns="43434" rIns="0" bIns="-43434" rtlCol="0" anchor="t"/>
          <a:lstStyle/>
          <a:p>
            <a:pPr algn="l" indent="0" marL="0">
              <a:lnSpc>
                <a:spcPts val="6156"/>
              </a:lnSpc>
              <a:buNone/>
            </a:pPr>
            <a:r>
              <a:rPr lang="en-US" sz="57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Thùy</a:t>
            </a:r>
            <a:r>
              <a:rPr lang="en-US" sz="57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chẩm:</a:t>
            </a:r>
            <a:r>
              <a:rPr lang="en-US" sz="5700" dirty="0" spc="-29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nơi</a:t>
            </a:r>
            <a:r>
              <a:rPr lang="en-US" sz="57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tín</a:t>
            </a:r>
            <a:r>
              <a:rPr lang="en-US" sz="57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hiệu</a:t>
            </a:r>
            <a:r>
              <a:rPr lang="en-US" sz="57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thị giác</a:t>
            </a:r>
            <a:r>
              <a:rPr lang="en-US" sz="5700" dirty="0" spc="-5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vào</a:t>
            </a:r>
            <a:r>
              <a:rPr lang="en-US" sz="5700" dirty="0" spc="-6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vỏ</a:t>
            </a:r>
            <a:r>
              <a:rPr lang="en-US" sz="5700" dirty="0" spc="-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não</a:t>
            </a:r>
            <a:endParaRPr lang="en-US" sz="5700" dirty="0"/>
          </a:p>
        </p:txBody>
      </p:sp>
      <p:sp>
        <p:nvSpPr>
          <p:cNvPr id="3" name="Shape 1"/>
          <p:cNvSpPr/>
          <p:nvPr/>
        </p:nvSpPr>
        <p:spPr>
          <a:xfrm>
            <a:off x="914400" y="2819400"/>
            <a:ext cx="95250" cy="5505450"/>
          </a:xfrm>
          <a:prstGeom prst="roundRect">
            <a:avLst>
              <a:gd name="adj" fmla="val 50000"/>
            </a:avLst>
          </a:prstGeom>
          <a:solidFill>
            <a:srgbClr val="1F3FD1"/>
          </a:solidFill>
          <a:ln/>
        </p:spPr>
      </p:sp>
      <p:sp>
        <p:nvSpPr>
          <p:cNvPr id="4" name="Text 2"/>
          <p:cNvSpPr/>
          <p:nvPr/>
        </p:nvSpPr>
        <p:spPr>
          <a:xfrm>
            <a:off x="1295400" y="2762250"/>
            <a:ext cx="10572750" cy="5619750"/>
          </a:xfrm>
          <a:prstGeom prst="rect">
            <a:avLst/>
          </a:prstGeom>
          <a:noFill/>
          <a:ln/>
        </p:spPr>
        <p:txBody>
          <a:bodyPr wrap="square" lIns="0" tIns="10843" rIns="0" bIns="-10843" rtlCol="0" anchor="t"/>
          <a:lstStyle/>
          <a:p>
            <a:pPr algn="l" indent="0" marL="0">
              <a:lnSpc>
                <a:spcPts val="3848"/>
              </a:lnSpc>
              <a:buNone/>
            </a:pPr>
            <a:r>
              <a:rPr lang="en-US" sz="2850" b="1" dirty="0" spc="1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Thùy</a:t>
            </a:r>
            <a:r>
              <a:rPr lang="en-US" sz="2850" b="1" dirty="0" spc="0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chẩm</a:t>
            </a:r>
            <a:pPr algn="l" indent="0" marL="0">
              <a:lnSpc>
                <a:spcPts val="3848"/>
              </a:lnSpc>
              <a:buNone/>
            </a:pPr>
            <a:r>
              <a:rPr lang="en-US" sz="2850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(occipital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lobe)</a:t>
            </a:r>
            <a:r>
              <a:rPr lang="en-US" sz="28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nằm</a:t>
            </a:r>
            <a:r>
              <a:rPr lang="en-US" sz="28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ở phía</a:t>
            </a:r>
            <a:r>
              <a:rPr lang="en-US" sz="2850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sau</a:t>
            </a:r>
            <a:r>
              <a:rPr lang="en-US" sz="28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não</a:t>
            </a:r>
            <a:r>
              <a:rPr lang="en-US" sz="2850" dirty="0" spc="-1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850" dirty="0" spc="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chứa</a:t>
            </a:r>
            <a:r>
              <a:rPr lang="en-US" sz="2850" dirty="0" spc="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</a:t>
            </a:r>
            <a:pPr algn="l" indent="0" marL="0">
              <a:lnSpc>
                <a:spcPts val="3848"/>
              </a:lnSpc>
              <a:buNone/>
            </a:pPr>
            <a:r>
              <a:rPr lang="en-US" sz="2850" b="1" dirty="0" spc="-34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vỏ</a:t>
            </a:r>
            <a:r>
              <a:rPr lang="en-US" sz="2850" b="1" dirty="0" spc="-1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thị</a:t>
            </a:r>
            <a:r>
              <a:rPr lang="en-US" sz="2850" b="1" dirty="0" spc="8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giác</a:t>
            </a:r>
            <a:pPr algn="l" indent="0" marL="0">
              <a:lnSpc>
                <a:spcPts val="3848"/>
              </a:lnSpc>
              <a:buNone/>
            </a:pPr>
            <a:r>
              <a:rPr lang="en-US" sz="2850" dirty="0" spc="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</a:t>
            </a:r>
            <a:pPr algn="l" indent="0" marL="0">
              <a:lnSpc>
                <a:spcPts val="3848"/>
              </a:lnSpc>
              <a:buNone/>
            </a:pPr>
            <a:r>
              <a:rPr lang="en-US" sz="2850" dirty="0" spc="-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[S1]</a:t>
            </a:r>
            <a:r>
              <a:rPr lang="en-US" sz="28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[S4]</a:t>
            </a:r>
            <a:pPr algn="l" indent="0" marL="0">
              <a:lnSpc>
                <a:spcPts val="3848"/>
              </a:lnSpc>
              <a:buNone/>
            </a:pPr>
            <a:r>
              <a:rPr lang="en-US" sz="285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.</a:t>
            </a:r>
            <a:r>
              <a:rPr lang="en-US" sz="28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Tín hiệu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</a:t>
            </a:r>
            <a:r>
              <a:rPr lang="en-US" sz="2850" dirty="0" spc="-1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mắt</a:t>
            </a:r>
            <a:r>
              <a:rPr lang="en-US" sz="2850" dirty="0" spc="4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</a:t>
            </a:r>
            <a:r>
              <a:rPr lang="en-US" sz="285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theo</a:t>
            </a:r>
            <a:r>
              <a:rPr lang="en-US" sz="2850" dirty="0" spc="-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dây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thần kinh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thị giác</a:t>
            </a:r>
            <a:r>
              <a:rPr lang="en-US" sz="2850" dirty="0" spc="-1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tới</a:t>
            </a:r>
            <a:r>
              <a:rPr lang="en-US" sz="2850" dirty="0" spc="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</a:t>
            </a:r>
            <a:pPr algn="l" indent="0" marL="0">
              <a:lnSpc>
                <a:spcPts val="3848"/>
              </a:lnSpc>
              <a:buNone/>
            </a:pPr>
            <a:r>
              <a:rPr lang="en-US" sz="2850" b="1" dirty="0" spc="-1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nhân</a:t>
            </a:r>
            <a:r>
              <a:rPr lang="en-US" sz="2850" b="1" dirty="0" spc="-2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gối</a:t>
            </a:r>
            <a:r>
              <a:rPr lang="en-US" sz="2850" b="1" dirty="0" spc="-4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ngoài</a:t>
            </a:r>
            <a:pPr algn="l" indent="0" marL="0">
              <a:lnSpc>
                <a:spcPts val="3848"/>
              </a:lnSpc>
              <a:buNone/>
            </a:pPr>
            <a:r>
              <a:rPr lang="en-US" sz="28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ở</a:t>
            </a:r>
            <a:r>
              <a:rPr lang="en-US" sz="2850" dirty="0" spc="1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đồi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thị,</a:t>
            </a:r>
            <a:r>
              <a:rPr lang="en-US" sz="2850" dirty="0" spc="-2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rồi</a:t>
            </a:r>
            <a:r>
              <a:rPr lang="en-US" sz="2850" dirty="0" spc="-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vào</a:t>
            </a:r>
            <a:r>
              <a:rPr lang="en-US" sz="2850" dirty="0" spc="-1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vỏ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thị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giác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chính</a:t>
            </a:r>
            <a:r>
              <a:rPr lang="en-US" sz="285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</a:t>
            </a:r>
            <a:pPr algn="l" indent="0" marL="0">
              <a:lnSpc>
                <a:spcPts val="3848"/>
              </a:lnSpc>
              <a:buNone/>
            </a:pPr>
            <a:r>
              <a:rPr lang="en-US" sz="2850" b="1" dirty="0" spc="1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V1</a:t>
            </a:r>
            <a:pPr algn="l" indent="0" marL="0">
              <a:lnSpc>
                <a:spcPts val="3848"/>
              </a:lnSpc>
              <a:buNone/>
            </a:pPr>
            <a:r>
              <a:rPr lang="en-US" sz="28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ở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phần</a:t>
            </a:r>
            <a:r>
              <a:rPr lang="en-US" sz="2850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sau</a:t>
            </a:r>
            <a:r>
              <a:rPr lang="en-US" sz="28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cùng</a:t>
            </a:r>
            <a:r>
              <a:rPr lang="en-US" sz="28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thùy</a:t>
            </a:r>
            <a:r>
              <a:rPr lang="en-US" sz="2850" dirty="0" spc="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</a:t>
            </a:r>
            <a:pPr algn="l" indent="0" marL="0">
              <a:lnSpc>
                <a:spcPts val="3848"/>
              </a:lnSpc>
              <a:buNone/>
            </a:pPr>
            <a:r>
              <a:rPr lang="en-US" sz="2850" dirty="0" spc="-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[S1]</a:t>
            </a:r>
            <a:r>
              <a:rPr lang="en-US" sz="28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[S2]</a:t>
            </a:r>
            <a:pPr algn="l" indent="0" marL="0">
              <a:lnSpc>
                <a:spcPts val="3848"/>
              </a:lnSpc>
              <a:buNone/>
            </a:pPr>
            <a:r>
              <a:rPr lang="en-US" sz="285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.</a:t>
            </a:r>
            <a:r>
              <a:rPr lang="en-US" sz="28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V1</a:t>
            </a:r>
            <a:r>
              <a:rPr lang="en-US" sz="2850" dirty="0" spc="-2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tổ</a:t>
            </a:r>
            <a:r>
              <a:rPr lang="en-US" sz="2850" dirty="0" spc="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chức</a:t>
            </a:r>
            <a:r>
              <a:rPr lang="en-US" sz="285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theo</a:t>
            </a:r>
            <a:r>
              <a:rPr lang="en-US" sz="2850" dirty="0" spc="-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võng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mạc,</a:t>
            </a:r>
            <a:r>
              <a:rPr lang="en-US" sz="2850" dirty="0" spc="-2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rồi</a:t>
            </a:r>
            <a:r>
              <a:rPr lang="en-US" sz="2850" dirty="0" spc="4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gửi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tín</a:t>
            </a:r>
            <a:r>
              <a:rPr lang="en-US" sz="28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hiệu</a:t>
            </a:r>
            <a:r>
              <a:rPr lang="en-US" sz="2850" dirty="0" spc="-1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tới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các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vùng</a:t>
            </a:r>
            <a:r>
              <a:rPr lang="en-US" sz="285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xử</a:t>
            </a:r>
            <a:r>
              <a:rPr lang="en-US" sz="28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lý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màu, cạnh,</a:t>
            </a:r>
            <a:r>
              <a:rPr lang="en-US" sz="2850" dirty="0" spc="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hướng,</a:t>
            </a:r>
            <a:r>
              <a:rPr lang="en-US" sz="2850" dirty="0" spc="-4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kết</a:t>
            </a:r>
            <a:r>
              <a:rPr lang="en-US" sz="28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cấu</a:t>
            </a:r>
            <a:r>
              <a:rPr lang="en-US" sz="2850" dirty="0" spc="-1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850" dirty="0" spc="-1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chuyển</a:t>
            </a:r>
            <a:r>
              <a:rPr lang="en-US" sz="2850" dirty="0" spc="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động</a:t>
            </a:r>
            <a:r>
              <a:rPr lang="en-US" sz="2850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</a:t>
            </a:r>
            <a:pPr algn="l" indent="0" marL="0">
              <a:lnSpc>
                <a:spcPts val="3848"/>
              </a:lnSpc>
              <a:buNone/>
            </a:pPr>
            <a:r>
              <a:rPr lang="en-US" sz="2850" dirty="0" spc="-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[S1]</a:t>
            </a:r>
            <a:pPr algn="l" indent="0" marL="0">
              <a:lnSpc>
                <a:spcPts val="3848"/>
              </a:lnSpc>
              <a:buNone/>
            </a:pPr>
            <a:r>
              <a:rPr lang="en-US" sz="285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.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Thông tin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thị giác</a:t>
            </a:r>
            <a:r>
              <a:rPr lang="en-US" sz="2850" dirty="0" spc="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phức</a:t>
            </a:r>
            <a:r>
              <a:rPr lang="en-US" sz="2850" dirty="0" spc="-1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tạp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nên còn</a:t>
            </a:r>
            <a:r>
              <a:rPr lang="en-US" sz="2850" dirty="0" spc="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28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xử lý</a:t>
            </a:r>
            <a:r>
              <a:rPr lang="en-US" sz="28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ở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thùy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thái</a:t>
            </a:r>
            <a:r>
              <a:rPr lang="en-US" sz="2850" dirty="0" spc="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dương</a:t>
            </a:r>
            <a:r>
              <a:rPr lang="en-US" sz="2850" dirty="0" spc="-1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thùy</a:t>
            </a:r>
            <a:r>
              <a:rPr lang="en-US" sz="2850" dirty="0" spc="2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đỉnh</a:t>
            </a:r>
            <a:r>
              <a:rPr lang="en-US" sz="285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</a:t>
            </a:r>
            <a:pPr algn="l" indent="0" marL="0">
              <a:lnSpc>
                <a:spcPts val="3848"/>
              </a:lnSpc>
              <a:buNone/>
            </a:pPr>
            <a:r>
              <a:rPr lang="en-US" sz="28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[S3]</a:t>
            </a:r>
            <a:pPr algn="l" indent="0" marL="0">
              <a:lnSpc>
                <a:spcPts val="3848"/>
              </a:lnSpc>
              <a:buNone/>
            </a:pPr>
            <a:r>
              <a:rPr lang="en-US" sz="285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.</a:t>
            </a:r>
            <a:endParaRPr lang="en-US" sz="2850" dirty="0"/>
          </a:p>
        </p:txBody>
      </p:sp>
      <p:sp>
        <p:nvSpPr>
          <p:cNvPr id="5" name="Shape 3"/>
          <p:cNvSpPr/>
          <p:nvPr/>
        </p:nvSpPr>
        <p:spPr>
          <a:xfrm>
            <a:off x="12325350" y="2762250"/>
            <a:ext cx="5048250" cy="1724025"/>
          </a:xfrm>
          <a:prstGeom prst="roundRect">
            <a:avLst>
              <a:gd name="adj" fmla="val 12155"/>
            </a:avLst>
          </a:prstGeom>
          <a:solidFill>
            <a:srgbClr val="E8E0CF"/>
          </a:solidFill>
          <a:ln/>
        </p:spPr>
      </p:sp>
      <p:sp>
        <p:nvSpPr>
          <p:cNvPr id="6" name="Shape 4"/>
          <p:cNvSpPr/>
          <p:nvPr/>
        </p:nvSpPr>
        <p:spPr>
          <a:xfrm>
            <a:off x="12325350" y="2762250"/>
            <a:ext cx="5048250" cy="95250"/>
          </a:xfrm>
          <a:prstGeom prst="roundRect">
            <a:avLst>
              <a:gd name="adj" fmla="val 50000"/>
            </a:avLst>
          </a:prstGeom>
          <a:solidFill>
            <a:srgbClr val="1F3FD1"/>
          </a:solidFill>
          <a:ln/>
        </p:spPr>
      </p:sp>
      <p:sp>
        <p:nvSpPr>
          <p:cNvPr id="7" name="Text 5"/>
          <p:cNvSpPr/>
          <p:nvPr/>
        </p:nvSpPr>
        <p:spPr>
          <a:xfrm>
            <a:off x="12630150" y="3028950"/>
            <a:ext cx="44386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50" dirty="0" spc="4" kern="0">
                <a:solidFill>
                  <a:srgbClr val="1F3FD1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Ở</a:t>
            </a:r>
            <a:r>
              <a:rPr lang="en-US" sz="1950" dirty="0" spc="5" kern="0">
                <a:solidFill>
                  <a:srgbClr val="1F3FD1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đâu</a:t>
            </a:r>
            <a:endParaRPr lang="en-US" sz="1950" dirty="0"/>
          </a:p>
        </p:txBody>
      </p:sp>
      <p:sp>
        <p:nvSpPr>
          <p:cNvPr id="8" name="Text 6"/>
          <p:cNvSpPr/>
          <p:nvPr/>
        </p:nvSpPr>
        <p:spPr>
          <a:xfrm>
            <a:off x="12630150" y="3486150"/>
            <a:ext cx="4438650" cy="809625"/>
          </a:xfrm>
          <a:prstGeom prst="rect">
            <a:avLst/>
          </a:prstGeom>
          <a:noFill/>
          <a:ln/>
        </p:spPr>
        <p:txBody>
          <a:bodyPr wrap="square" lIns="0" tIns="19050" rIns="0" bIns="-19050" rtlCol="0" anchor="t"/>
          <a:lstStyle/>
          <a:p>
            <a:pPr algn="l" indent="0" marL="0">
              <a:lnSpc>
                <a:spcPts val="2928"/>
              </a:lnSpc>
              <a:buNone/>
            </a:pPr>
            <a:r>
              <a:rPr lang="en-US" sz="2400" dirty="0" spc="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phía</a:t>
            </a:r>
            <a:r>
              <a:rPr lang="en-US" sz="240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sau</a:t>
            </a:r>
            <a:r>
              <a:rPr lang="en-US" sz="2400" dirty="0" spc="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não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12325350" y="4714875"/>
            <a:ext cx="5048250" cy="1724025"/>
          </a:xfrm>
          <a:prstGeom prst="roundRect">
            <a:avLst>
              <a:gd name="adj" fmla="val 12155"/>
            </a:avLst>
          </a:prstGeom>
          <a:solidFill>
            <a:srgbClr val="E8E0CF"/>
          </a:solidFill>
          <a:ln/>
        </p:spPr>
      </p:sp>
      <p:sp>
        <p:nvSpPr>
          <p:cNvPr id="10" name="Shape 8"/>
          <p:cNvSpPr/>
          <p:nvPr/>
        </p:nvSpPr>
        <p:spPr>
          <a:xfrm>
            <a:off x="12325350" y="4714875"/>
            <a:ext cx="5048250" cy="95250"/>
          </a:xfrm>
          <a:prstGeom prst="roundRect">
            <a:avLst>
              <a:gd name="adj" fmla="val 50000"/>
            </a:avLst>
          </a:prstGeom>
          <a:solidFill>
            <a:srgbClr val="B45309"/>
          </a:solidFill>
          <a:ln/>
        </p:spPr>
      </p:sp>
      <p:sp>
        <p:nvSpPr>
          <p:cNvPr id="11" name="Text 9"/>
          <p:cNvSpPr/>
          <p:nvPr/>
        </p:nvSpPr>
        <p:spPr>
          <a:xfrm>
            <a:off x="12630150" y="4981575"/>
            <a:ext cx="44386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50" dirty="0" spc="-11" kern="0">
                <a:solidFill>
                  <a:srgbClr val="B45309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Làm</a:t>
            </a:r>
            <a:r>
              <a:rPr lang="en-US" sz="1950" dirty="0" spc="-4" kern="0">
                <a:solidFill>
                  <a:srgbClr val="B45309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gì</a:t>
            </a:r>
            <a:endParaRPr lang="en-US" sz="1950" dirty="0"/>
          </a:p>
        </p:txBody>
      </p:sp>
      <p:sp>
        <p:nvSpPr>
          <p:cNvPr id="12" name="Text 10"/>
          <p:cNvSpPr/>
          <p:nvPr/>
        </p:nvSpPr>
        <p:spPr>
          <a:xfrm>
            <a:off x="12630150" y="5438775"/>
            <a:ext cx="4438650" cy="809625"/>
          </a:xfrm>
          <a:prstGeom prst="rect">
            <a:avLst/>
          </a:prstGeom>
          <a:noFill/>
          <a:ln/>
        </p:spPr>
        <p:txBody>
          <a:bodyPr wrap="square" lIns="0" tIns="18992" rIns="0" bIns="-18992" rtlCol="0" anchor="t"/>
          <a:lstStyle/>
          <a:p>
            <a:pPr algn="l" indent="0" marL="0">
              <a:lnSpc>
                <a:spcPts val="2921"/>
              </a:lnSpc>
              <a:buNone/>
            </a:pPr>
            <a:r>
              <a:rPr lang="en-US" sz="2394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xử</a:t>
            </a:r>
            <a:r>
              <a:rPr lang="en-US" sz="2394" dirty="0" spc="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lý</a:t>
            </a:r>
            <a:r>
              <a:rPr lang="en-US" sz="2394" dirty="0" spc="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thị giác,</a:t>
            </a:r>
            <a:r>
              <a:rPr lang="en-US" sz="2394" dirty="0" spc="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V1</a:t>
            </a:r>
            <a:r>
              <a:rPr lang="en-US" sz="2394" dirty="0" spc="-1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tổ</a:t>
            </a:r>
            <a:r>
              <a:rPr lang="en-US" sz="2394" dirty="0" spc="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chức</a:t>
            </a:r>
            <a:r>
              <a:rPr lang="en-US" sz="2394" dirty="0" spc="-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theo</a:t>
            </a:r>
            <a:r>
              <a:rPr lang="en-US" sz="2394" dirty="0" spc="-17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võng</a:t>
            </a:r>
            <a:r>
              <a:rPr lang="en-US" sz="2394" dirty="0" spc="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mạc</a:t>
            </a:r>
            <a:endParaRPr lang="en-US" sz="2394" dirty="0"/>
          </a:p>
        </p:txBody>
      </p:sp>
      <p:sp>
        <p:nvSpPr>
          <p:cNvPr id="13" name="Shape 11"/>
          <p:cNvSpPr/>
          <p:nvPr/>
        </p:nvSpPr>
        <p:spPr>
          <a:xfrm>
            <a:off x="12325350" y="6657975"/>
            <a:ext cx="5048250" cy="1724025"/>
          </a:xfrm>
          <a:prstGeom prst="roundRect">
            <a:avLst>
              <a:gd name="adj" fmla="val 12155"/>
            </a:avLst>
          </a:prstGeom>
          <a:solidFill>
            <a:srgbClr val="E8E0CF"/>
          </a:solidFill>
          <a:ln/>
        </p:spPr>
      </p:sp>
      <p:sp>
        <p:nvSpPr>
          <p:cNvPr id="14" name="Shape 12"/>
          <p:cNvSpPr/>
          <p:nvPr/>
        </p:nvSpPr>
        <p:spPr>
          <a:xfrm>
            <a:off x="12325350" y="6657975"/>
            <a:ext cx="5048250" cy="95250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/>
        </p:spPr>
      </p:sp>
      <p:sp>
        <p:nvSpPr>
          <p:cNvPr id="15" name="Text 13"/>
          <p:cNvSpPr/>
          <p:nvPr/>
        </p:nvSpPr>
        <p:spPr>
          <a:xfrm>
            <a:off x="12630150" y="6924675"/>
            <a:ext cx="44386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50" dirty="0" spc="23" kern="0">
                <a:solidFill>
                  <a:srgbClr val="0F766E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Đừng</a:t>
            </a:r>
            <a:r>
              <a:rPr lang="en-US" sz="1950" dirty="0" spc="0" kern="0">
                <a:solidFill>
                  <a:srgbClr val="0F766E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hiểu</a:t>
            </a:r>
            <a:r>
              <a:rPr lang="en-US" sz="1950" dirty="0" spc="-3" kern="0">
                <a:solidFill>
                  <a:srgbClr val="0F766E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nhầm</a:t>
            </a:r>
            <a:endParaRPr lang="en-US" sz="1950" dirty="0"/>
          </a:p>
        </p:txBody>
      </p:sp>
      <p:sp>
        <p:nvSpPr>
          <p:cNvPr id="16" name="Text 14"/>
          <p:cNvSpPr/>
          <p:nvPr/>
        </p:nvSpPr>
        <p:spPr>
          <a:xfrm>
            <a:off x="12630150" y="7381875"/>
            <a:ext cx="4438650" cy="809625"/>
          </a:xfrm>
          <a:prstGeom prst="rect">
            <a:avLst/>
          </a:prstGeom>
          <a:noFill/>
          <a:ln/>
        </p:spPr>
        <p:txBody>
          <a:bodyPr wrap="square" lIns="0" tIns="19050" rIns="0" bIns="-19050" rtlCol="0" anchor="t"/>
          <a:lstStyle/>
          <a:p>
            <a:pPr algn="l" indent="0" marL="0">
              <a:lnSpc>
                <a:spcPts val="2928"/>
              </a:lnSpc>
              <a:buNone/>
            </a:pPr>
            <a:r>
              <a:rPr lang="en-US" sz="2400" dirty="0" spc="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nhìn</a:t>
            </a:r>
            <a:r>
              <a:rPr lang="en-US" sz="2400" dirty="0" spc="-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không</a:t>
            </a:r>
            <a:r>
              <a:rPr lang="en-US" sz="2400" dirty="0" spc="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chỉ</a:t>
            </a:r>
            <a:r>
              <a:rPr lang="en-US" sz="240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diễn</a:t>
            </a:r>
            <a:r>
              <a:rPr lang="en-US" sz="2400" dirty="0" spc="-2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ra</a:t>
            </a:r>
            <a:r>
              <a:rPr lang="en-US" sz="2400" dirty="0" spc="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ở</a:t>
            </a:r>
            <a:r>
              <a:rPr lang="en-US" sz="240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đây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" y="8991600"/>
            <a:ext cx="164592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Nguồn:</a:t>
            </a:r>
            <a:r>
              <a:rPr lang="en-US" sz="180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[S1]</a:t>
            </a:r>
            <a:r>
              <a:rPr lang="en-US" sz="180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[S2]</a:t>
            </a:r>
            <a:r>
              <a:rPr lang="en-US" sz="180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[S3]</a:t>
            </a:r>
            <a:r>
              <a:rPr lang="en-US" sz="180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[S4]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9429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11715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14001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16287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18573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20859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23145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25431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27717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30003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32289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34575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36861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39147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41433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43719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46005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48291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50577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52863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55149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57435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59721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6181725" y="9544050"/>
            <a:ext cx="152400" cy="1524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42" name="Shape 40"/>
          <p:cNvSpPr/>
          <p:nvPr/>
        </p:nvSpPr>
        <p:spPr>
          <a:xfrm>
            <a:off x="64293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66579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4" name="Shape 42"/>
          <p:cNvSpPr/>
          <p:nvPr/>
        </p:nvSpPr>
        <p:spPr>
          <a:xfrm>
            <a:off x="68865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5" name="Shape 43"/>
          <p:cNvSpPr/>
          <p:nvPr/>
        </p:nvSpPr>
        <p:spPr>
          <a:xfrm>
            <a:off x="71151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6" name="Shape 44"/>
          <p:cNvSpPr/>
          <p:nvPr/>
        </p:nvSpPr>
        <p:spPr>
          <a:xfrm>
            <a:off x="73437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7" name="Shape 45"/>
          <p:cNvSpPr/>
          <p:nvPr/>
        </p:nvSpPr>
        <p:spPr>
          <a:xfrm>
            <a:off x="75723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8" name="Shape 46"/>
          <p:cNvSpPr/>
          <p:nvPr/>
        </p:nvSpPr>
        <p:spPr>
          <a:xfrm>
            <a:off x="78009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9" name="Shape 47"/>
          <p:cNvSpPr/>
          <p:nvPr/>
        </p:nvSpPr>
        <p:spPr>
          <a:xfrm>
            <a:off x="80295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0" name="Shape 48"/>
          <p:cNvSpPr/>
          <p:nvPr/>
        </p:nvSpPr>
        <p:spPr>
          <a:xfrm>
            <a:off x="82581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1" name="Shape 49"/>
          <p:cNvSpPr/>
          <p:nvPr/>
        </p:nvSpPr>
        <p:spPr>
          <a:xfrm>
            <a:off x="84867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2" name="Shape 50"/>
          <p:cNvSpPr/>
          <p:nvPr/>
        </p:nvSpPr>
        <p:spPr>
          <a:xfrm>
            <a:off x="87153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3" name="Shape 51"/>
          <p:cNvSpPr/>
          <p:nvPr/>
        </p:nvSpPr>
        <p:spPr>
          <a:xfrm>
            <a:off x="89439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4" name="Shape 52"/>
          <p:cNvSpPr/>
          <p:nvPr/>
        </p:nvSpPr>
        <p:spPr>
          <a:xfrm>
            <a:off x="91725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5" name="Shape 53"/>
          <p:cNvSpPr/>
          <p:nvPr/>
        </p:nvSpPr>
        <p:spPr>
          <a:xfrm>
            <a:off x="94011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6" name="Shape 54"/>
          <p:cNvSpPr/>
          <p:nvPr/>
        </p:nvSpPr>
        <p:spPr>
          <a:xfrm>
            <a:off x="96297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7" name="Text 55"/>
          <p:cNvSpPr/>
          <p:nvPr/>
        </p:nvSpPr>
        <p:spPr>
          <a:xfrm>
            <a:off x="10058400" y="9467850"/>
            <a:ext cx="4953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6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Multiple-report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3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L08</a:t>
            </a:r>
            <a:r>
              <a:rPr lang="en-US" sz="180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2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24/39</a:t>
            </a:r>
            <a:endParaRPr lang="en-US" sz="1800" dirty="0"/>
          </a:p>
        </p:txBody>
      </p:sp>
      <p:sp>
        <p:nvSpPr>
          <p:cNvPr id="58" name="Shape 56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59" name="Moda image moda-export-watermark-e4711f82-352c-4ee5-a75a-95a159f69107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6459200" cy="1809750"/>
          </a:xfrm>
          <a:prstGeom prst="rect">
            <a:avLst/>
          </a:prstGeom>
          <a:noFill/>
          <a:ln/>
        </p:spPr>
        <p:txBody>
          <a:bodyPr wrap="square" lIns="0" tIns="43434" rIns="0" bIns="-43434" rtlCol="0" anchor="t"/>
          <a:lstStyle/>
          <a:p>
            <a:pPr algn="l" indent="0" marL="0">
              <a:lnSpc>
                <a:spcPts val="6156"/>
              </a:lnSpc>
              <a:buNone/>
            </a:pPr>
            <a:r>
              <a:rPr lang="en-US" sz="5700" dirty="0" spc="-66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Đường</a:t>
            </a:r>
            <a:r>
              <a:rPr lang="en-US" sz="57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thị giác từ mắt</a:t>
            </a:r>
            <a:r>
              <a:rPr lang="en-US" sz="5700" dirty="0" spc="1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đến</a:t>
            </a:r>
            <a:r>
              <a:rPr lang="en-US" sz="5700" dirty="0" spc="-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V1</a:t>
            </a:r>
            <a:endParaRPr lang="en-US" sz="5700" dirty="0"/>
          </a:p>
        </p:txBody>
      </p:sp>
      <p:sp>
        <p:nvSpPr>
          <p:cNvPr id="3" name="Shape 1"/>
          <p:cNvSpPr/>
          <p:nvPr/>
        </p:nvSpPr>
        <p:spPr>
          <a:xfrm>
            <a:off x="914400" y="2247900"/>
            <a:ext cx="10096500" cy="6096000"/>
          </a:xfrm>
          <a:prstGeom prst="roundRect">
            <a:avLst>
              <a:gd name="adj" fmla="val 4375"/>
            </a:avLst>
          </a:prstGeom>
          <a:solidFill>
            <a:srgbClr val="FFFFFF"/>
          </a:solidFill>
          <a:ln w="28575">
            <a:solidFill>
              <a:srgbClr val="2C3040"/>
            </a:solidFill>
            <a:prstDash val="solid"/>
          </a:ln>
        </p:spPr>
      </p:sp>
      <p:pic>
        <p:nvPicPr>
          <p:cNvPr id="4" name="Moda image rect-1792581001708-97476349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802736" y="2438400"/>
            <a:ext cx="6319827" cy="57150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14400" y="8477250"/>
            <a:ext cx="16459200" cy="495300"/>
          </a:xfrm>
          <a:prstGeom prst="rect">
            <a:avLst/>
          </a:prstGeom>
          <a:noFill/>
          <a:ln/>
        </p:spPr>
        <p:txBody>
          <a:bodyPr wrap="square" lIns="0" tIns="14435" rIns="0" bIns="-14435" rtlCol="0" anchor="t"/>
          <a:lstStyle/>
          <a:p>
            <a:pPr algn="l" indent="0" marL="0">
              <a:lnSpc>
                <a:spcPts val="1815"/>
              </a:lnSpc>
              <a:buNone/>
            </a:pPr>
            <a:r>
              <a:rPr lang="en-US" sz="165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Hình: Wikipedia,</a:t>
            </a:r>
            <a:r>
              <a:rPr lang="en-US" sz="1650" dirty="0" spc="-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giấy</a:t>
            </a:r>
            <a:r>
              <a:rPr lang="en-US" sz="16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phép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theo</a:t>
            </a:r>
            <a:r>
              <a:rPr lang="en-US" sz="1650" dirty="0" spc="-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sách</a:t>
            </a:r>
            <a:r>
              <a:rPr lang="en-US" sz="1650" dirty="0" spc="5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CC</a:t>
            </a:r>
            <a:r>
              <a:rPr lang="en-US" sz="1650" dirty="0" spc="-1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BY-SA;</a:t>
            </a:r>
            <a:r>
              <a:rPr lang="en-US" sz="1650" dirty="0" spc="-1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Hove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&amp; Martinez,</a:t>
            </a:r>
            <a:r>
              <a:rPr lang="en-US" sz="165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Hình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22B</a:t>
            </a:r>
            <a:r>
              <a:rPr lang="en-US" sz="16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(chương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2.6)</a:t>
            </a:r>
            <a:endParaRPr lang="en-US" sz="1650" dirty="0"/>
          </a:p>
        </p:txBody>
      </p:sp>
      <p:sp>
        <p:nvSpPr>
          <p:cNvPr id="6" name="Shape 3"/>
          <p:cNvSpPr/>
          <p:nvPr/>
        </p:nvSpPr>
        <p:spPr>
          <a:xfrm>
            <a:off x="11391900" y="2247900"/>
            <a:ext cx="5981700" cy="1428750"/>
          </a:xfrm>
          <a:prstGeom prst="roundRect">
            <a:avLst>
              <a:gd name="adj" fmla="val 13333"/>
            </a:avLst>
          </a:prstGeom>
          <a:solidFill>
            <a:srgbClr val="1E212B"/>
          </a:solidFill>
          <a:ln/>
        </p:spPr>
      </p:sp>
      <p:sp>
        <p:nvSpPr>
          <p:cNvPr id="7" name="Shape 4"/>
          <p:cNvSpPr/>
          <p:nvPr/>
        </p:nvSpPr>
        <p:spPr>
          <a:xfrm>
            <a:off x="11391900" y="2247900"/>
            <a:ext cx="114300" cy="1428750"/>
          </a:xfrm>
          <a:prstGeom prst="roundRect">
            <a:avLst>
              <a:gd name="adj" fmla="val 50000"/>
            </a:avLst>
          </a:prstGeom>
          <a:solidFill>
            <a:srgbClr val="7C93FF"/>
          </a:solidFill>
          <a:ln/>
        </p:spPr>
      </p:sp>
      <p:sp>
        <p:nvSpPr>
          <p:cNvPr id="8" name="Text 5"/>
          <p:cNvSpPr/>
          <p:nvPr/>
        </p:nvSpPr>
        <p:spPr>
          <a:xfrm>
            <a:off x="11734800" y="2343150"/>
            <a:ext cx="54483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50" dirty="0" spc="-11" kern="0">
                <a:solidFill>
                  <a:srgbClr val="7C93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Eyeball,</a:t>
            </a:r>
            <a:r>
              <a:rPr lang="en-US" sz="2250" dirty="0" spc="-3" kern="0">
                <a:solidFill>
                  <a:srgbClr val="7C93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optic</a:t>
            </a:r>
            <a:r>
              <a:rPr lang="en-US" sz="2250" dirty="0" spc="-7" kern="0">
                <a:solidFill>
                  <a:srgbClr val="7C93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nerve</a:t>
            </a:r>
            <a:endParaRPr lang="en-US" sz="2250" dirty="0"/>
          </a:p>
        </p:txBody>
      </p:sp>
      <p:sp>
        <p:nvSpPr>
          <p:cNvPr id="9" name="Text 6"/>
          <p:cNvSpPr/>
          <p:nvPr/>
        </p:nvSpPr>
        <p:spPr>
          <a:xfrm>
            <a:off x="11734800" y="2819400"/>
            <a:ext cx="5448300" cy="800100"/>
          </a:xfrm>
          <a:prstGeom prst="rect">
            <a:avLst/>
          </a:prstGeom>
          <a:noFill/>
          <a:ln/>
        </p:spPr>
        <p:txBody>
          <a:bodyPr wrap="square" lIns="0" tIns="14180" rIns="0" bIns="-14180" rtlCol="0" anchor="ctr"/>
          <a:lstStyle/>
          <a:p>
            <a:pPr algn="l" indent="0" marL="0">
              <a:lnSpc>
                <a:spcPts val="2933"/>
              </a:lnSpc>
              <a:buNone/>
            </a:pPr>
            <a:r>
              <a:rPr lang="en-US" sz="2550" dirty="0" spc="-15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mắt,</a:t>
            </a:r>
            <a:r>
              <a:rPr lang="en-US" sz="2550" dirty="0" spc="-1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dây</a:t>
            </a:r>
            <a:r>
              <a:rPr lang="en-US" sz="2550" dirty="0" spc="-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thần</a:t>
            </a:r>
            <a:r>
              <a:rPr lang="en-US" sz="2550" dirty="0" spc="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kinh</a:t>
            </a:r>
            <a:r>
              <a:rPr lang="en-US" sz="2550" dirty="0" spc="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thị</a:t>
            </a:r>
            <a:r>
              <a:rPr lang="en-US" sz="2550" dirty="0" spc="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giác</a:t>
            </a:r>
            <a:endParaRPr lang="en-US" sz="2550" dirty="0"/>
          </a:p>
        </p:txBody>
      </p:sp>
      <p:sp>
        <p:nvSpPr>
          <p:cNvPr id="10" name="Shape 7"/>
          <p:cNvSpPr/>
          <p:nvPr/>
        </p:nvSpPr>
        <p:spPr>
          <a:xfrm>
            <a:off x="11391900" y="3905250"/>
            <a:ext cx="5981700" cy="1428750"/>
          </a:xfrm>
          <a:prstGeom prst="roundRect">
            <a:avLst>
              <a:gd name="adj" fmla="val 13333"/>
            </a:avLst>
          </a:prstGeom>
          <a:solidFill>
            <a:srgbClr val="1E212B"/>
          </a:solidFill>
          <a:ln/>
        </p:spPr>
      </p:sp>
      <p:sp>
        <p:nvSpPr>
          <p:cNvPr id="11" name="Shape 8"/>
          <p:cNvSpPr/>
          <p:nvPr/>
        </p:nvSpPr>
        <p:spPr>
          <a:xfrm>
            <a:off x="11391900" y="3905250"/>
            <a:ext cx="114300" cy="1428750"/>
          </a:xfrm>
          <a:prstGeom prst="roundRect">
            <a:avLst>
              <a:gd name="adj" fmla="val 50000"/>
            </a:avLst>
          </a:prstGeom>
          <a:solidFill>
            <a:srgbClr val="FFB454"/>
          </a:solidFill>
          <a:ln/>
        </p:spPr>
      </p:sp>
      <p:sp>
        <p:nvSpPr>
          <p:cNvPr id="12" name="Text 9"/>
          <p:cNvSpPr/>
          <p:nvPr/>
        </p:nvSpPr>
        <p:spPr>
          <a:xfrm>
            <a:off x="11734800" y="4000500"/>
            <a:ext cx="54483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50" dirty="0" spc="-31" kern="0">
                <a:solidFill>
                  <a:srgbClr val="FFB454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LGN</a:t>
            </a:r>
            <a:r>
              <a:rPr lang="en-US" sz="2250" dirty="0" spc="2" kern="0">
                <a:solidFill>
                  <a:srgbClr val="FFB454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(thalamus)</a:t>
            </a:r>
            <a:endParaRPr lang="en-US" sz="2250" dirty="0"/>
          </a:p>
        </p:txBody>
      </p:sp>
      <p:sp>
        <p:nvSpPr>
          <p:cNvPr id="13" name="Text 10"/>
          <p:cNvSpPr/>
          <p:nvPr/>
        </p:nvSpPr>
        <p:spPr>
          <a:xfrm>
            <a:off x="11734800" y="4476750"/>
            <a:ext cx="5448300" cy="800100"/>
          </a:xfrm>
          <a:prstGeom prst="rect">
            <a:avLst/>
          </a:prstGeom>
          <a:noFill/>
          <a:ln/>
        </p:spPr>
        <p:txBody>
          <a:bodyPr wrap="square" lIns="0" tIns="14180" rIns="0" bIns="-14180" rtlCol="0" anchor="ctr"/>
          <a:lstStyle/>
          <a:p>
            <a:pPr algn="l" indent="0" marL="0">
              <a:lnSpc>
                <a:spcPts val="2933"/>
              </a:lnSpc>
              <a:buNone/>
            </a:pPr>
            <a:r>
              <a:rPr lang="en-US" sz="2550" dirty="0" spc="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nhân</a:t>
            </a:r>
            <a:r>
              <a:rPr lang="en-US" sz="2550" dirty="0" spc="-7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gối ngoài</a:t>
            </a:r>
            <a:r>
              <a:rPr lang="en-US" sz="2550" dirty="0" spc="-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ở</a:t>
            </a:r>
            <a:r>
              <a:rPr lang="en-US" sz="2550" dirty="0" spc="8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đồi</a:t>
            </a:r>
            <a:r>
              <a:rPr lang="en-US" sz="2550" dirty="0" spc="-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thị</a:t>
            </a:r>
            <a:endParaRPr lang="en-US" sz="2550" dirty="0"/>
          </a:p>
        </p:txBody>
      </p:sp>
      <p:sp>
        <p:nvSpPr>
          <p:cNvPr id="14" name="Shape 11"/>
          <p:cNvSpPr/>
          <p:nvPr/>
        </p:nvSpPr>
        <p:spPr>
          <a:xfrm>
            <a:off x="11391900" y="5562600"/>
            <a:ext cx="5981700" cy="1428750"/>
          </a:xfrm>
          <a:prstGeom prst="roundRect">
            <a:avLst>
              <a:gd name="adj" fmla="val 13333"/>
            </a:avLst>
          </a:prstGeom>
          <a:solidFill>
            <a:srgbClr val="1E212B"/>
          </a:solidFill>
          <a:ln/>
        </p:spPr>
      </p:sp>
      <p:sp>
        <p:nvSpPr>
          <p:cNvPr id="15" name="Shape 12"/>
          <p:cNvSpPr/>
          <p:nvPr/>
        </p:nvSpPr>
        <p:spPr>
          <a:xfrm>
            <a:off x="11391900" y="5562600"/>
            <a:ext cx="114300" cy="1428750"/>
          </a:xfrm>
          <a:prstGeom prst="roundRect">
            <a:avLst>
              <a:gd name="adj" fmla="val 50000"/>
            </a:avLst>
          </a:prstGeom>
          <a:solidFill>
            <a:srgbClr val="3DD6A0"/>
          </a:solidFill>
          <a:ln/>
        </p:spPr>
      </p:sp>
      <p:sp>
        <p:nvSpPr>
          <p:cNvPr id="16" name="Text 13"/>
          <p:cNvSpPr/>
          <p:nvPr/>
        </p:nvSpPr>
        <p:spPr>
          <a:xfrm>
            <a:off x="11734800" y="5657850"/>
            <a:ext cx="54483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50" dirty="0" spc="4" kern="0">
                <a:solidFill>
                  <a:srgbClr val="3DD6A0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V1</a:t>
            </a:r>
            <a:endParaRPr lang="en-US" sz="2250" dirty="0"/>
          </a:p>
        </p:txBody>
      </p:sp>
      <p:sp>
        <p:nvSpPr>
          <p:cNvPr id="17" name="Text 14"/>
          <p:cNvSpPr/>
          <p:nvPr/>
        </p:nvSpPr>
        <p:spPr>
          <a:xfrm>
            <a:off x="11734800" y="6134100"/>
            <a:ext cx="5448300" cy="800100"/>
          </a:xfrm>
          <a:prstGeom prst="rect">
            <a:avLst/>
          </a:prstGeom>
          <a:noFill/>
          <a:ln/>
        </p:spPr>
        <p:txBody>
          <a:bodyPr wrap="square" lIns="0" tIns="14180" rIns="0" bIns="-14180" rtlCol="0" anchor="ctr"/>
          <a:lstStyle/>
          <a:p>
            <a:pPr algn="l" indent="0" marL="0">
              <a:lnSpc>
                <a:spcPts val="2933"/>
              </a:lnSpc>
              <a:buNone/>
            </a:pPr>
            <a:r>
              <a:rPr lang="en-US" sz="2550" dirty="0" spc="-3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vỏ</a:t>
            </a:r>
            <a:r>
              <a:rPr lang="en-US" sz="2550" dirty="0" spc="-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thị</a:t>
            </a:r>
            <a:r>
              <a:rPr lang="en-US" sz="2550" dirty="0" spc="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giác chính</a:t>
            </a:r>
            <a:r>
              <a:rPr lang="en-US" sz="2550" dirty="0" spc="-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ở</a:t>
            </a:r>
            <a:r>
              <a:rPr lang="en-US" sz="2550" dirty="0" spc="14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cực</a:t>
            </a:r>
            <a:r>
              <a:rPr lang="en-US" sz="2550" dirty="0" spc="-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chẩm</a:t>
            </a:r>
            <a:endParaRPr lang="en-US" sz="2550" dirty="0"/>
          </a:p>
        </p:txBody>
      </p:sp>
      <p:sp>
        <p:nvSpPr>
          <p:cNvPr id="18" name="Text 15"/>
          <p:cNvSpPr/>
          <p:nvPr/>
        </p:nvSpPr>
        <p:spPr>
          <a:xfrm>
            <a:off x="914400" y="8991600"/>
            <a:ext cx="164592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Nguồn:</a:t>
            </a:r>
            <a:r>
              <a:rPr lang="en-US" sz="1800" dirty="0" spc="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[S1]</a:t>
            </a:r>
            <a:endParaRPr lang="en-US" sz="1800" dirty="0"/>
          </a:p>
        </p:txBody>
      </p:sp>
      <p:sp>
        <p:nvSpPr>
          <p:cNvPr id="19" name="Shape 16"/>
          <p:cNvSpPr/>
          <p:nvPr/>
        </p:nvSpPr>
        <p:spPr>
          <a:xfrm>
            <a:off x="9429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0" name="Shape 17"/>
          <p:cNvSpPr/>
          <p:nvPr/>
        </p:nvSpPr>
        <p:spPr>
          <a:xfrm>
            <a:off x="11715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1" name="Shape 18"/>
          <p:cNvSpPr/>
          <p:nvPr/>
        </p:nvSpPr>
        <p:spPr>
          <a:xfrm>
            <a:off x="14001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2" name="Shape 19"/>
          <p:cNvSpPr/>
          <p:nvPr/>
        </p:nvSpPr>
        <p:spPr>
          <a:xfrm>
            <a:off x="16287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3" name="Shape 20"/>
          <p:cNvSpPr/>
          <p:nvPr/>
        </p:nvSpPr>
        <p:spPr>
          <a:xfrm>
            <a:off x="18573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4" name="Shape 21"/>
          <p:cNvSpPr/>
          <p:nvPr/>
        </p:nvSpPr>
        <p:spPr>
          <a:xfrm>
            <a:off x="20859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5" name="Shape 22"/>
          <p:cNvSpPr/>
          <p:nvPr/>
        </p:nvSpPr>
        <p:spPr>
          <a:xfrm>
            <a:off x="23145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6" name="Shape 23"/>
          <p:cNvSpPr/>
          <p:nvPr/>
        </p:nvSpPr>
        <p:spPr>
          <a:xfrm>
            <a:off x="25431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7" name="Shape 24"/>
          <p:cNvSpPr/>
          <p:nvPr/>
        </p:nvSpPr>
        <p:spPr>
          <a:xfrm>
            <a:off x="27717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8" name="Shape 25"/>
          <p:cNvSpPr/>
          <p:nvPr/>
        </p:nvSpPr>
        <p:spPr>
          <a:xfrm>
            <a:off x="30003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9" name="Shape 26"/>
          <p:cNvSpPr/>
          <p:nvPr/>
        </p:nvSpPr>
        <p:spPr>
          <a:xfrm>
            <a:off x="32289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0" name="Shape 27"/>
          <p:cNvSpPr/>
          <p:nvPr/>
        </p:nvSpPr>
        <p:spPr>
          <a:xfrm>
            <a:off x="34575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1" name="Shape 28"/>
          <p:cNvSpPr/>
          <p:nvPr/>
        </p:nvSpPr>
        <p:spPr>
          <a:xfrm>
            <a:off x="36861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2" name="Shape 29"/>
          <p:cNvSpPr/>
          <p:nvPr/>
        </p:nvSpPr>
        <p:spPr>
          <a:xfrm>
            <a:off x="39147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3" name="Shape 30"/>
          <p:cNvSpPr/>
          <p:nvPr/>
        </p:nvSpPr>
        <p:spPr>
          <a:xfrm>
            <a:off x="41433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4" name="Shape 31"/>
          <p:cNvSpPr/>
          <p:nvPr/>
        </p:nvSpPr>
        <p:spPr>
          <a:xfrm>
            <a:off x="43719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5" name="Shape 32"/>
          <p:cNvSpPr/>
          <p:nvPr/>
        </p:nvSpPr>
        <p:spPr>
          <a:xfrm>
            <a:off x="46005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6" name="Shape 33"/>
          <p:cNvSpPr/>
          <p:nvPr/>
        </p:nvSpPr>
        <p:spPr>
          <a:xfrm>
            <a:off x="48291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7" name="Shape 34"/>
          <p:cNvSpPr/>
          <p:nvPr/>
        </p:nvSpPr>
        <p:spPr>
          <a:xfrm>
            <a:off x="50577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8" name="Shape 35"/>
          <p:cNvSpPr/>
          <p:nvPr/>
        </p:nvSpPr>
        <p:spPr>
          <a:xfrm>
            <a:off x="52863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9" name="Shape 36"/>
          <p:cNvSpPr/>
          <p:nvPr/>
        </p:nvSpPr>
        <p:spPr>
          <a:xfrm>
            <a:off x="55149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0" name="Shape 37"/>
          <p:cNvSpPr/>
          <p:nvPr/>
        </p:nvSpPr>
        <p:spPr>
          <a:xfrm>
            <a:off x="57435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1" name="Shape 38"/>
          <p:cNvSpPr/>
          <p:nvPr/>
        </p:nvSpPr>
        <p:spPr>
          <a:xfrm>
            <a:off x="59721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2" name="Shape 39"/>
          <p:cNvSpPr/>
          <p:nvPr/>
        </p:nvSpPr>
        <p:spPr>
          <a:xfrm>
            <a:off x="62007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3" name="Shape 40"/>
          <p:cNvSpPr/>
          <p:nvPr/>
        </p:nvSpPr>
        <p:spPr>
          <a:xfrm>
            <a:off x="6410325" y="9544050"/>
            <a:ext cx="152400" cy="152400"/>
          </a:xfrm>
          <a:prstGeom prst="ellipse">
            <a:avLst/>
          </a:prstGeom>
          <a:solidFill>
            <a:srgbClr val="FF6A4D"/>
          </a:solidFill>
          <a:ln/>
        </p:spPr>
      </p:sp>
      <p:sp>
        <p:nvSpPr>
          <p:cNvPr id="44" name="Shape 41"/>
          <p:cNvSpPr/>
          <p:nvPr/>
        </p:nvSpPr>
        <p:spPr>
          <a:xfrm>
            <a:off x="66579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5" name="Shape 42"/>
          <p:cNvSpPr/>
          <p:nvPr/>
        </p:nvSpPr>
        <p:spPr>
          <a:xfrm>
            <a:off x="68865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6" name="Shape 43"/>
          <p:cNvSpPr/>
          <p:nvPr/>
        </p:nvSpPr>
        <p:spPr>
          <a:xfrm>
            <a:off x="71151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7" name="Shape 44"/>
          <p:cNvSpPr/>
          <p:nvPr/>
        </p:nvSpPr>
        <p:spPr>
          <a:xfrm>
            <a:off x="73437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8" name="Shape 45"/>
          <p:cNvSpPr/>
          <p:nvPr/>
        </p:nvSpPr>
        <p:spPr>
          <a:xfrm>
            <a:off x="75723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9" name="Shape 46"/>
          <p:cNvSpPr/>
          <p:nvPr/>
        </p:nvSpPr>
        <p:spPr>
          <a:xfrm>
            <a:off x="78009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0" name="Shape 47"/>
          <p:cNvSpPr/>
          <p:nvPr/>
        </p:nvSpPr>
        <p:spPr>
          <a:xfrm>
            <a:off x="80295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1" name="Shape 48"/>
          <p:cNvSpPr/>
          <p:nvPr/>
        </p:nvSpPr>
        <p:spPr>
          <a:xfrm>
            <a:off x="82581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2" name="Shape 49"/>
          <p:cNvSpPr/>
          <p:nvPr/>
        </p:nvSpPr>
        <p:spPr>
          <a:xfrm>
            <a:off x="84867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3" name="Shape 50"/>
          <p:cNvSpPr/>
          <p:nvPr/>
        </p:nvSpPr>
        <p:spPr>
          <a:xfrm>
            <a:off x="87153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4" name="Shape 51"/>
          <p:cNvSpPr/>
          <p:nvPr/>
        </p:nvSpPr>
        <p:spPr>
          <a:xfrm>
            <a:off x="89439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5" name="Shape 52"/>
          <p:cNvSpPr/>
          <p:nvPr/>
        </p:nvSpPr>
        <p:spPr>
          <a:xfrm>
            <a:off x="91725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6" name="Shape 53"/>
          <p:cNvSpPr/>
          <p:nvPr/>
        </p:nvSpPr>
        <p:spPr>
          <a:xfrm>
            <a:off x="94011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7" name="Shape 54"/>
          <p:cNvSpPr/>
          <p:nvPr/>
        </p:nvSpPr>
        <p:spPr>
          <a:xfrm>
            <a:off x="96297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8" name="Text 55"/>
          <p:cNvSpPr/>
          <p:nvPr/>
        </p:nvSpPr>
        <p:spPr>
          <a:xfrm>
            <a:off x="10058400" y="9467850"/>
            <a:ext cx="4953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Multiple-report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3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L08</a:t>
            </a:r>
            <a:r>
              <a:rPr lang="en-US" sz="180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15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25/39</a:t>
            </a:r>
            <a:endParaRPr lang="en-US" sz="1800" dirty="0"/>
          </a:p>
        </p:txBody>
      </p:sp>
      <p:sp>
        <p:nvSpPr>
          <p:cNvPr id="59" name="Shape 56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60" name="Moda image moda-export-watermark-3f3e85fc-5c95-4f86-bd0b-f2401f1012ce" descr="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6459200" cy="1809750"/>
          </a:xfrm>
          <a:prstGeom prst="rect">
            <a:avLst/>
          </a:prstGeom>
          <a:noFill/>
          <a:ln/>
        </p:spPr>
        <p:txBody>
          <a:bodyPr wrap="square" lIns="0" tIns="43434" rIns="0" bIns="-43434" rtlCol="0" anchor="t"/>
          <a:lstStyle/>
          <a:p>
            <a:pPr algn="l" indent="0" marL="0">
              <a:lnSpc>
                <a:spcPts val="6156"/>
              </a:lnSpc>
              <a:buNone/>
            </a:pPr>
            <a:r>
              <a:rPr lang="en-US" sz="57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Thùy</a:t>
            </a:r>
            <a:r>
              <a:rPr lang="en-US" sz="57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chẩm:</a:t>
            </a:r>
            <a:r>
              <a:rPr lang="en-US" sz="57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thẻ hồ</a:t>
            </a:r>
            <a:r>
              <a:rPr lang="en-US" sz="5700" dirty="0" spc="-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sơ</a:t>
            </a:r>
            <a:endParaRPr lang="en-US" sz="5700" dirty="0"/>
          </a:p>
        </p:txBody>
      </p:sp>
      <p:sp>
        <p:nvSpPr>
          <p:cNvPr id="3" name="Shape 1"/>
          <p:cNvSpPr/>
          <p:nvPr/>
        </p:nvSpPr>
        <p:spPr>
          <a:xfrm>
            <a:off x="914400" y="2724150"/>
            <a:ext cx="5305425" cy="2838450"/>
          </a:xfrm>
          <a:prstGeom prst="roundRect">
            <a:avLst>
              <a:gd name="adj" fmla="val 8054"/>
            </a:avLst>
          </a:prstGeom>
          <a:solidFill>
            <a:srgbClr val="E8E0CF"/>
          </a:solidFill>
          <a:ln/>
        </p:spPr>
      </p:sp>
      <p:sp>
        <p:nvSpPr>
          <p:cNvPr id="4" name="Shape 2"/>
          <p:cNvSpPr/>
          <p:nvPr/>
        </p:nvSpPr>
        <p:spPr>
          <a:xfrm>
            <a:off x="914400" y="2724150"/>
            <a:ext cx="114300" cy="2838450"/>
          </a:xfrm>
          <a:prstGeom prst="roundRect">
            <a:avLst>
              <a:gd name="adj" fmla="val 50000"/>
            </a:avLst>
          </a:prstGeom>
          <a:solidFill>
            <a:srgbClr val="1F3FD1"/>
          </a:solidFill>
          <a:ln/>
        </p:spPr>
      </p:sp>
      <p:sp>
        <p:nvSpPr>
          <p:cNvPr id="5" name="Text 3"/>
          <p:cNvSpPr/>
          <p:nvPr/>
        </p:nvSpPr>
        <p:spPr>
          <a:xfrm>
            <a:off x="1295400" y="2933700"/>
            <a:ext cx="4695825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dirty="0" spc="3" kern="0">
                <a:solidFill>
                  <a:srgbClr val="1F3FD1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Ở</a:t>
            </a:r>
            <a:r>
              <a:rPr lang="en-US" sz="2100" dirty="0" spc="7" kern="0">
                <a:solidFill>
                  <a:srgbClr val="1F3FD1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đâu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1295400" y="3448050"/>
            <a:ext cx="4695825" cy="1962150"/>
          </a:xfrm>
          <a:prstGeom prst="rect">
            <a:avLst/>
          </a:prstGeom>
          <a:noFill/>
          <a:ln/>
        </p:spPr>
        <p:txBody>
          <a:bodyPr wrap="square" lIns="0" tIns="17796" rIns="0" bIns="-17796" rtlCol="0" anchor="t"/>
          <a:lstStyle/>
          <a:p>
            <a:pPr algn="l" indent="0" marL="0">
              <a:lnSpc>
                <a:spcPts val="3188"/>
              </a:lnSpc>
              <a:buNone/>
            </a:pPr>
            <a:r>
              <a:rPr lang="en-US" sz="2550" dirty="0" spc="-2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Phía</a:t>
            </a:r>
            <a:r>
              <a:rPr lang="en-US" sz="2550" dirty="0" spc="-5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sau</a:t>
            </a:r>
            <a:r>
              <a:rPr lang="en-US" sz="2550" dirty="0" spc="-3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não; không</a:t>
            </a:r>
            <a:r>
              <a:rPr lang="en-US" sz="2550" dirty="0" spc="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có</a:t>
            </a:r>
            <a:r>
              <a:rPr lang="en-US" sz="2550" dirty="0" spc="-18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ranh</a:t>
            </a:r>
            <a:r>
              <a:rPr lang="en-US" sz="2550" dirty="0" spc="3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giới</a:t>
            </a:r>
            <a:r>
              <a:rPr lang="en-US" sz="2550" dirty="0" spc="-26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rõ</a:t>
            </a:r>
            <a:r>
              <a:rPr lang="en-US" sz="2550" dirty="0" spc="3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ở</a:t>
            </a:r>
            <a:r>
              <a:rPr lang="en-US" sz="2550" dirty="0" spc="-12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mặt</a:t>
            </a:r>
            <a:r>
              <a:rPr lang="en-US" sz="2550" dirty="0" spc="-9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ngoài,</a:t>
            </a:r>
            <a:r>
              <a:rPr lang="en-US" sz="2550" dirty="0" spc="-2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mốc là</a:t>
            </a:r>
            <a:r>
              <a:rPr lang="en-US" sz="2550" dirty="0" spc="-19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rãnh</a:t>
            </a:r>
            <a:r>
              <a:rPr lang="en-US" sz="2550" dirty="0" spc="8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đỉnh-chẩm</a:t>
            </a:r>
            <a:r>
              <a:rPr lang="en-US" sz="2550" dirty="0" spc="3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</a:t>
            </a:r>
            <a:pPr algn="l" indent="0" marL="0">
              <a:lnSpc>
                <a:spcPts val="3188"/>
              </a:lnSpc>
              <a:buNone/>
            </a:pPr>
            <a:r>
              <a:rPr lang="en-US" sz="2550" dirty="0" spc="-4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[S1]</a:t>
            </a:r>
            <a:r>
              <a:rPr lang="en-US" sz="2550" dirty="0" spc="-3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[S3]</a:t>
            </a:r>
            <a:endParaRPr lang="en-US" sz="2550" dirty="0"/>
          </a:p>
        </p:txBody>
      </p:sp>
      <p:sp>
        <p:nvSpPr>
          <p:cNvPr id="7" name="Shape 5"/>
          <p:cNvSpPr/>
          <p:nvPr/>
        </p:nvSpPr>
        <p:spPr>
          <a:xfrm>
            <a:off x="6486525" y="2724150"/>
            <a:ext cx="5305425" cy="2838450"/>
          </a:xfrm>
          <a:prstGeom prst="roundRect">
            <a:avLst>
              <a:gd name="adj" fmla="val 8054"/>
            </a:avLst>
          </a:prstGeom>
          <a:solidFill>
            <a:srgbClr val="E8E0CF"/>
          </a:solidFill>
          <a:ln/>
        </p:spPr>
      </p:sp>
      <p:sp>
        <p:nvSpPr>
          <p:cNvPr id="8" name="Shape 6"/>
          <p:cNvSpPr/>
          <p:nvPr/>
        </p:nvSpPr>
        <p:spPr>
          <a:xfrm>
            <a:off x="6486525" y="2724150"/>
            <a:ext cx="114300" cy="2838450"/>
          </a:xfrm>
          <a:prstGeom prst="roundRect">
            <a:avLst>
              <a:gd name="adj" fmla="val 50000"/>
            </a:avLst>
          </a:prstGeom>
          <a:solidFill>
            <a:srgbClr val="B45309"/>
          </a:solidFill>
          <a:ln/>
        </p:spPr>
      </p:sp>
      <p:sp>
        <p:nvSpPr>
          <p:cNvPr id="9" name="Text 7"/>
          <p:cNvSpPr/>
          <p:nvPr/>
        </p:nvSpPr>
        <p:spPr>
          <a:xfrm>
            <a:off x="6867525" y="2933700"/>
            <a:ext cx="4695825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dirty="0" spc="-6" kern="0">
                <a:solidFill>
                  <a:srgbClr val="B45309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Gồm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6867525" y="3448050"/>
            <a:ext cx="4695825" cy="1962150"/>
          </a:xfrm>
          <a:prstGeom prst="rect">
            <a:avLst/>
          </a:prstGeom>
          <a:noFill/>
          <a:ln/>
        </p:spPr>
        <p:txBody>
          <a:bodyPr wrap="square" lIns="0" tIns="17796" rIns="0" bIns="-17796" rtlCol="0" anchor="t"/>
          <a:lstStyle/>
          <a:p>
            <a:pPr algn="l" indent="0" marL="0">
              <a:lnSpc>
                <a:spcPts val="3188"/>
              </a:lnSpc>
              <a:buNone/>
            </a:pPr>
            <a:r>
              <a:rPr lang="en-US" sz="2550" dirty="0" spc="-5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V1</a:t>
            </a:r>
            <a:r>
              <a:rPr lang="en-US" sz="2550" dirty="0" spc="3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ở</a:t>
            </a:r>
            <a:r>
              <a:rPr lang="en-US" sz="2550" dirty="0" spc="-5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phần sau</a:t>
            </a:r>
            <a:r>
              <a:rPr lang="en-US" sz="2550" dirty="0" spc="-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cùng</a:t>
            </a:r>
            <a:r>
              <a:rPr lang="en-US" sz="2550" dirty="0" spc="-2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và</a:t>
            </a:r>
            <a:r>
              <a:rPr lang="en-US" sz="2550" dirty="0" spc="-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các</a:t>
            </a:r>
            <a:r>
              <a:rPr lang="en-US" sz="2550" dirty="0" spc="-2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vùng</a:t>
            </a:r>
            <a:r>
              <a:rPr lang="en-US" sz="2550" dirty="0" spc="-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thị</a:t>
            </a:r>
            <a:r>
              <a:rPr lang="en-US" sz="2550" dirty="0" spc="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giác</a:t>
            </a:r>
            <a:r>
              <a:rPr lang="en-US" sz="2550" dirty="0" spc="-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khác;</a:t>
            </a:r>
            <a:r>
              <a:rPr lang="en-US" sz="2550" dirty="0" spc="-3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vùng</a:t>
            </a:r>
            <a:r>
              <a:rPr lang="en-US" sz="2550" dirty="0" spc="-1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Brodmann</a:t>
            </a:r>
            <a:r>
              <a:rPr lang="en-US" sz="2550" dirty="0" spc="-2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17,</a:t>
            </a:r>
            <a:r>
              <a:rPr lang="en-US" sz="2550" dirty="0" spc="-4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18</a:t>
            </a:r>
            <a:r>
              <a:rPr lang="en-US" sz="2550" dirty="0" spc="-2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</a:t>
            </a:r>
            <a:pPr algn="l" indent="0" marL="0">
              <a:lnSpc>
                <a:spcPts val="3188"/>
              </a:lnSpc>
              <a:buNone/>
            </a:pPr>
            <a:r>
              <a:rPr lang="en-US" sz="2550" dirty="0" spc="-4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[S1]</a:t>
            </a:r>
            <a:r>
              <a:rPr lang="en-US" sz="2550" dirty="0" spc="-3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[S3]</a:t>
            </a:r>
            <a:endParaRPr lang="en-US" sz="2550" dirty="0"/>
          </a:p>
        </p:txBody>
      </p:sp>
      <p:sp>
        <p:nvSpPr>
          <p:cNvPr id="11" name="Shape 9"/>
          <p:cNvSpPr/>
          <p:nvPr/>
        </p:nvSpPr>
        <p:spPr>
          <a:xfrm>
            <a:off x="12068175" y="2724150"/>
            <a:ext cx="5305425" cy="2838450"/>
          </a:xfrm>
          <a:prstGeom prst="roundRect">
            <a:avLst>
              <a:gd name="adj" fmla="val 8054"/>
            </a:avLst>
          </a:prstGeom>
          <a:solidFill>
            <a:srgbClr val="E8E0CF"/>
          </a:solidFill>
          <a:ln/>
        </p:spPr>
      </p:sp>
      <p:sp>
        <p:nvSpPr>
          <p:cNvPr id="12" name="Shape 10"/>
          <p:cNvSpPr/>
          <p:nvPr/>
        </p:nvSpPr>
        <p:spPr>
          <a:xfrm>
            <a:off x="12068175" y="2724150"/>
            <a:ext cx="114300" cy="2838450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/>
        </p:spPr>
      </p:sp>
      <p:sp>
        <p:nvSpPr>
          <p:cNvPr id="13" name="Text 11"/>
          <p:cNvSpPr/>
          <p:nvPr/>
        </p:nvSpPr>
        <p:spPr>
          <a:xfrm>
            <a:off x="12449175" y="2933700"/>
            <a:ext cx="4695825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dirty="0" spc="-33" kern="0">
                <a:solidFill>
                  <a:srgbClr val="0F766E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Kết</a:t>
            </a:r>
            <a:r>
              <a:rPr lang="en-US" sz="2100" dirty="0" spc="-5" kern="0">
                <a:solidFill>
                  <a:srgbClr val="0F766E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nối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12449175" y="3448050"/>
            <a:ext cx="4695825" cy="1962150"/>
          </a:xfrm>
          <a:prstGeom prst="rect">
            <a:avLst/>
          </a:prstGeom>
          <a:noFill/>
          <a:ln/>
        </p:spPr>
        <p:txBody>
          <a:bodyPr wrap="square" lIns="0" tIns="17796" rIns="0" bIns="-17796" rtlCol="0" anchor="t"/>
          <a:lstStyle/>
          <a:p>
            <a:pPr algn="l" indent="0" marL="0">
              <a:lnSpc>
                <a:spcPts val="3188"/>
              </a:lnSpc>
              <a:buNone/>
            </a:pPr>
            <a:r>
              <a:rPr lang="en-US" sz="2550" dirty="0" spc="-5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Nhận</a:t>
            </a:r>
            <a:r>
              <a:rPr lang="en-US" sz="2550" dirty="0" spc="-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từ</a:t>
            </a:r>
            <a:r>
              <a:rPr lang="en-US" sz="2550" dirty="0" spc="-4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nhân</a:t>
            </a:r>
            <a:r>
              <a:rPr lang="en-US" sz="2550" dirty="0" spc="-9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gối ngoài;</a:t>
            </a:r>
            <a:r>
              <a:rPr lang="en-US" sz="2550" dirty="0" spc="44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gửi</a:t>
            </a:r>
            <a:r>
              <a:rPr lang="en-US" sz="2550" dirty="0" spc="-4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theo</a:t>
            </a:r>
            <a:r>
              <a:rPr lang="en-US" sz="2550" dirty="0" spc="-3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dòng</a:t>
            </a:r>
            <a:r>
              <a:rPr lang="en-US" sz="2550" dirty="0" spc="-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bụng</a:t>
            </a:r>
            <a:r>
              <a:rPr lang="en-US" sz="2550" dirty="0" spc="-7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tới</a:t>
            </a:r>
            <a:r>
              <a:rPr lang="en-US" sz="2550" dirty="0" spc="-2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thái</a:t>
            </a:r>
            <a:r>
              <a:rPr lang="en-US" sz="2550" dirty="0" spc="3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dương,</a:t>
            </a:r>
            <a:r>
              <a:rPr lang="en-US" sz="2550" dirty="0" spc="-3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dòng</a:t>
            </a:r>
            <a:r>
              <a:rPr lang="en-US" sz="2550" dirty="0" spc="20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lưng</a:t>
            </a:r>
            <a:r>
              <a:rPr lang="en-US" sz="2550" dirty="0" spc="-7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tới</a:t>
            </a:r>
            <a:r>
              <a:rPr lang="en-US" sz="2550" dirty="0" spc="17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đỉnh</a:t>
            </a:r>
            <a:r>
              <a:rPr lang="en-US" sz="2550" dirty="0" spc="-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</a:t>
            </a:r>
            <a:pPr algn="l" indent="0" marL="0">
              <a:lnSpc>
                <a:spcPts val="3188"/>
              </a:lnSpc>
              <a:buNone/>
            </a:pPr>
            <a:r>
              <a:rPr lang="en-US" sz="2550" dirty="0" spc="-4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[S1]</a:t>
            </a:r>
            <a:r>
              <a:rPr lang="en-US" sz="2550" dirty="0" spc="0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[S7]</a:t>
            </a:r>
            <a:endParaRPr lang="en-US" sz="2550" dirty="0"/>
          </a:p>
        </p:txBody>
      </p:sp>
      <p:sp>
        <p:nvSpPr>
          <p:cNvPr id="15" name="Shape 13"/>
          <p:cNvSpPr/>
          <p:nvPr/>
        </p:nvSpPr>
        <p:spPr>
          <a:xfrm>
            <a:off x="914400" y="5829300"/>
            <a:ext cx="5305425" cy="2838450"/>
          </a:xfrm>
          <a:prstGeom prst="roundRect">
            <a:avLst>
              <a:gd name="adj" fmla="val 8054"/>
            </a:avLst>
          </a:prstGeom>
          <a:solidFill>
            <a:srgbClr val="E8E0CF"/>
          </a:solidFill>
          <a:ln/>
        </p:spPr>
      </p:sp>
      <p:sp>
        <p:nvSpPr>
          <p:cNvPr id="16" name="Shape 14"/>
          <p:cNvSpPr/>
          <p:nvPr/>
        </p:nvSpPr>
        <p:spPr>
          <a:xfrm>
            <a:off x="914400" y="5829300"/>
            <a:ext cx="114300" cy="2838450"/>
          </a:xfrm>
          <a:prstGeom prst="roundRect">
            <a:avLst>
              <a:gd name="adj" fmla="val 50000"/>
            </a:avLst>
          </a:prstGeom>
          <a:solidFill>
            <a:srgbClr val="E8472B"/>
          </a:solidFill>
          <a:ln/>
        </p:spPr>
      </p:sp>
      <p:sp>
        <p:nvSpPr>
          <p:cNvPr id="17" name="Text 15"/>
          <p:cNvSpPr/>
          <p:nvPr/>
        </p:nvSpPr>
        <p:spPr>
          <a:xfrm>
            <a:off x="1295400" y="6038850"/>
            <a:ext cx="4695825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dirty="0" spc="-6" kern="0">
                <a:solidFill>
                  <a:srgbClr val="E8472B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Chất</a:t>
            </a:r>
            <a:r>
              <a:rPr lang="en-US" sz="2100" dirty="0" spc="-3" kern="0">
                <a:solidFill>
                  <a:srgbClr val="E8472B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dẫn</a:t>
            </a:r>
            <a:r>
              <a:rPr lang="en-US" sz="2100" dirty="0" spc="-11" kern="0">
                <a:solidFill>
                  <a:srgbClr val="E8472B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truyền</a:t>
            </a:r>
            <a:endParaRPr lang="en-US" sz="2100" dirty="0"/>
          </a:p>
        </p:txBody>
      </p:sp>
      <p:sp>
        <p:nvSpPr>
          <p:cNvPr id="18" name="Text 16"/>
          <p:cNvSpPr/>
          <p:nvPr/>
        </p:nvSpPr>
        <p:spPr>
          <a:xfrm>
            <a:off x="1295400" y="6553200"/>
            <a:ext cx="4695825" cy="1962150"/>
          </a:xfrm>
          <a:prstGeom prst="rect">
            <a:avLst/>
          </a:prstGeom>
          <a:noFill/>
          <a:ln/>
        </p:spPr>
        <p:txBody>
          <a:bodyPr wrap="square" lIns="0" tIns="17796" rIns="0" bIns="-17796" rtlCol="0" anchor="t"/>
          <a:lstStyle/>
          <a:p>
            <a:pPr algn="l" indent="0" marL="0">
              <a:lnSpc>
                <a:spcPts val="3188"/>
              </a:lnSpc>
              <a:buNone/>
            </a:pPr>
            <a:r>
              <a:rPr lang="en-US" sz="2550" dirty="0" spc="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Giáo</a:t>
            </a:r>
            <a:r>
              <a:rPr lang="en-US" sz="2550" dirty="0" spc="7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trình</a:t>
            </a:r>
            <a:r>
              <a:rPr lang="en-US" sz="2550" dirty="0" spc="-3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không</a:t>
            </a:r>
            <a:r>
              <a:rPr lang="en-US" sz="2550" dirty="0" spc="-4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nêu</a:t>
            </a:r>
            <a:r>
              <a:rPr lang="en-US" sz="2550" dirty="0" spc="-1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chất</a:t>
            </a:r>
            <a:r>
              <a:rPr lang="en-US" sz="2550" dirty="0" spc="13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đặc</a:t>
            </a:r>
            <a:r>
              <a:rPr lang="en-US" sz="2550" dirty="0" spc="-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thù</a:t>
            </a:r>
            <a:r>
              <a:rPr lang="en-US" sz="2550" dirty="0" spc="-3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cho</a:t>
            </a:r>
            <a:r>
              <a:rPr lang="en-US" sz="2550" dirty="0" spc="-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các</a:t>
            </a:r>
            <a:r>
              <a:rPr lang="en-US" sz="2550" dirty="0" spc="-2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vùng</a:t>
            </a:r>
            <a:r>
              <a:rPr lang="en-US" sz="2550" dirty="0" spc="-1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này;</a:t>
            </a:r>
            <a:r>
              <a:rPr lang="en-US" sz="2550" dirty="0" spc="-18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xem</a:t>
            </a:r>
            <a:r>
              <a:rPr lang="en-US" sz="2550" dirty="0" spc="-43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L03</a:t>
            </a:r>
            <a:endParaRPr lang="en-US" sz="2550" dirty="0"/>
          </a:p>
        </p:txBody>
      </p:sp>
      <p:sp>
        <p:nvSpPr>
          <p:cNvPr id="19" name="Shape 17"/>
          <p:cNvSpPr/>
          <p:nvPr/>
        </p:nvSpPr>
        <p:spPr>
          <a:xfrm>
            <a:off x="6486525" y="5829300"/>
            <a:ext cx="5305425" cy="2838450"/>
          </a:xfrm>
          <a:prstGeom prst="roundRect">
            <a:avLst>
              <a:gd name="adj" fmla="val 8054"/>
            </a:avLst>
          </a:prstGeom>
          <a:solidFill>
            <a:srgbClr val="E8E0CF"/>
          </a:solidFill>
          <a:ln/>
        </p:spPr>
      </p:sp>
      <p:sp>
        <p:nvSpPr>
          <p:cNvPr id="20" name="Shape 18"/>
          <p:cNvSpPr/>
          <p:nvPr/>
        </p:nvSpPr>
        <p:spPr>
          <a:xfrm>
            <a:off x="6486525" y="5829300"/>
            <a:ext cx="114300" cy="2838450"/>
          </a:xfrm>
          <a:prstGeom prst="roundRect">
            <a:avLst>
              <a:gd name="adj" fmla="val 50000"/>
            </a:avLst>
          </a:prstGeom>
          <a:solidFill>
            <a:srgbClr val="1F3FD1"/>
          </a:solidFill>
          <a:ln/>
        </p:spPr>
      </p:sp>
      <p:sp>
        <p:nvSpPr>
          <p:cNvPr id="21" name="Text 19"/>
          <p:cNvSpPr/>
          <p:nvPr/>
        </p:nvSpPr>
        <p:spPr>
          <a:xfrm>
            <a:off x="6867525" y="6038850"/>
            <a:ext cx="4695825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dirty="0" spc="2" kern="0">
                <a:solidFill>
                  <a:srgbClr val="1F3FD1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Khi</a:t>
            </a:r>
            <a:r>
              <a:rPr lang="en-US" sz="2100" dirty="0" spc="-8" kern="0">
                <a:solidFill>
                  <a:srgbClr val="1F3FD1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tổn</a:t>
            </a:r>
            <a:r>
              <a:rPr lang="en-US" sz="2100" dirty="0" spc="4" kern="0">
                <a:solidFill>
                  <a:srgbClr val="1F3FD1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thương</a:t>
            </a:r>
            <a:endParaRPr lang="en-US" sz="2100" dirty="0"/>
          </a:p>
        </p:txBody>
      </p:sp>
      <p:sp>
        <p:nvSpPr>
          <p:cNvPr id="22" name="Text 20"/>
          <p:cNvSpPr/>
          <p:nvPr/>
        </p:nvSpPr>
        <p:spPr>
          <a:xfrm>
            <a:off x="6867525" y="6553200"/>
            <a:ext cx="4695825" cy="1962150"/>
          </a:xfrm>
          <a:prstGeom prst="rect">
            <a:avLst/>
          </a:prstGeom>
          <a:noFill/>
          <a:ln/>
        </p:spPr>
        <p:txBody>
          <a:bodyPr wrap="square" lIns="0" tIns="17796" rIns="0" bIns="-17796" rtlCol="0" anchor="t"/>
          <a:lstStyle/>
          <a:p>
            <a:pPr algn="l" indent="0" marL="0">
              <a:lnSpc>
                <a:spcPts val="3188"/>
              </a:lnSpc>
              <a:buNone/>
            </a:pPr>
            <a:r>
              <a:rPr lang="en-US" sz="2550" dirty="0" spc="-4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Theo</a:t>
            </a:r>
            <a:r>
              <a:rPr lang="en-US" sz="2550" dirty="0" spc="-3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NINDS:</a:t>
            </a:r>
            <a:r>
              <a:rPr lang="en-US" sz="2550" dirty="0" spc="-13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tổn</a:t>
            </a:r>
            <a:r>
              <a:rPr lang="en-US" sz="2550" dirty="0" spc="3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thương</a:t>
            </a:r>
            <a:r>
              <a:rPr lang="en-US" sz="2550" dirty="0" spc="-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thùy</a:t>
            </a:r>
            <a:r>
              <a:rPr lang="en-US" sz="2550" dirty="0" spc="-2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chẩm</a:t>
            </a:r>
            <a:r>
              <a:rPr lang="en-US" sz="2550" dirty="0" spc="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có</a:t>
            </a:r>
            <a:r>
              <a:rPr lang="en-US" sz="2550" dirty="0" spc="-4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thể</a:t>
            </a:r>
            <a:r>
              <a:rPr lang="en-US" sz="2550" dirty="0" spc="-19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gây</a:t>
            </a:r>
            <a:r>
              <a:rPr lang="en-US" sz="2550" dirty="0" spc="2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mù</a:t>
            </a:r>
            <a:r>
              <a:rPr lang="en-US" sz="2550" dirty="0" spc="-2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</a:t>
            </a:r>
            <a:pPr algn="l" indent="0" marL="0">
              <a:lnSpc>
                <a:spcPts val="3188"/>
              </a:lnSpc>
              <a:buNone/>
            </a:pPr>
            <a:r>
              <a:rPr lang="en-US" sz="2550" dirty="0" spc="-2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[S4]</a:t>
            </a:r>
            <a:endParaRPr lang="en-US" sz="2550" dirty="0"/>
          </a:p>
        </p:txBody>
      </p:sp>
      <p:sp>
        <p:nvSpPr>
          <p:cNvPr id="23" name="Shape 21"/>
          <p:cNvSpPr/>
          <p:nvPr/>
        </p:nvSpPr>
        <p:spPr>
          <a:xfrm>
            <a:off x="12068175" y="5829300"/>
            <a:ext cx="5305425" cy="2838450"/>
          </a:xfrm>
          <a:prstGeom prst="roundRect">
            <a:avLst>
              <a:gd name="adj" fmla="val 8054"/>
            </a:avLst>
          </a:prstGeom>
          <a:solidFill>
            <a:srgbClr val="E8E0CF"/>
          </a:solidFill>
          <a:ln/>
        </p:spPr>
      </p:sp>
      <p:sp>
        <p:nvSpPr>
          <p:cNvPr id="24" name="Shape 22"/>
          <p:cNvSpPr/>
          <p:nvPr/>
        </p:nvSpPr>
        <p:spPr>
          <a:xfrm>
            <a:off x="12068175" y="5829300"/>
            <a:ext cx="114300" cy="2838450"/>
          </a:xfrm>
          <a:prstGeom prst="roundRect">
            <a:avLst>
              <a:gd name="adj" fmla="val 50000"/>
            </a:avLst>
          </a:prstGeom>
          <a:solidFill>
            <a:srgbClr val="B45309"/>
          </a:solidFill>
          <a:ln/>
        </p:spPr>
      </p:sp>
      <p:sp>
        <p:nvSpPr>
          <p:cNvPr id="25" name="Text 23"/>
          <p:cNvSpPr/>
          <p:nvPr/>
        </p:nvSpPr>
        <p:spPr>
          <a:xfrm>
            <a:off x="12449175" y="6038850"/>
            <a:ext cx="4695825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dirty="0" spc="22" kern="0">
                <a:solidFill>
                  <a:srgbClr val="B45309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Đừng</a:t>
            </a:r>
            <a:r>
              <a:rPr lang="en-US" sz="2100" dirty="0" spc="0" kern="0">
                <a:solidFill>
                  <a:srgbClr val="B45309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hiểu</a:t>
            </a:r>
            <a:r>
              <a:rPr lang="en-US" sz="2100" dirty="0" spc="-4" kern="0">
                <a:solidFill>
                  <a:srgbClr val="B45309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nhầm</a:t>
            </a:r>
            <a:endParaRPr lang="en-US" sz="2100" dirty="0"/>
          </a:p>
        </p:txBody>
      </p:sp>
      <p:sp>
        <p:nvSpPr>
          <p:cNvPr id="26" name="Text 24"/>
          <p:cNvSpPr/>
          <p:nvPr/>
        </p:nvSpPr>
        <p:spPr>
          <a:xfrm>
            <a:off x="12449175" y="6553200"/>
            <a:ext cx="4695825" cy="1962150"/>
          </a:xfrm>
          <a:prstGeom prst="rect">
            <a:avLst/>
          </a:prstGeom>
          <a:noFill/>
          <a:ln/>
        </p:spPr>
        <p:txBody>
          <a:bodyPr wrap="square" lIns="0" tIns="17796" rIns="0" bIns="-17796" rtlCol="0" anchor="t"/>
          <a:lstStyle/>
          <a:p>
            <a:pPr algn="l" indent="0" marL="0">
              <a:lnSpc>
                <a:spcPts val="3188"/>
              </a:lnSpc>
              <a:buNone/>
            </a:pPr>
            <a:r>
              <a:rPr lang="en-US" sz="2550" dirty="0" spc="-4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Nhìn</a:t>
            </a:r>
            <a:r>
              <a:rPr lang="en-US" sz="2550" dirty="0" spc="-3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còn</a:t>
            </a:r>
            <a:r>
              <a:rPr lang="en-US" sz="2550" dirty="0" spc="2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xử</a:t>
            </a:r>
            <a:r>
              <a:rPr lang="en-US" sz="2550" dirty="0" spc="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lý</a:t>
            </a:r>
            <a:r>
              <a:rPr lang="en-US" sz="2550" dirty="0" spc="2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ở</a:t>
            </a:r>
            <a:r>
              <a:rPr lang="en-US" sz="2550" dirty="0" spc="-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thùy</a:t>
            </a:r>
            <a:r>
              <a:rPr lang="en-US" sz="2550" dirty="0" spc="-2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thái</a:t>
            </a:r>
            <a:r>
              <a:rPr lang="en-US" sz="2550" dirty="0" spc="4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dương</a:t>
            </a:r>
            <a:r>
              <a:rPr lang="en-US" sz="2550" dirty="0" spc="-2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và</a:t>
            </a:r>
            <a:r>
              <a:rPr lang="en-US" sz="2550" dirty="0" spc="14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đỉnh,</a:t>
            </a:r>
            <a:r>
              <a:rPr lang="en-US" sz="2550" dirty="0" spc="-3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không</a:t>
            </a:r>
            <a:r>
              <a:rPr lang="en-US" sz="2550" dirty="0" spc="-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chỉ</a:t>
            </a:r>
            <a:r>
              <a:rPr lang="en-US" sz="2550" dirty="0" spc="2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ở</a:t>
            </a:r>
            <a:r>
              <a:rPr lang="en-US" sz="2550" dirty="0" spc="-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thùy chẩm</a:t>
            </a:r>
            <a:r>
              <a:rPr lang="en-US" sz="2550" dirty="0" spc="-2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</a:t>
            </a:r>
            <a:pPr algn="l" indent="0" marL="0">
              <a:lnSpc>
                <a:spcPts val="3188"/>
              </a:lnSpc>
              <a:buNone/>
            </a:pPr>
            <a:r>
              <a:rPr lang="en-US" sz="2550" dirty="0" spc="-3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[S3]</a:t>
            </a:r>
            <a:endParaRPr lang="en-US" sz="2550" dirty="0"/>
          </a:p>
        </p:txBody>
      </p:sp>
      <p:sp>
        <p:nvSpPr>
          <p:cNvPr id="27" name="Text 25"/>
          <p:cNvSpPr/>
          <p:nvPr/>
        </p:nvSpPr>
        <p:spPr>
          <a:xfrm>
            <a:off x="914400" y="8991600"/>
            <a:ext cx="164592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Nguồn:</a:t>
            </a:r>
            <a:r>
              <a:rPr lang="en-US" sz="180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[S1]</a:t>
            </a:r>
            <a:r>
              <a:rPr lang="en-US" sz="180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[S3]</a:t>
            </a:r>
            <a:r>
              <a:rPr lang="en-US" sz="180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[S4]</a:t>
            </a:r>
            <a:r>
              <a:rPr lang="en-US" sz="180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[S7]</a:t>
            </a:r>
            <a:endParaRPr lang="en-US" sz="1800" dirty="0"/>
          </a:p>
        </p:txBody>
      </p:sp>
      <p:sp>
        <p:nvSpPr>
          <p:cNvPr id="28" name="Shape 26"/>
          <p:cNvSpPr/>
          <p:nvPr/>
        </p:nvSpPr>
        <p:spPr>
          <a:xfrm>
            <a:off x="9429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11715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14001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16287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18573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20859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23145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25431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27717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30003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32289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34575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36861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39147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41433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43719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4" name="Shape 42"/>
          <p:cNvSpPr/>
          <p:nvPr/>
        </p:nvSpPr>
        <p:spPr>
          <a:xfrm>
            <a:off x="46005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5" name="Shape 43"/>
          <p:cNvSpPr/>
          <p:nvPr/>
        </p:nvSpPr>
        <p:spPr>
          <a:xfrm>
            <a:off x="48291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6" name="Shape 44"/>
          <p:cNvSpPr/>
          <p:nvPr/>
        </p:nvSpPr>
        <p:spPr>
          <a:xfrm>
            <a:off x="50577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7" name="Shape 45"/>
          <p:cNvSpPr/>
          <p:nvPr/>
        </p:nvSpPr>
        <p:spPr>
          <a:xfrm>
            <a:off x="52863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8" name="Shape 46"/>
          <p:cNvSpPr/>
          <p:nvPr/>
        </p:nvSpPr>
        <p:spPr>
          <a:xfrm>
            <a:off x="55149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9" name="Shape 47"/>
          <p:cNvSpPr/>
          <p:nvPr/>
        </p:nvSpPr>
        <p:spPr>
          <a:xfrm>
            <a:off x="57435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0" name="Shape 48"/>
          <p:cNvSpPr/>
          <p:nvPr/>
        </p:nvSpPr>
        <p:spPr>
          <a:xfrm>
            <a:off x="59721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1" name="Shape 49"/>
          <p:cNvSpPr/>
          <p:nvPr/>
        </p:nvSpPr>
        <p:spPr>
          <a:xfrm>
            <a:off x="62007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2" name="Shape 50"/>
          <p:cNvSpPr/>
          <p:nvPr/>
        </p:nvSpPr>
        <p:spPr>
          <a:xfrm>
            <a:off x="64293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3" name="Shape 51"/>
          <p:cNvSpPr/>
          <p:nvPr/>
        </p:nvSpPr>
        <p:spPr>
          <a:xfrm>
            <a:off x="6638925" y="9544050"/>
            <a:ext cx="152400" cy="1524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54" name="Shape 52"/>
          <p:cNvSpPr/>
          <p:nvPr/>
        </p:nvSpPr>
        <p:spPr>
          <a:xfrm>
            <a:off x="68865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5" name="Shape 53"/>
          <p:cNvSpPr/>
          <p:nvPr/>
        </p:nvSpPr>
        <p:spPr>
          <a:xfrm>
            <a:off x="71151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6" name="Shape 54"/>
          <p:cNvSpPr/>
          <p:nvPr/>
        </p:nvSpPr>
        <p:spPr>
          <a:xfrm>
            <a:off x="73437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7" name="Shape 55"/>
          <p:cNvSpPr/>
          <p:nvPr/>
        </p:nvSpPr>
        <p:spPr>
          <a:xfrm>
            <a:off x="75723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8" name="Shape 56"/>
          <p:cNvSpPr/>
          <p:nvPr/>
        </p:nvSpPr>
        <p:spPr>
          <a:xfrm>
            <a:off x="78009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9" name="Shape 57"/>
          <p:cNvSpPr/>
          <p:nvPr/>
        </p:nvSpPr>
        <p:spPr>
          <a:xfrm>
            <a:off x="80295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0" name="Shape 58"/>
          <p:cNvSpPr/>
          <p:nvPr/>
        </p:nvSpPr>
        <p:spPr>
          <a:xfrm>
            <a:off x="82581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1" name="Shape 59"/>
          <p:cNvSpPr/>
          <p:nvPr/>
        </p:nvSpPr>
        <p:spPr>
          <a:xfrm>
            <a:off x="84867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2" name="Shape 60"/>
          <p:cNvSpPr/>
          <p:nvPr/>
        </p:nvSpPr>
        <p:spPr>
          <a:xfrm>
            <a:off x="87153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3" name="Shape 61"/>
          <p:cNvSpPr/>
          <p:nvPr/>
        </p:nvSpPr>
        <p:spPr>
          <a:xfrm>
            <a:off x="89439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4" name="Shape 62"/>
          <p:cNvSpPr/>
          <p:nvPr/>
        </p:nvSpPr>
        <p:spPr>
          <a:xfrm>
            <a:off x="91725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5" name="Shape 63"/>
          <p:cNvSpPr/>
          <p:nvPr/>
        </p:nvSpPr>
        <p:spPr>
          <a:xfrm>
            <a:off x="94011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6" name="Shape 64"/>
          <p:cNvSpPr/>
          <p:nvPr/>
        </p:nvSpPr>
        <p:spPr>
          <a:xfrm>
            <a:off x="96297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7" name="Text 65"/>
          <p:cNvSpPr/>
          <p:nvPr/>
        </p:nvSpPr>
        <p:spPr>
          <a:xfrm>
            <a:off x="10058400" y="9467850"/>
            <a:ext cx="4953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6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Multiple-report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3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L08</a:t>
            </a:r>
            <a:r>
              <a:rPr lang="en-US" sz="180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15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26/39</a:t>
            </a:r>
            <a:endParaRPr lang="en-US" sz="1800" dirty="0"/>
          </a:p>
        </p:txBody>
      </p:sp>
      <p:sp>
        <p:nvSpPr>
          <p:cNvPr id="68" name="Shape 66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69" name="Moda image moda-export-watermark-89aa7fa1-a0e4-4e21-a0b5-82f08494d78d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6459200" cy="1809750"/>
          </a:xfrm>
          <a:prstGeom prst="rect">
            <a:avLst/>
          </a:prstGeom>
          <a:noFill/>
          <a:ln/>
        </p:spPr>
        <p:txBody>
          <a:bodyPr wrap="square" lIns="0" tIns="43434" rIns="0" bIns="-43434" rtlCol="0" anchor="t"/>
          <a:lstStyle/>
          <a:p>
            <a:pPr algn="l" indent="0" marL="0">
              <a:lnSpc>
                <a:spcPts val="6156"/>
              </a:lnSpc>
              <a:buNone/>
            </a:pPr>
            <a:r>
              <a:rPr lang="en-US" sz="5700" dirty="0" spc="-4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Từ</a:t>
            </a:r>
            <a:r>
              <a:rPr lang="en-US" sz="5700" dirty="0" spc="-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V1,</a:t>
            </a:r>
            <a:r>
              <a:rPr lang="en-US" sz="57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tín</a:t>
            </a:r>
            <a:r>
              <a:rPr lang="en-US" sz="57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hiệu</a:t>
            </a:r>
            <a:r>
              <a:rPr lang="en-US" sz="5700" dirty="0" spc="28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đi</a:t>
            </a:r>
            <a:r>
              <a:rPr lang="en-US" sz="5700" dirty="0" spc="-56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tới</a:t>
            </a:r>
            <a:r>
              <a:rPr lang="en-US" sz="57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các</a:t>
            </a:r>
            <a:r>
              <a:rPr lang="en-US" sz="57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vùng</a:t>
            </a:r>
            <a:r>
              <a:rPr lang="en-US" sz="57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chuyên</a:t>
            </a:r>
            <a:r>
              <a:rPr lang="en-US" sz="5700" dirty="0" spc="-6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xử</a:t>
            </a:r>
            <a:r>
              <a:rPr lang="en-US" sz="5700" dirty="0" spc="-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lý</a:t>
            </a:r>
            <a:endParaRPr lang="en-US" sz="5700" dirty="0"/>
          </a:p>
        </p:txBody>
      </p:sp>
      <p:sp>
        <p:nvSpPr>
          <p:cNvPr id="3" name="Text 1"/>
          <p:cNvSpPr/>
          <p:nvPr/>
        </p:nvSpPr>
        <p:spPr>
          <a:xfrm>
            <a:off x="914400" y="2381250"/>
            <a:ext cx="1619250" cy="1181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745" dirty="0" spc="1" kern="0">
                <a:solidFill>
                  <a:srgbClr val="7C93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1</a:t>
            </a:r>
            <a:endParaRPr lang="en-US" sz="7745" dirty="0"/>
          </a:p>
        </p:txBody>
      </p:sp>
      <p:sp>
        <p:nvSpPr>
          <p:cNvPr id="4" name="Shape 2"/>
          <p:cNvSpPr/>
          <p:nvPr/>
        </p:nvSpPr>
        <p:spPr>
          <a:xfrm>
            <a:off x="2724150" y="2476500"/>
            <a:ext cx="14649450" cy="990600"/>
          </a:xfrm>
          <a:prstGeom prst="roundRect">
            <a:avLst>
              <a:gd name="adj" fmla="val 19231"/>
            </a:avLst>
          </a:prstGeom>
          <a:solidFill>
            <a:srgbClr val="1E212B"/>
          </a:solidFill>
          <a:ln/>
        </p:spPr>
      </p:sp>
      <p:sp>
        <p:nvSpPr>
          <p:cNvPr id="5" name="Text 3"/>
          <p:cNvSpPr/>
          <p:nvPr/>
        </p:nvSpPr>
        <p:spPr>
          <a:xfrm>
            <a:off x="3105150" y="2476500"/>
            <a:ext cx="14001750" cy="990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dirty="0" spc="5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Màu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914400" y="3676650"/>
            <a:ext cx="1619250" cy="1181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745" dirty="0" spc="5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2</a:t>
            </a:r>
            <a:endParaRPr lang="en-US" sz="7745" dirty="0"/>
          </a:p>
        </p:txBody>
      </p:sp>
      <p:sp>
        <p:nvSpPr>
          <p:cNvPr id="7" name="Shape 5"/>
          <p:cNvSpPr/>
          <p:nvPr/>
        </p:nvSpPr>
        <p:spPr>
          <a:xfrm>
            <a:off x="2724150" y="3771900"/>
            <a:ext cx="14649450" cy="990600"/>
          </a:xfrm>
          <a:prstGeom prst="roundRect">
            <a:avLst>
              <a:gd name="adj" fmla="val 19231"/>
            </a:avLst>
          </a:prstGeom>
          <a:solidFill>
            <a:srgbClr val="1E212B"/>
          </a:solidFill>
          <a:ln/>
        </p:spPr>
      </p:sp>
      <p:sp>
        <p:nvSpPr>
          <p:cNvPr id="8" name="Text 6"/>
          <p:cNvSpPr/>
          <p:nvPr/>
        </p:nvSpPr>
        <p:spPr>
          <a:xfrm>
            <a:off x="3105150" y="3771900"/>
            <a:ext cx="14001750" cy="990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dirty="0" spc="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Cạnh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914400" y="4972050"/>
            <a:ext cx="1619250" cy="1181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745" dirty="0" spc="1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3</a:t>
            </a:r>
            <a:endParaRPr lang="en-US" sz="7745" dirty="0"/>
          </a:p>
        </p:txBody>
      </p:sp>
      <p:sp>
        <p:nvSpPr>
          <p:cNvPr id="10" name="Shape 8"/>
          <p:cNvSpPr/>
          <p:nvPr/>
        </p:nvSpPr>
        <p:spPr>
          <a:xfrm>
            <a:off x="2724150" y="5067300"/>
            <a:ext cx="14649450" cy="990600"/>
          </a:xfrm>
          <a:prstGeom prst="roundRect">
            <a:avLst>
              <a:gd name="adj" fmla="val 19231"/>
            </a:avLst>
          </a:prstGeom>
          <a:solidFill>
            <a:srgbClr val="1E212B"/>
          </a:solidFill>
          <a:ln/>
        </p:spPr>
      </p:sp>
      <p:sp>
        <p:nvSpPr>
          <p:cNvPr id="11" name="Text 9"/>
          <p:cNvSpPr/>
          <p:nvPr/>
        </p:nvSpPr>
        <p:spPr>
          <a:xfrm>
            <a:off x="3105150" y="5067300"/>
            <a:ext cx="14001750" cy="990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dirty="0" spc="9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Hướng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914400" y="6267450"/>
            <a:ext cx="1619250" cy="1181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745" dirty="0" spc="1" kern="0">
                <a:solidFill>
                  <a:srgbClr val="FF6A4D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4</a:t>
            </a:r>
            <a:endParaRPr lang="en-US" sz="7745" dirty="0"/>
          </a:p>
        </p:txBody>
      </p:sp>
      <p:sp>
        <p:nvSpPr>
          <p:cNvPr id="13" name="Shape 11"/>
          <p:cNvSpPr/>
          <p:nvPr/>
        </p:nvSpPr>
        <p:spPr>
          <a:xfrm>
            <a:off x="2724150" y="6362700"/>
            <a:ext cx="14649450" cy="990600"/>
          </a:xfrm>
          <a:prstGeom prst="roundRect">
            <a:avLst>
              <a:gd name="adj" fmla="val 19231"/>
            </a:avLst>
          </a:prstGeom>
          <a:solidFill>
            <a:srgbClr val="1E212B"/>
          </a:solidFill>
          <a:ln/>
        </p:spPr>
      </p:sp>
      <p:sp>
        <p:nvSpPr>
          <p:cNvPr id="14" name="Text 12"/>
          <p:cNvSpPr/>
          <p:nvPr/>
        </p:nvSpPr>
        <p:spPr>
          <a:xfrm>
            <a:off x="3105150" y="6362700"/>
            <a:ext cx="14001750" cy="990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dirty="0" spc="-58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Kết</a:t>
            </a:r>
            <a:r>
              <a:rPr lang="en-US" sz="3000" dirty="0" spc="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cấu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914400" y="7562850"/>
            <a:ext cx="1619250" cy="1181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745" dirty="0" spc="1" kern="0">
                <a:solidFill>
                  <a:srgbClr val="7C93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5</a:t>
            </a:r>
            <a:endParaRPr lang="en-US" sz="7745" dirty="0"/>
          </a:p>
        </p:txBody>
      </p:sp>
      <p:sp>
        <p:nvSpPr>
          <p:cNvPr id="16" name="Shape 14"/>
          <p:cNvSpPr/>
          <p:nvPr/>
        </p:nvSpPr>
        <p:spPr>
          <a:xfrm>
            <a:off x="2724150" y="7658100"/>
            <a:ext cx="14649450" cy="990600"/>
          </a:xfrm>
          <a:prstGeom prst="roundRect">
            <a:avLst>
              <a:gd name="adj" fmla="val 19231"/>
            </a:avLst>
          </a:prstGeom>
          <a:solidFill>
            <a:srgbClr val="1E212B"/>
          </a:solidFill>
          <a:ln/>
        </p:spPr>
      </p:sp>
      <p:sp>
        <p:nvSpPr>
          <p:cNvPr id="17" name="Text 15"/>
          <p:cNvSpPr/>
          <p:nvPr/>
        </p:nvSpPr>
        <p:spPr>
          <a:xfrm>
            <a:off x="3105150" y="7658100"/>
            <a:ext cx="14001750" cy="990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dirty="0" spc="-2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Chuyển</a:t>
            </a:r>
            <a:r>
              <a:rPr lang="en-US" sz="3000" dirty="0" spc="4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động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914400" y="8991600"/>
            <a:ext cx="164592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Nguồn:</a:t>
            </a:r>
            <a:r>
              <a:rPr lang="en-US" sz="1800" dirty="0" spc="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[S1]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9429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11715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14001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16287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18573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20859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23145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25431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27717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30003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32289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34575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36861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39147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41433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43719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46005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48291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50577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52863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55149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57435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59721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62007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64293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4" name="Shape 42"/>
          <p:cNvSpPr/>
          <p:nvPr/>
        </p:nvSpPr>
        <p:spPr>
          <a:xfrm>
            <a:off x="66579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5" name="Shape 43"/>
          <p:cNvSpPr/>
          <p:nvPr/>
        </p:nvSpPr>
        <p:spPr>
          <a:xfrm>
            <a:off x="6867525" y="9544050"/>
            <a:ext cx="152400" cy="152400"/>
          </a:xfrm>
          <a:prstGeom prst="ellipse">
            <a:avLst/>
          </a:prstGeom>
          <a:solidFill>
            <a:srgbClr val="FF6A4D"/>
          </a:solidFill>
          <a:ln/>
        </p:spPr>
      </p:sp>
      <p:sp>
        <p:nvSpPr>
          <p:cNvPr id="46" name="Shape 44"/>
          <p:cNvSpPr/>
          <p:nvPr/>
        </p:nvSpPr>
        <p:spPr>
          <a:xfrm>
            <a:off x="71151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7" name="Shape 45"/>
          <p:cNvSpPr/>
          <p:nvPr/>
        </p:nvSpPr>
        <p:spPr>
          <a:xfrm>
            <a:off x="73437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8" name="Shape 46"/>
          <p:cNvSpPr/>
          <p:nvPr/>
        </p:nvSpPr>
        <p:spPr>
          <a:xfrm>
            <a:off x="75723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9" name="Shape 47"/>
          <p:cNvSpPr/>
          <p:nvPr/>
        </p:nvSpPr>
        <p:spPr>
          <a:xfrm>
            <a:off x="78009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0" name="Shape 48"/>
          <p:cNvSpPr/>
          <p:nvPr/>
        </p:nvSpPr>
        <p:spPr>
          <a:xfrm>
            <a:off x="80295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1" name="Shape 49"/>
          <p:cNvSpPr/>
          <p:nvPr/>
        </p:nvSpPr>
        <p:spPr>
          <a:xfrm>
            <a:off x="82581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2" name="Shape 50"/>
          <p:cNvSpPr/>
          <p:nvPr/>
        </p:nvSpPr>
        <p:spPr>
          <a:xfrm>
            <a:off x="84867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3" name="Shape 51"/>
          <p:cNvSpPr/>
          <p:nvPr/>
        </p:nvSpPr>
        <p:spPr>
          <a:xfrm>
            <a:off x="87153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4" name="Shape 52"/>
          <p:cNvSpPr/>
          <p:nvPr/>
        </p:nvSpPr>
        <p:spPr>
          <a:xfrm>
            <a:off x="89439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5" name="Shape 53"/>
          <p:cNvSpPr/>
          <p:nvPr/>
        </p:nvSpPr>
        <p:spPr>
          <a:xfrm>
            <a:off x="91725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6" name="Shape 54"/>
          <p:cNvSpPr/>
          <p:nvPr/>
        </p:nvSpPr>
        <p:spPr>
          <a:xfrm>
            <a:off x="94011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7" name="Shape 55"/>
          <p:cNvSpPr/>
          <p:nvPr/>
        </p:nvSpPr>
        <p:spPr>
          <a:xfrm>
            <a:off x="96297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8" name="Text 56"/>
          <p:cNvSpPr/>
          <p:nvPr/>
        </p:nvSpPr>
        <p:spPr>
          <a:xfrm>
            <a:off x="10058400" y="9467850"/>
            <a:ext cx="4953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Multiple-report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3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L08</a:t>
            </a:r>
            <a:r>
              <a:rPr lang="en-US" sz="180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3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27/39</a:t>
            </a:r>
            <a:endParaRPr lang="en-US" sz="1800" dirty="0"/>
          </a:p>
        </p:txBody>
      </p:sp>
      <p:sp>
        <p:nvSpPr>
          <p:cNvPr id="59" name="Shape 57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60" name="Moda image moda-export-watermark-495435e8-4203-4625-93b3-3735e438786b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6459200" cy="1809750"/>
          </a:xfrm>
          <a:prstGeom prst="rect">
            <a:avLst/>
          </a:prstGeom>
          <a:noFill/>
          <a:ln/>
        </p:spPr>
        <p:txBody>
          <a:bodyPr wrap="square" lIns="0" tIns="43434" rIns="0" bIns="-43434" rtlCol="0" anchor="t"/>
          <a:lstStyle/>
          <a:p>
            <a:pPr algn="l" indent="0" marL="0">
              <a:lnSpc>
                <a:spcPts val="6156"/>
              </a:lnSpc>
              <a:buNone/>
            </a:pPr>
            <a:r>
              <a:rPr lang="en-US" sz="57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Hai dòng</a:t>
            </a:r>
            <a:r>
              <a:rPr lang="en-US" sz="5700" dirty="0" spc="-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thị</a:t>
            </a:r>
            <a:r>
              <a:rPr lang="en-US" sz="57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giác:</a:t>
            </a:r>
            <a:r>
              <a:rPr lang="en-US" sz="57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hai cách</a:t>
            </a:r>
            <a:r>
              <a:rPr lang="en-US" sz="5700" dirty="0" spc="-37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gọi</a:t>
            </a:r>
            <a:r>
              <a:rPr lang="en-US" sz="5700" dirty="0" spc="-19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tên</a:t>
            </a:r>
            <a:endParaRPr lang="en-US" sz="5700" dirty="0"/>
          </a:p>
        </p:txBody>
      </p:sp>
      <p:sp>
        <p:nvSpPr>
          <p:cNvPr id="3" name="Shape 1"/>
          <p:cNvSpPr/>
          <p:nvPr/>
        </p:nvSpPr>
        <p:spPr>
          <a:xfrm>
            <a:off x="914400" y="2857500"/>
            <a:ext cx="8058150" cy="5334000"/>
          </a:xfrm>
          <a:prstGeom prst="roundRect">
            <a:avLst>
              <a:gd name="adj" fmla="val 5000"/>
            </a:avLst>
          </a:prstGeom>
          <a:solidFill>
            <a:srgbClr val="DDE3FA"/>
          </a:solidFill>
          <a:ln/>
        </p:spPr>
      </p:sp>
      <p:sp>
        <p:nvSpPr>
          <p:cNvPr id="4" name="Shape 2"/>
          <p:cNvSpPr/>
          <p:nvPr/>
        </p:nvSpPr>
        <p:spPr>
          <a:xfrm>
            <a:off x="914400" y="2857500"/>
            <a:ext cx="133350" cy="5334000"/>
          </a:xfrm>
          <a:prstGeom prst="roundRect">
            <a:avLst>
              <a:gd name="adj" fmla="val 50000"/>
            </a:avLst>
          </a:prstGeom>
          <a:solidFill>
            <a:srgbClr val="1F3FD1"/>
          </a:solidFill>
          <a:ln/>
        </p:spPr>
      </p:sp>
      <p:sp>
        <p:nvSpPr>
          <p:cNvPr id="5" name="Text 3"/>
          <p:cNvSpPr/>
          <p:nvPr/>
        </p:nvSpPr>
        <p:spPr>
          <a:xfrm>
            <a:off x="1371600" y="3200400"/>
            <a:ext cx="714375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200" dirty="0" spc="-1" kern="0">
                <a:solidFill>
                  <a:srgbClr val="1F3FD1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Giáo</a:t>
            </a:r>
            <a:r>
              <a:rPr lang="en-US" sz="4200" dirty="0" spc="-9" kern="0">
                <a:solidFill>
                  <a:srgbClr val="1F3FD1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trình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1371600" y="4286250"/>
            <a:ext cx="7143750" cy="3143250"/>
          </a:xfrm>
          <a:prstGeom prst="rect">
            <a:avLst/>
          </a:prstGeom>
          <a:noFill/>
          <a:ln/>
        </p:spPr>
        <p:txBody>
          <a:bodyPr wrap="square" lIns="0" tIns="17002" rIns="0" bIns="-17002" rtlCol="0" anchor="t"/>
          <a:lstStyle/>
          <a:p>
            <a:pPr algn="l" indent="0" marL="0">
              <a:lnSpc>
                <a:spcPts val="4095"/>
              </a:lnSpc>
              <a:buNone/>
            </a:pPr>
            <a:r>
              <a:rPr lang="en-US" sz="315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dòng</a:t>
            </a:r>
            <a:r>
              <a:rPr lang="en-US" sz="31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bụng,</a:t>
            </a:r>
            <a:r>
              <a:rPr lang="en-US" sz="31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"cái</a:t>
            </a:r>
            <a:r>
              <a:rPr lang="en-US" sz="31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gì",</a:t>
            </a:r>
            <a:r>
              <a:rPr lang="en-US" sz="3150" dirty="0" spc="3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</a:t>
            </a:r>
            <a:r>
              <a:rPr lang="en-US" sz="31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xuống</a:t>
            </a:r>
            <a:r>
              <a:rPr lang="en-US" sz="31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thùy</a:t>
            </a:r>
            <a:r>
              <a:rPr lang="en-US" sz="315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thái</a:t>
            </a:r>
            <a:r>
              <a:rPr lang="en-US" sz="3150" dirty="0" spc="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dương</a:t>
            </a:r>
            <a:r>
              <a:rPr lang="en-US" sz="3150" dirty="0" spc="2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để</a:t>
            </a:r>
            <a:r>
              <a:rPr lang="en-US" sz="31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nhận</a:t>
            </a:r>
            <a:r>
              <a:rPr lang="en-US" sz="3150" dirty="0" spc="-4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ra</a:t>
            </a:r>
            <a:r>
              <a:rPr lang="en-US" sz="3150" dirty="0" spc="-2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vật;</a:t>
            </a:r>
            <a:r>
              <a:rPr lang="en-US" sz="315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dòng</a:t>
            </a:r>
            <a:r>
              <a:rPr lang="en-US" sz="3150" dirty="0" spc="2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lưng,</a:t>
            </a:r>
            <a:r>
              <a:rPr lang="en-US" sz="31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"ở</a:t>
            </a:r>
            <a:r>
              <a:rPr lang="en-US" sz="3150" dirty="0" spc="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đâu",</a:t>
            </a:r>
            <a:r>
              <a:rPr lang="en-US" sz="3150" dirty="0" spc="4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</a:t>
            </a:r>
            <a:r>
              <a:rPr lang="en-US" sz="315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lên</a:t>
            </a:r>
            <a:r>
              <a:rPr lang="en-US" sz="31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thùy</a:t>
            </a:r>
            <a:r>
              <a:rPr lang="en-US" sz="3150" dirty="0" spc="2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đỉnh</a:t>
            </a:r>
            <a:r>
              <a:rPr lang="en-US" sz="3150" dirty="0" spc="2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để</a:t>
            </a:r>
            <a:r>
              <a:rPr lang="en-US" sz="31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lập</a:t>
            </a:r>
            <a:r>
              <a:rPr lang="en-US" sz="315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</a:t>
            </a:r>
            <a:r>
              <a:rPr lang="en-US" sz="3150" dirty="0" spc="2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đồ</a:t>
            </a:r>
            <a:r>
              <a:rPr lang="en-US" sz="31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vị</a:t>
            </a:r>
            <a:r>
              <a:rPr lang="en-US" sz="3150" dirty="0" spc="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trí</a:t>
            </a:r>
            <a:endParaRPr lang="en-US" sz="3150" dirty="0"/>
          </a:p>
        </p:txBody>
      </p:sp>
      <p:sp>
        <p:nvSpPr>
          <p:cNvPr id="7" name="Shape 5"/>
          <p:cNvSpPr/>
          <p:nvPr/>
        </p:nvSpPr>
        <p:spPr>
          <a:xfrm>
            <a:off x="9315450" y="2857500"/>
            <a:ext cx="8058150" cy="5334000"/>
          </a:xfrm>
          <a:prstGeom prst="roundRect">
            <a:avLst>
              <a:gd name="adj" fmla="val 5000"/>
            </a:avLst>
          </a:prstGeom>
          <a:solidFill>
            <a:srgbClr val="F3DFB8"/>
          </a:solidFill>
          <a:ln/>
        </p:spPr>
      </p:sp>
      <p:sp>
        <p:nvSpPr>
          <p:cNvPr id="8" name="Shape 6"/>
          <p:cNvSpPr/>
          <p:nvPr/>
        </p:nvSpPr>
        <p:spPr>
          <a:xfrm>
            <a:off x="9315450" y="2857500"/>
            <a:ext cx="133350" cy="5334000"/>
          </a:xfrm>
          <a:prstGeom prst="roundRect">
            <a:avLst>
              <a:gd name="adj" fmla="val 50000"/>
            </a:avLst>
          </a:prstGeom>
          <a:solidFill>
            <a:srgbClr val="B45309"/>
          </a:solidFill>
          <a:ln/>
        </p:spPr>
      </p:sp>
      <p:sp>
        <p:nvSpPr>
          <p:cNvPr id="9" name="Text 7"/>
          <p:cNvSpPr/>
          <p:nvPr/>
        </p:nvSpPr>
        <p:spPr>
          <a:xfrm>
            <a:off x="9772650" y="3200400"/>
            <a:ext cx="714375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900" dirty="0" spc="0" kern="0">
                <a:solidFill>
                  <a:srgbClr val="B45309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Goodale</a:t>
            </a:r>
            <a:r>
              <a:rPr lang="en-US" sz="3900" dirty="0" spc="-37" kern="0">
                <a:solidFill>
                  <a:srgbClr val="B45309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và</a:t>
            </a:r>
            <a:r>
              <a:rPr lang="en-US" sz="3900" dirty="0" spc="3" kern="0">
                <a:solidFill>
                  <a:srgbClr val="B45309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Milner</a:t>
            </a:r>
            <a:r>
              <a:rPr lang="en-US" sz="3900" dirty="0" spc="-33" kern="0">
                <a:solidFill>
                  <a:srgbClr val="B45309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(1992)</a:t>
            </a:r>
            <a:endParaRPr lang="en-US" sz="3900" dirty="0"/>
          </a:p>
        </p:txBody>
      </p:sp>
      <p:sp>
        <p:nvSpPr>
          <p:cNvPr id="10" name="Text 8"/>
          <p:cNvSpPr/>
          <p:nvPr/>
        </p:nvSpPr>
        <p:spPr>
          <a:xfrm>
            <a:off x="9772650" y="4286250"/>
            <a:ext cx="7143750" cy="3143250"/>
          </a:xfrm>
          <a:prstGeom prst="rect">
            <a:avLst/>
          </a:prstGeom>
          <a:noFill/>
          <a:ln/>
        </p:spPr>
        <p:txBody>
          <a:bodyPr wrap="square" lIns="0" tIns="17002" rIns="0" bIns="-17002" rtlCol="0" anchor="t"/>
          <a:lstStyle/>
          <a:p>
            <a:pPr algn="l" indent="0" marL="0">
              <a:lnSpc>
                <a:spcPts val="4095"/>
              </a:lnSpc>
              <a:buNone/>
            </a:pPr>
            <a:r>
              <a:rPr lang="en-US" sz="315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dòng</a:t>
            </a:r>
            <a:r>
              <a:rPr lang="en-US" sz="31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bụng</a:t>
            </a:r>
            <a:r>
              <a:rPr lang="en-US" sz="3150" dirty="0" spc="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đảm</a:t>
            </a:r>
            <a:r>
              <a:rPr lang="en-US" sz="31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nhiệm</a:t>
            </a:r>
            <a:r>
              <a:rPr lang="en-US" sz="31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nhận</a:t>
            </a:r>
            <a:r>
              <a:rPr lang="en-US" sz="31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diện</a:t>
            </a:r>
            <a:r>
              <a:rPr lang="en-US" sz="3150" dirty="0" spc="-2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vật;</a:t>
            </a:r>
            <a:r>
              <a:rPr lang="en-US" sz="315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dòng</a:t>
            </a:r>
            <a:r>
              <a:rPr lang="en-US" sz="3150" dirty="0" spc="2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lưng</a:t>
            </a:r>
            <a:r>
              <a:rPr lang="en-US" sz="31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làm</a:t>
            </a:r>
            <a:r>
              <a:rPr lang="en-US" sz="31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phép biến</a:t>
            </a:r>
            <a:r>
              <a:rPr lang="en-US" sz="3150" dirty="0" spc="1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đổi</a:t>
            </a:r>
            <a:r>
              <a:rPr lang="en-US" sz="31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cảm</a:t>
            </a:r>
            <a:r>
              <a:rPr lang="en-US" sz="3150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giác–vận</a:t>
            </a:r>
            <a:r>
              <a:rPr lang="en-US" sz="3150" dirty="0" spc="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động</a:t>
            </a:r>
            <a:r>
              <a:rPr lang="en-US" sz="31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</a:t>
            </a:r>
            <a:r>
              <a:rPr lang="en-US" sz="31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hành</a:t>
            </a:r>
            <a:r>
              <a:rPr lang="en-US" sz="3150" dirty="0" spc="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động</a:t>
            </a:r>
            <a:endParaRPr lang="en-US" sz="3150" dirty="0"/>
          </a:p>
        </p:txBody>
      </p:sp>
      <p:sp>
        <p:nvSpPr>
          <p:cNvPr id="11" name="Text 9"/>
          <p:cNvSpPr/>
          <p:nvPr/>
        </p:nvSpPr>
        <p:spPr>
          <a:xfrm>
            <a:off x="914400" y="8991600"/>
            <a:ext cx="164592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Nguồn:</a:t>
            </a:r>
            <a:r>
              <a:rPr lang="en-US" sz="180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[S1]</a:t>
            </a:r>
            <a:r>
              <a:rPr lang="en-US" sz="180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[S7]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9429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11715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14001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16287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18573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20859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23145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25431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27717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30003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32289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34575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36861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39147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41433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43719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46005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48291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50577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52863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55149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57435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59721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62007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64293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66579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68865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7096125" y="9544050"/>
            <a:ext cx="152400" cy="1524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40" name="Shape 38"/>
          <p:cNvSpPr/>
          <p:nvPr/>
        </p:nvSpPr>
        <p:spPr>
          <a:xfrm>
            <a:off x="73437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75723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78009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80295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4" name="Shape 42"/>
          <p:cNvSpPr/>
          <p:nvPr/>
        </p:nvSpPr>
        <p:spPr>
          <a:xfrm>
            <a:off x="82581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5" name="Shape 43"/>
          <p:cNvSpPr/>
          <p:nvPr/>
        </p:nvSpPr>
        <p:spPr>
          <a:xfrm>
            <a:off x="84867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6" name="Shape 44"/>
          <p:cNvSpPr/>
          <p:nvPr/>
        </p:nvSpPr>
        <p:spPr>
          <a:xfrm>
            <a:off x="87153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7" name="Shape 45"/>
          <p:cNvSpPr/>
          <p:nvPr/>
        </p:nvSpPr>
        <p:spPr>
          <a:xfrm>
            <a:off x="89439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8" name="Shape 46"/>
          <p:cNvSpPr/>
          <p:nvPr/>
        </p:nvSpPr>
        <p:spPr>
          <a:xfrm>
            <a:off x="91725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9" name="Shape 47"/>
          <p:cNvSpPr/>
          <p:nvPr/>
        </p:nvSpPr>
        <p:spPr>
          <a:xfrm>
            <a:off x="94011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0" name="Shape 48"/>
          <p:cNvSpPr/>
          <p:nvPr/>
        </p:nvSpPr>
        <p:spPr>
          <a:xfrm>
            <a:off x="96297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1" name="Text 49"/>
          <p:cNvSpPr/>
          <p:nvPr/>
        </p:nvSpPr>
        <p:spPr>
          <a:xfrm>
            <a:off x="10058400" y="9467850"/>
            <a:ext cx="4953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6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Multiple-report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3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L08</a:t>
            </a:r>
            <a:r>
              <a:rPr lang="en-US" sz="180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1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28/39</a:t>
            </a:r>
            <a:endParaRPr lang="en-US" sz="1800" dirty="0"/>
          </a:p>
        </p:txBody>
      </p:sp>
      <p:sp>
        <p:nvSpPr>
          <p:cNvPr id="52" name="Shape 50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53" name="Moda image moda-export-watermark-080384dd-961e-41a8-9fd5-70b161247c17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6459200" cy="1809750"/>
          </a:xfrm>
          <a:prstGeom prst="rect">
            <a:avLst/>
          </a:prstGeom>
          <a:noFill/>
          <a:ln/>
        </p:spPr>
        <p:txBody>
          <a:bodyPr wrap="square" lIns="0" tIns="43434" rIns="0" bIns="-43434" rtlCol="0" anchor="t"/>
          <a:lstStyle/>
          <a:p>
            <a:pPr algn="l" indent="0" marL="0">
              <a:lnSpc>
                <a:spcPts val="6156"/>
              </a:lnSpc>
              <a:buNone/>
            </a:pPr>
            <a:r>
              <a:rPr lang="en-US" sz="57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Ghép</a:t>
            </a:r>
            <a:r>
              <a:rPr lang="en-US" sz="5700" dirty="0" spc="-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lại:</a:t>
            </a:r>
            <a:r>
              <a:rPr lang="en-US" sz="5700" dirty="0" spc="-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việc</a:t>
            </a:r>
            <a:r>
              <a:rPr lang="en-US" sz="57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thật</a:t>
            </a:r>
            <a:r>
              <a:rPr lang="en-US" sz="57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chạy</a:t>
            </a:r>
            <a:r>
              <a:rPr lang="en-US" sz="5700" dirty="0" spc="-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qua</a:t>
            </a:r>
            <a:r>
              <a:rPr lang="en-US" sz="57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nhiều</a:t>
            </a:r>
            <a:r>
              <a:rPr lang="en-US" sz="57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thùy</a:t>
            </a:r>
            <a:endParaRPr lang="en-US" sz="5700" dirty="0"/>
          </a:p>
        </p:txBody>
      </p:sp>
      <p:sp>
        <p:nvSpPr>
          <p:cNvPr id="3" name="Shape 1"/>
          <p:cNvSpPr/>
          <p:nvPr/>
        </p:nvSpPr>
        <p:spPr>
          <a:xfrm>
            <a:off x="914400" y="2819400"/>
            <a:ext cx="95250" cy="5505450"/>
          </a:xfrm>
          <a:prstGeom prst="roundRect">
            <a:avLst>
              <a:gd name="adj" fmla="val 50000"/>
            </a:avLst>
          </a:prstGeom>
          <a:solidFill>
            <a:srgbClr val="7C93FF"/>
          </a:solidFill>
          <a:ln/>
        </p:spPr>
      </p:sp>
      <p:sp>
        <p:nvSpPr>
          <p:cNvPr id="4" name="Text 2"/>
          <p:cNvSpPr/>
          <p:nvPr/>
        </p:nvSpPr>
        <p:spPr>
          <a:xfrm>
            <a:off x="1295400" y="2762250"/>
            <a:ext cx="10572750" cy="5619750"/>
          </a:xfrm>
          <a:prstGeom prst="rect">
            <a:avLst/>
          </a:prstGeom>
          <a:noFill/>
          <a:ln/>
        </p:spPr>
        <p:txBody>
          <a:bodyPr wrap="square" lIns="0" tIns="10843" rIns="0" bIns="-10843" rtlCol="0" anchor="t"/>
          <a:lstStyle/>
          <a:p>
            <a:pPr algn="l" indent="0" marL="0">
              <a:lnSpc>
                <a:spcPts val="3848"/>
              </a:lnSpc>
              <a:buNone/>
            </a:pPr>
            <a:r>
              <a:rPr lang="en-US" sz="2850" dirty="0" spc="-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OpenStax</a:t>
            </a:r>
            <a:r>
              <a:rPr lang="en-US" sz="28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nhận</a:t>
            </a:r>
            <a:r>
              <a:rPr lang="en-US" sz="2850" dirty="0" spc="-2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xét</a:t>
            </a:r>
            <a:r>
              <a:rPr lang="en-US" sz="2850" dirty="0" spc="-2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rằng</a:t>
            </a:r>
            <a:r>
              <a:rPr lang="en-US" sz="28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thùy chẩm</a:t>
            </a:r>
            <a:r>
              <a:rPr lang="en-US" sz="285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8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850" dirty="0" spc="-2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ranh</a:t>
            </a:r>
            <a:r>
              <a:rPr lang="en-US" sz="28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giới</a:t>
            </a:r>
            <a:r>
              <a:rPr lang="en-US" sz="28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giải</a:t>
            </a:r>
            <a:r>
              <a:rPr lang="en-US" sz="28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phẫu</a:t>
            </a:r>
            <a:r>
              <a:rPr lang="en-US" sz="2850" dirty="0" spc="-3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rõ</a:t>
            </a:r>
            <a:r>
              <a:rPr lang="en-US" sz="2850" dirty="0" spc="-1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với</a:t>
            </a:r>
            <a:r>
              <a:rPr lang="en-US" sz="28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thùy</a:t>
            </a:r>
            <a:r>
              <a:rPr lang="en-US" sz="2850" dirty="0" spc="2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đỉnh</a:t>
            </a:r>
            <a:r>
              <a:rPr lang="en-US" sz="2850" dirty="0" spc="-1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8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thùy</a:t>
            </a:r>
            <a:r>
              <a:rPr lang="en-US" sz="28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thái</a:t>
            </a:r>
            <a:r>
              <a:rPr lang="en-US" sz="2850" dirty="0" spc="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dương,</a:t>
            </a:r>
            <a:r>
              <a:rPr lang="en-US" sz="285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khớp</a:t>
            </a:r>
            <a:r>
              <a:rPr lang="en-US" sz="2850" dirty="0" spc="-1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với</a:t>
            </a:r>
            <a:r>
              <a:rPr lang="en-US" sz="28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việc các</a:t>
            </a:r>
            <a:r>
              <a:rPr lang="en-US" sz="28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vùng</a:t>
            </a:r>
            <a:r>
              <a:rPr lang="en-US" sz="2850" dirty="0" spc="-1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này</a:t>
            </a:r>
            <a:r>
              <a:rPr lang="en-US" sz="28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850" dirty="0" spc="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chức</a:t>
            </a:r>
            <a:r>
              <a:rPr lang="en-US" sz="28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năng</a:t>
            </a:r>
            <a:r>
              <a:rPr lang="en-US" sz="28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liên</a:t>
            </a:r>
            <a:r>
              <a:rPr lang="en-US" sz="28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quan</a:t>
            </a:r>
            <a:r>
              <a:rPr lang="en-US" sz="2850" dirty="0" spc="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</a:t>
            </a:r>
            <a:pPr algn="l" indent="0" marL="0">
              <a:lnSpc>
                <a:spcPts val="3848"/>
              </a:lnSpc>
              <a:buNone/>
            </a:pPr>
            <a:r>
              <a:rPr lang="en-US" sz="285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[S3]</a:t>
            </a:r>
            <a:pPr algn="l" indent="0" marL="0">
              <a:lnSpc>
                <a:spcPts val="3848"/>
              </a:lnSpc>
              <a:buNone/>
            </a:pPr>
            <a:r>
              <a:rPr lang="en-US" sz="2850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.</a:t>
            </a:r>
            <a:r>
              <a:rPr lang="en-US" sz="28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Thông tin</a:t>
            </a:r>
            <a:r>
              <a:rPr lang="en-US" sz="28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thị giác</a:t>
            </a:r>
            <a:r>
              <a:rPr lang="en-US" sz="2850" dirty="0" spc="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phức</a:t>
            </a:r>
            <a:r>
              <a:rPr lang="en-US" sz="2850" dirty="0" spc="-1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tạp</a:t>
            </a:r>
            <a:r>
              <a:rPr lang="en-US" sz="28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nên còn</a:t>
            </a:r>
            <a:r>
              <a:rPr lang="en-US" sz="2850" dirty="0" spc="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285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xử lý</a:t>
            </a:r>
            <a:r>
              <a:rPr lang="en-US" sz="28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ở</a:t>
            </a:r>
            <a:r>
              <a:rPr lang="en-US" sz="28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thùy</a:t>
            </a:r>
            <a:r>
              <a:rPr lang="en-US" sz="28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thái</a:t>
            </a:r>
            <a:r>
              <a:rPr lang="en-US" sz="2850" dirty="0" spc="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dương</a:t>
            </a:r>
            <a:r>
              <a:rPr lang="en-US" sz="2850" dirty="0" spc="-1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8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thùy</a:t>
            </a:r>
            <a:r>
              <a:rPr lang="en-US" sz="2850" dirty="0" spc="2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đỉnh</a:t>
            </a:r>
            <a:r>
              <a:rPr lang="en-US" sz="2850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</a:t>
            </a:r>
            <a:pPr algn="l" indent="0" marL="0">
              <a:lnSpc>
                <a:spcPts val="3848"/>
              </a:lnSpc>
              <a:buNone/>
            </a:pPr>
            <a:r>
              <a:rPr lang="en-US" sz="285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[S3]</a:t>
            </a:r>
            <a:pPr algn="l" indent="0" marL="0">
              <a:lnSpc>
                <a:spcPts val="3848"/>
              </a:lnSpc>
              <a:buNone/>
            </a:pPr>
            <a:r>
              <a:rPr lang="en-US" sz="2850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.</a:t>
            </a:r>
            <a:r>
              <a:rPr lang="en-US" sz="28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Thông tin</a:t>
            </a:r>
            <a:r>
              <a:rPr lang="en-US" sz="28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giác quan</a:t>
            </a:r>
            <a:r>
              <a:rPr lang="en-US" sz="2850" dirty="0" spc="4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</a:t>
            </a:r>
            <a:r>
              <a:rPr lang="en-US" sz="28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</a:t>
            </a:r>
            <a:r>
              <a:rPr lang="en-US" sz="2850" dirty="0" spc="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</a:t>
            </a:r>
            <a:pPr algn="l" indent="0" marL="0">
              <a:lnSpc>
                <a:spcPts val="3848"/>
              </a:lnSpc>
              <a:buNone/>
            </a:pPr>
            <a:r>
              <a:rPr lang="en-US" sz="2850" b="1" dirty="0" spc="-34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vỏ</a:t>
            </a:r>
            <a:r>
              <a:rPr lang="en-US" sz="2850" b="1" dirty="0" spc="1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chính</a:t>
            </a:r>
            <a:pPr algn="l" indent="0" marL="0">
              <a:lnSpc>
                <a:spcPts val="3848"/>
              </a:lnSpc>
              <a:buNone/>
            </a:pPr>
            <a:r>
              <a:rPr lang="en-US" sz="285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qua</a:t>
            </a:r>
            <a:r>
              <a:rPr lang="en-US" sz="28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vùng thứ cấp</a:t>
            </a:r>
            <a:r>
              <a:rPr lang="en-US" sz="2850" dirty="0" spc="-1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tới</a:t>
            </a:r>
            <a:r>
              <a:rPr lang="en-US" sz="2850" dirty="0" spc="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</a:t>
            </a:r>
            <a:pPr algn="l" indent="0" marL="0">
              <a:lnSpc>
                <a:spcPts val="3848"/>
              </a:lnSpc>
              <a:buNone/>
            </a:pPr>
            <a:r>
              <a:rPr lang="en-US" sz="2850" b="1" dirty="0" spc="-34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vỏ</a:t>
            </a:r>
            <a:r>
              <a:rPr lang="en-US" sz="2850" b="1" dirty="0" spc="-1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liên</a:t>
            </a:r>
            <a:r>
              <a:rPr lang="en-US" sz="2850" b="1" dirty="0" spc="-4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hợp</a:t>
            </a:r>
            <a:pPr algn="l" indent="0" marL="0">
              <a:lnSpc>
                <a:spcPts val="3848"/>
              </a:lnSpc>
              <a:buNone/>
            </a:pPr>
            <a:r>
              <a:rPr lang="en-US" sz="2850" dirty="0" spc="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</a:t>
            </a:r>
            <a:pPr algn="l" indent="0" marL="0">
              <a:lnSpc>
                <a:spcPts val="3848"/>
              </a:lnSpc>
              <a:buNone/>
            </a:pPr>
            <a:r>
              <a:rPr lang="en-US" sz="285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[S2]</a:t>
            </a:r>
            <a:pPr algn="l" indent="0" marL="0">
              <a:lnSpc>
                <a:spcPts val="3848"/>
              </a:lnSpc>
              <a:buNone/>
            </a:pPr>
            <a:r>
              <a:rPr lang="en-US" sz="28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,</a:t>
            </a:r>
            <a:r>
              <a:rPr lang="en-US" sz="2850" dirty="0" spc="-1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8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</a:t>
            </a:r>
            <a:r>
              <a:rPr lang="en-US" sz="285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khoảng</a:t>
            </a:r>
            <a:r>
              <a:rPr lang="en-US" sz="285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5%</a:t>
            </a:r>
            <a:r>
              <a:rPr lang="en-US" sz="2850" dirty="0" spc="-4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kết</a:t>
            </a:r>
            <a:r>
              <a:rPr lang="en-US" sz="28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nối</a:t>
            </a:r>
            <a:r>
              <a:rPr lang="en-US" sz="28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2850" dirty="0" spc="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đường</a:t>
            </a:r>
            <a:r>
              <a:rPr lang="en-US" sz="28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dài</a:t>
            </a:r>
            <a:r>
              <a:rPr lang="en-US" sz="2850" dirty="0" spc="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giữa</a:t>
            </a:r>
            <a:r>
              <a:rPr lang="en-US" sz="28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các</a:t>
            </a:r>
            <a:r>
              <a:rPr lang="en-US" sz="28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vùng</a:t>
            </a:r>
            <a:r>
              <a:rPr lang="en-US" sz="2850" dirty="0" spc="-2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xa</a:t>
            </a:r>
            <a:r>
              <a:rPr lang="en-US" sz="2850" dirty="0" spc="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</a:t>
            </a:r>
            <a:pPr algn="l" indent="0" marL="0">
              <a:lnSpc>
                <a:spcPts val="3848"/>
              </a:lnSpc>
              <a:buNone/>
            </a:pPr>
            <a:r>
              <a:rPr lang="en-US" sz="285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[S2]</a:t>
            </a:r>
            <a:pPr algn="l" indent="0" marL="0">
              <a:lnSpc>
                <a:spcPts val="3848"/>
              </a:lnSpc>
              <a:buNone/>
            </a:pPr>
            <a:r>
              <a:rPr lang="en-US" sz="2850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.</a:t>
            </a:r>
            <a:r>
              <a:rPr lang="en-US" sz="28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Suy</a:t>
            </a:r>
            <a:r>
              <a:rPr lang="en-US" sz="28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luận của</a:t>
            </a:r>
            <a:r>
              <a:rPr lang="en-US" sz="2850" dirty="0" spc="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2850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viết:</a:t>
            </a:r>
            <a:r>
              <a:rPr lang="en-US" sz="28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mỗi</a:t>
            </a:r>
            <a:r>
              <a:rPr lang="en-US" sz="28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thùy</a:t>
            </a:r>
            <a:r>
              <a:rPr lang="en-US" sz="285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2850" dirty="0" spc="-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8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nút</a:t>
            </a:r>
            <a:r>
              <a:rPr lang="en-US" sz="2850" dirty="0" spc="-1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trong</a:t>
            </a:r>
            <a:r>
              <a:rPr lang="en-US" sz="28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mạng, không</a:t>
            </a:r>
            <a:r>
              <a:rPr lang="en-US" sz="28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phải</a:t>
            </a:r>
            <a:r>
              <a:rPr lang="en-US" sz="2850" dirty="0" spc="-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85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cơ</a:t>
            </a:r>
            <a:r>
              <a:rPr lang="en-US" sz="28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quan</a:t>
            </a:r>
            <a:r>
              <a:rPr lang="en-US" sz="2850" dirty="0" spc="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riêng.</a:t>
            </a:r>
            <a:endParaRPr lang="en-US" sz="2850" dirty="0"/>
          </a:p>
        </p:txBody>
      </p:sp>
      <p:sp>
        <p:nvSpPr>
          <p:cNvPr id="5" name="Shape 3"/>
          <p:cNvSpPr/>
          <p:nvPr/>
        </p:nvSpPr>
        <p:spPr>
          <a:xfrm>
            <a:off x="12325350" y="2762250"/>
            <a:ext cx="5048250" cy="1724025"/>
          </a:xfrm>
          <a:prstGeom prst="roundRect">
            <a:avLst>
              <a:gd name="adj" fmla="val 12155"/>
            </a:avLst>
          </a:prstGeom>
          <a:solidFill>
            <a:srgbClr val="1E212B"/>
          </a:solidFill>
          <a:ln/>
        </p:spPr>
      </p:sp>
      <p:sp>
        <p:nvSpPr>
          <p:cNvPr id="6" name="Shape 4"/>
          <p:cNvSpPr/>
          <p:nvPr/>
        </p:nvSpPr>
        <p:spPr>
          <a:xfrm>
            <a:off x="12325350" y="2762250"/>
            <a:ext cx="5048250" cy="95250"/>
          </a:xfrm>
          <a:prstGeom prst="roundRect">
            <a:avLst>
              <a:gd name="adj" fmla="val 50000"/>
            </a:avLst>
          </a:prstGeom>
          <a:solidFill>
            <a:srgbClr val="7C93FF"/>
          </a:solidFill>
          <a:ln/>
        </p:spPr>
      </p:sp>
      <p:sp>
        <p:nvSpPr>
          <p:cNvPr id="7" name="Text 5"/>
          <p:cNvSpPr/>
          <p:nvPr/>
        </p:nvSpPr>
        <p:spPr>
          <a:xfrm>
            <a:off x="12630150" y="3028950"/>
            <a:ext cx="44386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50" dirty="0" spc="1" kern="0">
                <a:solidFill>
                  <a:srgbClr val="7C93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Thùy</a:t>
            </a:r>
            <a:r>
              <a:rPr lang="en-US" sz="1950" dirty="0" spc="-1" kern="0">
                <a:solidFill>
                  <a:srgbClr val="7C93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chẩm</a:t>
            </a:r>
            <a:endParaRPr lang="en-US" sz="1950" dirty="0"/>
          </a:p>
        </p:txBody>
      </p:sp>
      <p:sp>
        <p:nvSpPr>
          <p:cNvPr id="8" name="Text 6"/>
          <p:cNvSpPr/>
          <p:nvPr/>
        </p:nvSpPr>
        <p:spPr>
          <a:xfrm>
            <a:off x="12630150" y="3486150"/>
            <a:ext cx="4438650" cy="809625"/>
          </a:xfrm>
          <a:prstGeom prst="rect">
            <a:avLst/>
          </a:prstGeom>
          <a:noFill/>
          <a:ln/>
        </p:spPr>
        <p:txBody>
          <a:bodyPr wrap="square" lIns="0" tIns="19050" rIns="0" bIns="-19050" rtlCol="0" anchor="t"/>
          <a:lstStyle/>
          <a:p>
            <a:pPr algn="l" indent="0" marL="0">
              <a:lnSpc>
                <a:spcPts val="2928"/>
              </a:lnSpc>
              <a:buNone/>
            </a:pPr>
            <a:r>
              <a:rPr lang="en-US" sz="2400" dirty="0" spc="-5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không</a:t>
            </a:r>
            <a:r>
              <a:rPr lang="en-US" sz="2400" dirty="0" spc="-4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có</a:t>
            </a:r>
            <a:r>
              <a:rPr lang="en-US" sz="2400" dirty="0" spc="-1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ranh</a:t>
            </a:r>
            <a:r>
              <a:rPr lang="en-US" sz="2400" dirty="0" spc="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giới</a:t>
            </a:r>
            <a:r>
              <a:rPr lang="en-US" sz="2400" dirty="0" spc="-2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rõ</a:t>
            </a:r>
            <a:r>
              <a:rPr lang="en-US" sz="2400" dirty="0" spc="-1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với</a:t>
            </a:r>
            <a:r>
              <a:rPr lang="en-US" sz="2400" dirty="0" spc="18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đỉnh</a:t>
            </a:r>
            <a:r>
              <a:rPr lang="en-US" sz="2400" dirty="0" spc="-19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và</a:t>
            </a:r>
            <a:r>
              <a:rPr lang="en-US" sz="2400" dirty="0" spc="-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thái</a:t>
            </a:r>
            <a:r>
              <a:rPr lang="en-US" sz="2400" dirty="0" spc="5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dương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12325350" y="4714875"/>
            <a:ext cx="5048250" cy="1724025"/>
          </a:xfrm>
          <a:prstGeom prst="roundRect">
            <a:avLst>
              <a:gd name="adj" fmla="val 12155"/>
            </a:avLst>
          </a:prstGeom>
          <a:solidFill>
            <a:srgbClr val="1E212B"/>
          </a:solidFill>
          <a:ln/>
        </p:spPr>
      </p:sp>
      <p:sp>
        <p:nvSpPr>
          <p:cNvPr id="10" name="Shape 8"/>
          <p:cNvSpPr/>
          <p:nvPr/>
        </p:nvSpPr>
        <p:spPr>
          <a:xfrm>
            <a:off x="12325350" y="4714875"/>
            <a:ext cx="5048250" cy="95250"/>
          </a:xfrm>
          <a:prstGeom prst="roundRect">
            <a:avLst>
              <a:gd name="adj" fmla="val 50000"/>
            </a:avLst>
          </a:prstGeom>
          <a:solidFill>
            <a:srgbClr val="FFB454"/>
          </a:solidFill>
          <a:ln/>
        </p:spPr>
      </p:sp>
      <p:sp>
        <p:nvSpPr>
          <p:cNvPr id="11" name="Text 9"/>
          <p:cNvSpPr/>
          <p:nvPr/>
        </p:nvSpPr>
        <p:spPr>
          <a:xfrm>
            <a:off x="12630150" y="4981575"/>
            <a:ext cx="44386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50" dirty="0" spc="-1" kern="0">
                <a:solidFill>
                  <a:srgbClr val="FFB454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Thị</a:t>
            </a:r>
            <a:r>
              <a:rPr lang="en-US" sz="1950" dirty="0" spc="2" kern="0">
                <a:solidFill>
                  <a:srgbClr val="FFB454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giác</a:t>
            </a:r>
            <a:endParaRPr lang="en-US" sz="1950" dirty="0"/>
          </a:p>
        </p:txBody>
      </p:sp>
      <p:sp>
        <p:nvSpPr>
          <p:cNvPr id="12" name="Text 10"/>
          <p:cNvSpPr/>
          <p:nvPr/>
        </p:nvSpPr>
        <p:spPr>
          <a:xfrm>
            <a:off x="12630150" y="5438775"/>
            <a:ext cx="4438650" cy="809625"/>
          </a:xfrm>
          <a:prstGeom prst="rect">
            <a:avLst/>
          </a:prstGeom>
          <a:noFill/>
          <a:ln/>
        </p:spPr>
        <p:txBody>
          <a:bodyPr wrap="square" lIns="0" tIns="19050" rIns="0" bIns="-19050" rtlCol="0" anchor="t"/>
          <a:lstStyle/>
          <a:p>
            <a:pPr algn="l" indent="0" marL="0">
              <a:lnSpc>
                <a:spcPts val="2928"/>
              </a:lnSpc>
              <a:buNone/>
            </a:pPr>
            <a:r>
              <a:rPr lang="en-US" sz="2400" dirty="0" spc="-6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còn</a:t>
            </a:r>
            <a:r>
              <a:rPr lang="en-US" sz="2400" dirty="0" spc="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xử</a:t>
            </a:r>
            <a:r>
              <a:rPr lang="en-US" sz="2400" dirty="0" spc="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lý ở</a:t>
            </a:r>
            <a:r>
              <a:rPr lang="en-US" sz="2400" dirty="0" spc="-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thái</a:t>
            </a:r>
            <a:r>
              <a:rPr lang="en-US" sz="2400" dirty="0" spc="5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dương</a:t>
            </a:r>
            <a:r>
              <a:rPr lang="en-US" sz="2400" dirty="0" spc="-19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và</a:t>
            </a:r>
            <a:r>
              <a:rPr lang="en-US" sz="2400" dirty="0" spc="18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đỉnh</a:t>
            </a:r>
            <a:endParaRPr lang="en-US" sz="2400" dirty="0"/>
          </a:p>
        </p:txBody>
      </p:sp>
      <p:sp>
        <p:nvSpPr>
          <p:cNvPr id="13" name="Shape 11"/>
          <p:cNvSpPr/>
          <p:nvPr/>
        </p:nvSpPr>
        <p:spPr>
          <a:xfrm>
            <a:off x="12325350" y="6657975"/>
            <a:ext cx="5048250" cy="1724025"/>
          </a:xfrm>
          <a:prstGeom prst="roundRect">
            <a:avLst>
              <a:gd name="adj" fmla="val 12155"/>
            </a:avLst>
          </a:prstGeom>
          <a:solidFill>
            <a:srgbClr val="1E212B"/>
          </a:solidFill>
          <a:ln/>
        </p:spPr>
      </p:sp>
      <p:sp>
        <p:nvSpPr>
          <p:cNvPr id="14" name="Shape 12"/>
          <p:cNvSpPr/>
          <p:nvPr/>
        </p:nvSpPr>
        <p:spPr>
          <a:xfrm>
            <a:off x="12325350" y="6657975"/>
            <a:ext cx="5048250" cy="95250"/>
          </a:xfrm>
          <a:prstGeom prst="roundRect">
            <a:avLst>
              <a:gd name="adj" fmla="val 50000"/>
            </a:avLst>
          </a:prstGeom>
          <a:solidFill>
            <a:srgbClr val="3DD6A0"/>
          </a:solidFill>
          <a:ln/>
        </p:spPr>
      </p:sp>
      <p:sp>
        <p:nvSpPr>
          <p:cNvPr id="15" name="Text 13"/>
          <p:cNvSpPr/>
          <p:nvPr/>
        </p:nvSpPr>
        <p:spPr>
          <a:xfrm>
            <a:off x="12630150" y="6924675"/>
            <a:ext cx="44386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50" dirty="0" spc="-37" kern="0">
                <a:solidFill>
                  <a:srgbClr val="3DD6A0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Kết</a:t>
            </a:r>
            <a:r>
              <a:rPr lang="en-US" sz="1950" dirty="0" spc="-6" kern="0">
                <a:solidFill>
                  <a:srgbClr val="3DD6A0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nối</a:t>
            </a:r>
            <a:endParaRPr lang="en-US" sz="1950" dirty="0"/>
          </a:p>
        </p:txBody>
      </p:sp>
      <p:sp>
        <p:nvSpPr>
          <p:cNvPr id="16" name="Text 14"/>
          <p:cNvSpPr/>
          <p:nvPr/>
        </p:nvSpPr>
        <p:spPr>
          <a:xfrm>
            <a:off x="12630150" y="7381875"/>
            <a:ext cx="4438650" cy="809625"/>
          </a:xfrm>
          <a:prstGeom prst="rect">
            <a:avLst/>
          </a:prstGeom>
          <a:noFill/>
          <a:ln/>
        </p:spPr>
        <p:txBody>
          <a:bodyPr wrap="square" lIns="0" tIns="19050" rIns="0" bIns="-19050" rtlCol="0" anchor="t"/>
          <a:lstStyle/>
          <a:p>
            <a:pPr algn="l" indent="0" marL="0">
              <a:lnSpc>
                <a:spcPts val="2928"/>
              </a:lnSpc>
              <a:buNone/>
            </a:pPr>
            <a:r>
              <a:rPr lang="en-US" sz="2400" dirty="0" spc="-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phần</a:t>
            </a:r>
            <a:r>
              <a:rPr lang="en-US" sz="2400" dirty="0" spc="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lớn</a:t>
            </a:r>
            <a:r>
              <a:rPr lang="en-US" sz="2400" dirty="0" spc="-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cục</a:t>
            </a:r>
            <a:r>
              <a:rPr lang="en-US" sz="2400" dirty="0" spc="-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bộ,</a:t>
            </a:r>
            <a:r>
              <a:rPr lang="en-US" sz="2400" dirty="0" spc="-14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vài</a:t>
            </a:r>
            <a:r>
              <a:rPr lang="en-US" sz="2400" dirty="0" spc="5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đường</a:t>
            </a:r>
            <a:r>
              <a:rPr lang="en-US" sz="2400" dirty="0" spc="-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dài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" y="8991600"/>
            <a:ext cx="164592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Nguồn:</a:t>
            </a:r>
            <a:r>
              <a:rPr lang="en-US" sz="180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[S2]</a:t>
            </a:r>
            <a:r>
              <a:rPr lang="en-US" sz="180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[S3]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9429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11715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14001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16287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18573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20859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23145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25431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27717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30003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32289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34575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36861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39147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41433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43719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46005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48291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50577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52863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55149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57435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59721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62007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64293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66579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4" name="Shape 42"/>
          <p:cNvSpPr/>
          <p:nvPr/>
        </p:nvSpPr>
        <p:spPr>
          <a:xfrm>
            <a:off x="68865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5" name="Shape 43"/>
          <p:cNvSpPr/>
          <p:nvPr/>
        </p:nvSpPr>
        <p:spPr>
          <a:xfrm>
            <a:off x="71151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6" name="Shape 44"/>
          <p:cNvSpPr/>
          <p:nvPr/>
        </p:nvSpPr>
        <p:spPr>
          <a:xfrm>
            <a:off x="7324725" y="9544050"/>
            <a:ext cx="152400" cy="152400"/>
          </a:xfrm>
          <a:prstGeom prst="ellipse">
            <a:avLst/>
          </a:prstGeom>
          <a:solidFill>
            <a:srgbClr val="FF6A4D"/>
          </a:solidFill>
          <a:ln/>
        </p:spPr>
      </p:sp>
      <p:sp>
        <p:nvSpPr>
          <p:cNvPr id="47" name="Shape 45"/>
          <p:cNvSpPr/>
          <p:nvPr/>
        </p:nvSpPr>
        <p:spPr>
          <a:xfrm>
            <a:off x="75723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8" name="Shape 46"/>
          <p:cNvSpPr/>
          <p:nvPr/>
        </p:nvSpPr>
        <p:spPr>
          <a:xfrm>
            <a:off x="78009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9" name="Shape 47"/>
          <p:cNvSpPr/>
          <p:nvPr/>
        </p:nvSpPr>
        <p:spPr>
          <a:xfrm>
            <a:off x="80295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0" name="Shape 48"/>
          <p:cNvSpPr/>
          <p:nvPr/>
        </p:nvSpPr>
        <p:spPr>
          <a:xfrm>
            <a:off x="82581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1" name="Shape 49"/>
          <p:cNvSpPr/>
          <p:nvPr/>
        </p:nvSpPr>
        <p:spPr>
          <a:xfrm>
            <a:off x="84867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2" name="Shape 50"/>
          <p:cNvSpPr/>
          <p:nvPr/>
        </p:nvSpPr>
        <p:spPr>
          <a:xfrm>
            <a:off x="87153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3" name="Shape 51"/>
          <p:cNvSpPr/>
          <p:nvPr/>
        </p:nvSpPr>
        <p:spPr>
          <a:xfrm>
            <a:off x="89439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4" name="Shape 52"/>
          <p:cNvSpPr/>
          <p:nvPr/>
        </p:nvSpPr>
        <p:spPr>
          <a:xfrm>
            <a:off x="91725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5" name="Shape 53"/>
          <p:cNvSpPr/>
          <p:nvPr/>
        </p:nvSpPr>
        <p:spPr>
          <a:xfrm>
            <a:off x="94011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6" name="Shape 54"/>
          <p:cNvSpPr/>
          <p:nvPr/>
        </p:nvSpPr>
        <p:spPr>
          <a:xfrm>
            <a:off x="96297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7" name="Text 55"/>
          <p:cNvSpPr/>
          <p:nvPr/>
        </p:nvSpPr>
        <p:spPr>
          <a:xfrm>
            <a:off x="10058400" y="9467850"/>
            <a:ext cx="4953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Multiple-report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3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L08</a:t>
            </a:r>
            <a:r>
              <a:rPr lang="en-US" sz="180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15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29/39</a:t>
            </a:r>
            <a:endParaRPr lang="en-US" sz="1800" dirty="0"/>
          </a:p>
        </p:txBody>
      </p:sp>
      <p:sp>
        <p:nvSpPr>
          <p:cNvPr id="58" name="Shape 56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59" name="Moda image moda-export-watermark-8784ac35-3517-4b52-8269-49f5eae8457c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6459200" cy="1809750"/>
          </a:xfrm>
          <a:prstGeom prst="rect">
            <a:avLst/>
          </a:prstGeom>
          <a:noFill/>
          <a:ln/>
        </p:spPr>
        <p:txBody>
          <a:bodyPr wrap="square" lIns="0" tIns="43434" rIns="0" bIns="-43434" rtlCol="0" anchor="t"/>
          <a:lstStyle/>
          <a:p>
            <a:pPr algn="l" indent="0" marL="0">
              <a:lnSpc>
                <a:spcPts val="6156"/>
              </a:lnSpc>
              <a:buNone/>
            </a:pPr>
            <a:r>
              <a:rPr lang="en-US" sz="5700" dirty="0" spc="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Nghe</a:t>
            </a:r>
            <a:r>
              <a:rPr lang="en-US" sz="5700" dirty="0" spc="-37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gọi</a:t>
            </a:r>
            <a:r>
              <a:rPr lang="en-US" sz="5700" dirty="0" spc="-1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tên,</a:t>
            </a:r>
            <a:r>
              <a:rPr lang="en-US" sz="5700" dirty="0" spc="-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quay</a:t>
            </a:r>
            <a:r>
              <a:rPr lang="en-US" sz="5700" dirty="0" spc="-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lại,</a:t>
            </a:r>
            <a:r>
              <a:rPr lang="en-US" sz="57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chào</a:t>
            </a:r>
            <a:r>
              <a:rPr lang="en-US" sz="5700" dirty="0" spc="-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bạn: sáu</a:t>
            </a:r>
            <a:r>
              <a:rPr lang="en-US" sz="5700" dirty="0" spc="-78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bước</a:t>
            </a:r>
            <a:endParaRPr lang="en-US" sz="5700" dirty="0"/>
          </a:p>
        </p:txBody>
      </p:sp>
      <p:sp>
        <p:nvSpPr>
          <p:cNvPr id="3" name="Shape 1"/>
          <p:cNvSpPr/>
          <p:nvPr/>
        </p:nvSpPr>
        <p:spPr>
          <a:xfrm>
            <a:off x="876300" y="2762250"/>
            <a:ext cx="4191000" cy="800100"/>
          </a:xfrm>
          <a:prstGeom prst="roundRect">
            <a:avLst>
              <a:gd name="adj" fmla="val 23810"/>
            </a:avLst>
          </a:prstGeom>
          <a:solidFill>
            <a:srgbClr val="1F3FD1"/>
          </a:solidFill>
          <a:ln/>
        </p:spPr>
      </p:sp>
      <p:sp>
        <p:nvSpPr>
          <p:cNvPr id="4" name="Text 2"/>
          <p:cNvSpPr/>
          <p:nvPr/>
        </p:nvSpPr>
        <p:spPr>
          <a:xfrm>
            <a:off x="876300" y="2762250"/>
            <a:ext cx="419100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dirty="0" spc="-82" kern="0">
                <a:solidFill>
                  <a:srgbClr val="FFFF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Tai</a:t>
            </a:r>
            <a:r>
              <a:rPr lang="en-US" sz="2550" dirty="0" spc="-22" kern="0">
                <a:solidFill>
                  <a:srgbClr val="FFFF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và</a:t>
            </a:r>
            <a:r>
              <a:rPr lang="en-US" sz="2550" dirty="0" spc="-8" kern="0">
                <a:solidFill>
                  <a:srgbClr val="FFFF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mắt</a:t>
            </a:r>
            <a:endParaRPr lang="en-US" sz="2550" dirty="0"/>
          </a:p>
        </p:txBody>
      </p:sp>
      <p:sp>
        <p:nvSpPr>
          <p:cNvPr id="5" name="Connector line-1792581209202-344403444"/>
          <p:cNvSpPr/>
          <p:nvPr/>
        </p:nvSpPr>
        <p:spPr>
          <a:xfrm>
            <a:off x="2971800" y="3562350"/>
            <a:ext cx="0" cy="5391150"/>
          </a:xfrm>
          <a:prstGeom prst="line">
            <a:avLst/>
          </a:prstGeom>
          <a:noFill/>
          <a:ln w="38100">
            <a:solidFill>
              <a:srgbClr val="DDD5C1"/>
            </a:solidFill>
            <a:prstDash val="lgDash"/>
            <a:headEnd type="none"/>
            <a:tailEnd type="none"/>
          </a:ln>
        </p:spPr>
      </p:sp>
      <p:sp>
        <p:nvSpPr>
          <p:cNvPr id="6" name="Shape 4"/>
          <p:cNvSpPr/>
          <p:nvPr/>
        </p:nvSpPr>
        <p:spPr>
          <a:xfrm>
            <a:off x="4991100" y="2762250"/>
            <a:ext cx="4191000" cy="800100"/>
          </a:xfrm>
          <a:prstGeom prst="roundRect">
            <a:avLst>
              <a:gd name="adj" fmla="val 23810"/>
            </a:avLst>
          </a:prstGeom>
          <a:solidFill>
            <a:srgbClr val="B45309"/>
          </a:solidFill>
          <a:ln/>
        </p:spPr>
      </p:sp>
      <p:sp>
        <p:nvSpPr>
          <p:cNvPr id="7" name="Text 5"/>
          <p:cNvSpPr/>
          <p:nvPr/>
        </p:nvSpPr>
        <p:spPr>
          <a:xfrm>
            <a:off x="4991100" y="2762250"/>
            <a:ext cx="419100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dirty="0" spc="1" kern="0">
                <a:solidFill>
                  <a:srgbClr val="FFFF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Thùy</a:t>
            </a:r>
            <a:r>
              <a:rPr lang="en-US" sz="2550" dirty="0" spc="-2" kern="0">
                <a:solidFill>
                  <a:srgbClr val="FFFF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thái</a:t>
            </a:r>
            <a:r>
              <a:rPr lang="en-US" sz="2550" dirty="0" spc="7" kern="0">
                <a:solidFill>
                  <a:srgbClr val="FFFF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dương</a:t>
            </a:r>
            <a:endParaRPr lang="en-US" sz="2550" dirty="0"/>
          </a:p>
        </p:txBody>
      </p:sp>
      <p:sp>
        <p:nvSpPr>
          <p:cNvPr id="8" name="Connector line-1792581209205-976704537"/>
          <p:cNvSpPr/>
          <p:nvPr/>
        </p:nvSpPr>
        <p:spPr>
          <a:xfrm>
            <a:off x="7086600" y="3562350"/>
            <a:ext cx="0" cy="5391150"/>
          </a:xfrm>
          <a:prstGeom prst="line">
            <a:avLst/>
          </a:prstGeom>
          <a:noFill/>
          <a:ln w="38100">
            <a:solidFill>
              <a:srgbClr val="DDD5C1"/>
            </a:solidFill>
            <a:prstDash val="lgDash"/>
            <a:headEnd type="none"/>
            <a:tailEnd type="none"/>
          </a:ln>
        </p:spPr>
      </p:sp>
      <p:sp>
        <p:nvSpPr>
          <p:cNvPr id="9" name="Shape 7"/>
          <p:cNvSpPr/>
          <p:nvPr/>
        </p:nvSpPr>
        <p:spPr>
          <a:xfrm>
            <a:off x="9105900" y="2762250"/>
            <a:ext cx="4191000" cy="800100"/>
          </a:xfrm>
          <a:prstGeom prst="roundRect">
            <a:avLst>
              <a:gd name="adj" fmla="val 23810"/>
            </a:avLst>
          </a:prstGeom>
          <a:solidFill>
            <a:srgbClr val="0F766E"/>
          </a:solidFill>
          <a:ln/>
        </p:spPr>
      </p:sp>
      <p:sp>
        <p:nvSpPr>
          <p:cNvPr id="10" name="Text 8"/>
          <p:cNvSpPr/>
          <p:nvPr/>
        </p:nvSpPr>
        <p:spPr>
          <a:xfrm>
            <a:off x="9105900" y="2762250"/>
            <a:ext cx="419100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dirty="0" spc="1" kern="0">
                <a:solidFill>
                  <a:srgbClr val="FFFF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Thùy</a:t>
            </a:r>
            <a:r>
              <a:rPr lang="en-US" sz="2550" dirty="0" spc="-4" kern="0">
                <a:solidFill>
                  <a:srgbClr val="FFFF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chẩm</a:t>
            </a:r>
            <a:endParaRPr lang="en-US" sz="2550" dirty="0"/>
          </a:p>
        </p:txBody>
      </p:sp>
      <p:sp>
        <p:nvSpPr>
          <p:cNvPr id="11" name="Connector line-1792581209206-529456035"/>
          <p:cNvSpPr/>
          <p:nvPr/>
        </p:nvSpPr>
        <p:spPr>
          <a:xfrm>
            <a:off x="11201400" y="3562350"/>
            <a:ext cx="0" cy="5391150"/>
          </a:xfrm>
          <a:prstGeom prst="line">
            <a:avLst/>
          </a:prstGeom>
          <a:noFill/>
          <a:ln w="38100">
            <a:solidFill>
              <a:srgbClr val="DDD5C1"/>
            </a:solidFill>
            <a:prstDash val="lgDash"/>
            <a:headEnd type="none"/>
            <a:tailEnd type="none"/>
          </a:ln>
        </p:spPr>
      </p:sp>
      <p:sp>
        <p:nvSpPr>
          <p:cNvPr id="12" name="Shape 10"/>
          <p:cNvSpPr/>
          <p:nvPr/>
        </p:nvSpPr>
        <p:spPr>
          <a:xfrm>
            <a:off x="13220700" y="2762250"/>
            <a:ext cx="4191000" cy="800100"/>
          </a:xfrm>
          <a:prstGeom prst="roundRect">
            <a:avLst>
              <a:gd name="adj" fmla="val 23810"/>
            </a:avLst>
          </a:prstGeom>
          <a:solidFill>
            <a:srgbClr val="E8472B"/>
          </a:solidFill>
          <a:ln/>
        </p:spPr>
      </p:sp>
      <p:sp>
        <p:nvSpPr>
          <p:cNvPr id="13" name="Text 11"/>
          <p:cNvSpPr/>
          <p:nvPr/>
        </p:nvSpPr>
        <p:spPr>
          <a:xfrm>
            <a:off x="13220700" y="2762250"/>
            <a:ext cx="419100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dirty="0" spc="1" kern="0">
                <a:solidFill>
                  <a:srgbClr val="FFFF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Thùy</a:t>
            </a:r>
            <a:r>
              <a:rPr lang="en-US" sz="2550" dirty="0" spc="13" kern="0">
                <a:solidFill>
                  <a:srgbClr val="FFFF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đỉnh</a:t>
            </a:r>
            <a:endParaRPr lang="en-US" sz="2550" dirty="0"/>
          </a:p>
        </p:txBody>
      </p:sp>
      <p:sp>
        <p:nvSpPr>
          <p:cNvPr id="14" name="Connector line-1792581209207-488471061"/>
          <p:cNvSpPr/>
          <p:nvPr/>
        </p:nvSpPr>
        <p:spPr>
          <a:xfrm>
            <a:off x="15316200" y="3562350"/>
            <a:ext cx="0" cy="5391150"/>
          </a:xfrm>
          <a:prstGeom prst="line">
            <a:avLst/>
          </a:prstGeom>
          <a:noFill/>
          <a:ln w="38100">
            <a:solidFill>
              <a:srgbClr val="DDD5C1"/>
            </a:solidFill>
            <a:prstDash val="lgDash"/>
            <a:headEnd type="none"/>
            <a:tailEnd type="none"/>
          </a:ln>
        </p:spPr>
      </p:sp>
      <p:sp>
        <p:nvSpPr>
          <p:cNvPr id="15" name="Connector line-1792581209207-97242039"/>
          <p:cNvSpPr/>
          <p:nvPr/>
        </p:nvSpPr>
        <p:spPr>
          <a:xfrm>
            <a:off x="2971800" y="4667250"/>
            <a:ext cx="4114800" cy="0"/>
          </a:xfrm>
          <a:prstGeom prst="line">
            <a:avLst/>
          </a:prstGeom>
          <a:noFill/>
          <a:ln w="47625">
            <a:solidFill>
              <a:srgbClr val="1F3FD1"/>
            </a:solidFill>
            <a:prstDash val="solid"/>
            <a:headEnd type="none"/>
            <a:tailEnd type="triangle"/>
          </a:ln>
        </p:spPr>
      </p:sp>
      <p:sp>
        <p:nvSpPr>
          <p:cNvPr id="16" name="Text 14"/>
          <p:cNvSpPr/>
          <p:nvPr/>
        </p:nvSpPr>
        <p:spPr>
          <a:xfrm>
            <a:off x="3067050" y="3771900"/>
            <a:ext cx="3924300" cy="762000"/>
          </a:xfrm>
          <a:prstGeom prst="rect">
            <a:avLst/>
          </a:prstGeom>
          <a:noFill/>
          <a:ln/>
        </p:spPr>
        <p:txBody>
          <a:bodyPr wrap="square" lIns="0" tIns="18371" rIns="0" bIns="-18371" rtlCol="0" anchor="b"/>
          <a:lstStyle/>
          <a:p>
            <a:pPr algn="ctr" indent="0" marL="0">
              <a:lnSpc>
                <a:spcPts val="2310"/>
              </a:lnSpc>
              <a:buNone/>
            </a:pPr>
            <a:r>
              <a:rPr lang="en-US" sz="2100" dirty="0" spc="-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1.</a:t>
            </a:r>
            <a:r>
              <a:rPr lang="en-US" sz="210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Thái</a:t>
            </a:r>
            <a:r>
              <a:rPr lang="en-US" sz="2100" dirty="0" spc="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dương</a:t>
            </a:r>
            <a:r>
              <a:rPr lang="en-US" sz="2100" dirty="0" spc="-1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trên:</a:t>
            </a:r>
            <a:r>
              <a:rPr lang="en-US" sz="2100" dirty="0" spc="-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tiếng</a:t>
            </a:r>
            <a:r>
              <a:rPr lang="en-US" sz="2100" dirty="0" spc="-8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gọi</a:t>
            </a:r>
            <a:r>
              <a:rPr lang="en-US" sz="2100" dirty="0" spc="-1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vào</a:t>
            </a:r>
            <a:r>
              <a:rPr lang="en-US" sz="2100" dirty="0" spc="-18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vỏ</a:t>
            </a:r>
            <a:r>
              <a:rPr lang="en-US" sz="210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thính</a:t>
            </a:r>
            <a:r>
              <a:rPr lang="en-US" sz="210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giác</a:t>
            </a:r>
            <a:endParaRPr lang="en-US" sz="2100" dirty="0"/>
          </a:p>
        </p:txBody>
      </p:sp>
      <p:sp>
        <p:nvSpPr>
          <p:cNvPr id="17" name="Connector line-1792581209209-890523973"/>
          <p:cNvSpPr/>
          <p:nvPr/>
        </p:nvSpPr>
        <p:spPr>
          <a:xfrm>
            <a:off x="7086600" y="4914900"/>
            <a:ext cx="0" cy="857250"/>
          </a:xfrm>
          <a:prstGeom prst="line">
            <a:avLst/>
          </a:prstGeom>
          <a:noFill/>
          <a:ln w="47625">
            <a:solidFill>
              <a:srgbClr val="B45309"/>
            </a:solidFill>
            <a:prstDash val="solid"/>
            <a:headEnd type="none"/>
            <a:tailEnd type="triangle"/>
          </a:ln>
        </p:spPr>
      </p:sp>
      <p:sp>
        <p:nvSpPr>
          <p:cNvPr id="18" name="Text 16"/>
          <p:cNvSpPr/>
          <p:nvPr/>
        </p:nvSpPr>
        <p:spPr>
          <a:xfrm>
            <a:off x="7315200" y="4914900"/>
            <a:ext cx="3352800" cy="857250"/>
          </a:xfrm>
          <a:prstGeom prst="rect">
            <a:avLst/>
          </a:prstGeom>
          <a:noFill/>
          <a:ln/>
        </p:spPr>
        <p:txBody>
          <a:bodyPr wrap="square" lIns="0" tIns="18371" rIns="0" bIns="-18371" rtlCol="0" anchor="t"/>
          <a:lstStyle/>
          <a:p>
            <a:pPr algn="l" indent="0" marL="0">
              <a:lnSpc>
                <a:spcPts val="2310"/>
              </a:lnSpc>
              <a:buNone/>
            </a:pPr>
            <a:r>
              <a:rPr lang="en-US" sz="2100" dirty="0" spc="-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2.</a:t>
            </a:r>
            <a:r>
              <a:rPr lang="en-US" sz="210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Thái</a:t>
            </a:r>
            <a:r>
              <a:rPr lang="en-US" sz="2100" dirty="0" spc="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dương:</a:t>
            </a:r>
            <a:r>
              <a:rPr lang="en-US" sz="210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hiểu</a:t>
            </a:r>
            <a:r>
              <a:rPr lang="en-US" sz="2100" dirty="0" spc="6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đó</a:t>
            </a:r>
            <a:r>
              <a:rPr lang="en-US" sz="2100" dirty="0" spc="-7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là</a:t>
            </a:r>
            <a:r>
              <a:rPr lang="en-US" sz="2100" dirty="0" spc="-8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tên</a:t>
            </a:r>
            <a:r>
              <a:rPr lang="en-US" sz="2100" dirty="0" spc="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mình</a:t>
            </a:r>
            <a:endParaRPr lang="en-US" sz="2100" dirty="0"/>
          </a:p>
        </p:txBody>
      </p:sp>
      <p:sp>
        <p:nvSpPr>
          <p:cNvPr id="19" name="Connector line-1792581209211-278647112"/>
          <p:cNvSpPr/>
          <p:nvPr/>
        </p:nvSpPr>
        <p:spPr>
          <a:xfrm>
            <a:off x="7086600" y="6210300"/>
            <a:ext cx="8229600" cy="0"/>
          </a:xfrm>
          <a:prstGeom prst="line">
            <a:avLst/>
          </a:prstGeom>
          <a:noFill/>
          <a:ln w="47625">
            <a:solidFill>
              <a:srgbClr val="0F766E"/>
            </a:solidFill>
            <a:prstDash val="solid"/>
            <a:headEnd type="none"/>
            <a:tailEnd type="triangle"/>
          </a:ln>
        </p:spPr>
      </p:sp>
      <p:sp>
        <p:nvSpPr>
          <p:cNvPr id="20" name="Text 18"/>
          <p:cNvSpPr/>
          <p:nvPr/>
        </p:nvSpPr>
        <p:spPr>
          <a:xfrm>
            <a:off x="10858500" y="5448300"/>
            <a:ext cx="4343400" cy="666750"/>
          </a:xfrm>
          <a:prstGeom prst="rect">
            <a:avLst/>
          </a:prstGeom>
          <a:noFill/>
          <a:ln/>
        </p:spPr>
        <p:txBody>
          <a:bodyPr wrap="square" lIns="0" tIns="18371" rIns="0" bIns="-18371" rtlCol="0" anchor="b"/>
          <a:lstStyle/>
          <a:p>
            <a:pPr algn="ctr" indent="0" marL="0">
              <a:lnSpc>
                <a:spcPts val="2310"/>
              </a:lnSpc>
              <a:buNone/>
            </a:pPr>
            <a:r>
              <a:rPr lang="en-US" sz="210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3.</a:t>
            </a:r>
            <a:r>
              <a:rPr lang="en-US" sz="210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Thái</a:t>
            </a:r>
            <a:r>
              <a:rPr lang="en-US" sz="2100" dirty="0" spc="8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dương–đỉnh</a:t>
            </a:r>
            <a:r>
              <a:rPr lang="en-US" sz="210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(phải):</a:t>
            </a:r>
            <a:r>
              <a:rPr lang="en-US" sz="210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chú ý</a:t>
            </a:r>
            <a:r>
              <a:rPr lang="en-US" sz="2100" dirty="0" spc="-7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quay</a:t>
            </a:r>
            <a:r>
              <a:rPr lang="en-US" sz="2100" dirty="0" spc="-17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về</a:t>
            </a:r>
            <a:r>
              <a:rPr lang="en-US" sz="2100" dirty="0" spc="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hướng</a:t>
            </a:r>
            <a:r>
              <a:rPr lang="en-US" sz="2100" dirty="0" spc="-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tiếng</a:t>
            </a:r>
            <a:r>
              <a:rPr lang="en-US" sz="2100" dirty="0" spc="-7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gọi</a:t>
            </a:r>
            <a:endParaRPr lang="en-US" sz="2100" dirty="0"/>
          </a:p>
        </p:txBody>
      </p:sp>
      <p:sp>
        <p:nvSpPr>
          <p:cNvPr id="21" name="Connector line-1792581209213-765394065"/>
          <p:cNvSpPr/>
          <p:nvPr/>
        </p:nvSpPr>
        <p:spPr>
          <a:xfrm>
            <a:off x="2971800" y="6981825"/>
            <a:ext cx="8229600" cy="0"/>
          </a:xfrm>
          <a:prstGeom prst="line">
            <a:avLst/>
          </a:prstGeom>
          <a:noFill/>
          <a:ln w="47625">
            <a:solidFill>
              <a:srgbClr val="E8472B"/>
            </a:solidFill>
            <a:prstDash val="solid"/>
            <a:headEnd type="none"/>
            <a:tailEnd type="triangle"/>
          </a:ln>
        </p:spPr>
      </p:sp>
      <p:sp>
        <p:nvSpPr>
          <p:cNvPr id="22" name="Text 20"/>
          <p:cNvSpPr/>
          <p:nvPr/>
        </p:nvSpPr>
        <p:spPr>
          <a:xfrm>
            <a:off x="3067050" y="6200775"/>
            <a:ext cx="8039100" cy="685800"/>
          </a:xfrm>
          <a:prstGeom prst="rect">
            <a:avLst/>
          </a:prstGeom>
          <a:noFill/>
          <a:ln/>
        </p:spPr>
        <p:txBody>
          <a:bodyPr wrap="square" lIns="0" tIns="19683" rIns="0" bIns="-19683" rtlCol="0" anchor="b"/>
          <a:lstStyle/>
          <a:p>
            <a:pPr algn="ctr" indent="0" marL="0">
              <a:lnSpc>
                <a:spcPts val="2475"/>
              </a:lnSpc>
              <a:buNone/>
            </a:pPr>
            <a:r>
              <a:rPr lang="en-US" sz="2250" dirty="0" spc="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4.</a:t>
            </a:r>
            <a:r>
              <a:rPr lang="en-US" sz="2250" dirty="0" spc="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Chẩm: hình</a:t>
            </a:r>
            <a:r>
              <a:rPr lang="en-US" sz="2250" dirty="0" spc="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ảnh</a:t>
            </a:r>
            <a:r>
              <a:rPr lang="en-US" sz="2250" dirty="0" spc="-1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vào</a:t>
            </a:r>
            <a:r>
              <a:rPr lang="en-US" sz="225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V1</a:t>
            </a:r>
            <a:endParaRPr lang="en-US" sz="2250" dirty="0"/>
          </a:p>
        </p:txBody>
      </p:sp>
      <p:sp>
        <p:nvSpPr>
          <p:cNvPr id="23" name="Connector line-1792581209215-130440437"/>
          <p:cNvSpPr/>
          <p:nvPr/>
        </p:nvSpPr>
        <p:spPr>
          <a:xfrm flipH="1">
            <a:off x="7086600" y="7753350"/>
            <a:ext cx="4114800" cy="0"/>
          </a:xfrm>
          <a:prstGeom prst="line">
            <a:avLst/>
          </a:prstGeom>
          <a:noFill/>
          <a:ln w="47625">
            <a:solidFill>
              <a:srgbClr val="1F3FD1"/>
            </a:solidFill>
            <a:prstDash val="solid"/>
            <a:headEnd type="none"/>
            <a:tailEnd type="triangle"/>
          </a:ln>
        </p:spPr>
      </p:sp>
      <p:sp>
        <p:nvSpPr>
          <p:cNvPr id="24" name="Text 22"/>
          <p:cNvSpPr/>
          <p:nvPr/>
        </p:nvSpPr>
        <p:spPr>
          <a:xfrm>
            <a:off x="7181850" y="6972300"/>
            <a:ext cx="3924300" cy="685800"/>
          </a:xfrm>
          <a:prstGeom prst="rect">
            <a:avLst/>
          </a:prstGeom>
          <a:noFill/>
          <a:ln/>
        </p:spPr>
        <p:txBody>
          <a:bodyPr wrap="square" lIns="0" tIns="19683" rIns="0" bIns="-19683" rtlCol="0" anchor="b"/>
          <a:lstStyle/>
          <a:p>
            <a:pPr algn="ctr" indent="0" marL="0">
              <a:lnSpc>
                <a:spcPts val="2475"/>
              </a:lnSpc>
              <a:buNone/>
            </a:pPr>
            <a:r>
              <a:rPr lang="en-US" sz="2250" dirty="0" spc="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5.</a:t>
            </a:r>
            <a:r>
              <a:rPr lang="en-US" sz="2250" dirty="0" spc="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Thái</a:t>
            </a:r>
            <a:r>
              <a:rPr lang="en-US" sz="2250" dirty="0" spc="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dương</a:t>
            </a:r>
            <a:r>
              <a:rPr lang="en-US" sz="2250" dirty="0" spc="1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dưới:</a:t>
            </a:r>
            <a:r>
              <a:rPr lang="en-US" sz="2250" dirty="0" spc="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nhận</a:t>
            </a:r>
            <a:r>
              <a:rPr lang="en-US" sz="2250" dirty="0" spc="-19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ra</a:t>
            </a:r>
            <a:r>
              <a:rPr lang="en-US" sz="2250" dirty="0" spc="-8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mặt</a:t>
            </a:r>
            <a:r>
              <a:rPr lang="en-US" sz="225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bạn</a:t>
            </a:r>
            <a:endParaRPr lang="en-US" sz="2250" dirty="0"/>
          </a:p>
        </p:txBody>
      </p:sp>
      <p:sp>
        <p:nvSpPr>
          <p:cNvPr id="25" name="Connector line-1792581209216-778628301"/>
          <p:cNvSpPr/>
          <p:nvPr/>
        </p:nvSpPr>
        <p:spPr>
          <a:xfrm>
            <a:off x="15316200" y="8001000"/>
            <a:ext cx="0" cy="857250"/>
          </a:xfrm>
          <a:prstGeom prst="line">
            <a:avLst/>
          </a:prstGeom>
          <a:noFill/>
          <a:ln w="47625">
            <a:solidFill>
              <a:srgbClr val="B45309"/>
            </a:solidFill>
            <a:prstDash val="solid"/>
            <a:headEnd type="none"/>
            <a:tailEnd type="triangle"/>
          </a:ln>
        </p:spPr>
      </p:sp>
      <p:sp>
        <p:nvSpPr>
          <p:cNvPr id="26" name="Text 24"/>
          <p:cNvSpPr/>
          <p:nvPr/>
        </p:nvSpPr>
        <p:spPr>
          <a:xfrm>
            <a:off x="11734800" y="8001000"/>
            <a:ext cx="3352800" cy="857250"/>
          </a:xfrm>
          <a:prstGeom prst="rect">
            <a:avLst/>
          </a:prstGeom>
          <a:noFill/>
          <a:ln/>
        </p:spPr>
        <p:txBody>
          <a:bodyPr wrap="square" lIns="0" tIns="18371" rIns="0" bIns="-18371" rtlCol="0" anchor="ctr"/>
          <a:lstStyle/>
          <a:p>
            <a:pPr algn="r" indent="0" marL="0">
              <a:lnSpc>
                <a:spcPts val="2310"/>
              </a:lnSpc>
              <a:buNone/>
            </a:pPr>
            <a:r>
              <a:rPr lang="en-US" sz="210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6. Đỉnh</a:t>
            </a:r>
            <a:r>
              <a:rPr lang="en-US" sz="2100" dirty="0" spc="-6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sau</a:t>
            </a:r>
            <a:r>
              <a:rPr lang="en-US" sz="2100" dirty="0" spc="-16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rồi</a:t>
            </a:r>
            <a:r>
              <a:rPr lang="en-US" sz="2100" dirty="0" spc="-1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trán:</a:t>
            </a:r>
            <a:r>
              <a:rPr lang="en-US" sz="2100" dirty="0" spc="-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giơ</a:t>
            </a:r>
            <a:r>
              <a:rPr lang="en-US" sz="2100" dirty="0" spc="-1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tay</a:t>
            </a:r>
            <a:r>
              <a:rPr lang="en-US" sz="2100" dirty="0" spc="-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chào,</a:t>
            </a:r>
            <a:r>
              <a:rPr lang="en-US" sz="2100" dirty="0" spc="-1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bắt</a:t>
            </a:r>
            <a:r>
              <a:rPr lang="en-US" sz="2100" dirty="0" spc="-1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tay</a:t>
            </a:r>
            <a:endParaRPr lang="en-US" sz="2100" dirty="0"/>
          </a:p>
        </p:txBody>
      </p:sp>
      <p:sp>
        <p:nvSpPr>
          <p:cNvPr id="27" name="Text 25"/>
          <p:cNvSpPr/>
          <p:nvPr/>
        </p:nvSpPr>
        <p:spPr>
          <a:xfrm>
            <a:off x="914400" y="8991600"/>
            <a:ext cx="164592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Nguồn:</a:t>
            </a:r>
            <a:r>
              <a:rPr lang="en-US" sz="180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[S1] [S4]</a:t>
            </a:r>
            <a:r>
              <a:rPr lang="en-US" sz="180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[S5]</a:t>
            </a:r>
            <a:r>
              <a:rPr lang="en-US" sz="180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[S7]</a:t>
            </a:r>
            <a:r>
              <a:rPr lang="en-US" sz="180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[S8]</a:t>
            </a:r>
            <a:r>
              <a:rPr lang="en-US" sz="180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[S9]</a:t>
            </a:r>
            <a:endParaRPr lang="en-US" sz="1800" dirty="0"/>
          </a:p>
        </p:txBody>
      </p:sp>
      <p:sp>
        <p:nvSpPr>
          <p:cNvPr id="28" name="Shape 26"/>
          <p:cNvSpPr/>
          <p:nvPr/>
        </p:nvSpPr>
        <p:spPr>
          <a:xfrm>
            <a:off x="9429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11715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14001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16287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18573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20859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23145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25431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27717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30003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32289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34575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36861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39147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41433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43719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4" name="Shape 42"/>
          <p:cNvSpPr/>
          <p:nvPr/>
        </p:nvSpPr>
        <p:spPr>
          <a:xfrm>
            <a:off x="46005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5" name="Shape 43"/>
          <p:cNvSpPr/>
          <p:nvPr/>
        </p:nvSpPr>
        <p:spPr>
          <a:xfrm>
            <a:off x="48291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6" name="Shape 44"/>
          <p:cNvSpPr/>
          <p:nvPr/>
        </p:nvSpPr>
        <p:spPr>
          <a:xfrm>
            <a:off x="50577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7" name="Shape 45"/>
          <p:cNvSpPr/>
          <p:nvPr/>
        </p:nvSpPr>
        <p:spPr>
          <a:xfrm>
            <a:off x="52863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8" name="Shape 46"/>
          <p:cNvSpPr/>
          <p:nvPr/>
        </p:nvSpPr>
        <p:spPr>
          <a:xfrm>
            <a:off x="55149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9" name="Shape 47"/>
          <p:cNvSpPr/>
          <p:nvPr/>
        </p:nvSpPr>
        <p:spPr>
          <a:xfrm>
            <a:off x="57435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0" name="Shape 48"/>
          <p:cNvSpPr/>
          <p:nvPr/>
        </p:nvSpPr>
        <p:spPr>
          <a:xfrm>
            <a:off x="59721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1" name="Shape 49"/>
          <p:cNvSpPr/>
          <p:nvPr/>
        </p:nvSpPr>
        <p:spPr>
          <a:xfrm>
            <a:off x="62007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2" name="Shape 50"/>
          <p:cNvSpPr/>
          <p:nvPr/>
        </p:nvSpPr>
        <p:spPr>
          <a:xfrm>
            <a:off x="64293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3" name="Shape 51"/>
          <p:cNvSpPr/>
          <p:nvPr/>
        </p:nvSpPr>
        <p:spPr>
          <a:xfrm>
            <a:off x="66579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4" name="Shape 52"/>
          <p:cNvSpPr/>
          <p:nvPr/>
        </p:nvSpPr>
        <p:spPr>
          <a:xfrm>
            <a:off x="68865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5" name="Shape 53"/>
          <p:cNvSpPr/>
          <p:nvPr/>
        </p:nvSpPr>
        <p:spPr>
          <a:xfrm>
            <a:off x="71151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6" name="Shape 54"/>
          <p:cNvSpPr/>
          <p:nvPr/>
        </p:nvSpPr>
        <p:spPr>
          <a:xfrm>
            <a:off x="73437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7" name="Shape 55"/>
          <p:cNvSpPr/>
          <p:nvPr/>
        </p:nvSpPr>
        <p:spPr>
          <a:xfrm>
            <a:off x="7553325" y="9544050"/>
            <a:ext cx="152400" cy="1524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58" name="Shape 56"/>
          <p:cNvSpPr/>
          <p:nvPr/>
        </p:nvSpPr>
        <p:spPr>
          <a:xfrm>
            <a:off x="78009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9" name="Shape 57"/>
          <p:cNvSpPr/>
          <p:nvPr/>
        </p:nvSpPr>
        <p:spPr>
          <a:xfrm>
            <a:off x="80295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0" name="Shape 58"/>
          <p:cNvSpPr/>
          <p:nvPr/>
        </p:nvSpPr>
        <p:spPr>
          <a:xfrm>
            <a:off x="82581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1" name="Shape 59"/>
          <p:cNvSpPr/>
          <p:nvPr/>
        </p:nvSpPr>
        <p:spPr>
          <a:xfrm>
            <a:off x="84867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2" name="Shape 60"/>
          <p:cNvSpPr/>
          <p:nvPr/>
        </p:nvSpPr>
        <p:spPr>
          <a:xfrm>
            <a:off x="87153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3" name="Shape 61"/>
          <p:cNvSpPr/>
          <p:nvPr/>
        </p:nvSpPr>
        <p:spPr>
          <a:xfrm>
            <a:off x="89439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4" name="Shape 62"/>
          <p:cNvSpPr/>
          <p:nvPr/>
        </p:nvSpPr>
        <p:spPr>
          <a:xfrm>
            <a:off x="91725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5" name="Shape 63"/>
          <p:cNvSpPr/>
          <p:nvPr/>
        </p:nvSpPr>
        <p:spPr>
          <a:xfrm>
            <a:off x="94011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6" name="Shape 64"/>
          <p:cNvSpPr/>
          <p:nvPr/>
        </p:nvSpPr>
        <p:spPr>
          <a:xfrm>
            <a:off x="96297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7" name="Text 65"/>
          <p:cNvSpPr/>
          <p:nvPr/>
        </p:nvSpPr>
        <p:spPr>
          <a:xfrm>
            <a:off x="10058400" y="9467850"/>
            <a:ext cx="4953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6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Multiple-report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3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L08</a:t>
            </a:r>
            <a:r>
              <a:rPr lang="en-US" sz="180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16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30/39</a:t>
            </a:r>
            <a:endParaRPr lang="en-US" sz="1800" dirty="0"/>
          </a:p>
        </p:txBody>
      </p:sp>
      <p:sp>
        <p:nvSpPr>
          <p:cNvPr id="68" name="Shape 66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69" name="Moda image moda-export-watermark-9463d830-2a7e-46e1-9f2d-50ed19cb68cb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6459200" cy="1809750"/>
          </a:xfrm>
          <a:prstGeom prst="rect">
            <a:avLst/>
          </a:prstGeom>
          <a:noFill/>
          <a:ln/>
        </p:spPr>
        <p:txBody>
          <a:bodyPr wrap="square" lIns="0" tIns="43434" rIns="0" bIns="-43434" rtlCol="0" anchor="t"/>
          <a:lstStyle/>
          <a:p>
            <a:pPr algn="l" indent="0" marL="0">
              <a:lnSpc>
                <a:spcPts val="6156"/>
              </a:lnSpc>
              <a:buNone/>
            </a:pPr>
            <a:r>
              <a:rPr lang="en-US" sz="57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Việc</a:t>
            </a:r>
            <a:r>
              <a:rPr lang="en-US" sz="5700" dirty="0" spc="-18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đời</a:t>
            </a:r>
            <a:r>
              <a:rPr lang="en-US" sz="5700" dirty="0" spc="-5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thường</a:t>
            </a:r>
            <a:r>
              <a:rPr lang="en-US" sz="5700" dirty="0" spc="-7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mượn</a:t>
            </a:r>
            <a:r>
              <a:rPr lang="en-US" sz="57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nhiều</a:t>
            </a:r>
            <a:r>
              <a:rPr lang="en-US" sz="57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thùy</a:t>
            </a:r>
            <a:r>
              <a:rPr lang="en-US" sz="57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cùng</a:t>
            </a:r>
            <a:r>
              <a:rPr lang="en-US" sz="5700" dirty="0" spc="-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lúc</a:t>
            </a:r>
            <a:endParaRPr lang="en-US" sz="5700" dirty="0"/>
          </a:p>
        </p:txBody>
      </p:sp>
      <p:sp>
        <p:nvSpPr>
          <p:cNvPr id="3" name="Shape 1"/>
          <p:cNvSpPr/>
          <p:nvPr/>
        </p:nvSpPr>
        <p:spPr>
          <a:xfrm>
            <a:off x="914400" y="3048000"/>
            <a:ext cx="3857625" cy="4953000"/>
          </a:xfrm>
          <a:prstGeom prst="roundRect">
            <a:avLst>
              <a:gd name="adj" fmla="val 6914"/>
            </a:avLst>
          </a:prstGeom>
          <a:solidFill>
            <a:srgbClr val="1E212B"/>
          </a:solidFill>
          <a:ln/>
        </p:spPr>
      </p:sp>
      <p:sp>
        <p:nvSpPr>
          <p:cNvPr id="4" name="Shape 2"/>
          <p:cNvSpPr/>
          <p:nvPr/>
        </p:nvSpPr>
        <p:spPr>
          <a:xfrm>
            <a:off x="914400" y="3048000"/>
            <a:ext cx="3857625" cy="152400"/>
          </a:xfrm>
          <a:prstGeom prst="roundRect">
            <a:avLst>
              <a:gd name="adj" fmla="val 50000"/>
            </a:avLst>
          </a:prstGeom>
          <a:solidFill>
            <a:srgbClr val="7C93FF"/>
          </a:solidFill>
          <a:ln/>
        </p:spPr>
      </p:sp>
      <p:sp>
        <p:nvSpPr>
          <p:cNvPr id="5" name="Text 3"/>
          <p:cNvSpPr/>
          <p:nvPr/>
        </p:nvSpPr>
        <p:spPr>
          <a:xfrm>
            <a:off x="1295400" y="3543300"/>
            <a:ext cx="3095625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0" dirty="0" spc="-23" kern="0">
                <a:solidFill>
                  <a:srgbClr val="7C93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01</a:t>
            </a:r>
            <a:endParaRPr lang="en-US" sz="7200" dirty="0"/>
          </a:p>
        </p:txBody>
      </p:sp>
      <p:sp>
        <p:nvSpPr>
          <p:cNvPr id="6" name="Text 4"/>
          <p:cNvSpPr/>
          <p:nvPr/>
        </p:nvSpPr>
        <p:spPr>
          <a:xfrm>
            <a:off x="1295400" y="4857750"/>
            <a:ext cx="3095625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Nhìn</a:t>
            </a:r>
            <a:r>
              <a:rPr lang="en-US" sz="2700" b="1" dirty="0" spc="-2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70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nhận</a:t>
            </a:r>
            <a:r>
              <a:rPr lang="en-US" sz="2700" b="1" dirty="0" spc="-1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mặt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1295400" y="6000750"/>
            <a:ext cx="3095625" cy="1905000"/>
          </a:xfrm>
          <a:prstGeom prst="rect">
            <a:avLst/>
          </a:prstGeom>
          <a:noFill/>
          <a:ln/>
        </p:spPr>
        <p:txBody>
          <a:bodyPr wrap="square" lIns="0" tIns="13764" rIns="0" bIns="-13764" rtlCol="0" anchor="t"/>
          <a:lstStyle/>
          <a:p>
            <a:pPr algn="l" indent="0" marL="0">
              <a:lnSpc>
                <a:spcPts val="3315"/>
              </a:lnSpc>
              <a:buNone/>
            </a:pPr>
            <a:r>
              <a:rPr lang="en-US" sz="255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thùy</a:t>
            </a:r>
            <a:r>
              <a:rPr lang="en-US" sz="25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chẩm, thùy thái</a:t>
            </a:r>
            <a:r>
              <a:rPr lang="en-US" sz="2550" dirty="0" spc="5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dương</a:t>
            </a:r>
            <a:endParaRPr lang="en-US" sz="2550" dirty="0"/>
          </a:p>
        </p:txBody>
      </p:sp>
      <p:sp>
        <p:nvSpPr>
          <p:cNvPr id="8" name="Shape 6"/>
          <p:cNvSpPr/>
          <p:nvPr/>
        </p:nvSpPr>
        <p:spPr>
          <a:xfrm>
            <a:off x="5114925" y="3048000"/>
            <a:ext cx="3857625" cy="4953000"/>
          </a:xfrm>
          <a:prstGeom prst="roundRect">
            <a:avLst>
              <a:gd name="adj" fmla="val 6914"/>
            </a:avLst>
          </a:prstGeom>
          <a:solidFill>
            <a:srgbClr val="1E212B"/>
          </a:solidFill>
          <a:ln/>
        </p:spPr>
      </p:sp>
      <p:sp>
        <p:nvSpPr>
          <p:cNvPr id="9" name="Shape 7"/>
          <p:cNvSpPr/>
          <p:nvPr/>
        </p:nvSpPr>
        <p:spPr>
          <a:xfrm>
            <a:off x="5114925" y="3048000"/>
            <a:ext cx="3857625" cy="152400"/>
          </a:xfrm>
          <a:prstGeom prst="roundRect">
            <a:avLst>
              <a:gd name="adj" fmla="val 50000"/>
            </a:avLst>
          </a:prstGeom>
          <a:solidFill>
            <a:srgbClr val="FFB454"/>
          </a:solidFill>
          <a:ln/>
        </p:spPr>
      </p:sp>
      <p:sp>
        <p:nvSpPr>
          <p:cNvPr id="10" name="Text 8"/>
          <p:cNvSpPr/>
          <p:nvPr/>
        </p:nvSpPr>
        <p:spPr>
          <a:xfrm>
            <a:off x="5495925" y="3543300"/>
            <a:ext cx="3095625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0" dirty="0" spc="-4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02</a:t>
            </a:r>
            <a:endParaRPr lang="en-US" sz="7200" dirty="0"/>
          </a:p>
        </p:txBody>
      </p:sp>
      <p:sp>
        <p:nvSpPr>
          <p:cNvPr id="11" name="Text 9"/>
          <p:cNvSpPr/>
          <p:nvPr/>
        </p:nvSpPr>
        <p:spPr>
          <a:xfrm>
            <a:off x="5495925" y="4857750"/>
            <a:ext cx="3095625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 spc="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Cầm</a:t>
            </a:r>
            <a:r>
              <a:rPr lang="en-US" sz="2700" b="1" dirty="0" spc="-1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700" b="1" dirty="0" spc="-2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vật</a:t>
            </a:r>
            <a:endParaRPr lang="en-US" sz="2700" dirty="0"/>
          </a:p>
        </p:txBody>
      </p:sp>
      <p:sp>
        <p:nvSpPr>
          <p:cNvPr id="12" name="Text 10"/>
          <p:cNvSpPr/>
          <p:nvPr/>
        </p:nvSpPr>
        <p:spPr>
          <a:xfrm>
            <a:off x="5495925" y="6000750"/>
            <a:ext cx="3095625" cy="1905000"/>
          </a:xfrm>
          <a:prstGeom prst="rect">
            <a:avLst/>
          </a:prstGeom>
          <a:noFill/>
          <a:ln/>
        </p:spPr>
        <p:txBody>
          <a:bodyPr wrap="square" lIns="0" tIns="13764" rIns="0" bIns="-13764" rtlCol="0" anchor="t"/>
          <a:lstStyle/>
          <a:p>
            <a:pPr algn="l" indent="0" marL="0">
              <a:lnSpc>
                <a:spcPts val="3315"/>
              </a:lnSpc>
              <a:buNone/>
            </a:pPr>
            <a:r>
              <a:rPr lang="en-US" sz="25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thị</a:t>
            </a:r>
            <a:r>
              <a:rPr lang="en-US" sz="25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giác,</a:t>
            </a:r>
            <a:r>
              <a:rPr lang="en-US" sz="255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vùng</a:t>
            </a:r>
            <a:r>
              <a:rPr lang="en-US" sz="2550" dirty="0" spc="2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đỉnh</a:t>
            </a:r>
            <a:r>
              <a:rPr lang="en-US" sz="2550" dirty="0" spc="-5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sau,</a:t>
            </a:r>
            <a:r>
              <a:rPr lang="en-US" sz="255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vùng</a:t>
            </a:r>
            <a:r>
              <a:rPr lang="en-US" sz="2550" dirty="0" spc="-15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vận</a:t>
            </a:r>
            <a:r>
              <a:rPr lang="en-US" sz="2550" dirty="0" spc="1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động</a:t>
            </a:r>
            <a:r>
              <a:rPr lang="en-US" sz="25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ở</a:t>
            </a:r>
            <a:r>
              <a:rPr lang="en-US" sz="255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thùy</a:t>
            </a:r>
            <a:r>
              <a:rPr lang="en-US" sz="2550" dirty="0" spc="-2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trán</a:t>
            </a:r>
            <a:endParaRPr lang="en-US" sz="2550" dirty="0"/>
          </a:p>
        </p:txBody>
      </p:sp>
      <p:sp>
        <p:nvSpPr>
          <p:cNvPr id="13" name="Shape 11"/>
          <p:cNvSpPr/>
          <p:nvPr/>
        </p:nvSpPr>
        <p:spPr>
          <a:xfrm>
            <a:off x="9315450" y="3048000"/>
            <a:ext cx="3857625" cy="4953000"/>
          </a:xfrm>
          <a:prstGeom prst="roundRect">
            <a:avLst>
              <a:gd name="adj" fmla="val 6914"/>
            </a:avLst>
          </a:prstGeom>
          <a:solidFill>
            <a:srgbClr val="1E212B"/>
          </a:solidFill>
          <a:ln/>
        </p:spPr>
      </p:sp>
      <p:sp>
        <p:nvSpPr>
          <p:cNvPr id="14" name="Shape 12"/>
          <p:cNvSpPr/>
          <p:nvPr/>
        </p:nvSpPr>
        <p:spPr>
          <a:xfrm>
            <a:off x="9315450" y="3048000"/>
            <a:ext cx="3857625" cy="152400"/>
          </a:xfrm>
          <a:prstGeom prst="roundRect">
            <a:avLst>
              <a:gd name="adj" fmla="val 50000"/>
            </a:avLst>
          </a:prstGeom>
          <a:solidFill>
            <a:srgbClr val="3DD6A0"/>
          </a:solidFill>
          <a:ln/>
        </p:spPr>
      </p:sp>
      <p:sp>
        <p:nvSpPr>
          <p:cNvPr id="15" name="Text 13"/>
          <p:cNvSpPr/>
          <p:nvPr/>
        </p:nvSpPr>
        <p:spPr>
          <a:xfrm>
            <a:off x="9696450" y="3543300"/>
            <a:ext cx="3095625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0" dirty="0" spc="-11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03</a:t>
            </a:r>
            <a:endParaRPr lang="en-US" sz="7200" dirty="0"/>
          </a:p>
        </p:txBody>
      </p:sp>
      <p:sp>
        <p:nvSpPr>
          <p:cNvPr id="16" name="Text 14"/>
          <p:cNvSpPr/>
          <p:nvPr/>
        </p:nvSpPr>
        <p:spPr>
          <a:xfrm>
            <a:off x="9696450" y="4857750"/>
            <a:ext cx="3095625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Nghe</a:t>
            </a:r>
            <a:r>
              <a:rPr lang="en-US" sz="2700" b="1" dirty="0" spc="-2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700" b="1" dirty="0" spc="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đáp</a:t>
            </a:r>
            <a:r>
              <a:rPr lang="en-US" sz="2700" b="1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lời</a:t>
            </a:r>
            <a:endParaRPr lang="en-US" sz="2700" dirty="0"/>
          </a:p>
        </p:txBody>
      </p:sp>
      <p:sp>
        <p:nvSpPr>
          <p:cNvPr id="17" name="Text 15"/>
          <p:cNvSpPr/>
          <p:nvPr/>
        </p:nvSpPr>
        <p:spPr>
          <a:xfrm>
            <a:off x="9696450" y="6000750"/>
            <a:ext cx="3095625" cy="1905000"/>
          </a:xfrm>
          <a:prstGeom prst="rect">
            <a:avLst/>
          </a:prstGeom>
          <a:noFill/>
          <a:ln/>
        </p:spPr>
        <p:txBody>
          <a:bodyPr wrap="square" lIns="0" tIns="13764" rIns="0" bIns="-13764" rtlCol="0" anchor="t"/>
          <a:lstStyle/>
          <a:p>
            <a:pPr algn="l" indent="0" marL="0">
              <a:lnSpc>
                <a:spcPts val="3315"/>
              </a:lnSpc>
              <a:buNone/>
            </a:pPr>
            <a:r>
              <a:rPr lang="en-US" sz="255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thùy</a:t>
            </a:r>
            <a:r>
              <a:rPr lang="en-US" sz="25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thái</a:t>
            </a:r>
            <a:r>
              <a:rPr lang="en-US" sz="2550" dirty="0" spc="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dương,</a:t>
            </a:r>
            <a:r>
              <a:rPr lang="en-US" sz="255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thùy</a:t>
            </a:r>
            <a:r>
              <a:rPr lang="en-US" sz="2550" dirty="0" spc="-2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trán</a:t>
            </a:r>
            <a:endParaRPr lang="en-US" sz="2550" dirty="0"/>
          </a:p>
        </p:txBody>
      </p:sp>
      <p:sp>
        <p:nvSpPr>
          <p:cNvPr id="18" name="Shape 16"/>
          <p:cNvSpPr/>
          <p:nvPr/>
        </p:nvSpPr>
        <p:spPr>
          <a:xfrm>
            <a:off x="13515975" y="3048000"/>
            <a:ext cx="3857625" cy="4953000"/>
          </a:xfrm>
          <a:prstGeom prst="roundRect">
            <a:avLst>
              <a:gd name="adj" fmla="val 6914"/>
            </a:avLst>
          </a:prstGeom>
          <a:solidFill>
            <a:srgbClr val="1E212B"/>
          </a:solidFill>
          <a:ln/>
        </p:spPr>
      </p:sp>
      <p:sp>
        <p:nvSpPr>
          <p:cNvPr id="19" name="Shape 17"/>
          <p:cNvSpPr/>
          <p:nvPr/>
        </p:nvSpPr>
        <p:spPr>
          <a:xfrm>
            <a:off x="13515975" y="3048000"/>
            <a:ext cx="3857625" cy="152400"/>
          </a:xfrm>
          <a:prstGeom prst="roundRect">
            <a:avLst>
              <a:gd name="adj" fmla="val 50000"/>
            </a:avLst>
          </a:prstGeom>
          <a:solidFill>
            <a:srgbClr val="FF6A4D"/>
          </a:solidFill>
          <a:ln/>
        </p:spPr>
      </p:sp>
      <p:sp>
        <p:nvSpPr>
          <p:cNvPr id="20" name="Text 18"/>
          <p:cNvSpPr/>
          <p:nvPr/>
        </p:nvSpPr>
        <p:spPr>
          <a:xfrm>
            <a:off x="13896975" y="3543300"/>
            <a:ext cx="3095625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0" dirty="0" spc="-1" kern="0">
                <a:solidFill>
                  <a:srgbClr val="FF6A4D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04</a:t>
            </a:r>
            <a:endParaRPr lang="en-US" sz="7200" dirty="0"/>
          </a:p>
        </p:txBody>
      </p:sp>
      <p:sp>
        <p:nvSpPr>
          <p:cNvPr id="21" name="Text 19"/>
          <p:cNvSpPr/>
          <p:nvPr/>
        </p:nvSpPr>
        <p:spPr>
          <a:xfrm>
            <a:off x="13896975" y="4857750"/>
            <a:ext cx="3095625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Đọc</a:t>
            </a:r>
            <a:r>
              <a:rPr lang="en-US" sz="2700" b="1" dirty="0" spc="-1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700" b="1" dirty="0" spc="-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dòng</a:t>
            </a:r>
            <a:r>
              <a:rPr lang="en-US" sz="270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chữ</a:t>
            </a:r>
            <a:endParaRPr lang="en-US" sz="2700" dirty="0"/>
          </a:p>
        </p:txBody>
      </p:sp>
      <p:sp>
        <p:nvSpPr>
          <p:cNvPr id="22" name="Text 20"/>
          <p:cNvSpPr/>
          <p:nvPr/>
        </p:nvSpPr>
        <p:spPr>
          <a:xfrm>
            <a:off x="13896975" y="6000750"/>
            <a:ext cx="3095625" cy="1905000"/>
          </a:xfrm>
          <a:prstGeom prst="rect">
            <a:avLst/>
          </a:prstGeom>
          <a:noFill/>
          <a:ln/>
        </p:spPr>
        <p:txBody>
          <a:bodyPr wrap="square" lIns="0" tIns="13764" rIns="0" bIns="-13764" rtlCol="0" anchor="t"/>
          <a:lstStyle/>
          <a:p>
            <a:pPr algn="l" indent="0" marL="0">
              <a:lnSpc>
                <a:spcPts val="3315"/>
              </a:lnSpc>
              <a:buNone/>
            </a:pPr>
            <a:r>
              <a:rPr lang="en-US" sz="25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nhiều</a:t>
            </a:r>
            <a:r>
              <a:rPr lang="en-US" sz="255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thùy cùng lúc</a:t>
            </a:r>
            <a:endParaRPr lang="en-US" sz="2550" dirty="0"/>
          </a:p>
        </p:txBody>
      </p:sp>
      <p:sp>
        <p:nvSpPr>
          <p:cNvPr id="23" name="Text 21"/>
          <p:cNvSpPr/>
          <p:nvPr/>
        </p:nvSpPr>
        <p:spPr>
          <a:xfrm>
            <a:off x="914400" y="8991600"/>
            <a:ext cx="164592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Nguồn:</a:t>
            </a:r>
            <a:r>
              <a:rPr lang="en-US" sz="1800" dirty="0" spc="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[S1]</a:t>
            </a:r>
            <a:r>
              <a:rPr lang="en-US" sz="180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[S3]</a:t>
            </a:r>
            <a:r>
              <a:rPr lang="en-US" sz="1800" dirty="0" spc="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[S4]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9429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11715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14001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16287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18573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20859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23145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25431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27717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30003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32289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34575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36861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39147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41433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43719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46005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48291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50577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52863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4" name="Shape 42"/>
          <p:cNvSpPr/>
          <p:nvPr/>
        </p:nvSpPr>
        <p:spPr>
          <a:xfrm>
            <a:off x="55149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5" name="Shape 43"/>
          <p:cNvSpPr/>
          <p:nvPr/>
        </p:nvSpPr>
        <p:spPr>
          <a:xfrm>
            <a:off x="57435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6" name="Shape 44"/>
          <p:cNvSpPr/>
          <p:nvPr/>
        </p:nvSpPr>
        <p:spPr>
          <a:xfrm>
            <a:off x="59721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7" name="Shape 45"/>
          <p:cNvSpPr/>
          <p:nvPr/>
        </p:nvSpPr>
        <p:spPr>
          <a:xfrm>
            <a:off x="62007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8" name="Shape 46"/>
          <p:cNvSpPr/>
          <p:nvPr/>
        </p:nvSpPr>
        <p:spPr>
          <a:xfrm>
            <a:off x="64293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9" name="Shape 47"/>
          <p:cNvSpPr/>
          <p:nvPr/>
        </p:nvSpPr>
        <p:spPr>
          <a:xfrm>
            <a:off x="66579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0" name="Shape 48"/>
          <p:cNvSpPr/>
          <p:nvPr/>
        </p:nvSpPr>
        <p:spPr>
          <a:xfrm>
            <a:off x="68865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1" name="Shape 49"/>
          <p:cNvSpPr/>
          <p:nvPr/>
        </p:nvSpPr>
        <p:spPr>
          <a:xfrm>
            <a:off x="71151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2" name="Shape 50"/>
          <p:cNvSpPr/>
          <p:nvPr/>
        </p:nvSpPr>
        <p:spPr>
          <a:xfrm>
            <a:off x="73437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3" name="Shape 51"/>
          <p:cNvSpPr/>
          <p:nvPr/>
        </p:nvSpPr>
        <p:spPr>
          <a:xfrm>
            <a:off x="75723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4" name="Shape 52"/>
          <p:cNvSpPr/>
          <p:nvPr/>
        </p:nvSpPr>
        <p:spPr>
          <a:xfrm>
            <a:off x="7781925" y="9544050"/>
            <a:ext cx="152400" cy="152400"/>
          </a:xfrm>
          <a:prstGeom prst="ellipse">
            <a:avLst/>
          </a:prstGeom>
          <a:solidFill>
            <a:srgbClr val="FF6A4D"/>
          </a:solidFill>
          <a:ln/>
        </p:spPr>
      </p:sp>
      <p:sp>
        <p:nvSpPr>
          <p:cNvPr id="55" name="Shape 53"/>
          <p:cNvSpPr/>
          <p:nvPr/>
        </p:nvSpPr>
        <p:spPr>
          <a:xfrm>
            <a:off x="80295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6" name="Shape 54"/>
          <p:cNvSpPr/>
          <p:nvPr/>
        </p:nvSpPr>
        <p:spPr>
          <a:xfrm>
            <a:off x="82581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7" name="Shape 55"/>
          <p:cNvSpPr/>
          <p:nvPr/>
        </p:nvSpPr>
        <p:spPr>
          <a:xfrm>
            <a:off x="84867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8" name="Shape 56"/>
          <p:cNvSpPr/>
          <p:nvPr/>
        </p:nvSpPr>
        <p:spPr>
          <a:xfrm>
            <a:off x="87153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9" name="Shape 57"/>
          <p:cNvSpPr/>
          <p:nvPr/>
        </p:nvSpPr>
        <p:spPr>
          <a:xfrm>
            <a:off x="89439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0" name="Shape 58"/>
          <p:cNvSpPr/>
          <p:nvPr/>
        </p:nvSpPr>
        <p:spPr>
          <a:xfrm>
            <a:off x="91725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1" name="Shape 59"/>
          <p:cNvSpPr/>
          <p:nvPr/>
        </p:nvSpPr>
        <p:spPr>
          <a:xfrm>
            <a:off x="94011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2" name="Shape 60"/>
          <p:cNvSpPr/>
          <p:nvPr/>
        </p:nvSpPr>
        <p:spPr>
          <a:xfrm>
            <a:off x="96297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3" name="Text 61"/>
          <p:cNvSpPr/>
          <p:nvPr/>
        </p:nvSpPr>
        <p:spPr>
          <a:xfrm>
            <a:off x="10058400" y="9467850"/>
            <a:ext cx="4953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Multiple-report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3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L08</a:t>
            </a:r>
            <a:r>
              <a:rPr lang="en-US" sz="180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1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31/39</a:t>
            </a:r>
            <a:endParaRPr lang="en-US" sz="1800" dirty="0"/>
          </a:p>
        </p:txBody>
      </p:sp>
      <p:sp>
        <p:nvSpPr>
          <p:cNvPr id="64" name="Shape 62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65" name="Moda image moda-export-watermark-354cef03-f1f8-43ce-8797-8885699d86b4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6459200" cy="1809750"/>
          </a:xfrm>
          <a:prstGeom prst="rect">
            <a:avLst/>
          </a:prstGeom>
          <a:noFill/>
          <a:ln/>
        </p:spPr>
        <p:txBody>
          <a:bodyPr wrap="square" lIns="0" tIns="43434" rIns="0" bIns="-43434" rtlCol="0" anchor="t"/>
          <a:lstStyle/>
          <a:p>
            <a:pPr algn="l" indent="0" marL="0">
              <a:lnSpc>
                <a:spcPts val="6156"/>
              </a:lnSpc>
              <a:buNone/>
            </a:pPr>
            <a:r>
              <a:rPr lang="en-US" sz="57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Vì</a:t>
            </a:r>
            <a:r>
              <a:rPr lang="en-US" sz="5700" dirty="0" spc="-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sao</a:t>
            </a:r>
            <a:r>
              <a:rPr lang="en-US" sz="5700" dirty="0" spc="-19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ranh</a:t>
            </a:r>
            <a:r>
              <a:rPr lang="en-US" sz="5700" dirty="0" spc="-2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giới</a:t>
            </a:r>
            <a:r>
              <a:rPr lang="en-US" sz="57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thùy</a:t>
            </a:r>
            <a:r>
              <a:rPr lang="en-US" sz="57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không</a:t>
            </a:r>
            <a:r>
              <a:rPr lang="en-US" sz="5700" dirty="0" spc="-2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rõ</a:t>
            </a:r>
            <a:r>
              <a:rPr lang="en-US" sz="5700" dirty="0" spc="-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lại</a:t>
            </a:r>
            <a:r>
              <a:rPr lang="en-US" sz="5700" dirty="0" spc="-37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hợp</a:t>
            </a:r>
            <a:r>
              <a:rPr lang="en-US" sz="5700" dirty="0" spc="-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lý</a:t>
            </a:r>
            <a:endParaRPr lang="en-US" sz="5700" dirty="0"/>
          </a:p>
        </p:txBody>
      </p:sp>
      <p:sp>
        <p:nvSpPr>
          <p:cNvPr id="3" name="Shape 1"/>
          <p:cNvSpPr/>
          <p:nvPr/>
        </p:nvSpPr>
        <p:spPr>
          <a:xfrm>
            <a:off x="914400" y="2857500"/>
            <a:ext cx="8058150" cy="4191000"/>
          </a:xfrm>
          <a:prstGeom prst="roundRect">
            <a:avLst>
              <a:gd name="adj" fmla="val 6364"/>
            </a:avLst>
          </a:prstGeom>
          <a:solidFill>
            <a:srgbClr val="DDE3FA"/>
          </a:solidFill>
          <a:ln/>
        </p:spPr>
      </p:sp>
      <p:sp>
        <p:nvSpPr>
          <p:cNvPr id="4" name="Shape 2"/>
          <p:cNvSpPr/>
          <p:nvPr/>
        </p:nvSpPr>
        <p:spPr>
          <a:xfrm>
            <a:off x="914400" y="2857500"/>
            <a:ext cx="133350" cy="4191000"/>
          </a:xfrm>
          <a:prstGeom prst="roundRect">
            <a:avLst>
              <a:gd name="adj" fmla="val 50000"/>
            </a:avLst>
          </a:prstGeom>
          <a:solidFill>
            <a:srgbClr val="1F3FD1"/>
          </a:solidFill>
          <a:ln/>
        </p:spPr>
      </p:sp>
      <p:sp>
        <p:nvSpPr>
          <p:cNvPr id="5" name="Text 3"/>
          <p:cNvSpPr/>
          <p:nvPr/>
        </p:nvSpPr>
        <p:spPr>
          <a:xfrm>
            <a:off x="1371600" y="3200400"/>
            <a:ext cx="714375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200" dirty="0" spc="-1" kern="0">
                <a:solidFill>
                  <a:srgbClr val="1F3FD1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OpenStax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1371600" y="4286250"/>
            <a:ext cx="7143750" cy="2286000"/>
          </a:xfrm>
          <a:prstGeom prst="rect">
            <a:avLst/>
          </a:prstGeom>
          <a:noFill/>
          <a:ln/>
        </p:spPr>
        <p:txBody>
          <a:bodyPr wrap="square" lIns="0" tIns="17002" rIns="0" bIns="-17002" rtlCol="0" anchor="t"/>
          <a:lstStyle/>
          <a:p>
            <a:pPr algn="l" indent="0" marL="0">
              <a:lnSpc>
                <a:spcPts val="4095"/>
              </a:lnSpc>
              <a:buNone/>
            </a:pPr>
            <a:r>
              <a:rPr lang="en-US" sz="31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thùy</a:t>
            </a:r>
            <a:r>
              <a:rPr lang="en-US" sz="31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chẩm</a:t>
            </a:r>
            <a:r>
              <a:rPr lang="en-US" sz="31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315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3150" dirty="0" spc="-2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ranh</a:t>
            </a:r>
            <a:r>
              <a:rPr lang="en-US" sz="31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giới</a:t>
            </a:r>
            <a:r>
              <a:rPr lang="en-US" sz="3150" dirty="0" spc="-4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rõ</a:t>
            </a:r>
            <a:r>
              <a:rPr lang="en-US" sz="3150" dirty="0" spc="-1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với</a:t>
            </a:r>
            <a:r>
              <a:rPr lang="en-US" sz="31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thùy</a:t>
            </a:r>
            <a:r>
              <a:rPr lang="en-US" sz="3150" dirty="0" spc="2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đỉnh</a:t>
            </a:r>
            <a:r>
              <a:rPr lang="en-US" sz="3150" dirty="0" spc="-2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315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thái</a:t>
            </a:r>
            <a:r>
              <a:rPr lang="en-US" sz="3150" dirty="0" spc="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dương,</a:t>
            </a:r>
            <a:r>
              <a:rPr lang="en-US" sz="31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khớp</a:t>
            </a:r>
            <a:r>
              <a:rPr lang="en-US" sz="3150" dirty="0" spc="-1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với</a:t>
            </a:r>
            <a:r>
              <a:rPr lang="en-US" sz="31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việc</a:t>
            </a:r>
            <a:r>
              <a:rPr lang="en-US" sz="31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các vùng</a:t>
            </a:r>
            <a:r>
              <a:rPr lang="en-US" sz="3150" dirty="0" spc="-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này</a:t>
            </a:r>
            <a:r>
              <a:rPr lang="en-US" sz="315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3150" dirty="0" spc="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chức</a:t>
            </a:r>
            <a:r>
              <a:rPr lang="en-US" sz="31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năng</a:t>
            </a:r>
            <a:r>
              <a:rPr lang="en-US" sz="31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liên</a:t>
            </a:r>
            <a:r>
              <a:rPr lang="en-US" sz="31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quan</a:t>
            </a:r>
            <a:endParaRPr lang="en-US" sz="3150" dirty="0"/>
          </a:p>
        </p:txBody>
      </p:sp>
      <p:sp>
        <p:nvSpPr>
          <p:cNvPr id="7" name="Shape 5"/>
          <p:cNvSpPr/>
          <p:nvPr/>
        </p:nvSpPr>
        <p:spPr>
          <a:xfrm>
            <a:off x="9315450" y="2857500"/>
            <a:ext cx="8058150" cy="4191000"/>
          </a:xfrm>
          <a:prstGeom prst="roundRect">
            <a:avLst>
              <a:gd name="adj" fmla="val 6364"/>
            </a:avLst>
          </a:prstGeom>
          <a:solidFill>
            <a:srgbClr val="F3DFB8"/>
          </a:solidFill>
          <a:ln/>
        </p:spPr>
      </p:sp>
      <p:sp>
        <p:nvSpPr>
          <p:cNvPr id="8" name="Shape 6"/>
          <p:cNvSpPr/>
          <p:nvPr/>
        </p:nvSpPr>
        <p:spPr>
          <a:xfrm>
            <a:off x="9315450" y="2857500"/>
            <a:ext cx="133350" cy="4191000"/>
          </a:xfrm>
          <a:prstGeom prst="roundRect">
            <a:avLst>
              <a:gd name="adj" fmla="val 50000"/>
            </a:avLst>
          </a:prstGeom>
          <a:solidFill>
            <a:srgbClr val="B45309"/>
          </a:solidFill>
          <a:ln/>
        </p:spPr>
      </p:sp>
      <p:sp>
        <p:nvSpPr>
          <p:cNvPr id="9" name="Text 7"/>
          <p:cNvSpPr/>
          <p:nvPr/>
        </p:nvSpPr>
        <p:spPr>
          <a:xfrm>
            <a:off x="9772650" y="3200400"/>
            <a:ext cx="714375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200" dirty="0" spc="-1" kern="0">
                <a:solidFill>
                  <a:srgbClr val="B45309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Hall</a:t>
            </a:r>
            <a:endParaRPr lang="en-US" sz="4200" dirty="0"/>
          </a:p>
        </p:txBody>
      </p:sp>
      <p:sp>
        <p:nvSpPr>
          <p:cNvPr id="10" name="Text 8"/>
          <p:cNvSpPr/>
          <p:nvPr/>
        </p:nvSpPr>
        <p:spPr>
          <a:xfrm>
            <a:off x="9772650" y="4286250"/>
            <a:ext cx="7143750" cy="2286000"/>
          </a:xfrm>
          <a:prstGeom prst="rect">
            <a:avLst/>
          </a:prstGeom>
          <a:noFill/>
          <a:ln/>
        </p:spPr>
        <p:txBody>
          <a:bodyPr wrap="square" lIns="0" tIns="17002" rIns="0" bIns="-17002" rtlCol="0" anchor="t"/>
          <a:lstStyle/>
          <a:p>
            <a:pPr algn="l" indent="0" marL="0">
              <a:lnSpc>
                <a:spcPts val="4095"/>
              </a:lnSpc>
              <a:buNone/>
            </a:pPr>
            <a:r>
              <a:rPr lang="en-US" sz="31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phần</a:t>
            </a:r>
            <a:r>
              <a:rPr lang="en-US" sz="31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lớn</a:t>
            </a:r>
            <a:r>
              <a:rPr lang="en-US" sz="3150" dirty="0" spc="-4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kết</a:t>
            </a:r>
            <a:r>
              <a:rPr lang="en-US" sz="31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nối</a:t>
            </a:r>
            <a:r>
              <a:rPr lang="en-US" sz="31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315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cục</a:t>
            </a:r>
            <a:r>
              <a:rPr lang="en-US" sz="31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bộ; chỉ</a:t>
            </a:r>
            <a:r>
              <a:rPr lang="en-US" sz="315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khoảng</a:t>
            </a:r>
            <a:r>
              <a:rPr lang="en-US" sz="31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5%</a:t>
            </a:r>
            <a:r>
              <a:rPr lang="en-US" sz="31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3150" dirty="0" spc="-4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kết</a:t>
            </a:r>
            <a:r>
              <a:rPr lang="en-US" sz="31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nối</a:t>
            </a:r>
            <a:r>
              <a:rPr lang="en-US" sz="3150" dirty="0" spc="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đường</a:t>
            </a:r>
            <a:r>
              <a:rPr lang="en-US" sz="31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dài</a:t>
            </a:r>
            <a:endParaRPr lang="en-US" sz="3150" dirty="0"/>
          </a:p>
        </p:txBody>
      </p:sp>
      <p:sp>
        <p:nvSpPr>
          <p:cNvPr id="11" name="Shape 9"/>
          <p:cNvSpPr/>
          <p:nvPr/>
        </p:nvSpPr>
        <p:spPr>
          <a:xfrm>
            <a:off x="914400" y="7429500"/>
            <a:ext cx="16459200" cy="1238250"/>
          </a:xfrm>
          <a:prstGeom prst="roundRect">
            <a:avLst>
              <a:gd name="adj" fmla="val 18462"/>
            </a:avLst>
          </a:prstGeom>
          <a:solidFill>
            <a:srgbClr val="E8E0CF"/>
          </a:solidFill>
          <a:ln/>
        </p:spPr>
      </p:sp>
      <p:sp>
        <p:nvSpPr>
          <p:cNvPr id="12" name="Text 10"/>
          <p:cNvSpPr/>
          <p:nvPr/>
        </p:nvSpPr>
        <p:spPr>
          <a:xfrm>
            <a:off x="1295400" y="7429500"/>
            <a:ext cx="156972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50" dirty="0" spc="-9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OpenStax:</a:t>
            </a:r>
            <a:r>
              <a:rPr lang="en-US" sz="2850" dirty="0" spc="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nơi</a:t>
            </a:r>
            <a:r>
              <a:rPr lang="en-US" sz="2850" dirty="0" spc="36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lưu</a:t>
            </a:r>
            <a:r>
              <a:rPr lang="en-US" sz="2850" dirty="0" spc="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cuối</a:t>
            </a:r>
            <a:r>
              <a:rPr lang="en-US" sz="285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cùng</a:t>
            </a:r>
            <a:r>
              <a:rPr lang="en-US" sz="2850" dirty="0" spc="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của</a:t>
            </a:r>
            <a:r>
              <a:rPr lang="en-US" sz="2850" dirty="0" spc="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ký</a:t>
            </a:r>
            <a:r>
              <a:rPr lang="en-US" sz="2850" dirty="0" spc="2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ức</a:t>
            </a:r>
            <a:r>
              <a:rPr lang="en-US" sz="2850" dirty="0" spc="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thường</a:t>
            </a:r>
            <a:r>
              <a:rPr lang="en-US" sz="285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là</a:t>
            </a:r>
            <a:r>
              <a:rPr lang="en-US" sz="285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vùng</a:t>
            </a:r>
            <a:r>
              <a:rPr lang="en-US" sz="2850" dirty="0" spc="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xử</a:t>
            </a:r>
            <a:r>
              <a:rPr lang="en-US" sz="2850" dirty="0" spc="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lý</a:t>
            </a:r>
            <a:r>
              <a:rPr lang="en-US" sz="2850" dirty="0" spc="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giác</a:t>
            </a:r>
            <a:r>
              <a:rPr lang="en-US" sz="2850" dirty="0" spc="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quan</a:t>
            </a:r>
            <a:r>
              <a:rPr lang="en-US" sz="2850" dirty="0" spc="7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tương</a:t>
            </a:r>
            <a:r>
              <a:rPr lang="en-US" sz="2850" dirty="0" spc="3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ứng</a:t>
            </a:r>
            <a:endParaRPr lang="en-US" sz="2850" dirty="0"/>
          </a:p>
        </p:txBody>
      </p:sp>
      <p:sp>
        <p:nvSpPr>
          <p:cNvPr id="13" name="Text 11"/>
          <p:cNvSpPr/>
          <p:nvPr/>
        </p:nvSpPr>
        <p:spPr>
          <a:xfrm>
            <a:off x="914400" y="8991600"/>
            <a:ext cx="164592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Nguồn:</a:t>
            </a:r>
            <a:r>
              <a:rPr lang="en-US" sz="180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[S2]</a:t>
            </a:r>
            <a:r>
              <a:rPr lang="en-US" sz="180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[S3]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9429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11715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14001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16287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18573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20859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23145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25431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27717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30003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32289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34575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36861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39147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41433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43719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46005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48291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50577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52863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55149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57435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59721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62007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64293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66579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68865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71151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73437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75723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4" name="Shape 42"/>
          <p:cNvSpPr/>
          <p:nvPr/>
        </p:nvSpPr>
        <p:spPr>
          <a:xfrm>
            <a:off x="78009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5" name="Shape 43"/>
          <p:cNvSpPr/>
          <p:nvPr/>
        </p:nvSpPr>
        <p:spPr>
          <a:xfrm>
            <a:off x="8010525" y="9544050"/>
            <a:ext cx="152400" cy="1524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46" name="Shape 44"/>
          <p:cNvSpPr/>
          <p:nvPr/>
        </p:nvSpPr>
        <p:spPr>
          <a:xfrm>
            <a:off x="82581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7" name="Shape 45"/>
          <p:cNvSpPr/>
          <p:nvPr/>
        </p:nvSpPr>
        <p:spPr>
          <a:xfrm>
            <a:off x="84867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8" name="Shape 46"/>
          <p:cNvSpPr/>
          <p:nvPr/>
        </p:nvSpPr>
        <p:spPr>
          <a:xfrm>
            <a:off x="87153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9" name="Shape 47"/>
          <p:cNvSpPr/>
          <p:nvPr/>
        </p:nvSpPr>
        <p:spPr>
          <a:xfrm>
            <a:off x="89439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0" name="Shape 48"/>
          <p:cNvSpPr/>
          <p:nvPr/>
        </p:nvSpPr>
        <p:spPr>
          <a:xfrm>
            <a:off x="91725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1" name="Shape 49"/>
          <p:cNvSpPr/>
          <p:nvPr/>
        </p:nvSpPr>
        <p:spPr>
          <a:xfrm>
            <a:off x="94011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2" name="Shape 50"/>
          <p:cNvSpPr/>
          <p:nvPr/>
        </p:nvSpPr>
        <p:spPr>
          <a:xfrm>
            <a:off x="96297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3" name="Text 51"/>
          <p:cNvSpPr/>
          <p:nvPr/>
        </p:nvSpPr>
        <p:spPr>
          <a:xfrm>
            <a:off x="10058400" y="9467850"/>
            <a:ext cx="4953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6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Multiple-report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3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L08</a:t>
            </a:r>
            <a:r>
              <a:rPr lang="en-US" sz="180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15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32/39</a:t>
            </a:r>
            <a:endParaRPr lang="en-US" sz="1800" dirty="0"/>
          </a:p>
        </p:txBody>
      </p:sp>
      <p:sp>
        <p:nvSpPr>
          <p:cNvPr id="54" name="Shape 52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55" name="Moda image moda-export-watermark-00e14b53-f6a7-4f5d-8bec-37c38b983100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6459200" cy="1809750"/>
          </a:xfrm>
          <a:prstGeom prst="rect">
            <a:avLst/>
          </a:prstGeom>
          <a:noFill/>
          <a:ln/>
        </p:spPr>
        <p:txBody>
          <a:bodyPr wrap="square" lIns="0" tIns="43434" rIns="0" bIns="-43434" rtlCol="0" anchor="t"/>
          <a:lstStyle/>
          <a:p>
            <a:pPr algn="l" indent="0" marL="0">
              <a:lnSpc>
                <a:spcPts val="6156"/>
              </a:lnSpc>
              <a:buNone/>
            </a:pPr>
            <a:r>
              <a:rPr lang="en-US" sz="57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Chia</a:t>
            </a:r>
            <a:r>
              <a:rPr lang="en-US" sz="57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thùy</a:t>
            </a:r>
            <a:r>
              <a:rPr lang="en-US" sz="57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giống</a:t>
            </a:r>
            <a:r>
              <a:rPr lang="en-US" sz="5700" dirty="0" spc="-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chia</a:t>
            </a:r>
            <a:r>
              <a:rPr lang="en-US" sz="57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quận</a:t>
            </a:r>
            <a:r>
              <a:rPr lang="en-US" sz="5700" dirty="0" spc="-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của</a:t>
            </a:r>
            <a:r>
              <a:rPr lang="en-US" sz="5700" dirty="0" spc="-1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một</a:t>
            </a:r>
            <a:r>
              <a:rPr lang="en-US" sz="57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thành</a:t>
            </a:r>
            <a:r>
              <a:rPr lang="en-US" sz="57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phố</a:t>
            </a:r>
            <a:endParaRPr lang="en-US" sz="5700" dirty="0"/>
          </a:p>
        </p:txBody>
      </p:sp>
      <p:sp>
        <p:nvSpPr>
          <p:cNvPr id="3" name="Shape 1"/>
          <p:cNvSpPr/>
          <p:nvPr/>
        </p:nvSpPr>
        <p:spPr>
          <a:xfrm>
            <a:off x="914400" y="2952750"/>
            <a:ext cx="152400" cy="4000500"/>
          </a:xfrm>
          <a:prstGeom prst="roundRect">
            <a:avLst>
              <a:gd name="adj" fmla="val 50000"/>
            </a:avLst>
          </a:prstGeom>
          <a:solidFill>
            <a:srgbClr val="7C93FF"/>
          </a:solidFill>
          <a:ln/>
        </p:spPr>
      </p:sp>
      <p:sp>
        <p:nvSpPr>
          <p:cNvPr id="4" name="Text 2"/>
          <p:cNvSpPr/>
          <p:nvPr/>
        </p:nvSpPr>
        <p:spPr>
          <a:xfrm>
            <a:off x="1485900" y="2857500"/>
            <a:ext cx="15811500" cy="4191000"/>
          </a:xfrm>
          <a:prstGeom prst="rect">
            <a:avLst/>
          </a:prstGeom>
          <a:noFill/>
          <a:ln/>
        </p:spPr>
        <p:txBody>
          <a:bodyPr wrap="square" lIns="0" tIns="35052" rIns="0" bIns="-35052" rtlCol="0" anchor="ctr"/>
          <a:lstStyle/>
          <a:p>
            <a:pPr algn="l" indent="0" marL="0">
              <a:lnSpc>
                <a:spcPts val="7728"/>
              </a:lnSpc>
              <a:buNone/>
            </a:pPr>
            <a:r>
              <a:rPr lang="en-US" sz="69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Có</a:t>
            </a:r>
            <a:r>
              <a:rPr lang="en-US" sz="69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ích</a:t>
            </a:r>
            <a:r>
              <a:rPr lang="en-US" sz="6900" dirty="0" spc="18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để</a:t>
            </a:r>
            <a:r>
              <a:rPr lang="en-US" sz="69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</a:t>
            </a:r>
            <a:pPr algn="l" indent="0" marL="0">
              <a:lnSpc>
                <a:spcPts val="7728"/>
              </a:lnSpc>
              <a:buNone/>
            </a:pPr>
            <a:r>
              <a:rPr lang="en-US" sz="6900" dirty="0" spc="0" kern="0">
                <a:solidFill>
                  <a:srgbClr val="7C93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chỉ</a:t>
            </a:r>
            <a:r>
              <a:rPr lang="en-US" sz="6900" dirty="0" spc="-65" kern="0">
                <a:solidFill>
                  <a:srgbClr val="7C93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đường</a:t>
            </a:r>
            <a:pPr algn="l" indent="0" marL="0">
              <a:lnSpc>
                <a:spcPts val="7728"/>
              </a:lnSpc>
              <a:buNone/>
            </a:pPr>
            <a:r>
              <a:rPr lang="en-US" sz="6900" dirty="0" spc="-6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,</a:t>
            </a:r>
            <a:r>
              <a:rPr lang="en-US" sz="69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chứ</a:t>
            </a:r>
            <a:r>
              <a:rPr lang="en-US" sz="69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không</a:t>
            </a:r>
            <a:r>
              <a:rPr lang="en-US" sz="6900" dirty="0" spc="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phải</a:t>
            </a:r>
            <a:r>
              <a:rPr lang="en-US" sz="69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bốn</a:t>
            </a:r>
            <a:r>
              <a:rPr lang="en-US" sz="6900" dirty="0" spc="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thành phố</a:t>
            </a:r>
            <a:r>
              <a:rPr lang="en-US" sz="6900" dirty="0" spc="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riêng</a:t>
            </a:r>
            <a:endParaRPr lang="en-US" sz="6900" dirty="0"/>
          </a:p>
        </p:txBody>
      </p:sp>
      <p:sp>
        <p:nvSpPr>
          <p:cNvPr id="5" name="Text 3"/>
          <p:cNvSpPr/>
          <p:nvPr/>
        </p:nvSpPr>
        <p:spPr>
          <a:xfrm>
            <a:off x="914400" y="8991600"/>
            <a:ext cx="164592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Nguồn:</a:t>
            </a:r>
            <a:r>
              <a:rPr lang="en-US" sz="1800" dirty="0" spc="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[S1]</a:t>
            </a:r>
            <a:r>
              <a:rPr lang="en-US" sz="180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[S3]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9429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11715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14001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16287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18573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20859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23145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25431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27717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30003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32289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34575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36861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39147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41433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43719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46005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48291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50577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52863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55149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57435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59721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62007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64293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66579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68865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71151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73437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75723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78009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80295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8239125" y="9544050"/>
            <a:ext cx="152400" cy="152400"/>
          </a:xfrm>
          <a:prstGeom prst="ellipse">
            <a:avLst/>
          </a:prstGeom>
          <a:solidFill>
            <a:srgbClr val="FF6A4D"/>
          </a:solidFill>
          <a:ln/>
        </p:spPr>
      </p:sp>
      <p:sp>
        <p:nvSpPr>
          <p:cNvPr id="39" name="Shape 37"/>
          <p:cNvSpPr/>
          <p:nvPr/>
        </p:nvSpPr>
        <p:spPr>
          <a:xfrm>
            <a:off x="84867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87153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89439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91725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94011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4" name="Shape 42"/>
          <p:cNvSpPr/>
          <p:nvPr/>
        </p:nvSpPr>
        <p:spPr>
          <a:xfrm>
            <a:off x="96297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5" name="Text 43"/>
          <p:cNvSpPr/>
          <p:nvPr/>
        </p:nvSpPr>
        <p:spPr>
          <a:xfrm>
            <a:off x="10058400" y="9467850"/>
            <a:ext cx="4953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Multiple-report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3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L08</a:t>
            </a:r>
            <a:r>
              <a:rPr lang="en-US" sz="180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17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33/39</a:t>
            </a:r>
            <a:endParaRPr lang="en-US" sz="1800" dirty="0"/>
          </a:p>
        </p:txBody>
      </p:sp>
      <p:sp>
        <p:nvSpPr>
          <p:cNvPr id="46" name="Shape 44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47" name="Moda image moda-export-watermark-9c368460-1356-4194-9eba-adb9f6ad1335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6459200" cy="1809750"/>
          </a:xfrm>
          <a:prstGeom prst="rect">
            <a:avLst/>
          </a:prstGeom>
          <a:noFill/>
          <a:ln/>
        </p:spPr>
        <p:txBody>
          <a:bodyPr wrap="square" lIns="0" tIns="43434" rIns="0" bIns="-43434" rtlCol="0" anchor="t"/>
          <a:lstStyle/>
          <a:p>
            <a:pPr algn="l" indent="0" marL="0">
              <a:lnSpc>
                <a:spcPts val="6156"/>
              </a:lnSpc>
              <a:buNone/>
            </a:pPr>
            <a:r>
              <a:rPr lang="en-US" sz="57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Bốn</a:t>
            </a:r>
            <a:r>
              <a:rPr lang="en-US" sz="57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hiểu</a:t>
            </a:r>
            <a:r>
              <a:rPr lang="en-US" sz="5700" dirty="0" spc="-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lầm</a:t>
            </a:r>
            <a:r>
              <a:rPr lang="en-US" sz="5700" dirty="0" spc="-6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về</a:t>
            </a:r>
            <a:r>
              <a:rPr lang="en-US" sz="57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thùy</a:t>
            </a:r>
            <a:r>
              <a:rPr lang="en-US" sz="5700" dirty="0" spc="-6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và</a:t>
            </a:r>
            <a:r>
              <a:rPr lang="en-US" sz="57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vùng</a:t>
            </a:r>
            <a:endParaRPr lang="en-US" sz="5700" dirty="0"/>
          </a:p>
        </p:txBody>
      </p:sp>
      <p:sp>
        <p:nvSpPr>
          <p:cNvPr id="3" name="Shape 1"/>
          <p:cNvSpPr/>
          <p:nvPr/>
        </p:nvSpPr>
        <p:spPr>
          <a:xfrm>
            <a:off x="914400" y="2762250"/>
            <a:ext cx="16459200" cy="1333500"/>
          </a:xfrm>
          <a:prstGeom prst="roundRect">
            <a:avLst>
              <a:gd name="adj" fmla="val 14286"/>
            </a:avLst>
          </a:prstGeom>
          <a:solidFill>
            <a:srgbClr val="E8E0CF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14400" y="2762250"/>
            <a:ext cx="133350" cy="1333500"/>
          </a:xfrm>
          <a:prstGeom prst="roundRect">
            <a:avLst>
              <a:gd name="adj" fmla="val 50000"/>
            </a:avLst>
          </a:prstGeom>
          <a:solidFill>
            <a:srgbClr val="1F3FD1"/>
          </a:solidFill>
          <a:ln/>
        </p:spPr>
      </p:sp>
      <p:sp>
        <p:nvSpPr>
          <p:cNvPr id="5" name="Text 3"/>
          <p:cNvSpPr/>
          <p:nvPr/>
        </p:nvSpPr>
        <p:spPr>
          <a:xfrm>
            <a:off x="1295400" y="2762250"/>
            <a:ext cx="5905500" cy="1333500"/>
          </a:xfrm>
          <a:prstGeom prst="rect">
            <a:avLst/>
          </a:prstGeom>
          <a:noFill/>
          <a:ln/>
        </p:spPr>
        <p:txBody>
          <a:bodyPr wrap="square" lIns="0" tIns="16720" rIns="0" bIns="-16720" rtlCol="0" anchor="ctr"/>
          <a:lstStyle/>
          <a:p>
            <a:pPr algn="l" indent="0" marL="0">
              <a:lnSpc>
                <a:spcPts val="3450"/>
              </a:lnSpc>
              <a:buNone/>
            </a:pPr>
            <a:r>
              <a:rPr lang="en-US" sz="3000" dirty="0" spc="-4" kern="0">
                <a:solidFill>
                  <a:srgbClr val="1F3FD1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Mỗi</a:t>
            </a:r>
            <a:r>
              <a:rPr lang="en-US" sz="3000" dirty="0" spc="1" kern="0">
                <a:solidFill>
                  <a:srgbClr val="1F3FD1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thùy</a:t>
            </a:r>
            <a:r>
              <a:rPr lang="en-US" sz="3000" dirty="0" spc="-2" kern="0">
                <a:solidFill>
                  <a:srgbClr val="1F3FD1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làm</a:t>
            </a:r>
            <a:r>
              <a:rPr lang="en-US" sz="3000" dirty="0" spc="-5" kern="0">
                <a:solidFill>
                  <a:srgbClr val="1F3FD1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đúng</a:t>
            </a:r>
            <a:r>
              <a:rPr lang="en-US" sz="3000" dirty="0" spc="-12" kern="0">
                <a:solidFill>
                  <a:srgbClr val="1F3FD1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một</a:t>
            </a:r>
            <a:r>
              <a:rPr lang="en-US" sz="3000" dirty="0" spc="0" kern="0">
                <a:solidFill>
                  <a:srgbClr val="1F3FD1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việc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7581900" y="2762250"/>
            <a:ext cx="9525000" cy="1333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thị giác</a:t>
            </a:r>
            <a:r>
              <a:rPr lang="en-US" sz="27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còn</a:t>
            </a:r>
            <a:r>
              <a:rPr lang="en-US" sz="2700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xử</a:t>
            </a:r>
            <a:r>
              <a:rPr lang="en-US" sz="27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lý</a:t>
            </a:r>
            <a:r>
              <a:rPr lang="en-US" sz="270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ở</a:t>
            </a:r>
            <a:r>
              <a:rPr lang="en-US" sz="27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thái</a:t>
            </a:r>
            <a:r>
              <a:rPr lang="en-US" sz="2700" dirty="0" spc="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dương</a:t>
            </a:r>
            <a:r>
              <a:rPr lang="en-US" sz="2700" dirty="0" spc="-1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700" dirty="0" spc="1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đỉnh</a:t>
            </a:r>
            <a:r>
              <a:rPr lang="en-US" sz="27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[S3]</a:t>
            </a:r>
            <a:endParaRPr lang="en-US" sz="2700" dirty="0"/>
          </a:p>
        </p:txBody>
      </p:sp>
      <p:sp>
        <p:nvSpPr>
          <p:cNvPr id="7" name="Shape 5"/>
          <p:cNvSpPr/>
          <p:nvPr/>
        </p:nvSpPr>
        <p:spPr>
          <a:xfrm>
            <a:off x="914400" y="4229100"/>
            <a:ext cx="16459200" cy="1333500"/>
          </a:xfrm>
          <a:prstGeom prst="roundRect">
            <a:avLst>
              <a:gd name="adj" fmla="val 14286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14400" y="4229100"/>
            <a:ext cx="133350" cy="1333500"/>
          </a:xfrm>
          <a:prstGeom prst="roundRect">
            <a:avLst>
              <a:gd name="adj" fmla="val 50000"/>
            </a:avLst>
          </a:prstGeom>
          <a:solidFill>
            <a:srgbClr val="B45309"/>
          </a:solidFill>
          <a:ln/>
        </p:spPr>
      </p:sp>
      <p:sp>
        <p:nvSpPr>
          <p:cNvPr id="9" name="Text 7"/>
          <p:cNvSpPr/>
          <p:nvPr/>
        </p:nvSpPr>
        <p:spPr>
          <a:xfrm>
            <a:off x="1295400" y="4229100"/>
            <a:ext cx="15621000" cy="1333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 spc="-3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Wernicke</a:t>
            </a:r>
            <a:r>
              <a:rPr lang="en-US" sz="300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300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trung</a:t>
            </a:r>
            <a:r>
              <a:rPr lang="en-US" sz="300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tâm</a:t>
            </a:r>
            <a:r>
              <a:rPr lang="en-US" sz="3000" b="1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hiểu</a:t>
            </a:r>
            <a:r>
              <a:rPr lang="en-US" sz="3000" b="1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lời</a:t>
            </a:r>
            <a:r>
              <a:rPr lang="en-US" sz="3000" b="1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nói</a:t>
            </a:r>
            <a:r>
              <a:rPr lang="en-US" sz="3000" b="1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duy</a:t>
            </a:r>
            <a:r>
              <a:rPr lang="en-US" sz="3000" b="1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nhất</a:t>
            </a:r>
            <a:r>
              <a:rPr lang="en-US" sz="300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(suy</a:t>
            </a:r>
            <a:r>
              <a:rPr lang="en-US" sz="3000" b="1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luận từ</a:t>
            </a:r>
            <a:r>
              <a:rPr lang="en-US" sz="3000" b="1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mô</a:t>
            </a:r>
            <a:r>
              <a:rPr lang="en-US" sz="300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hình</a:t>
            </a:r>
            <a:r>
              <a:rPr lang="en-US" sz="300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hai</a:t>
            </a:r>
            <a:r>
              <a:rPr lang="en-US" sz="3000" b="1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dòng,</a:t>
            </a:r>
            <a:r>
              <a:rPr lang="en-US" sz="300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chủ</a:t>
            </a:r>
            <a:r>
              <a:rPr lang="en-US" sz="3000" b="1" dirty="0" spc="-2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yếu</a:t>
            </a:r>
            <a:r>
              <a:rPr lang="en-US" sz="300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hai</a:t>
            </a:r>
            <a:r>
              <a:rPr lang="en-US" sz="3000" b="1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bên)</a:t>
            </a:r>
            <a:r>
              <a:rPr lang="en-US" sz="3000" b="1" dirty="0" spc="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[S8]</a:t>
            </a:r>
            <a:endParaRPr lang="en-US" sz="3000" dirty="0"/>
          </a:p>
        </p:txBody>
      </p:sp>
      <p:sp>
        <p:nvSpPr>
          <p:cNvPr id="10" name="Shape 8"/>
          <p:cNvSpPr/>
          <p:nvPr/>
        </p:nvSpPr>
        <p:spPr>
          <a:xfrm>
            <a:off x="914400" y="5695950"/>
            <a:ext cx="16459200" cy="1333500"/>
          </a:xfrm>
          <a:prstGeom prst="roundRect">
            <a:avLst>
              <a:gd name="adj" fmla="val 14286"/>
            </a:avLst>
          </a:prstGeom>
          <a:solidFill>
            <a:srgbClr val="E8E0CF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14400" y="5695950"/>
            <a:ext cx="133350" cy="1333500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/>
        </p:spPr>
      </p:sp>
      <p:sp>
        <p:nvSpPr>
          <p:cNvPr id="12" name="Text 10"/>
          <p:cNvSpPr/>
          <p:nvPr/>
        </p:nvSpPr>
        <p:spPr>
          <a:xfrm>
            <a:off x="1295400" y="5695950"/>
            <a:ext cx="5905500" cy="1333500"/>
          </a:xfrm>
          <a:prstGeom prst="rect">
            <a:avLst/>
          </a:prstGeom>
          <a:noFill/>
          <a:ln/>
        </p:spPr>
        <p:txBody>
          <a:bodyPr wrap="square" lIns="0" tIns="16720" rIns="0" bIns="-16720" rtlCol="0" anchor="ctr"/>
          <a:lstStyle/>
          <a:p>
            <a:pPr algn="l" indent="0" marL="0">
              <a:lnSpc>
                <a:spcPts val="3450"/>
              </a:lnSpc>
              <a:buNone/>
            </a:pPr>
            <a:r>
              <a:rPr lang="en-US" sz="3000" dirty="0" spc="5" kern="0">
                <a:solidFill>
                  <a:srgbClr val="0F766E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Có</a:t>
            </a:r>
            <a:r>
              <a:rPr lang="en-US" sz="3000" dirty="0" spc="-6" kern="0">
                <a:solidFill>
                  <a:srgbClr val="0F766E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vùng</a:t>
            </a:r>
            <a:r>
              <a:rPr lang="en-US" sz="3000" dirty="0" spc="-3" kern="0">
                <a:solidFill>
                  <a:srgbClr val="0F766E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nhận</a:t>
            </a:r>
            <a:r>
              <a:rPr lang="en-US" sz="3000" dirty="0" spc="-7" kern="0">
                <a:solidFill>
                  <a:srgbClr val="0F766E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mặt</a:t>
            </a:r>
            <a:r>
              <a:rPr lang="en-US" sz="3000" dirty="0" spc="-1" kern="0">
                <a:solidFill>
                  <a:srgbClr val="0F766E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thì</a:t>
            </a:r>
            <a:r>
              <a:rPr lang="en-US" sz="3000" dirty="0" spc="-13" kern="0">
                <a:solidFill>
                  <a:srgbClr val="0F766E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hết</a:t>
            </a:r>
            <a:r>
              <a:rPr lang="en-US" sz="3000" dirty="0" spc="-7" kern="0">
                <a:solidFill>
                  <a:srgbClr val="0F766E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tranh</a:t>
            </a:r>
            <a:r>
              <a:rPr lang="en-US" sz="3000" dirty="0" spc="1" kern="0">
                <a:solidFill>
                  <a:srgbClr val="0F766E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cãi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7581900" y="5695950"/>
            <a:ext cx="9525000" cy="1333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bài</a:t>
            </a:r>
            <a:r>
              <a:rPr lang="en-US" sz="2700" dirty="0" spc="-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tổng</a:t>
            </a:r>
            <a:r>
              <a:rPr lang="en-US" sz="27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quan mô</a:t>
            </a:r>
            <a:r>
              <a:rPr lang="en-US" sz="2700" dirty="0" spc="-1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tả</a:t>
            </a:r>
            <a:r>
              <a:rPr lang="en-US" sz="2700" dirty="0" spc="-2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tranh</a:t>
            </a:r>
            <a:r>
              <a:rPr lang="en-US" sz="27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luận,</a:t>
            </a:r>
            <a:r>
              <a:rPr lang="en-US" sz="2700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dù</a:t>
            </a:r>
            <a:r>
              <a:rPr lang="en-US" sz="27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nghiêng</a:t>
            </a:r>
            <a:r>
              <a:rPr lang="en-US" sz="2700" dirty="0" spc="-2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về</a:t>
            </a:r>
            <a:r>
              <a:rPr lang="en-US" sz="2700" dirty="0" spc="-1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chuyên</a:t>
            </a:r>
            <a:r>
              <a:rPr lang="en-US" sz="2700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biệt</a:t>
            </a:r>
            <a:r>
              <a:rPr lang="en-US" sz="27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[S6]</a:t>
            </a:r>
            <a:endParaRPr lang="en-US" sz="2700" dirty="0"/>
          </a:p>
        </p:txBody>
      </p:sp>
      <p:sp>
        <p:nvSpPr>
          <p:cNvPr id="14" name="Shape 12"/>
          <p:cNvSpPr/>
          <p:nvPr/>
        </p:nvSpPr>
        <p:spPr>
          <a:xfrm>
            <a:off x="914400" y="7162800"/>
            <a:ext cx="16459200" cy="1333500"/>
          </a:xfrm>
          <a:prstGeom prst="roundRect">
            <a:avLst>
              <a:gd name="adj" fmla="val 14286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14400" y="7162800"/>
            <a:ext cx="133350" cy="1333500"/>
          </a:xfrm>
          <a:prstGeom prst="roundRect">
            <a:avLst>
              <a:gd name="adj" fmla="val 50000"/>
            </a:avLst>
          </a:prstGeom>
          <a:solidFill>
            <a:srgbClr val="E8472B"/>
          </a:solidFill>
          <a:ln/>
        </p:spPr>
      </p:sp>
      <p:sp>
        <p:nvSpPr>
          <p:cNvPr id="16" name="Text 14"/>
          <p:cNvSpPr/>
          <p:nvPr/>
        </p:nvSpPr>
        <p:spPr>
          <a:xfrm>
            <a:off x="1295400" y="7162800"/>
            <a:ext cx="5905500" cy="1333500"/>
          </a:xfrm>
          <a:prstGeom prst="rect">
            <a:avLst/>
          </a:prstGeom>
          <a:noFill/>
          <a:ln/>
        </p:spPr>
        <p:txBody>
          <a:bodyPr wrap="square" lIns="0" tIns="16720" rIns="0" bIns="-16720" rtlCol="0" anchor="ctr"/>
          <a:lstStyle/>
          <a:p>
            <a:pPr algn="l" indent="0" marL="0">
              <a:lnSpc>
                <a:spcPts val="3450"/>
              </a:lnSpc>
              <a:buNone/>
            </a:pPr>
            <a:r>
              <a:rPr lang="en-US" sz="3000" dirty="0" spc="-93" kern="0">
                <a:solidFill>
                  <a:srgbClr val="E8472B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Ký</a:t>
            </a:r>
            <a:r>
              <a:rPr lang="en-US" sz="3000" dirty="0" spc="26" kern="0">
                <a:solidFill>
                  <a:srgbClr val="E8472B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ức</a:t>
            </a:r>
            <a:r>
              <a:rPr lang="en-US" sz="3000" dirty="0" spc="-2" kern="0">
                <a:solidFill>
                  <a:srgbClr val="E8472B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nằm</a:t>
            </a:r>
            <a:r>
              <a:rPr lang="en-US" sz="3000" dirty="0" spc="-18" kern="0">
                <a:solidFill>
                  <a:srgbClr val="E8472B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trong</a:t>
            </a:r>
            <a:r>
              <a:rPr lang="en-US" sz="3000" dirty="0" spc="2" kern="0">
                <a:solidFill>
                  <a:srgbClr val="E8472B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thùy</a:t>
            </a:r>
            <a:r>
              <a:rPr lang="en-US" sz="3000" dirty="0" spc="-1" kern="0">
                <a:solidFill>
                  <a:srgbClr val="E8472B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thái</a:t>
            </a:r>
            <a:r>
              <a:rPr lang="en-US" sz="3000" dirty="0" spc="4" kern="0">
                <a:solidFill>
                  <a:srgbClr val="E8472B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dương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7581900" y="7162800"/>
            <a:ext cx="9525000" cy="1333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nơi</a:t>
            </a:r>
            <a:r>
              <a:rPr lang="en-US" sz="2700" dirty="0" spc="2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lưu</a:t>
            </a:r>
            <a:r>
              <a:rPr lang="en-US" sz="2700" dirty="0" spc="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thường</a:t>
            </a:r>
            <a:r>
              <a:rPr lang="en-US" sz="27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 vùng</a:t>
            </a:r>
            <a:r>
              <a:rPr lang="en-US" sz="27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giác</a:t>
            </a:r>
            <a:r>
              <a:rPr lang="en-US" sz="27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quan</a:t>
            </a:r>
            <a:r>
              <a:rPr lang="en-US" sz="2700" dirty="0" spc="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tương</a:t>
            </a:r>
            <a:r>
              <a:rPr lang="en-US" sz="2700" dirty="0" spc="2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ứng</a:t>
            </a:r>
            <a:r>
              <a:rPr lang="en-US" sz="27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[S3]</a:t>
            </a:r>
            <a:endParaRPr lang="en-US" sz="2700" dirty="0"/>
          </a:p>
        </p:txBody>
      </p:sp>
      <p:sp>
        <p:nvSpPr>
          <p:cNvPr id="18" name="Text 16"/>
          <p:cNvSpPr/>
          <p:nvPr/>
        </p:nvSpPr>
        <p:spPr>
          <a:xfrm>
            <a:off x="914400" y="8991600"/>
            <a:ext cx="164592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Nguồn:</a:t>
            </a:r>
            <a:r>
              <a:rPr lang="en-US" sz="180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[S1]</a:t>
            </a:r>
            <a:r>
              <a:rPr lang="en-US" sz="180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[S3] [S5] [S6] [S8]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9429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11715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14001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16287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18573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20859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23145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25431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27717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30003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32289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34575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36861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39147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41433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43719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46005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48291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50577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52863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55149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57435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59721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62007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64293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4" name="Shape 42"/>
          <p:cNvSpPr/>
          <p:nvPr/>
        </p:nvSpPr>
        <p:spPr>
          <a:xfrm>
            <a:off x="66579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5" name="Shape 43"/>
          <p:cNvSpPr/>
          <p:nvPr/>
        </p:nvSpPr>
        <p:spPr>
          <a:xfrm>
            <a:off x="68865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6" name="Shape 44"/>
          <p:cNvSpPr/>
          <p:nvPr/>
        </p:nvSpPr>
        <p:spPr>
          <a:xfrm>
            <a:off x="71151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7" name="Shape 45"/>
          <p:cNvSpPr/>
          <p:nvPr/>
        </p:nvSpPr>
        <p:spPr>
          <a:xfrm>
            <a:off x="73437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8" name="Shape 46"/>
          <p:cNvSpPr/>
          <p:nvPr/>
        </p:nvSpPr>
        <p:spPr>
          <a:xfrm>
            <a:off x="75723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9" name="Shape 47"/>
          <p:cNvSpPr/>
          <p:nvPr/>
        </p:nvSpPr>
        <p:spPr>
          <a:xfrm>
            <a:off x="78009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0" name="Shape 48"/>
          <p:cNvSpPr/>
          <p:nvPr/>
        </p:nvSpPr>
        <p:spPr>
          <a:xfrm>
            <a:off x="80295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1" name="Shape 49"/>
          <p:cNvSpPr/>
          <p:nvPr/>
        </p:nvSpPr>
        <p:spPr>
          <a:xfrm>
            <a:off x="82581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2" name="Shape 50"/>
          <p:cNvSpPr/>
          <p:nvPr/>
        </p:nvSpPr>
        <p:spPr>
          <a:xfrm>
            <a:off x="8467725" y="9544050"/>
            <a:ext cx="152400" cy="1524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53" name="Shape 51"/>
          <p:cNvSpPr/>
          <p:nvPr/>
        </p:nvSpPr>
        <p:spPr>
          <a:xfrm>
            <a:off x="87153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4" name="Shape 52"/>
          <p:cNvSpPr/>
          <p:nvPr/>
        </p:nvSpPr>
        <p:spPr>
          <a:xfrm>
            <a:off x="89439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5" name="Shape 53"/>
          <p:cNvSpPr/>
          <p:nvPr/>
        </p:nvSpPr>
        <p:spPr>
          <a:xfrm>
            <a:off x="91725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6" name="Shape 54"/>
          <p:cNvSpPr/>
          <p:nvPr/>
        </p:nvSpPr>
        <p:spPr>
          <a:xfrm>
            <a:off x="94011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7" name="Shape 55"/>
          <p:cNvSpPr/>
          <p:nvPr/>
        </p:nvSpPr>
        <p:spPr>
          <a:xfrm>
            <a:off x="96297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8" name="Text 56"/>
          <p:cNvSpPr/>
          <p:nvPr/>
        </p:nvSpPr>
        <p:spPr>
          <a:xfrm>
            <a:off x="10058400" y="9467850"/>
            <a:ext cx="4953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6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Multiple-report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3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L08</a:t>
            </a:r>
            <a:r>
              <a:rPr lang="en-US" sz="180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1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34/39</a:t>
            </a:r>
            <a:endParaRPr lang="en-US" sz="1800" dirty="0"/>
          </a:p>
        </p:txBody>
      </p:sp>
      <p:sp>
        <p:nvSpPr>
          <p:cNvPr id="59" name="Shape 57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60" name="Moda image moda-export-watermark-866191cc-8e57-40b9-a5aa-91f3ae1a3d67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6459200" cy="1809750"/>
          </a:xfrm>
          <a:prstGeom prst="rect">
            <a:avLst/>
          </a:prstGeom>
          <a:noFill/>
          <a:ln/>
        </p:spPr>
        <p:txBody>
          <a:bodyPr wrap="square" lIns="0" tIns="43434" rIns="0" bIns="-43434" rtlCol="0" anchor="t"/>
          <a:lstStyle/>
          <a:p>
            <a:pPr algn="l" indent="0" marL="0">
              <a:lnSpc>
                <a:spcPts val="6156"/>
              </a:lnSpc>
              <a:buNone/>
            </a:pPr>
            <a:r>
              <a:rPr lang="en-US" sz="57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Vì</a:t>
            </a:r>
            <a:r>
              <a:rPr lang="en-US" sz="5700" dirty="0" spc="-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sao</a:t>
            </a:r>
            <a:r>
              <a:rPr lang="en-US" sz="57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hiểu</a:t>
            </a:r>
            <a:r>
              <a:rPr lang="en-US" sz="5700" dirty="0" spc="-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lầm</a:t>
            </a:r>
            <a:r>
              <a:rPr lang="en-US" sz="5700" dirty="0" spc="-6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về</a:t>
            </a:r>
            <a:r>
              <a:rPr lang="en-US" sz="57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thùy</a:t>
            </a:r>
            <a:r>
              <a:rPr lang="en-US" sz="5700" dirty="0" spc="-66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và</a:t>
            </a:r>
            <a:r>
              <a:rPr lang="en-US" sz="57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vùng</a:t>
            </a:r>
            <a:r>
              <a:rPr lang="en-US" sz="5700" dirty="0" spc="-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dễ</a:t>
            </a:r>
            <a:r>
              <a:rPr lang="en-US" sz="57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nảy sinh</a:t>
            </a:r>
            <a:endParaRPr lang="en-US" sz="5700" dirty="0"/>
          </a:p>
        </p:txBody>
      </p:sp>
      <p:sp>
        <p:nvSpPr>
          <p:cNvPr id="3" name="Shape 1"/>
          <p:cNvSpPr/>
          <p:nvPr/>
        </p:nvSpPr>
        <p:spPr>
          <a:xfrm>
            <a:off x="914400" y="2819400"/>
            <a:ext cx="95250" cy="5505450"/>
          </a:xfrm>
          <a:prstGeom prst="roundRect">
            <a:avLst>
              <a:gd name="adj" fmla="val 50000"/>
            </a:avLst>
          </a:prstGeom>
          <a:solidFill>
            <a:srgbClr val="7C93FF"/>
          </a:solidFill>
          <a:ln/>
        </p:spPr>
      </p:sp>
      <p:sp>
        <p:nvSpPr>
          <p:cNvPr id="4" name="Text 2"/>
          <p:cNvSpPr/>
          <p:nvPr/>
        </p:nvSpPr>
        <p:spPr>
          <a:xfrm>
            <a:off x="1295400" y="2762250"/>
            <a:ext cx="10572750" cy="5619750"/>
          </a:xfrm>
          <a:prstGeom prst="rect">
            <a:avLst/>
          </a:prstGeom>
          <a:noFill/>
          <a:ln/>
        </p:spPr>
        <p:txBody>
          <a:bodyPr wrap="square" lIns="0" tIns="10843" rIns="0" bIns="-10843" rtlCol="0" anchor="t"/>
          <a:lstStyle/>
          <a:p>
            <a:pPr algn="l" indent="0" marL="0">
              <a:lnSpc>
                <a:spcPts val="3848"/>
              </a:lnSpc>
              <a:buNone/>
            </a:pPr>
            <a:r>
              <a:rPr lang="en-US" sz="2850" dirty="0" spc="-8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Tên</a:t>
            </a:r>
            <a:r>
              <a:rPr lang="en-US" sz="28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thùy</a:t>
            </a:r>
            <a:r>
              <a:rPr lang="en-US" sz="2850" dirty="0" spc="-1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 tên</a:t>
            </a:r>
            <a:r>
              <a:rPr lang="en-US" sz="28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vùng</a:t>
            </a:r>
            <a:r>
              <a:rPr lang="en-US" sz="28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2850" dirty="0" spc="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</a:t>
            </a:r>
            <a:pPr algn="l" indent="0" marL="0">
              <a:lnSpc>
                <a:spcPts val="3848"/>
              </a:lnSpc>
              <a:buNone/>
            </a:pPr>
            <a:r>
              <a:rPr lang="en-US" sz="2850" b="1" dirty="0" spc="-1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nhãn</a:t>
            </a:r>
            <a:r>
              <a:rPr lang="en-US" sz="2850" b="1" dirty="0" spc="-2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gọi</a:t>
            </a:r>
            <a:r>
              <a:rPr lang="en-US" sz="2850" b="1" dirty="0" spc="4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vị</a:t>
            </a:r>
            <a:r>
              <a:rPr lang="en-US" sz="2850" b="1" dirty="0" spc="10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trí</a:t>
            </a:r>
            <a:pPr algn="l" indent="0" marL="0">
              <a:lnSpc>
                <a:spcPts val="3848"/>
              </a:lnSpc>
              <a:buNone/>
            </a:pPr>
            <a:r>
              <a:rPr lang="en-US" sz="28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,</a:t>
            </a:r>
            <a:r>
              <a:rPr lang="en-US" sz="28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nên dễ</a:t>
            </a:r>
            <a:r>
              <a:rPr lang="en-US" sz="28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bị</a:t>
            </a:r>
            <a:r>
              <a:rPr lang="en-US" sz="2850" dirty="0" spc="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đọc</a:t>
            </a:r>
            <a:r>
              <a:rPr lang="en-US" sz="28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thành</a:t>
            </a:r>
            <a:r>
              <a:rPr lang="en-US" sz="28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"chỗ</a:t>
            </a:r>
            <a:r>
              <a:rPr lang="en-US" sz="28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làm</a:t>
            </a:r>
            <a:r>
              <a:rPr lang="en-US" sz="28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đúng</a:t>
            </a:r>
            <a:r>
              <a:rPr lang="en-US" sz="2850" dirty="0" spc="-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8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việc"</a:t>
            </a:r>
            <a:r>
              <a:rPr lang="en-US" sz="2850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</a:t>
            </a:r>
            <a:pPr algn="l" indent="0" marL="0">
              <a:lnSpc>
                <a:spcPts val="3848"/>
              </a:lnSpc>
              <a:buNone/>
            </a:pPr>
            <a:r>
              <a:rPr lang="en-US" sz="2850" dirty="0" spc="-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[S1]</a:t>
            </a:r>
            <a:r>
              <a:rPr lang="en-US" sz="28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[S3]</a:t>
            </a:r>
            <a:pPr algn="l" indent="0" marL="0">
              <a:lnSpc>
                <a:spcPts val="3848"/>
              </a:lnSpc>
              <a:buNone/>
            </a:pPr>
            <a:r>
              <a:rPr lang="en-US" sz="2850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.</a:t>
            </a:r>
            <a:r>
              <a:rPr lang="en-US" sz="28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28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</a:t>
            </a:r>
            <a:r>
              <a:rPr lang="en-US" sz="2850" dirty="0" spc="1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đưa</a:t>
            </a:r>
            <a:r>
              <a:rPr lang="en-US" sz="2850" dirty="0" spc="-1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vào</a:t>
            </a:r>
            <a:r>
              <a:rPr lang="en-US" sz="2850" dirty="0" spc="1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những</a:t>
            </a:r>
            <a:r>
              <a:rPr lang="en-US" sz="28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hiểu</a:t>
            </a:r>
            <a:r>
              <a:rPr lang="en-US" sz="28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lầm</a:t>
            </a:r>
            <a:r>
              <a:rPr lang="en-US" sz="28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8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r>
              <a:rPr lang="en-US" sz="28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phản</a:t>
            </a:r>
            <a:r>
              <a:rPr lang="en-US" sz="285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bác:</a:t>
            </a:r>
            <a:r>
              <a:rPr lang="en-US" sz="28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thông</a:t>
            </a:r>
            <a:r>
              <a:rPr lang="en-US" sz="28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tin</a:t>
            </a:r>
            <a:r>
              <a:rPr lang="en-US" sz="28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thị</a:t>
            </a:r>
            <a:r>
              <a:rPr lang="en-US" sz="28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giác còn</a:t>
            </a:r>
            <a:r>
              <a:rPr lang="en-US" sz="2850" dirty="0" spc="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2850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xử</a:t>
            </a:r>
            <a:r>
              <a:rPr lang="en-US" sz="285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lý</a:t>
            </a:r>
            <a:r>
              <a:rPr lang="en-US" sz="28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ở</a:t>
            </a:r>
            <a:r>
              <a:rPr lang="en-US" sz="28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thùy</a:t>
            </a:r>
            <a:r>
              <a:rPr lang="en-US" sz="28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thái</a:t>
            </a:r>
            <a:r>
              <a:rPr lang="en-US" sz="2850" dirty="0" spc="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dương</a:t>
            </a:r>
            <a:r>
              <a:rPr lang="en-US" sz="2850" dirty="0" spc="-1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8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thùy</a:t>
            </a:r>
            <a:r>
              <a:rPr lang="en-US" sz="2850" dirty="0" spc="2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đỉnh</a:t>
            </a:r>
            <a:r>
              <a:rPr lang="en-US" sz="2850" dirty="0" spc="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</a:t>
            </a:r>
            <a:pPr algn="l" indent="0" marL="0">
              <a:lnSpc>
                <a:spcPts val="3848"/>
              </a:lnSpc>
              <a:buNone/>
            </a:pPr>
            <a:r>
              <a:rPr lang="en-US" sz="285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[S3]</a:t>
            </a:r>
            <a:pPr algn="l" indent="0" marL="0">
              <a:lnSpc>
                <a:spcPts val="3848"/>
              </a:lnSpc>
              <a:buNone/>
            </a:pPr>
            <a:r>
              <a:rPr lang="en-US" sz="28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;</a:t>
            </a:r>
            <a:r>
              <a:rPr lang="en-US" sz="28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mô</a:t>
            </a:r>
            <a:r>
              <a:rPr lang="en-US" sz="28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hình</a:t>
            </a:r>
            <a:r>
              <a:rPr lang="en-US" sz="285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hai</a:t>
            </a:r>
            <a:r>
              <a:rPr lang="en-US" sz="28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dòng mô</a:t>
            </a:r>
            <a:r>
              <a:rPr lang="en-US" sz="2850" dirty="0" spc="-1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tả</a:t>
            </a:r>
            <a:r>
              <a:rPr lang="en-US" sz="28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tiếng nói</a:t>
            </a:r>
            <a:r>
              <a:rPr lang="en-US" sz="2850" dirty="0" spc="1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dựa</a:t>
            </a:r>
            <a:r>
              <a:rPr lang="en-US" sz="2850" dirty="0" spc="-1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vào</a:t>
            </a:r>
            <a:r>
              <a:rPr lang="en-US" sz="2850" dirty="0" spc="-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8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dòng</a:t>
            </a:r>
            <a:r>
              <a:rPr lang="en-US" sz="28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chủ</a:t>
            </a:r>
            <a:r>
              <a:rPr lang="en-US" sz="2850" dirty="0" spc="-2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yếu</a:t>
            </a:r>
            <a:r>
              <a:rPr lang="en-US" sz="28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ở</a:t>
            </a:r>
            <a:r>
              <a:rPr lang="en-US" sz="2850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hai</a:t>
            </a:r>
            <a:r>
              <a:rPr lang="en-US" sz="2850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bán</a:t>
            </a:r>
            <a:r>
              <a:rPr lang="en-US" sz="28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cầu</a:t>
            </a:r>
            <a:r>
              <a:rPr lang="en-US" sz="2850" dirty="0" spc="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</a:t>
            </a:r>
            <a:pPr algn="l" indent="0" marL="0">
              <a:lnSpc>
                <a:spcPts val="3848"/>
              </a:lnSpc>
              <a:buNone/>
            </a:pPr>
            <a:r>
              <a:rPr lang="en-US" sz="2850" dirty="0" spc="-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[S8]</a:t>
            </a:r>
            <a:pPr algn="l" indent="0" marL="0">
              <a:lnSpc>
                <a:spcPts val="3848"/>
              </a:lnSpc>
              <a:buNone/>
            </a:pPr>
            <a:r>
              <a:rPr lang="en-US" sz="28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;</a:t>
            </a:r>
            <a:r>
              <a:rPr lang="en-US" sz="2850" dirty="0" spc="-1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8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vùng nhận</a:t>
            </a:r>
            <a:r>
              <a:rPr lang="en-US" sz="2850" dirty="0" spc="-1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mặt</a:t>
            </a:r>
            <a:r>
              <a:rPr lang="en-US" sz="2850" dirty="0" spc="4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</a:t>
            </a:r>
            <a:r>
              <a:rPr lang="en-US" sz="28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cùng</a:t>
            </a:r>
            <a:r>
              <a:rPr lang="en-US" sz="2850" dirty="0" spc="-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850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cuộc</a:t>
            </a:r>
            <a:r>
              <a:rPr lang="en-US" sz="2850" dirty="0" spc="-1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tranh</a:t>
            </a:r>
            <a:r>
              <a:rPr lang="en-US" sz="28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luận</a:t>
            </a:r>
            <a:r>
              <a:rPr lang="en-US" sz="2850" dirty="0" spc="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giữa</a:t>
            </a:r>
            <a:r>
              <a:rPr lang="en-US" sz="2850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cơ</a:t>
            </a:r>
            <a:r>
              <a:rPr lang="en-US" sz="28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chế</a:t>
            </a:r>
            <a:r>
              <a:rPr lang="en-US" sz="2850" dirty="0" spc="-1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chuyên</a:t>
            </a:r>
            <a:r>
              <a:rPr lang="en-US" sz="2850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biệt</a:t>
            </a:r>
            <a:r>
              <a:rPr lang="en-US" sz="2850" dirty="0" spc="-1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850" dirty="0" spc="2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đa</a:t>
            </a:r>
            <a:r>
              <a:rPr lang="en-US" sz="28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dụng</a:t>
            </a:r>
            <a:r>
              <a:rPr lang="en-US" sz="2850" dirty="0" spc="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</a:t>
            </a:r>
            <a:pPr algn="l" indent="0" marL="0">
              <a:lnSpc>
                <a:spcPts val="3848"/>
              </a:lnSpc>
              <a:buNone/>
            </a:pPr>
            <a:r>
              <a:rPr lang="en-US" sz="2850" dirty="0" spc="-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[S6]</a:t>
            </a:r>
            <a:pPr algn="l" indent="0" marL="0">
              <a:lnSpc>
                <a:spcPts val="3848"/>
              </a:lnSpc>
              <a:buNone/>
            </a:pPr>
            <a:r>
              <a:rPr lang="en-US" sz="2850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.</a:t>
            </a:r>
            <a:r>
              <a:rPr lang="en-US" sz="28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Phần còn</a:t>
            </a:r>
            <a:r>
              <a:rPr lang="en-US" sz="285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lại là</a:t>
            </a:r>
            <a:r>
              <a:rPr lang="en-US" sz="28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con</a:t>
            </a:r>
            <a:r>
              <a:rPr lang="en-US" sz="2850" dirty="0" spc="-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số</a:t>
            </a:r>
            <a:r>
              <a:rPr lang="en-US" sz="2850" dirty="0" spc="-1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850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</a:t>
            </a:r>
            <a:r>
              <a:rPr lang="en-US" sz="2850" dirty="0" spc="1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đồ</a:t>
            </a:r>
            <a:r>
              <a:rPr lang="en-US" sz="28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cần</a:t>
            </a:r>
            <a:r>
              <a:rPr lang="en-US" sz="2850" dirty="0" spc="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đọc</a:t>
            </a:r>
            <a:r>
              <a:rPr lang="en-US" sz="28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đúng.</a:t>
            </a:r>
            <a:endParaRPr lang="en-US" sz="2850" dirty="0"/>
          </a:p>
        </p:txBody>
      </p:sp>
      <p:sp>
        <p:nvSpPr>
          <p:cNvPr id="5" name="Shape 3"/>
          <p:cNvSpPr/>
          <p:nvPr/>
        </p:nvSpPr>
        <p:spPr>
          <a:xfrm>
            <a:off x="12325350" y="2762250"/>
            <a:ext cx="5048250" cy="1724025"/>
          </a:xfrm>
          <a:prstGeom prst="roundRect">
            <a:avLst>
              <a:gd name="adj" fmla="val 12155"/>
            </a:avLst>
          </a:prstGeom>
          <a:solidFill>
            <a:srgbClr val="1E212B"/>
          </a:solidFill>
          <a:ln/>
        </p:spPr>
      </p:sp>
      <p:sp>
        <p:nvSpPr>
          <p:cNvPr id="6" name="Shape 4"/>
          <p:cNvSpPr/>
          <p:nvPr/>
        </p:nvSpPr>
        <p:spPr>
          <a:xfrm>
            <a:off x="12325350" y="2762250"/>
            <a:ext cx="5048250" cy="95250"/>
          </a:xfrm>
          <a:prstGeom prst="roundRect">
            <a:avLst>
              <a:gd name="adj" fmla="val 50000"/>
            </a:avLst>
          </a:prstGeom>
          <a:solidFill>
            <a:srgbClr val="7C93FF"/>
          </a:solidFill>
          <a:ln/>
        </p:spPr>
      </p:sp>
      <p:sp>
        <p:nvSpPr>
          <p:cNvPr id="7" name="Text 5"/>
          <p:cNvSpPr/>
          <p:nvPr/>
        </p:nvSpPr>
        <p:spPr>
          <a:xfrm>
            <a:off x="12630150" y="3028950"/>
            <a:ext cx="44386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50" dirty="0" spc="-76" kern="0">
                <a:solidFill>
                  <a:srgbClr val="7C93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Tên</a:t>
            </a:r>
            <a:r>
              <a:rPr lang="en-US" sz="1950" dirty="0" spc="1" kern="0">
                <a:solidFill>
                  <a:srgbClr val="7C93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thùy,</a:t>
            </a:r>
            <a:r>
              <a:rPr lang="en-US" sz="1950" dirty="0" spc="-9" kern="0">
                <a:solidFill>
                  <a:srgbClr val="7C93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tên</a:t>
            </a:r>
            <a:r>
              <a:rPr lang="en-US" sz="1950" dirty="0" spc="-5" kern="0">
                <a:solidFill>
                  <a:srgbClr val="7C93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vùng</a:t>
            </a:r>
            <a:endParaRPr lang="en-US" sz="1950" dirty="0"/>
          </a:p>
        </p:txBody>
      </p:sp>
      <p:sp>
        <p:nvSpPr>
          <p:cNvPr id="8" name="Text 6"/>
          <p:cNvSpPr/>
          <p:nvPr/>
        </p:nvSpPr>
        <p:spPr>
          <a:xfrm>
            <a:off x="12630150" y="3486150"/>
            <a:ext cx="4438650" cy="809625"/>
          </a:xfrm>
          <a:prstGeom prst="rect">
            <a:avLst/>
          </a:prstGeom>
          <a:noFill/>
          <a:ln/>
        </p:spPr>
        <p:txBody>
          <a:bodyPr wrap="square" lIns="0" tIns="19050" rIns="0" bIns="-19050" rtlCol="0" anchor="t"/>
          <a:lstStyle/>
          <a:p>
            <a:pPr algn="l" indent="0" marL="0">
              <a:lnSpc>
                <a:spcPts val="2928"/>
              </a:lnSpc>
              <a:buNone/>
            </a:pPr>
            <a:r>
              <a:rPr lang="en-US" sz="2400" dirty="0" spc="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nhãn</a:t>
            </a:r>
            <a:r>
              <a:rPr lang="en-US" sz="2400" dirty="0" spc="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chỉ vị</a:t>
            </a:r>
            <a:r>
              <a:rPr lang="en-US" sz="2400" dirty="0" spc="1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trí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12325350" y="4714875"/>
            <a:ext cx="5048250" cy="1724025"/>
          </a:xfrm>
          <a:prstGeom prst="roundRect">
            <a:avLst>
              <a:gd name="adj" fmla="val 12155"/>
            </a:avLst>
          </a:prstGeom>
          <a:solidFill>
            <a:srgbClr val="1E212B"/>
          </a:solidFill>
          <a:ln/>
        </p:spPr>
      </p:sp>
      <p:sp>
        <p:nvSpPr>
          <p:cNvPr id="10" name="Shape 8"/>
          <p:cNvSpPr/>
          <p:nvPr/>
        </p:nvSpPr>
        <p:spPr>
          <a:xfrm>
            <a:off x="12325350" y="4714875"/>
            <a:ext cx="5048250" cy="95250"/>
          </a:xfrm>
          <a:prstGeom prst="roundRect">
            <a:avLst>
              <a:gd name="adj" fmla="val 50000"/>
            </a:avLst>
          </a:prstGeom>
          <a:solidFill>
            <a:srgbClr val="FFB454"/>
          </a:solidFill>
          <a:ln/>
        </p:spPr>
      </p:sp>
      <p:sp>
        <p:nvSpPr>
          <p:cNvPr id="11" name="Text 9"/>
          <p:cNvSpPr/>
          <p:nvPr/>
        </p:nvSpPr>
        <p:spPr>
          <a:xfrm>
            <a:off x="12630150" y="4981575"/>
            <a:ext cx="44386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50" dirty="0" spc="-9" kern="0">
                <a:solidFill>
                  <a:srgbClr val="FFB454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Nguồn</a:t>
            </a:r>
            <a:endParaRPr lang="en-US" sz="1950" dirty="0"/>
          </a:p>
        </p:txBody>
      </p:sp>
      <p:sp>
        <p:nvSpPr>
          <p:cNvPr id="12" name="Text 10"/>
          <p:cNvSpPr/>
          <p:nvPr/>
        </p:nvSpPr>
        <p:spPr>
          <a:xfrm>
            <a:off x="12630150" y="5438775"/>
            <a:ext cx="4438650" cy="809625"/>
          </a:xfrm>
          <a:prstGeom prst="rect">
            <a:avLst/>
          </a:prstGeom>
          <a:noFill/>
          <a:ln/>
        </p:spPr>
        <p:txBody>
          <a:bodyPr wrap="square" lIns="0" tIns="19050" rIns="0" bIns="-19050" rtlCol="0" anchor="t"/>
          <a:lstStyle/>
          <a:p>
            <a:pPr algn="l" indent="0" marL="0">
              <a:lnSpc>
                <a:spcPts val="2928"/>
              </a:lnSpc>
              <a:buNone/>
            </a:pPr>
            <a:r>
              <a:rPr lang="en-US" sz="2400" dirty="0" spc="4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thị</a:t>
            </a:r>
            <a:r>
              <a:rPr lang="en-US" sz="2400" dirty="0" spc="-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giác</a:t>
            </a:r>
            <a:r>
              <a:rPr lang="en-US" sz="2400" dirty="0" spc="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ở</a:t>
            </a:r>
            <a:r>
              <a:rPr lang="en-US" sz="2400" dirty="0" spc="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nhiều thùy</a:t>
            </a:r>
            <a:endParaRPr lang="en-US" sz="2400" dirty="0"/>
          </a:p>
        </p:txBody>
      </p:sp>
      <p:sp>
        <p:nvSpPr>
          <p:cNvPr id="13" name="Shape 11"/>
          <p:cNvSpPr/>
          <p:nvPr/>
        </p:nvSpPr>
        <p:spPr>
          <a:xfrm>
            <a:off x="12325350" y="6657975"/>
            <a:ext cx="5048250" cy="1724025"/>
          </a:xfrm>
          <a:prstGeom prst="roundRect">
            <a:avLst>
              <a:gd name="adj" fmla="val 12155"/>
            </a:avLst>
          </a:prstGeom>
          <a:solidFill>
            <a:srgbClr val="1E212B"/>
          </a:solidFill>
          <a:ln/>
        </p:spPr>
      </p:sp>
      <p:sp>
        <p:nvSpPr>
          <p:cNvPr id="14" name="Shape 12"/>
          <p:cNvSpPr/>
          <p:nvPr/>
        </p:nvSpPr>
        <p:spPr>
          <a:xfrm>
            <a:off x="12325350" y="6657975"/>
            <a:ext cx="5048250" cy="95250"/>
          </a:xfrm>
          <a:prstGeom prst="roundRect">
            <a:avLst>
              <a:gd name="adj" fmla="val 50000"/>
            </a:avLst>
          </a:prstGeom>
          <a:solidFill>
            <a:srgbClr val="3DD6A0"/>
          </a:solidFill>
          <a:ln/>
        </p:spPr>
      </p:sp>
      <p:sp>
        <p:nvSpPr>
          <p:cNvPr id="15" name="Text 13"/>
          <p:cNvSpPr/>
          <p:nvPr/>
        </p:nvSpPr>
        <p:spPr>
          <a:xfrm>
            <a:off x="12630150" y="6924675"/>
            <a:ext cx="44386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50" dirty="0" spc="-2" kern="0">
                <a:solidFill>
                  <a:srgbClr val="3DD6A0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Giả</a:t>
            </a:r>
            <a:r>
              <a:rPr lang="en-US" sz="1950" dirty="0" spc="-13" kern="0">
                <a:solidFill>
                  <a:srgbClr val="3DD6A0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thuyết</a:t>
            </a:r>
            <a:endParaRPr lang="en-US" sz="1950" dirty="0"/>
          </a:p>
        </p:txBody>
      </p:sp>
      <p:sp>
        <p:nvSpPr>
          <p:cNvPr id="16" name="Text 14"/>
          <p:cNvSpPr/>
          <p:nvPr/>
        </p:nvSpPr>
        <p:spPr>
          <a:xfrm>
            <a:off x="12630150" y="7381875"/>
            <a:ext cx="4438650" cy="809625"/>
          </a:xfrm>
          <a:prstGeom prst="rect">
            <a:avLst/>
          </a:prstGeom>
          <a:noFill/>
          <a:ln/>
        </p:spPr>
        <p:txBody>
          <a:bodyPr wrap="square" lIns="0" tIns="19050" rIns="0" bIns="-19050" rtlCol="0" anchor="t"/>
          <a:lstStyle/>
          <a:p>
            <a:pPr algn="l" indent="0" marL="0">
              <a:lnSpc>
                <a:spcPts val="2928"/>
              </a:lnSpc>
              <a:buNone/>
            </a:pPr>
            <a:r>
              <a:rPr lang="en-US" sz="2400" dirty="0" spc="-4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tiếng</a:t>
            </a:r>
            <a:r>
              <a:rPr lang="en-US" sz="2400" dirty="0" spc="-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nói,</a:t>
            </a:r>
            <a:r>
              <a:rPr lang="en-US" sz="2400" dirty="0" spc="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nhận</a:t>
            </a:r>
            <a:r>
              <a:rPr lang="en-US" sz="2400" dirty="0" spc="-9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mặt</a:t>
            </a:r>
            <a:r>
              <a:rPr lang="en-US" sz="2400" dirty="0" spc="-4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còn</a:t>
            </a:r>
            <a:r>
              <a:rPr lang="en-US" sz="2400" dirty="0" spc="-8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tranh</a:t>
            </a:r>
            <a:r>
              <a:rPr lang="en-US" sz="2400" dirty="0" spc="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luận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" y="8991600"/>
            <a:ext cx="164592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Nguồn:</a:t>
            </a:r>
            <a:r>
              <a:rPr lang="en-US" sz="1800" dirty="0" spc="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[S1]</a:t>
            </a:r>
            <a:r>
              <a:rPr lang="en-US" sz="180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[S3] [S6] [S8]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9429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11715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14001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16287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18573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20859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23145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25431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27717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30003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32289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34575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36861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39147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41433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43719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46005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48291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50577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52863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55149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57435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59721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62007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64293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66579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4" name="Shape 42"/>
          <p:cNvSpPr/>
          <p:nvPr/>
        </p:nvSpPr>
        <p:spPr>
          <a:xfrm>
            <a:off x="68865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5" name="Shape 43"/>
          <p:cNvSpPr/>
          <p:nvPr/>
        </p:nvSpPr>
        <p:spPr>
          <a:xfrm>
            <a:off x="71151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6" name="Shape 44"/>
          <p:cNvSpPr/>
          <p:nvPr/>
        </p:nvSpPr>
        <p:spPr>
          <a:xfrm>
            <a:off x="73437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7" name="Shape 45"/>
          <p:cNvSpPr/>
          <p:nvPr/>
        </p:nvSpPr>
        <p:spPr>
          <a:xfrm>
            <a:off x="75723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8" name="Shape 46"/>
          <p:cNvSpPr/>
          <p:nvPr/>
        </p:nvSpPr>
        <p:spPr>
          <a:xfrm>
            <a:off x="78009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9" name="Shape 47"/>
          <p:cNvSpPr/>
          <p:nvPr/>
        </p:nvSpPr>
        <p:spPr>
          <a:xfrm>
            <a:off x="80295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0" name="Shape 48"/>
          <p:cNvSpPr/>
          <p:nvPr/>
        </p:nvSpPr>
        <p:spPr>
          <a:xfrm>
            <a:off x="82581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1" name="Shape 49"/>
          <p:cNvSpPr/>
          <p:nvPr/>
        </p:nvSpPr>
        <p:spPr>
          <a:xfrm>
            <a:off x="84867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2" name="Shape 50"/>
          <p:cNvSpPr/>
          <p:nvPr/>
        </p:nvSpPr>
        <p:spPr>
          <a:xfrm>
            <a:off x="8696325" y="9544050"/>
            <a:ext cx="152400" cy="152400"/>
          </a:xfrm>
          <a:prstGeom prst="ellipse">
            <a:avLst/>
          </a:prstGeom>
          <a:solidFill>
            <a:srgbClr val="FF6A4D"/>
          </a:solidFill>
          <a:ln/>
        </p:spPr>
      </p:sp>
      <p:sp>
        <p:nvSpPr>
          <p:cNvPr id="53" name="Shape 51"/>
          <p:cNvSpPr/>
          <p:nvPr/>
        </p:nvSpPr>
        <p:spPr>
          <a:xfrm>
            <a:off x="89439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4" name="Shape 52"/>
          <p:cNvSpPr/>
          <p:nvPr/>
        </p:nvSpPr>
        <p:spPr>
          <a:xfrm>
            <a:off x="91725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5" name="Shape 53"/>
          <p:cNvSpPr/>
          <p:nvPr/>
        </p:nvSpPr>
        <p:spPr>
          <a:xfrm>
            <a:off x="94011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6" name="Shape 54"/>
          <p:cNvSpPr/>
          <p:nvPr/>
        </p:nvSpPr>
        <p:spPr>
          <a:xfrm>
            <a:off x="96297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7" name="Text 55"/>
          <p:cNvSpPr/>
          <p:nvPr/>
        </p:nvSpPr>
        <p:spPr>
          <a:xfrm>
            <a:off x="10058400" y="9467850"/>
            <a:ext cx="4953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Multiple-report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3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L08</a:t>
            </a:r>
            <a:r>
              <a:rPr lang="en-US" sz="180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1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35/39</a:t>
            </a:r>
            <a:endParaRPr lang="en-US" sz="1800" dirty="0"/>
          </a:p>
        </p:txBody>
      </p:sp>
      <p:sp>
        <p:nvSpPr>
          <p:cNvPr id="58" name="Shape 56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59" name="Moda image moda-export-watermark-73cddf22-19d7-4c82-b54b-b12a11961569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6459200" cy="1809750"/>
          </a:xfrm>
          <a:prstGeom prst="rect">
            <a:avLst/>
          </a:prstGeom>
          <a:noFill/>
          <a:ln/>
        </p:spPr>
        <p:txBody>
          <a:bodyPr wrap="square" lIns="0" tIns="43434" rIns="0" bIns="-43434" rtlCol="0" anchor="t"/>
          <a:lstStyle/>
          <a:p>
            <a:pPr algn="l" indent="0" marL="0">
              <a:lnSpc>
                <a:spcPts val="6156"/>
              </a:lnSpc>
              <a:buNone/>
            </a:pPr>
            <a:r>
              <a:rPr lang="en-US" sz="5700" dirty="0" spc="-12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Tên</a:t>
            </a:r>
            <a:r>
              <a:rPr lang="en-US" sz="57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vùng</a:t>
            </a:r>
            <a:r>
              <a:rPr lang="en-US" sz="57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chỉ</a:t>
            </a:r>
            <a:r>
              <a:rPr lang="en-US" sz="5700" dirty="0" spc="-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là</a:t>
            </a:r>
            <a:r>
              <a:rPr lang="en-US" sz="57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nhãn</a:t>
            </a:r>
            <a:r>
              <a:rPr lang="en-US" sz="5700" dirty="0" spc="-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cho</a:t>
            </a:r>
            <a:r>
              <a:rPr lang="en-US" sz="5700" dirty="0" spc="-28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nơi</a:t>
            </a:r>
            <a:r>
              <a:rPr lang="en-US" sz="5700" dirty="0" spc="-9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hoạt</a:t>
            </a:r>
            <a:r>
              <a:rPr lang="en-US" sz="5700" dirty="0" spc="9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động</a:t>
            </a:r>
            <a:r>
              <a:rPr lang="en-US" sz="57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mạnh</a:t>
            </a:r>
            <a:endParaRPr lang="en-US" sz="5700" dirty="0"/>
          </a:p>
        </p:txBody>
      </p:sp>
      <p:sp>
        <p:nvSpPr>
          <p:cNvPr id="3" name="Shape 1"/>
          <p:cNvSpPr/>
          <p:nvPr/>
        </p:nvSpPr>
        <p:spPr>
          <a:xfrm>
            <a:off x="914400" y="2952750"/>
            <a:ext cx="152400" cy="4000500"/>
          </a:xfrm>
          <a:prstGeom prst="roundRect">
            <a:avLst>
              <a:gd name="adj" fmla="val 50000"/>
            </a:avLst>
          </a:prstGeom>
          <a:solidFill>
            <a:srgbClr val="1F3FD1"/>
          </a:solidFill>
          <a:ln/>
        </p:spPr>
      </p:sp>
      <p:sp>
        <p:nvSpPr>
          <p:cNvPr id="4" name="Text 2"/>
          <p:cNvSpPr/>
          <p:nvPr/>
        </p:nvSpPr>
        <p:spPr>
          <a:xfrm>
            <a:off x="1485900" y="2857500"/>
            <a:ext cx="15811500" cy="4191000"/>
          </a:xfrm>
          <a:prstGeom prst="rect">
            <a:avLst/>
          </a:prstGeom>
          <a:noFill/>
          <a:ln/>
        </p:spPr>
        <p:txBody>
          <a:bodyPr wrap="square" lIns="0" tIns="35052" rIns="0" bIns="-35052" rtlCol="0" anchor="ctr"/>
          <a:lstStyle/>
          <a:p>
            <a:pPr algn="l" indent="0" marL="0">
              <a:lnSpc>
                <a:spcPts val="7728"/>
              </a:lnSpc>
              <a:buNone/>
            </a:pPr>
            <a:r>
              <a:rPr lang="en-US" sz="69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Đọc</a:t>
            </a:r>
            <a:r>
              <a:rPr lang="en-US" sz="69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"vùng của</a:t>
            </a:r>
            <a:r>
              <a:rPr lang="en-US" sz="69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X"</a:t>
            </a:r>
            <a:r>
              <a:rPr lang="en-US" sz="69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như</a:t>
            </a:r>
            <a:r>
              <a:rPr lang="en-US" sz="69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"vùng </a:t>
            </a:r>
            <a:pPr algn="l" indent="0" marL="0">
              <a:lnSpc>
                <a:spcPts val="7728"/>
              </a:lnSpc>
              <a:buNone/>
            </a:pPr>
            <a:r>
              <a:rPr lang="en-US" sz="6900" dirty="0" spc="-8" kern="0">
                <a:solidFill>
                  <a:srgbClr val="1F3FD1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hoạt</a:t>
            </a:r>
            <a:r>
              <a:rPr lang="en-US" sz="6900" dirty="0" spc="10" kern="0">
                <a:solidFill>
                  <a:srgbClr val="1F3FD1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động</a:t>
            </a:r>
            <a:r>
              <a:rPr lang="en-US" sz="6900" dirty="0" spc="2" kern="0">
                <a:solidFill>
                  <a:srgbClr val="1F3FD1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mạnh</a:t>
            </a:r>
            <a:pPr algn="l" indent="0" marL="0">
              <a:lnSpc>
                <a:spcPts val="7728"/>
              </a:lnSpc>
              <a:buNone/>
            </a:pPr>
            <a:r>
              <a:rPr lang="en-US" sz="69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khi</a:t>
            </a:r>
            <a:r>
              <a:rPr lang="en-US" sz="69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làm</a:t>
            </a:r>
            <a:r>
              <a:rPr lang="en-US" sz="6900" dirty="0" spc="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X"</a:t>
            </a:r>
            <a:endParaRPr lang="en-US" sz="6900" dirty="0"/>
          </a:p>
        </p:txBody>
      </p:sp>
      <p:sp>
        <p:nvSpPr>
          <p:cNvPr id="5" name="Text 3"/>
          <p:cNvSpPr/>
          <p:nvPr/>
        </p:nvSpPr>
        <p:spPr>
          <a:xfrm>
            <a:off x="914400" y="8991600"/>
            <a:ext cx="164592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Nguồn:</a:t>
            </a:r>
            <a:r>
              <a:rPr lang="en-US" sz="180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[S6] [S8]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9429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11715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14001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16287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18573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20859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23145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25431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27717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30003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32289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34575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36861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39147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41433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43719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46005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48291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50577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52863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55149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57435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59721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62007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64293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66579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68865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71151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73437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75723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78009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80295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82581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84867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87153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8924925" y="9544050"/>
            <a:ext cx="152400" cy="1524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42" name="Shape 40"/>
          <p:cNvSpPr/>
          <p:nvPr/>
        </p:nvSpPr>
        <p:spPr>
          <a:xfrm>
            <a:off x="91725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94011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4" name="Shape 42"/>
          <p:cNvSpPr/>
          <p:nvPr/>
        </p:nvSpPr>
        <p:spPr>
          <a:xfrm>
            <a:off x="96297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5" name="Text 43"/>
          <p:cNvSpPr/>
          <p:nvPr/>
        </p:nvSpPr>
        <p:spPr>
          <a:xfrm>
            <a:off x="10058400" y="9467850"/>
            <a:ext cx="4953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6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Multiple-report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3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L08</a:t>
            </a:r>
            <a:r>
              <a:rPr lang="en-US" sz="180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1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36/39</a:t>
            </a:r>
            <a:endParaRPr lang="en-US" sz="1800" dirty="0"/>
          </a:p>
        </p:txBody>
      </p:sp>
      <p:sp>
        <p:nvSpPr>
          <p:cNvPr id="46" name="Shape 44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47" name="Moda image moda-export-watermark-3a2fc089-a72d-47b6-bca7-af2878bd592b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6459200" cy="1809750"/>
          </a:xfrm>
          <a:prstGeom prst="rect">
            <a:avLst/>
          </a:prstGeom>
          <a:noFill/>
          <a:ln/>
        </p:spPr>
        <p:txBody>
          <a:bodyPr wrap="square" lIns="0" tIns="43434" rIns="0" bIns="-43434" rtlCol="0" anchor="t"/>
          <a:lstStyle/>
          <a:p>
            <a:pPr algn="l" indent="0" marL="0">
              <a:lnSpc>
                <a:spcPts val="6156"/>
              </a:lnSpc>
              <a:buNone/>
            </a:pPr>
            <a:r>
              <a:rPr lang="en-US" sz="57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Ba</a:t>
            </a:r>
            <a:r>
              <a:rPr lang="en-US" sz="57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hiểu</a:t>
            </a:r>
            <a:r>
              <a:rPr lang="en-US" sz="5700" dirty="0" spc="-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lầm</a:t>
            </a:r>
            <a:r>
              <a:rPr lang="en-US" sz="5700" dirty="0" spc="-36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nữa:</a:t>
            </a:r>
            <a:r>
              <a:rPr lang="en-US" sz="5700" dirty="0" spc="-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số</a:t>
            </a:r>
            <a:r>
              <a:rPr lang="en-US" sz="57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liệu,</a:t>
            </a:r>
            <a:r>
              <a:rPr lang="en-US" sz="5700" dirty="0" spc="-6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bản</a:t>
            </a:r>
            <a:r>
              <a:rPr lang="en-US" sz="5700" dirty="0" spc="-1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đồ,</a:t>
            </a:r>
            <a:r>
              <a:rPr lang="en-US" sz="5700" dirty="0" spc="-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bỏ</a:t>
            </a:r>
            <a:r>
              <a:rPr lang="en-US" sz="5700" dirty="0" spc="-4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rơi</a:t>
            </a:r>
            <a:r>
              <a:rPr lang="en-US" sz="5700" dirty="0" spc="-48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nửa</a:t>
            </a:r>
            <a:r>
              <a:rPr lang="en-US" sz="57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không gian</a:t>
            </a:r>
            <a:endParaRPr lang="en-US" sz="5700" dirty="0"/>
          </a:p>
        </p:txBody>
      </p:sp>
      <p:sp>
        <p:nvSpPr>
          <p:cNvPr id="3" name="Shape 1"/>
          <p:cNvSpPr/>
          <p:nvPr/>
        </p:nvSpPr>
        <p:spPr>
          <a:xfrm>
            <a:off x="914400" y="2762250"/>
            <a:ext cx="16459200" cy="1333500"/>
          </a:xfrm>
          <a:prstGeom prst="roundRect">
            <a:avLst>
              <a:gd name="adj" fmla="val 14286"/>
            </a:avLst>
          </a:prstGeom>
          <a:solidFill>
            <a:srgbClr val="1E212B"/>
          </a:solidFill>
          <a:ln w="19050">
            <a:solidFill>
              <a:srgbClr val="2C304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14400" y="2762250"/>
            <a:ext cx="133350" cy="1333500"/>
          </a:xfrm>
          <a:prstGeom prst="roundRect">
            <a:avLst>
              <a:gd name="adj" fmla="val 50000"/>
            </a:avLst>
          </a:prstGeom>
          <a:solidFill>
            <a:srgbClr val="7C93FF"/>
          </a:solidFill>
          <a:ln/>
        </p:spPr>
      </p:sp>
      <p:sp>
        <p:nvSpPr>
          <p:cNvPr id="5" name="Text 3"/>
          <p:cNvSpPr/>
          <p:nvPr/>
        </p:nvSpPr>
        <p:spPr>
          <a:xfrm>
            <a:off x="1295400" y="2762250"/>
            <a:ext cx="5905500" cy="1333500"/>
          </a:xfrm>
          <a:prstGeom prst="rect">
            <a:avLst/>
          </a:prstGeom>
          <a:noFill/>
          <a:ln/>
        </p:spPr>
        <p:txBody>
          <a:bodyPr wrap="square" lIns="0" tIns="16720" rIns="0" bIns="-16720" rtlCol="0" anchor="ctr"/>
          <a:lstStyle/>
          <a:p>
            <a:pPr algn="l" indent="0" marL="0">
              <a:lnSpc>
                <a:spcPts val="3450"/>
              </a:lnSpc>
              <a:buNone/>
            </a:pPr>
            <a:r>
              <a:rPr lang="en-US" sz="3000" dirty="0" spc="-44" kern="0">
                <a:solidFill>
                  <a:srgbClr val="7C93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Trải</a:t>
            </a:r>
            <a:r>
              <a:rPr lang="en-US" sz="3000" dirty="0" spc="-12" kern="0">
                <a:solidFill>
                  <a:srgbClr val="7C93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phẳng</a:t>
            </a:r>
            <a:r>
              <a:rPr lang="en-US" sz="3000" dirty="0" spc="-25" kern="0">
                <a:solidFill>
                  <a:srgbClr val="7C93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vỏ</a:t>
            </a:r>
            <a:r>
              <a:rPr lang="en-US" sz="3000" dirty="0" spc="0" kern="0">
                <a:solidFill>
                  <a:srgbClr val="7C93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não</a:t>
            </a:r>
            <a:r>
              <a:rPr lang="en-US" sz="3000" dirty="0" spc="-7" kern="0">
                <a:solidFill>
                  <a:srgbClr val="7C93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bằng</a:t>
            </a:r>
            <a:r>
              <a:rPr lang="en-US" sz="3000" dirty="0" spc="0" kern="0">
                <a:solidFill>
                  <a:srgbClr val="7C93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1</a:t>
            </a:r>
            <a:r>
              <a:rPr lang="en-US" sz="3000" dirty="0" spc="-12" kern="0">
                <a:solidFill>
                  <a:srgbClr val="7C93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mét</a:t>
            </a:r>
            <a:r>
              <a:rPr lang="en-US" sz="3000" dirty="0" spc="-8" kern="0">
                <a:solidFill>
                  <a:srgbClr val="7C93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vuông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7581900" y="2762250"/>
            <a:ext cx="9525000" cy="1333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giáo</a:t>
            </a:r>
            <a:r>
              <a:rPr lang="en-US" sz="2700" dirty="0" spc="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trình</a:t>
            </a:r>
            <a:r>
              <a:rPr lang="en-US" sz="27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ghi 1.800</a:t>
            </a:r>
            <a:r>
              <a:rPr lang="en-US" sz="270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cm²,</a:t>
            </a:r>
            <a:r>
              <a:rPr lang="en-US" sz="2700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sách</a:t>
            </a:r>
            <a:r>
              <a:rPr lang="en-US" sz="270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khác</a:t>
            </a:r>
            <a:r>
              <a:rPr lang="en-US" sz="270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ghi</a:t>
            </a:r>
            <a:r>
              <a:rPr lang="en-US" sz="27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</a:t>
            </a:r>
            <a:r>
              <a:rPr lang="en-US" sz="270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m²</a:t>
            </a:r>
            <a:r>
              <a:rPr lang="en-US" sz="270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[S1]</a:t>
            </a:r>
            <a:r>
              <a:rPr lang="en-US" sz="27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[S3]</a:t>
            </a:r>
            <a:endParaRPr lang="en-US" sz="2700" dirty="0"/>
          </a:p>
        </p:txBody>
      </p:sp>
      <p:sp>
        <p:nvSpPr>
          <p:cNvPr id="7" name="Shape 5"/>
          <p:cNvSpPr/>
          <p:nvPr/>
        </p:nvSpPr>
        <p:spPr>
          <a:xfrm>
            <a:off x="914400" y="4229100"/>
            <a:ext cx="16459200" cy="1333500"/>
          </a:xfrm>
          <a:prstGeom prst="roundRect">
            <a:avLst>
              <a:gd name="adj" fmla="val 14286"/>
            </a:avLst>
          </a:prstGeom>
          <a:solidFill>
            <a:srgbClr val="1E212B"/>
          </a:solidFill>
          <a:ln w="19050">
            <a:solidFill>
              <a:srgbClr val="2C304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14400" y="4229100"/>
            <a:ext cx="133350" cy="1333500"/>
          </a:xfrm>
          <a:prstGeom prst="roundRect">
            <a:avLst>
              <a:gd name="adj" fmla="val 50000"/>
            </a:avLst>
          </a:prstGeom>
          <a:solidFill>
            <a:srgbClr val="FFB454"/>
          </a:solidFill>
          <a:ln/>
        </p:spPr>
      </p:sp>
      <p:sp>
        <p:nvSpPr>
          <p:cNvPr id="9" name="Text 7"/>
          <p:cNvSpPr/>
          <p:nvPr/>
        </p:nvSpPr>
        <p:spPr>
          <a:xfrm>
            <a:off x="1295400" y="4229100"/>
            <a:ext cx="5905500" cy="1333500"/>
          </a:xfrm>
          <a:prstGeom prst="rect">
            <a:avLst/>
          </a:prstGeom>
          <a:noFill/>
          <a:ln/>
        </p:spPr>
        <p:txBody>
          <a:bodyPr wrap="square" lIns="0" tIns="16720" rIns="0" bIns="-16720" rtlCol="0" anchor="ctr"/>
          <a:lstStyle/>
          <a:p>
            <a:pPr algn="l" indent="0" marL="0">
              <a:lnSpc>
                <a:spcPts val="3450"/>
              </a:lnSpc>
              <a:buNone/>
            </a:pPr>
            <a:r>
              <a:rPr lang="en-US" sz="3000" dirty="0" spc="3" kern="0">
                <a:solidFill>
                  <a:srgbClr val="FFB454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Bản</a:t>
            </a:r>
            <a:r>
              <a:rPr lang="en-US" sz="3000" dirty="0" spc="7" kern="0">
                <a:solidFill>
                  <a:srgbClr val="FFB454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đồ</a:t>
            </a:r>
            <a:r>
              <a:rPr lang="en-US" sz="3000" dirty="0" spc="-26" kern="0">
                <a:solidFill>
                  <a:srgbClr val="FFB454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vỏ</a:t>
            </a:r>
            <a:r>
              <a:rPr lang="en-US" sz="3000" dirty="0" spc="-5" kern="0">
                <a:solidFill>
                  <a:srgbClr val="FFB454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thể</a:t>
            </a:r>
            <a:r>
              <a:rPr lang="en-US" sz="3000" dirty="0" spc="0" kern="0">
                <a:solidFill>
                  <a:srgbClr val="FFB454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cảm</a:t>
            </a:r>
            <a:r>
              <a:rPr lang="en-US" sz="3000" dirty="0" spc="-8" kern="0">
                <a:solidFill>
                  <a:srgbClr val="FFB454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theo</a:t>
            </a:r>
            <a:r>
              <a:rPr lang="en-US" sz="3000" dirty="0" spc="1" kern="0">
                <a:solidFill>
                  <a:srgbClr val="FFB454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kích</a:t>
            </a:r>
            <a:r>
              <a:rPr lang="en-US" sz="3000" dirty="0" spc="13" kern="0">
                <a:solidFill>
                  <a:srgbClr val="FFB454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thước</a:t>
            </a:r>
            <a:r>
              <a:rPr lang="en-US" sz="3000" dirty="0" spc="-8" kern="0">
                <a:solidFill>
                  <a:srgbClr val="FFB454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cơ</a:t>
            </a:r>
            <a:r>
              <a:rPr lang="en-US" sz="3000" dirty="0" spc="-5" kern="0">
                <a:solidFill>
                  <a:srgbClr val="FFB454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thể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7581900" y="4229100"/>
            <a:ext cx="9525000" cy="1333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dirty="0" spc="-2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vẽ</a:t>
            </a:r>
            <a:r>
              <a:rPr lang="en-US" sz="270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theo</a:t>
            </a:r>
            <a:r>
              <a:rPr lang="en-US" sz="2700" dirty="0" spc="1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độ</a:t>
            </a:r>
            <a:r>
              <a:rPr lang="en-US" sz="2700" dirty="0" spc="-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nhạy,</a:t>
            </a:r>
            <a:r>
              <a:rPr lang="en-US" sz="270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nhiều</a:t>
            </a:r>
            <a:r>
              <a:rPr lang="en-US" sz="27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thụ thể thì</a:t>
            </a:r>
            <a:r>
              <a:rPr lang="en-US" sz="270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nhiều</a:t>
            </a:r>
            <a:r>
              <a:rPr lang="en-US" sz="2700" dirty="0" spc="-1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vỏ</a:t>
            </a:r>
            <a:r>
              <a:rPr lang="en-US" sz="270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[S1]</a:t>
            </a:r>
            <a:r>
              <a:rPr lang="en-US" sz="27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[S2]</a:t>
            </a:r>
            <a:endParaRPr lang="en-US" sz="2700" dirty="0"/>
          </a:p>
        </p:txBody>
      </p:sp>
      <p:sp>
        <p:nvSpPr>
          <p:cNvPr id="11" name="Shape 9"/>
          <p:cNvSpPr/>
          <p:nvPr/>
        </p:nvSpPr>
        <p:spPr>
          <a:xfrm>
            <a:off x="914400" y="5695950"/>
            <a:ext cx="16459200" cy="1333500"/>
          </a:xfrm>
          <a:prstGeom prst="roundRect">
            <a:avLst>
              <a:gd name="adj" fmla="val 14286"/>
            </a:avLst>
          </a:prstGeom>
          <a:solidFill>
            <a:srgbClr val="1E212B"/>
          </a:solidFill>
          <a:ln w="19050">
            <a:solidFill>
              <a:srgbClr val="2C304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14400" y="5695950"/>
            <a:ext cx="133350" cy="1333500"/>
          </a:xfrm>
          <a:prstGeom prst="roundRect">
            <a:avLst>
              <a:gd name="adj" fmla="val 50000"/>
            </a:avLst>
          </a:prstGeom>
          <a:solidFill>
            <a:srgbClr val="3DD6A0"/>
          </a:solidFill>
          <a:ln/>
        </p:spPr>
      </p:sp>
      <p:sp>
        <p:nvSpPr>
          <p:cNvPr id="13" name="Text 11"/>
          <p:cNvSpPr/>
          <p:nvPr/>
        </p:nvSpPr>
        <p:spPr>
          <a:xfrm>
            <a:off x="1295400" y="5695950"/>
            <a:ext cx="5905500" cy="1333500"/>
          </a:xfrm>
          <a:prstGeom prst="rect">
            <a:avLst/>
          </a:prstGeom>
          <a:noFill/>
          <a:ln/>
        </p:spPr>
        <p:txBody>
          <a:bodyPr wrap="square" lIns="0" tIns="16720" rIns="0" bIns="-16720" rtlCol="0" anchor="ctr"/>
          <a:lstStyle/>
          <a:p>
            <a:pPr algn="l" indent="0" marL="0">
              <a:lnSpc>
                <a:spcPts val="3450"/>
              </a:lnSpc>
              <a:buNone/>
            </a:pPr>
            <a:r>
              <a:rPr lang="en-US" sz="3000" dirty="0" spc="3" kern="0">
                <a:solidFill>
                  <a:srgbClr val="3DD6A0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Bỏ</a:t>
            </a:r>
            <a:r>
              <a:rPr lang="en-US" sz="3000" dirty="0" spc="-2" kern="0">
                <a:solidFill>
                  <a:srgbClr val="3DD6A0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rơi</a:t>
            </a:r>
            <a:r>
              <a:rPr lang="en-US" sz="3000" dirty="0" spc="17" kern="0">
                <a:solidFill>
                  <a:srgbClr val="3DD6A0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nửa</a:t>
            </a:r>
            <a:r>
              <a:rPr lang="en-US" sz="3000" dirty="0" spc="-12" kern="0">
                <a:solidFill>
                  <a:srgbClr val="3DD6A0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không</a:t>
            </a:r>
            <a:r>
              <a:rPr lang="en-US" sz="3000" dirty="0" spc="3" kern="0">
                <a:solidFill>
                  <a:srgbClr val="3DD6A0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gian</a:t>
            </a:r>
            <a:r>
              <a:rPr lang="en-US" sz="3000" dirty="0" spc="-8" kern="0">
                <a:solidFill>
                  <a:srgbClr val="3DD6A0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là</a:t>
            </a:r>
            <a:r>
              <a:rPr lang="en-US" sz="3000" dirty="0" spc="3" kern="0">
                <a:solidFill>
                  <a:srgbClr val="3DD6A0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mù</a:t>
            </a:r>
            <a:r>
              <a:rPr lang="en-US" sz="3000" dirty="0" spc="-11" kern="0">
                <a:solidFill>
                  <a:srgbClr val="3DD6A0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một</a:t>
            </a:r>
            <a:r>
              <a:rPr lang="en-US" sz="3000" dirty="0" spc="18" kern="0">
                <a:solidFill>
                  <a:srgbClr val="3DD6A0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nửa</a:t>
            </a:r>
            <a:r>
              <a:rPr lang="en-US" sz="3000" dirty="0" spc="1" kern="0">
                <a:solidFill>
                  <a:srgbClr val="3DD6A0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(suy luận)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7581900" y="5695950"/>
            <a:ext cx="9525000" cy="1333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</a:t>
            </a:r>
            <a:r>
              <a:rPr lang="en-US" sz="2700" dirty="0" spc="-1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gắn</a:t>
            </a:r>
            <a:r>
              <a:rPr lang="en-US" sz="2700" dirty="0" spc="-1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với</a:t>
            </a:r>
            <a:r>
              <a:rPr lang="en-US" sz="27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chú</a:t>
            </a:r>
            <a:r>
              <a:rPr lang="en-US" sz="270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ý,</a:t>
            </a:r>
            <a:r>
              <a:rPr lang="en-US" sz="270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nhận</a:t>
            </a:r>
            <a:r>
              <a:rPr lang="en-US" sz="2700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biết;</a:t>
            </a:r>
            <a:r>
              <a:rPr lang="en-US" sz="270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mù</a:t>
            </a:r>
            <a:r>
              <a:rPr lang="en-US" sz="270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nêu</a:t>
            </a:r>
            <a:r>
              <a:rPr lang="en-US" sz="270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ở</a:t>
            </a:r>
            <a:r>
              <a:rPr lang="en-US" sz="27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thùy</a:t>
            </a:r>
            <a:r>
              <a:rPr lang="en-US" sz="270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chẩm</a:t>
            </a:r>
            <a:r>
              <a:rPr lang="en-US" sz="270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[S1] [S4]</a:t>
            </a:r>
            <a:r>
              <a:rPr lang="en-US" sz="270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[S9]</a:t>
            </a:r>
            <a:endParaRPr lang="en-US" sz="2700" dirty="0"/>
          </a:p>
        </p:txBody>
      </p:sp>
      <p:sp>
        <p:nvSpPr>
          <p:cNvPr id="15" name="Text 13"/>
          <p:cNvSpPr/>
          <p:nvPr/>
        </p:nvSpPr>
        <p:spPr>
          <a:xfrm>
            <a:off x="914400" y="8991600"/>
            <a:ext cx="164592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Nguồn:</a:t>
            </a:r>
            <a:r>
              <a:rPr lang="en-US" sz="1800" dirty="0" spc="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[S1]</a:t>
            </a:r>
            <a:r>
              <a:rPr lang="en-US" sz="180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[S2]</a:t>
            </a:r>
            <a:r>
              <a:rPr lang="en-US" sz="180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[S3]</a:t>
            </a:r>
            <a:r>
              <a:rPr lang="en-US" sz="1800" dirty="0" spc="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[S4]</a:t>
            </a:r>
            <a:r>
              <a:rPr lang="en-US" sz="180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[S9]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9429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11715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14001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16287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18573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20859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23145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25431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27717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30003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32289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34575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36861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39147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41433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43719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46005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48291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50577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52863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55149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57435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59721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62007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64293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66579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68865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71151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4" name="Shape 42"/>
          <p:cNvSpPr/>
          <p:nvPr/>
        </p:nvSpPr>
        <p:spPr>
          <a:xfrm>
            <a:off x="73437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5" name="Shape 43"/>
          <p:cNvSpPr/>
          <p:nvPr/>
        </p:nvSpPr>
        <p:spPr>
          <a:xfrm>
            <a:off x="75723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6" name="Shape 44"/>
          <p:cNvSpPr/>
          <p:nvPr/>
        </p:nvSpPr>
        <p:spPr>
          <a:xfrm>
            <a:off x="78009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7" name="Shape 45"/>
          <p:cNvSpPr/>
          <p:nvPr/>
        </p:nvSpPr>
        <p:spPr>
          <a:xfrm>
            <a:off x="80295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8" name="Shape 46"/>
          <p:cNvSpPr/>
          <p:nvPr/>
        </p:nvSpPr>
        <p:spPr>
          <a:xfrm>
            <a:off x="82581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9" name="Shape 47"/>
          <p:cNvSpPr/>
          <p:nvPr/>
        </p:nvSpPr>
        <p:spPr>
          <a:xfrm>
            <a:off x="84867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0" name="Shape 48"/>
          <p:cNvSpPr/>
          <p:nvPr/>
        </p:nvSpPr>
        <p:spPr>
          <a:xfrm>
            <a:off x="87153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1" name="Shape 49"/>
          <p:cNvSpPr/>
          <p:nvPr/>
        </p:nvSpPr>
        <p:spPr>
          <a:xfrm>
            <a:off x="89439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2" name="Shape 50"/>
          <p:cNvSpPr/>
          <p:nvPr/>
        </p:nvSpPr>
        <p:spPr>
          <a:xfrm>
            <a:off x="9153525" y="9544050"/>
            <a:ext cx="152400" cy="152400"/>
          </a:xfrm>
          <a:prstGeom prst="ellipse">
            <a:avLst/>
          </a:prstGeom>
          <a:solidFill>
            <a:srgbClr val="FF6A4D"/>
          </a:solidFill>
          <a:ln/>
        </p:spPr>
      </p:sp>
      <p:sp>
        <p:nvSpPr>
          <p:cNvPr id="53" name="Shape 51"/>
          <p:cNvSpPr/>
          <p:nvPr/>
        </p:nvSpPr>
        <p:spPr>
          <a:xfrm>
            <a:off x="94011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4" name="Shape 52"/>
          <p:cNvSpPr/>
          <p:nvPr/>
        </p:nvSpPr>
        <p:spPr>
          <a:xfrm>
            <a:off x="96297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5" name="Text 53"/>
          <p:cNvSpPr/>
          <p:nvPr/>
        </p:nvSpPr>
        <p:spPr>
          <a:xfrm>
            <a:off x="10058400" y="9467850"/>
            <a:ext cx="4953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Multiple-report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3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L08</a:t>
            </a:r>
            <a:r>
              <a:rPr lang="en-US" sz="180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27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37/39</a:t>
            </a:r>
            <a:endParaRPr lang="en-US" sz="1800" dirty="0"/>
          </a:p>
        </p:txBody>
      </p:sp>
      <p:sp>
        <p:nvSpPr>
          <p:cNvPr id="56" name="Shape 54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57" name="Moda image moda-export-watermark-82e5ae41-be36-4fd0-9987-275d53e1cd1d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6459200" cy="1809750"/>
          </a:xfrm>
          <a:prstGeom prst="rect">
            <a:avLst/>
          </a:prstGeom>
          <a:noFill/>
          <a:ln/>
        </p:spPr>
        <p:txBody>
          <a:bodyPr wrap="square" lIns="0" tIns="43434" rIns="0" bIns="-43434" rtlCol="0" anchor="t"/>
          <a:lstStyle/>
          <a:p>
            <a:pPr algn="l" indent="0" marL="0">
              <a:lnSpc>
                <a:spcPts val="6156"/>
              </a:lnSpc>
              <a:buNone/>
            </a:pPr>
            <a:r>
              <a:rPr lang="en-US" sz="57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Năm</a:t>
            </a:r>
            <a:r>
              <a:rPr lang="en-US" sz="5700" dirty="0" spc="19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điều</a:t>
            </a:r>
            <a:r>
              <a:rPr lang="en-US" sz="57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cần</a:t>
            </a:r>
            <a:r>
              <a:rPr lang="en-US" sz="57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nhớ</a:t>
            </a:r>
            <a:endParaRPr lang="en-US" sz="5700" dirty="0"/>
          </a:p>
        </p:txBody>
      </p:sp>
      <p:sp>
        <p:nvSpPr>
          <p:cNvPr id="3" name="Text 1"/>
          <p:cNvSpPr/>
          <p:nvPr/>
        </p:nvSpPr>
        <p:spPr>
          <a:xfrm>
            <a:off x="914400" y="2381250"/>
            <a:ext cx="1619250" cy="1181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745" dirty="0" spc="1" kern="0">
                <a:solidFill>
                  <a:srgbClr val="1F3FD1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1</a:t>
            </a:r>
            <a:endParaRPr lang="en-US" sz="7745" dirty="0"/>
          </a:p>
        </p:txBody>
      </p:sp>
      <p:sp>
        <p:nvSpPr>
          <p:cNvPr id="4" name="Shape 2"/>
          <p:cNvSpPr/>
          <p:nvPr/>
        </p:nvSpPr>
        <p:spPr>
          <a:xfrm>
            <a:off x="2724150" y="2476500"/>
            <a:ext cx="14649450" cy="990600"/>
          </a:xfrm>
          <a:prstGeom prst="roundRect">
            <a:avLst>
              <a:gd name="adj" fmla="val 19231"/>
            </a:avLst>
          </a:prstGeom>
          <a:solidFill>
            <a:srgbClr val="E8E0CF"/>
          </a:solidFill>
          <a:ln/>
        </p:spPr>
      </p:sp>
      <p:sp>
        <p:nvSpPr>
          <p:cNvPr id="5" name="Text 3"/>
          <p:cNvSpPr/>
          <p:nvPr/>
        </p:nvSpPr>
        <p:spPr>
          <a:xfrm>
            <a:off x="3105150" y="2476500"/>
            <a:ext cx="14001750" cy="990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dirty="0" spc="-8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Vỏ</a:t>
            </a:r>
            <a:r>
              <a:rPr lang="en-US" sz="3000" dirty="0" spc="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não:</a:t>
            </a:r>
            <a:r>
              <a:rPr lang="en-US" sz="3000" dirty="0" spc="-6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tấm</a:t>
            </a:r>
            <a:r>
              <a:rPr lang="en-US" sz="3000" dirty="0" spc="-7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mỏng</a:t>
            </a:r>
            <a:r>
              <a:rPr lang="en-US" sz="300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2-4</a:t>
            </a:r>
            <a:r>
              <a:rPr lang="en-US" sz="300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mm,</a:t>
            </a:r>
            <a:r>
              <a:rPr lang="en-US" sz="3000" dirty="0" spc="7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thường</a:t>
            </a:r>
            <a:r>
              <a:rPr lang="en-US" sz="3000" dirty="0" spc="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sáu</a:t>
            </a:r>
            <a:r>
              <a:rPr lang="en-US" sz="300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lớp,</a:t>
            </a:r>
            <a:r>
              <a:rPr lang="en-US" sz="3000" dirty="0" spc="-7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gấp nếp; bốn</a:t>
            </a:r>
            <a:r>
              <a:rPr lang="en-US" sz="300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thùy</a:t>
            </a:r>
            <a:r>
              <a:rPr lang="en-US" sz="3000" dirty="0" spc="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là</a:t>
            </a:r>
            <a:r>
              <a:rPr lang="en-US" sz="300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cách</a:t>
            </a:r>
            <a:r>
              <a:rPr lang="en-US" sz="3000" dirty="0" spc="-6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gọi</a:t>
            </a:r>
            <a:r>
              <a:rPr lang="en-US" sz="3000" dirty="0" spc="-1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tên</a:t>
            </a:r>
            <a:r>
              <a:rPr lang="en-US" sz="3000" dirty="0" spc="-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theo</a:t>
            </a:r>
            <a:r>
              <a:rPr lang="en-US" sz="3000" dirty="0" spc="-16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rãnh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914400" y="3676650"/>
            <a:ext cx="1619250" cy="1181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745" dirty="0" spc="5" kern="0">
                <a:solidFill>
                  <a:srgbClr val="B45309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2</a:t>
            </a:r>
            <a:endParaRPr lang="en-US" sz="7745" dirty="0"/>
          </a:p>
        </p:txBody>
      </p:sp>
      <p:sp>
        <p:nvSpPr>
          <p:cNvPr id="7" name="Shape 5"/>
          <p:cNvSpPr/>
          <p:nvPr/>
        </p:nvSpPr>
        <p:spPr>
          <a:xfrm>
            <a:off x="2724150" y="3771900"/>
            <a:ext cx="14649450" cy="990600"/>
          </a:xfrm>
          <a:prstGeom prst="roundRect">
            <a:avLst>
              <a:gd name="adj" fmla="val 19231"/>
            </a:avLst>
          </a:prstGeom>
          <a:solidFill>
            <a:srgbClr val="E8E0CF"/>
          </a:solidFill>
          <a:ln/>
        </p:spPr>
      </p:sp>
      <p:sp>
        <p:nvSpPr>
          <p:cNvPr id="8" name="Text 6"/>
          <p:cNvSpPr/>
          <p:nvPr/>
        </p:nvSpPr>
        <p:spPr>
          <a:xfrm>
            <a:off x="3105150" y="3771900"/>
            <a:ext cx="14001750" cy="990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Thái</a:t>
            </a:r>
            <a:r>
              <a:rPr lang="en-US" sz="3000" dirty="0" spc="6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dương:</a:t>
            </a:r>
            <a:r>
              <a:rPr lang="en-US" sz="3000" dirty="0" spc="-6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nghe,</a:t>
            </a:r>
            <a:r>
              <a:rPr lang="en-US" sz="3000" dirty="0" spc="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hiểu</a:t>
            </a:r>
            <a:r>
              <a:rPr lang="en-US" sz="3000" dirty="0" spc="-1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ngôn</a:t>
            </a:r>
            <a:r>
              <a:rPr lang="en-US" sz="3000" dirty="0" spc="-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ngữ,</a:t>
            </a:r>
            <a:r>
              <a:rPr lang="en-US" sz="300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nhận</a:t>
            </a:r>
            <a:r>
              <a:rPr lang="en-US" sz="3000" dirty="0" spc="-1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mặt</a:t>
            </a:r>
            <a:r>
              <a:rPr lang="en-US" sz="3000" dirty="0" spc="-2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và</a:t>
            </a:r>
            <a:r>
              <a:rPr lang="en-US" sz="3000" dirty="0" spc="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nơi</a:t>
            </a:r>
            <a:r>
              <a:rPr lang="en-US" sz="3000" dirty="0" spc="-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chốn,</a:t>
            </a:r>
            <a:r>
              <a:rPr lang="en-US" sz="3000" dirty="0" spc="1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trí</a:t>
            </a:r>
            <a:r>
              <a:rPr lang="en-US" sz="3000" dirty="0" spc="-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nhớ;</a:t>
            </a:r>
            <a:r>
              <a:rPr lang="en-US" sz="3000" dirty="0" spc="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hải</a:t>
            </a:r>
            <a:r>
              <a:rPr lang="en-US" sz="300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mã</a:t>
            </a:r>
            <a:r>
              <a:rPr lang="en-US" sz="3000" dirty="0" spc="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ở</a:t>
            </a:r>
            <a:r>
              <a:rPr lang="en-US" sz="3000" dirty="0" spc="-4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L07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914400" y="4972050"/>
            <a:ext cx="1619250" cy="1181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745" dirty="0" spc="1" kern="0">
                <a:solidFill>
                  <a:srgbClr val="0F766E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3</a:t>
            </a:r>
            <a:endParaRPr lang="en-US" sz="7745" dirty="0"/>
          </a:p>
        </p:txBody>
      </p:sp>
      <p:sp>
        <p:nvSpPr>
          <p:cNvPr id="10" name="Shape 8"/>
          <p:cNvSpPr/>
          <p:nvPr/>
        </p:nvSpPr>
        <p:spPr>
          <a:xfrm>
            <a:off x="2724150" y="5067300"/>
            <a:ext cx="14649450" cy="990600"/>
          </a:xfrm>
          <a:prstGeom prst="roundRect">
            <a:avLst>
              <a:gd name="adj" fmla="val 19231"/>
            </a:avLst>
          </a:prstGeom>
          <a:solidFill>
            <a:srgbClr val="E8E0CF"/>
          </a:solidFill>
          <a:ln/>
        </p:spPr>
      </p:sp>
      <p:sp>
        <p:nvSpPr>
          <p:cNvPr id="11" name="Text 9"/>
          <p:cNvSpPr/>
          <p:nvPr/>
        </p:nvSpPr>
        <p:spPr>
          <a:xfrm>
            <a:off x="3105150" y="5067300"/>
            <a:ext cx="14001750" cy="990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dirty="0" spc="-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Đỉnh:</a:t>
            </a:r>
            <a:r>
              <a:rPr lang="en-US" sz="300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cảm</a:t>
            </a:r>
            <a:r>
              <a:rPr lang="en-US" sz="3000" dirty="0" spc="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giác</a:t>
            </a:r>
            <a:r>
              <a:rPr lang="en-US" sz="300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cơ</a:t>
            </a:r>
            <a:r>
              <a:rPr lang="en-US" sz="3000" dirty="0" spc="-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thể</a:t>
            </a:r>
            <a:r>
              <a:rPr lang="en-US" sz="3000" dirty="0" spc="-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theo</a:t>
            </a:r>
            <a:r>
              <a:rPr lang="en-US" sz="3000" dirty="0" spc="17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độ</a:t>
            </a:r>
            <a:r>
              <a:rPr lang="en-US" sz="3000" dirty="0" spc="-8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nhạy,</a:t>
            </a:r>
            <a:r>
              <a:rPr lang="en-US" sz="3000" dirty="0" spc="-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bản</a:t>
            </a:r>
            <a:r>
              <a:rPr lang="en-US" sz="3000" dirty="0" spc="17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đồ</a:t>
            </a:r>
            <a:r>
              <a:rPr lang="en-US" sz="3000" dirty="0" spc="-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không</a:t>
            </a:r>
            <a:r>
              <a:rPr lang="en-US" sz="3000" dirty="0" spc="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gian,</a:t>
            </a:r>
            <a:r>
              <a:rPr lang="en-US" sz="300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chú</a:t>
            </a:r>
            <a:r>
              <a:rPr lang="en-US" sz="300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ý;</a:t>
            </a:r>
            <a:r>
              <a:rPr lang="en-US" sz="3000" dirty="0" spc="-1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tổn</a:t>
            </a:r>
            <a:r>
              <a:rPr lang="en-US" sz="3000" dirty="0" spc="7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thương</a:t>
            </a:r>
            <a:r>
              <a:rPr lang="en-US" sz="3000" dirty="0" spc="-18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gây</a:t>
            </a:r>
            <a:r>
              <a:rPr lang="en-US" sz="300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bỏ</a:t>
            </a:r>
            <a:r>
              <a:rPr lang="en-US" sz="3000" dirty="0" spc="-1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rơi</a:t>
            </a:r>
            <a:r>
              <a:rPr lang="en-US" sz="3000" dirty="0" spc="1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nửa</a:t>
            </a:r>
            <a:r>
              <a:rPr lang="en-US" sz="3000" dirty="0" spc="-6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không</a:t>
            </a:r>
            <a:r>
              <a:rPr lang="en-US" sz="3000" dirty="0" spc="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gian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914400" y="6267450"/>
            <a:ext cx="1619250" cy="1181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745" dirty="0" spc="1" kern="0">
                <a:solidFill>
                  <a:srgbClr val="E8472B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4</a:t>
            </a:r>
            <a:endParaRPr lang="en-US" sz="7745" dirty="0"/>
          </a:p>
        </p:txBody>
      </p:sp>
      <p:sp>
        <p:nvSpPr>
          <p:cNvPr id="13" name="Shape 11"/>
          <p:cNvSpPr/>
          <p:nvPr/>
        </p:nvSpPr>
        <p:spPr>
          <a:xfrm>
            <a:off x="2724150" y="6362700"/>
            <a:ext cx="14649450" cy="990600"/>
          </a:xfrm>
          <a:prstGeom prst="roundRect">
            <a:avLst>
              <a:gd name="adj" fmla="val 19231"/>
            </a:avLst>
          </a:prstGeom>
          <a:solidFill>
            <a:srgbClr val="E8E0CF"/>
          </a:solidFill>
          <a:ln/>
        </p:spPr>
      </p:sp>
      <p:sp>
        <p:nvSpPr>
          <p:cNvPr id="14" name="Text 12"/>
          <p:cNvSpPr/>
          <p:nvPr/>
        </p:nvSpPr>
        <p:spPr>
          <a:xfrm>
            <a:off x="3105150" y="6362700"/>
            <a:ext cx="14001750" cy="990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Chẩm:</a:t>
            </a:r>
            <a:r>
              <a:rPr lang="en-US" sz="300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thị</a:t>
            </a:r>
            <a:r>
              <a:rPr lang="en-US" sz="3000" dirty="0" spc="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giác,</a:t>
            </a:r>
            <a:r>
              <a:rPr lang="en-US" sz="300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V1</a:t>
            </a:r>
            <a:r>
              <a:rPr lang="en-US" sz="3000" dirty="0" spc="-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theo</a:t>
            </a:r>
            <a:r>
              <a:rPr lang="en-US" sz="3000" dirty="0" spc="-19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võng</a:t>
            </a:r>
            <a:r>
              <a:rPr lang="en-US" sz="300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mạc;</a:t>
            </a:r>
            <a:r>
              <a:rPr lang="en-US" sz="3000" dirty="0" spc="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hai</a:t>
            </a:r>
            <a:r>
              <a:rPr lang="en-US" sz="3000" dirty="0" spc="-7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dòng</a:t>
            </a:r>
            <a:r>
              <a:rPr lang="en-US" sz="3000" dirty="0" spc="36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đi</a:t>
            </a:r>
            <a:r>
              <a:rPr lang="en-US" sz="300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tới</a:t>
            </a:r>
            <a:r>
              <a:rPr lang="en-US" sz="3000" dirty="0" spc="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thái</a:t>
            </a:r>
            <a:r>
              <a:rPr lang="en-US" sz="3000" dirty="0" spc="7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dương</a:t>
            </a:r>
            <a:r>
              <a:rPr lang="en-US" sz="3000" dirty="0" spc="-2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và</a:t>
            </a:r>
            <a:r>
              <a:rPr lang="en-US" sz="3000" dirty="0" spc="19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đỉnh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914400" y="7562850"/>
            <a:ext cx="1619250" cy="1181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745" dirty="0" spc="1" kern="0">
                <a:solidFill>
                  <a:srgbClr val="1F3FD1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5</a:t>
            </a:r>
            <a:endParaRPr lang="en-US" sz="7745" dirty="0"/>
          </a:p>
        </p:txBody>
      </p:sp>
      <p:sp>
        <p:nvSpPr>
          <p:cNvPr id="16" name="Shape 14"/>
          <p:cNvSpPr/>
          <p:nvPr/>
        </p:nvSpPr>
        <p:spPr>
          <a:xfrm>
            <a:off x="2724150" y="7658100"/>
            <a:ext cx="14649450" cy="990600"/>
          </a:xfrm>
          <a:prstGeom prst="roundRect">
            <a:avLst>
              <a:gd name="adj" fmla="val 19231"/>
            </a:avLst>
          </a:prstGeom>
          <a:solidFill>
            <a:srgbClr val="E8E0CF"/>
          </a:solidFill>
          <a:ln/>
        </p:spPr>
      </p:sp>
      <p:sp>
        <p:nvSpPr>
          <p:cNvPr id="17" name="Text 15"/>
          <p:cNvSpPr/>
          <p:nvPr/>
        </p:nvSpPr>
        <p:spPr>
          <a:xfrm>
            <a:off x="3105150" y="7658100"/>
            <a:ext cx="14001750" cy="990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dirty="0" spc="-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Việc</a:t>
            </a:r>
            <a:r>
              <a:rPr lang="en-US" sz="3000" dirty="0" spc="-8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thật</a:t>
            </a:r>
            <a:r>
              <a:rPr lang="en-US" sz="3000" dirty="0" spc="-9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chạy</a:t>
            </a:r>
            <a:r>
              <a:rPr lang="en-US" sz="3000" dirty="0" spc="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qua</a:t>
            </a:r>
            <a:r>
              <a:rPr lang="en-US" sz="3000" dirty="0" spc="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nhiều</a:t>
            </a:r>
            <a:r>
              <a:rPr lang="en-US" sz="300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thùy;</a:t>
            </a:r>
            <a:r>
              <a:rPr lang="en-US" sz="3000" dirty="0" spc="-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vùng</a:t>
            </a:r>
            <a:r>
              <a:rPr lang="en-US" sz="300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nhận</a:t>
            </a:r>
            <a:r>
              <a:rPr lang="en-US" sz="3000" dirty="0" spc="-9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mặt,</a:t>
            </a:r>
            <a:r>
              <a:rPr lang="en-US" sz="300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mô</a:t>
            </a:r>
            <a:r>
              <a:rPr lang="en-US" sz="300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hình</a:t>
            </a:r>
            <a:r>
              <a:rPr lang="en-US" sz="3000" dirty="0" spc="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hai</a:t>
            </a:r>
            <a:r>
              <a:rPr lang="en-US" sz="3000" dirty="0" spc="-7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dòng</a:t>
            </a:r>
            <a:r>
              <a:rPr lang="en-US" sz="3000" dirty="0" spc="-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tiếng</a:t>
            </a:r>
            <a:r>
              <a:rPr lang="en-US" sz="300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nói</a:t>
            </a:r>
            <a:r>
              <a:rPr lang="en-US" sz="3000" dirty="0" spc="-6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còn</a:t>
            </a:r>
            <a:r>
              <a:rPr lang="en-US" sz="3000" dirty="0" spc="-1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tranh</a:t>
            </a:r>
            <a:r>
              <a:rPr lang="en-US" sz="3000" dirty="0" spc="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luận; hai</a:t>
            </a:r>
            <a:r>
              <a:rPr lang="en-US" sz="3000" dirty="0" spc="-7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dòng</a:t>
            </a:r>
            <a:r>
              <a:rPr lang="en-US" sz="300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thị</a:t>
            </a:r>
            <a:r>
              <a:rPr lang="en-US" sz="3000" dirty="0" spc="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giác</a:t>
            </a:r>
            <a:r>
              <a:rPr lang="en-US" sz="300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có</a:t>
            </a:r>
            <a:r>
              <a:rPr lang="en-US" sz="3000" dirty="0" spc="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hai</a:t>
            </a:r>
            <a:r>
              <a:rPr lang="en-US" sz="300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cách</a:t>
            </a:r>
            <a:r>
              <a:rPr lang="en-US" sz="3000" dirty="0" spc="-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gọi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914400" y="8991600"/>
            <a:ext cx="164592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Nguồn:</a:t>
            </a:r>
            <a:r>
              <a:rPr lang="en-US" sz="180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[S1]</a:t>
            </a:r>
            <a:r>
              <a:rPr lang="en-US" sz="180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[S3]</a:t>
            </a:r>
            <a:r>
              <a:rPr lang="en-US" sz="180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[S4]</a:t>
            </a:r>
            <a:r>
              <a:rPr lang="en-US" sz="180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[S6] [S7]</a:t>
            </a:r>
            <a:r>
              <a:rPr lang="en-US" sz="180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[S8]</a:t>
            </a:r>
            <a:r>
              <a:rPr lang="en-US" sz="180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[S9]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9429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11715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14001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16287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18573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20859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23145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25431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27717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30003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32289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34575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36861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39147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41433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43719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46005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48291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50577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52863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55149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57435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59721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62007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64293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4" name="Shape 42"/>
          <p:cNvSpPr/>
          <p:nvPr/>
        </p:nvSpPr>
        <p:spPr>
          <a:xfrm>
            <a:off x="66579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5" name="Shape 43"/>
          <p:cNvSpPr/>
          <p:nvPr/>
        </p:nvSpPr>
        <p:spPr>
          <a:xfrm>
            <a:off x="68865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6" name="Shape 44"/>
          <p:cNvSpPr/>
          <p:nvPr/>
        </p:nvSpPr>
        <p:spPr>
          <a:xfrm>
            <a:off x="71151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7" name="Shape 45"/>
          <p:cNvSpPr/>
          <p:nvPr/>
        </p:nvSpPr>
        <p:spPr>
          <a:xfrm>
            <a:off x="73437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8" name="Shape 46"/>
          <p:cNvSpPr/>
          <p:nvPr/>
        </p:nvSpPr>
        <p:spPr>
          <a:xfrm>
            <a:off x="75723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9" name="Shape 47"/>
          <p:cNvSpPr/>
          <p:nvPr/>
        </p:nvSpPr>
        <p:spPr>
          <a:xfrm>
            <a:off x="78009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0" name="Shape 48"/>
          <p:cNvSpPr/>
          <p:nvPr/>
        </p:nvSpPr>
        <p:spPr>
          <a:xfrm>
            <a:off x="80295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1" name="Shape 49"/>
          <p:cNvSpPr/>
          <p:nvPr/>
        </p:nvSpPr>
        <p:spPr>
          <a:xfrm>
            <a:off x="82581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2" name="Shape 50"/>
          <p:cNvSpPr/>
          <p:nvPr/>
        </p:nvSpPr>
        <p:spPr>
          <a:xfrm>
            <a:off x="84867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3" name="Shape 51"/>
          <p:cNvSpPr/>
          <p:nvPr/>
        </p:nvSpPr>
        <p:spPr>
          <a:xfrm>
            <a:off x="87153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4" name="Shape 52"/>
          <p:cNvSpPr/>
          <p:nvPr/>
        </p:nvSpPr>
        <p:spPr>
          <a:xfrm>
            <a:off x="89439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5" name="Shape 53"/>
          <p:cNvSpPr/>
          <p:nvPr/>
        </p:nvSpPr>
        <p:spPr>
          <a:xfrm>
            <a:off x="91725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6" name="Shape 54"/>
          <p:cNvSpPr/>
          <p:nvPr/>
        </p:nvSpPr>
        <p:spPr>
          <a:xfrm>
            <a:off x="9382125" y="9544050"/>
            <a:ext cx="152400" cy="1524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57" name="Shape 55"/>
          <p:cNvSpPr/>
          <p:nvPr/>
        </p:nvSpPr>
        <p:spPr>
          <a:xfrm>
            <a:off x="96297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8" name="Text 56"/>
          <p:cNvSpPr/>
          <p:nvPr/>
        </p:nvSpPr>
        <p:spPr>
          <a:xfrm>
            <a:off x="10058400" y="9467850"/>
            <a:ext cx="4953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6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Multiple-report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3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L08</a:t>
            </a:r>
            <a:r>
              <a:rPr lang="en-US" sz="180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1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38/39</a:t>
            </a:r>
            <a:endParaRPr lang="en-US" sz="1800" dirty="0"/>
          </a:p>
        </p:txBody>
      </p:sp>
      <p:sp>
        <p:nvSpPr>
          <p:cNvPr id="59" name="Shape 57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60" name="Moda image moda-export-watermark-5cfcfa59-26d1-44c8-9317-0e5d3218571b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6459200" cy="1809750"/>
          </a:xfrm>
          <a:prstGeom prst="rect">
            <a:avLst/>
          </a:prstGeom>
          <a:noFill/>
          <a:ln/>
        </p:spPr>
        <p:txBody>
          <a:bodyPr wrap="square" lIns="0" tIns="43434" rIns="0" bIns="-43434" rtlCol="0" anchor="t"/>
          <a:lstStyle/>
          <a:p>
            <a:pPr algn="l" indent="0" marL="0">
              <a:lnSpc>
                <a:spcPts val="6156"/>
              </a:lnSpc>
              <a:buNone/>
            </a:pPr>
            <a:r>
              <a:rPr lang="en-US" sz="57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Nguồn</a:t>
            </a:r>
            <a:r>
              <a:rPr lang="en-US" sz="57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tham</a:t>
            </a:r>
            <a:r>
              <a:rPr lang="en-US" sz="57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khảo</a:t>
            </a:r>
            <a:endParaRPr lang="en-US" sz="5700" dirty="0"/>
          </a:p>
        </p:txBody>
      </p:sp>
      <p:sp>
        <p:nvSpPr>
          <p:cNvPr id="3" name="Shape 1"/>
          <p:cNvSpPr/>
          <p:nvPr/>
        </p:nvSpPr>
        <p:spPr>
          <a:xfrm>
            <a:off x="914400" y="2571750"/>
            <a:ext cx="8039100" cy="1143000"/>
          </a:xfrm>
          <a:prstGeom prst="roundRect">
            <a:avLst>
              <a:gd name="adj" fmla="val 13333"/>
            </a:avLst>
          </a:prstGeom>
          <a:solidFill>
            <a:srgbClr val="1E212B"/>
          </a:solidFill>
          <a:ln/>
        </p:spPr>
      </p:sp>
      <p:sp>
        <p:nvSpPr>
          <p:cNvPr id="4" name="Text 2"/>
          <p:cNvSpPr/>
          <p:nvPr/>
        </p:nvSpPr>
        <p:spPr>
          <a:xfrm>
            <a:off x="1143000" y="2571750"/>
            <a:ext cx="8763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50" dirty="0" spc="-5" kern="0">
                <a:solidFill>
                  <a:srgbClr val="7C93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S1</a:t>
            </a:r>
            <a:endParaRPr lang="en-US" sz="1950" dirty="0"/>
          </a:p>
        </p:txBody>
      </p:sp>
      <p:sp>
        <p:nvSpPr>
          <p:cNvPr id="5" name="Text 3"/>
          <p:cNvSpPr/>
          <p:nvPr/>
        </p:nvSpPr>
        <p:spPr>
          <a:xfrm>
            <a:off x="2057400" y="2571750"/>
            <a:ext cx="6667500" cy="1143000"/>
          </a:xfrm>
          <a:prstGeom prst="rect">
            <a:avLst/>
          </a:prstGeom>
          <a:noFill/>
          <a:ln/>
        </p:spPr>
        <p:txBody>
          <a:bodyPr wrap="square" lIns="0" tIns="7703" rIns="0" bIns="-7703" rtlCol="0" anchor="ctr"/>
          <a:lstStyle/>
          <a:p>
            <a:pPr algn="l" indent="0" marL="0">
              <a:lnSpc>
                <a:spcPts val="2478"/>
              </a:lnSpc>
              <a:buNone/>
            </a:pPr>
            <a:r>
              <a:rPr lang="en-US" sz="2100" dirty="0" spc="-2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Hove</a:t>
            </a:r>
            <a:r>
              <a:rPr lang="en-US" sz="210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&amp; Martinez,</a:t>
            </a:r>
            <a:r>
              <a:rPr lang="en-US" sz="21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Biological</a:t>
            </a:r>
            <a:r>
              <a:rPr lang="en-US" sz="2100" dirty="0" spc="-1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Psychology,</a:t>
            </a:r>
            <a:r>
              <a:rPr lang="en-US" sz="21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mục</a:t>
            </a:r>
            <a:r>
              <a:rPr lang="en-US" sz="210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2.6</a:t>
            </a:r>
            <a:r>
              <a:rPr lang="en-US" sz="210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The</a:t>
            </a:r>
            <a:r>
              <a:rPr lang="en-US" sz="2100" dirty="0" spc="-1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Brain,</a:t>
            </a:r>
            <a:r>
              <a:rPr lang="en-US" sz="2100" dirty="0" spc="-1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2024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914400" y="3829050"/>
            <a:ext cx="8039100" cy="1143000"/>
          </a:xfrm>
          <a:prstGeom prst="roundRect">
            <a:avLst>
              <a:gd name="adj" fmla="val 13333"/>
            </a:avLst>
          </a:prstGeom>
          <a:solidFill>
            <a:srgbClr val="1E212B"/>
          </a:solidFill>
          <a:ln/>
        </p:spPr>
      </p:sp>
      <p:sp>
        <p:nvSpPr>
          <p:cNvPr id="7" name="Text 5"/>
          <p:cNvSpPr/>
          <p:nvPr/>
        </p:nvSpPr>
        <p:spPr>
          <a:xfrm>
            <a:off x="1143000" y="3829050"/>
            <a:ext cx="8763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50" dirty="0" kern="0">
                <a:solidFill>
                  <a:srgbClr val="FFB454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S2</a:t>
            </a:r>
            <a:endParaRPr lang="en-US" sz="1950" dirty="0"/>
          </a:p>
        </p:txBody>
      </p:sp>
      <p:sp>
        <p:nvSpPr>
          <p:cNvPr id="8" name="Text 6"/>
          <p:cNvSpPr/>
          <p:nvPr/>
        </p:nvSpPr>
        <p:spPr>
          <a:xfrm>
            <a:off x="2057400" y="3829050"/>
            <a:ext cx="6667500" cy="1143000"/>
          </a:xfrm>
          <a:prstGeom prst="rect">
            <a:avLst/>
          </a:prstGeom>
          <a:noFill/>
          <a:ln/>
        </p:spPr>
        <p:txBody>
          <a:bodyPr wrap="square" lIns="0" tIns="7703" rIns="0" bIns="-7703" rtlCol="0" anchor="ctr"/>
          <a:lstStyle/>
          <a:p>
            <a:pPr algn="l" indent="0" marL="0">
              <a:lnSpc>
                <a:spcPts val="2478"/>
              </a:lnSpc>
              <a:buNone/>
            </a:pPr>
            <a:r>
              <a:rPr lang="en-US" sz="21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Hall,</a:t>
            </a:r>
            <a:r>
              <a:rPr lang="en-US" sz="2100" dirty="0" spc="-1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Introduction</a:t>
            </a:r>
            <a:r>
              <a:rPr lang="en-US" sz="2100" dirty="0" spc="-1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to</a:t>
            </a:r>
            <a:r>
              <a:rPr lang="en-US" sz="21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Biological</a:t>
            </a:r>
            <a:r>
              <a:rPr lang="en-US" sz="2100" dirty="0" spc="-1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Psychology,</a:t>
            </a:r>
            <a:r>
              <a:rPr lang="en-US" sz="2100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chương</a:t>
            </a:r>
            <a:r>
              <a:rPr lang="en-US" sz="210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2,</a:t>
            </a:r>
            <a:r>
              <a:rPr lang="en-US" sz="2100" dirty="0" spc="-1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Sussex,</a:t>
            </a:r>
            <a:r>
              <a:rPr lang="en-US" sz="21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2023</a:t>
            </a:r>
            <a:endParaRPr lang="en-US" sz="2100" dirty="0"/>
          </a:p>
        </p:txBody>
      </p:sp>
      <p:sp>
        <p:nvSpPr>
          <p:cNvPr id="9" name="Shape 7"/>
          <p:cNvSpPr/>
          <p:nvPr/>
        </p:nvSpPr>
        <p:spPr>
          <a:xfrm>
            <a:off x="914400" y="5095875"/>
            <a:ext cx="8039100" cy="1143000"/>
          </a:xfrm>
          <a:prstGeom prst="roundRect">
            <a:avLst>
              <a:gd name="adj" fmla="val 13333"/>
            </a:avLst>
          </a:prstGeom>
          <a:solidFill>
            <a:srgbClr val="1E212B"/>
          </a:solidFill>
          <a:ln/>
        </p:spPr>
      </p:sp>
      <p:sp>
        <p:nvSpPr>
          <p:cNvPr id="10" name="Text 8"/>
          <p:cNvSpPr/>
          <p:nvPr/>
        </p:nvSpPr>
        <p:spPr>
          <a:xfrm>
            <a:off x="1143000" y="5095875"/>
            <a:ext cx="8763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50" dirty="0" spc="-1" kern="0">
                <a:solidFill>
                  <a:srgbClr val="3DD6A0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S3</a:t>
            </a:r>
            <a:endParaRPr lang="en-US" sz="1950" dirty="0"/>
          </a:p>
        </p:txBody>
      </p:sp>
      <p:sp>
        <p:nvSpPr>
          <p:cNvPr id="11" name="Text 9"/>
          <p:cNvSpPr/>
          <p:nvPr/>
        </p:nvSpPr>
        <p:spPr>
          <a:xfrm>
            <a:off x="2057400" y="5095875"/>
            <a:ext cx="6667500" cy="1143000"/>
          </a:xfrm>
          <a:prstGeom prst="rect">
            <a:avLst/>
          </a:prstGeom>
          <a:noFill/>
          <a:ln/>
        </p:spPr>
        <p:txBody>
          <a:bodyPr wrap="square" lIns="0" tIns="7703" rIns="0" bIns="-7703" rtlCol="0" anchor="ctr"/>
          <a:lstStyle/>
          <a:p>
            <a:pPr algn="l" indent="0" marL="0">
              <a:lnSpc>
                <a:spcPts val="2478"/>
              </a:lnSpc>
              <a:buNone/>
            </a:pPr>
            <a:r>
              <a:rPr lang="en-US" sz="2100" dirty="0" spc="-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Betts</a:t>
            </a:r>
            <a:r>
              <a:rPr lang="en-US" sz="2100" dirty="0" spc="-1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10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cộng</a:t>
            </a:r>
            <a:r>
              <a:rPr lang="en-US" sz="210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sự,</a:t>
            </a:r>
            <a:r>
              <a:rPr lang="en-US" sz="2100" dirty="0" spc="-2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Anatomy</a:t>
            </a:r>
            <a:r>
              <a:rPr lang="en-US" sz="210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and</a:t>
            </a:r>
            <a:r>
              <a:rPr lang="en-US" sz="2100" dirty="0" spc="-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Physiology</a:t>
            </a:r>
            <a:r>
              <a:rPr lang="en-US" sz="210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2e,</a:t>
            </a:r>
            <a:r>
              <a:rPr lang="en-US" sz="210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mục</a:t>
            </a:r>
            <a:r>
              <a:rPr lang="en-US" sz="21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13.2,</a:t>
            </a:r>
            <a:r>
              <a:rPr lang="en-US" sz="2100" dirty="0" spc="-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OpenStax,</a:t>
            </a:r>
            <a:r>
              <a:rPr lang="en-US" sz="210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2022</a:t>
            </a:r>
            <a:endParaRPr lang="en-US" sz="2100" dirty="0"/>
          </a:p>
        </p:txBody>
      </p:sp>
      <p:sp>
        <p:nvSpPr>
          <p:cNvPr id="12" name="Shape 10"/>
          <p:cNvSpPr/>
          <p:nvPr/>
        </p:nvSpPr>
        <p:spPr>
          <a:xfrm>
            <a:off x="914400" y="6353175"/>
            <a:ext cx="8039100" cy="1143000"/>
          </a:xfrm>
          <a:prstGeom prst="roundRect">
            <a:avLst>
              <a:gd name="adj" fmla="val 13333"/>
            </a:avLst>
          </a:prstGeom>
          <a:solidFill>
            <a:srgbClr val="1E212B"/>
          </a:solidFill>
          <a:ln/>
        </p:spPr>
      </p:sp>
      <p:sp>
        <p:nvSpPr>
          <p:cNvPr id="13" name="Text 11"/>
          <p:cNvSpPr/>
          <p:nvPr/>
        </p:nvSpPr>
        <p:spPr>
          <a:xfrm>
            <a:off x="1143000" y="6353175"/>
            <a:ext cx="8763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50" dirty="0" spc="-4" kern="0">
                <a:solidFill>
                  <a:srgbClr val="FF6A4D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S4</a:t>
            </a:r>
            <a:endParaRPr lang="en-US" sz="1950" dirty="0"/>
          </a:p>
        </p:txBody>
      </p:sp>
      <p:sp>
        <p:nvSpPr>
          <p:cNvPr id="14" name="Text 12"/>
          <p:cNvSpPr/>
          <p:nvPr/>
        </p:nvSpPr>
        <p:spPr>
          <a:xfrm>
            <a:off x="2057400" y="6353175"/>
            <a:ext cx="6667500" cy="1143000"/>
          </a:xfrm>
          <a:prstGeom prst="rect">
            <a:avLst/>
          </a:prstGeom>
          <a:noFill/>
          <a:ln/>
        </p:spPr>
        <p:txBody>
          <a:bodyPr wrap="square" lIns="0" tIns="7703" rIns="0" bIns="-7703" rtlCol="0" anchor="ctr"/>
          <a:lstStyle/>
          <a:p>
            <a:pPr algn="l" indent="0" marL="0">
              <a:lnSpc>
                <a:spcPts val="2478"/>
              </a:lnSpc>
              <a:buNone/>
            </a:pPr>
            <a:r>
              <a:rPr lang="en-US" sz="210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NINDS,</a:t>
            </a:r>
            <a:r>
              <a:rPr lang="en-US" sz="2100" dirty="0" spc="-1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Brain</a:t>
            </a:r>
            <a:r>
              <a:rPr lang="en-US" sz="210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Basics:</a:t>
            </a:r>
            <a:r>
              <a:rPr lang="en-US" sz="2100" dirty="0" spc="-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Know</a:t>
            </a:r>
            <a:r>
              <a:rPr lang="en-US" sz="2100" dirty="0" spc="-4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Your</a:t>
            </a:r>
            <a:r>
              <a:rPr lang="en-US" sz="2100" dirty="0" spc="-1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Brain</a:t>
            </a:r>
            <a:endParaRPr lang="en-US" sz="2100" dirty="0"/>
          </a:p>
        </p:txBody>
      </p:sp>
      <p:sp>
        <p:nvSpPr>
          <p:cNvPr id="15" name="Shape 13"/>
          <p:cNvSpPr/>
          <p:nvPr/>
        </p:nvSpPr>
        <p:spPr>
          <a:xfrm>
            <a:off x="914400" y="7620000"/>
            <a:ext cx="8039100" cy="1143000"/>
          </a:xfrm>
          <a:prstGeom prst="roundRect">
            <a:avLst>
              <a:gd name="adj" fmla="val 13333"/>
            </a:avLst>
          </a:prstGeom>
          <a:solidFill>
            <a:srgbClr val="1E212B"/>
          </a:solidFill>
          <a:ln/>
        </p:spPr>
      </p:sp>
      <p:sp>
        <p:nvSpPr>
          <p:cNvPr id="16" name="Text 14"/>
          <p:cNvSpPr/>
          <p:nvPr/>
        </p:nvSpPr>
        <p:spPr>
          <a:xfrm>
            <a:off x="1143000" y="7620000"/>
            <a:ext cx="8763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50" dirty="0" spc="1" kern="0">
                <a:solidFill>
                  <a:srgbClr val="7C93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S5</a:t>
            </a:r>
            <a:endParaRPr lang="en-US" sz="1950" dirty="0"/>
          </a:p>
        </p:txBody>
      </p:sp>
      <p:sp>
        <p:nvSpPr>
          <p:cNvPr id="17" name="Text 15"/>
          <p:cNvSpPr/>
          <p:nvPr/>
        </p:nvSpPr>
        <p:spPr>
          <a:xfrm>
            <a:off x="2057400" y="7620000"/>
            <a:ext cx="6667500" cy="1143000"/>
          </a:xfrm>
          <a:prstGeom prst="rect">
            <a:avLst/>
          </a:prstGeom>
          <a:noFill/>
          <a:ln/>
        </p:spPr>
        <p:txBody>
          <a:bodyPr wrap="square" lIns="0" tIns="7703" rIns="0" bIns="-7703" rtlCol="0" anchor="ctr"/>
          <a:lstStyle/>
          <a:p>
            <a:pPr algn="l" indent="0" marL="0">
              <a:lnSpc>
                <a:spcPts val="2478"/>
              </a:lnSpc>
              <a:buNone/>
            </a:pPr>
            <a:r>
              <a:rPr lang="en-US" sz="2100" dirty="0" spc="-1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Kanwisher,</a:t>
            </a:r>
            <a:r>
              <a:rPr lang="en-US" sz="2100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McDermott,</a:t>
            </a:r>
            <a:r>
              <a:rPr lang="en-US" sz="210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Chun, J</a:t>
            </a:r>
            <a:r>
              <a:rPr lang="en-US" sz="2100" dirty="0" spc="-1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Neurosci,</a:t>
            </a:r>
            <a:r>
              <a:rPr lang="en-US" sz="2100" dirty="0" spc="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1997</a:t>
            </a:r>
            <a:endParaRPr lang="en-US" sz="2100" dirty="0"/>
          </a:p>
        </p:txBody>
      </p:sp>
      <p:sp>
        <p:nvSpPr>
          <p:cNvPr id="18" name="Shape 16"/>
          <p:cNvSpPr/>
          <p:nvPr/>
        </p:nvSpPr>
        <p:spPr>
          <a:xfrm>
            <a:off x="9334500" y="2571750"/>
            <a:ext cx="8039100" cy="1143000"/>
          </a:xfrm>
          <a:prstGeom prst="roundRect">
            <a:avLst>
              <a:gd name="adj" fmla="val 13333"/>
            </a:avLst>
          </a:prstGeom>
          <a:solidFill>
            <a:srgbClr val="1E212B"/>
          </a:solidFill>
          <a:ln/>
        </p:spPr>
      </p:sp>
      <p:sp>
        <p:nvSpPr>
          <p:cNvPr id="19" name="Text 17"/>
          <p:cNvSpPr/>
          <p:nvPr/>
        </p:nvSpPr>
        <p:spPr>
          <a:xfrm>
            <a:off x="9563100" y="2571750"/>
            <a:ext cx="8763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50" dirty="0" spc="-2" kern="0">
                <a:solidFill>
                  <a:srgbClr val="FFB454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S6</a:t>
            </a:r>
            <a:endParaRPr lang="en-US" sz="1950" dirty="0"/>
          </a:p>
        </p:txBody>
      </p:sp>
      <p:sp>
        <p:nvSpPr>
          <p:cNvPr id="20" name="Text 18"/>
          <p:cNvSpPr/>
          <p:nvPr/>
        </p:nvSpPr>
        <p:spPr>
          <a:xfrm>
            <a:off x="10477500" y="2571750"/>
            <a:ext cx="6667500" cy="1143000"/>
          </a:xfrm>
          <a:prstGeom prst="rect">
            <a:avLst/>
          </a:prstGeom>
          <a:noFill/>
          <a:ln/>
        </p:spPr>
        <p:txBody>
          <a:bodyPr wrap="square" lIns="0" tIns="7703" rIns="0" bIns="-7703" rtlCol="0" anchor="ctr"/>
          <a:lstStyle/>
          <a:p>
            <a:pPr algn="l" indent="0" marL="0">
              <a:lnSpc>
                <a:spcPts val="2478"/>
              </a:lnSpc>
              <a:buNone/>
            </a:pPr>
            <a:r>
              <a:rPr lang="en-US" sz="2100" dirty="0" spc="-1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Kanwisher</a:t>
            </a:r>
            <a:r>
              <a:rPr lang="en-US" sz="210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&amp;</a:t>
            </a:r>
            <a:r>
              <a:rPr lang="en-US" sz="2100" dirty="0" spc="-4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Yovel,</a:t>
            </a:r>
            <a:r>
              <a:rPr lang="en-US" sz="210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Phil</a:t>
            </a:r>
            <a:r>
              <a:rPr lang="en-US" sz="2100" dirty="0" spc="-3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Trans</a:t>
            </a:r>
            <a:r>
              <a:rPr lang="en-US" sz="21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</a:t>
            </a:r>
            <a:r>
              <a:rPr lang="en-US" sz="2100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Soc</a:t>
            </a:r>
            <a:r>
              <a:rPr lang="en-US" sz="21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B,</a:t>
            </a:r>
            <a:r>
              <a:rPr lang="en-US" sz="210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2006</a:t>
            </a:r>
            <a:endParaRPr lang="en-US" sz="2100" dirty="0"/>
          </a:p>
        </p:txBody>
      </p:sp>
      <p:sp>
        <p:nvSpPr>
          <p:cNvPr id="21" name="Shape 19"/>
          <p:cNvSpPr/>
          <p:nvPr/>
        </p:nvSpPr>
        <p:spPr>
          <a:xfrm>
            <a:off x="9334500" y="3829050"/>
            <a:ext cx="8039100" cy="1143000"/>
          </a:xfrm>
          <a:prstGeom prst="roundRect">
            <a:avLst>
              <a:gd name="adj" fmla="val 13333"/>
            </a:avLst>
          </a:prstGeom>
          <a:solidFill>
            <a:srgbClr val="1E212B"/>
          </a:solidFill>
          <a:ln/>
        </p:spPr>
      </p:sp>
      <p:sp>
        <p:nvSpPr>
          <p:cNvPr id="22" name="Text 20"/>
          <p:cNvSpPr/>
          <p:nvPr/>
        </p:nvSpPr>
        <p:spPr>
          <a:xfrm>
            <a:off x="9563100" y="3829050"/>
            <a:ext cx="8763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50" dirty="0" spc="16" kern="0">
                <a:solidFill>
                  <a:srgbClr val="3DD6A0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S7</a:t>
            </a:r>
            <a:endParaRPr lang="en-US" sz="1950" dirty="0"/>
          </a:p>
        </p:txBody>
      </p:sp>
      <p:sp>
        <p:nvSpPr>
          <p:cNvPr id="23" name="Text 21"/>
          <p:cNvSpPr/>
          <p:nvPr/>
        </p:nvSpPr>
        <p:spPr>
          <a:xfrm>
            <a:off x="10477500" y="3829050"/>
            <a:ext cx="6667500" cy="1143000"/>
          </a:xfrm>
          <a:prstGeom prst="rect">
            <a:avLst/>
          </a:prstGeom>
          <a:noFill/>
          <a:ln/>
        </p:spPr>
        <p:txBody>
          <a:bodyPr wrap="square" lIns="0" tIns="7703" rIns="0" bIns="-7703" rtlCol="0" anchor="ctr"/>
          <a:lstStyle/>
          <a:p>
            <a:pPr algn="l" indent="0" marL="0">
              <a:lnSpc>
                <a:spcPts val="2478"/>
              </a:lnSpc>
              <a:buNone/>
            </a:pPr>
            <a:r>
              <a:rPr lang="en-US" sz="2100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Goodale</a:t>
            </a:r>
            <a:r>
              <a:rPr lang="en-US" sz="21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&amp;</a:t>
            </a:r>
            <a:r>
              <a:rPr lang="en-US" sz="210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Milner,</a:t>
            </a:r>
            <a:r>
              <a:rPr lang="en-US" sz="2100" dirty="0" spc="-3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Trends</a:t>
            </a:r>
            <a:r>
              <a:rPr lang="en-US" sz="2100" dirty="0" spc="-1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Neurosci,</a:t>
            </a:r>
            <a:r>
              <a:rPr lang="en-US" sz="210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1992</a:t>
            </a:r>
            <a:endParaRPr lang="en-US" sz="2100" dirty="0"/>
          </a:p>
        </p:txBody>
      </p:sp>
      <p:sp>
        <p:nvSpPr>
          <p:cNvPr id="24" name="Shape 22"/>
          <p:cNvSpPr/>
          <p:nvPr/>
        </p:nvSpPr>
        <p:spPr>
          <a:xfrm>
            <a:off x="9334500" y="5095875"/>
            <a:ext cx="8039100" cy="1143000"/>
          </a:xfrm>
          <a:prstGeom prst="roundRect">
            <a:avLst>
              <a:gd name="adj" fmla="val 13333"/>
            </a:avLst>
          </a:prstGeom>
          <a:solidFill>
            <a:srgbClr val="1E212B"/>
          </a:solidFill>
          <a:ln/>
        </p:spPr>
      </p:sp>
      <p:sp>
        <p:nvSpPr>
          <p:cNvPr id="25" name="Text 23"/>
          <p:cNvSpPr/>
          <p:nvPr/>
        </p:nvSpPr>
        <p:spPr>
          <a:xfrm>
            <a:off x="9563100" y="5095875"/>
            <a:ext cx="8763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50" dirty="0" spc="13" kern="0">
                <a:solidFill>
                  <a:srgbClr val="FF6A4D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S8</a:t>
            </a:r>
            <a:endParaRPr lang="en-US" sz="1950" dirty="0"/>
          </a:p>
        </p:txBody>
      </p:sp>
      <p:sp>
        <p:nvSpPr>
          <p:cNvPr id="26" name="Text 24"/>
          <p:cNvSpPr/>
          <p:nvPr/>
        </p:nvSpPr>
        <p:spPr>
          <a:xfrm>
            <a:off x="10477500" y="5095875"/>
            <a:ext cx="6667500" cy="1143000"/>
          </a:xfrm>
          <a:prstGeom prst="rect">
            <a:avLst/>
          </a:prstGeom>
          <a:noFill/>
          <a:ln/>
        </p:spPr>
        <p:txBody>
          <a:bodyPr wrap="square" lIns="0" tIns="7703" rIns="0" bIns="-7703" rtlCol="0" anchor="ctr"/>
          <a:lstStyle/>
          <a:p>
            <a:pPr algn="l" indent="0" marL="0">
              <a:lnSpc>
                <a:spcPts val="2478"/>
              </a:lnSpc>
              <a:buNone/>
            </a:pPr>
            <a:r>
              <a:rPr lang="en-US" sz="2100" dirty="0" spc="-1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Hickok</a:t>
            </a:r>
            <a:r>
              <a:rPr lang="en-US" sz="21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&amp;</a:t>
            </a:r>
            <a:r>
              <a:rPr lang="en-US" sz="2100" dirty="0" spc="-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Poeppel,</a:t>
            </a:r>
            <a:r>
              <a:rPr lang="en-US" sz="2100" dirty="0" spc="-1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Nat</a:t>
            </a:r>
            <a:r>
              <a:rPr lang="en-US" sz="2100" dirty="0" spc="-4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Rev</a:t>
            </a:r>
            <a:r>
              <a:rPr lang="en-US" sz="2100" dirty="0" spc="-1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Neurosci,</a:t>
            </a:r>
            <a:r>
              <a:rPr lang="en-US" sz="2100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2007</a:t>
            </a:r>
            <a:endParaRPr lang="en-US" sz="2100" dirty="0"/>
          </a:p>
        </p:txBody>
      </p:sp>
      <p:sp>
        <p:nvSpPr>
          <p:cNvPr id="27" name="Shape 25"/>
          <p:cNvSpPr/>
          <p:nvPr/>
        </p:nvSpPr>
        <p:spPr>
          <a:xfrm>
            <a:off x="9334500" y="6353175"/>
            <a:ext cx="8039100" cy="1143000"/>
          </a:xfrm>
          <a:prstGeom prst="roundRect">
            <a:avLst>
              <a:gd name="adj" fmla="val 13333"/>
            </a:avLst>
          </a:prstGeom>
          <a:solidFill>
            <a:srgbClr val="1E212B"/>
          </a:solidFill>
          <a:ln/>
        </p:spPr>
      </p:sp>
      <p:sp>
        <p:nvSpPr>
          <p:cNvPr id="28" name="Text 26"/>
          <p:cNvSpPr/>
          <p:nvPr/>
        </p:nvSpPr>
        <p:spPr>
          <a:xfrm>
            <a:off x="9563100" y="6353175"/>
            <a:ext cx="8763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50" dirty="0" spc="-2" kern="0">
                <a:solidFill>
                  <a:srgbClr val="7C93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S9</a:t>
            </a:r>
            <a:endParaRPr lang="en-US" sz="1950" dirty="0"/>
          </a:p>
        </p:txBody>
      </p:sp>
      <p:sp>
        <p:nvSpPr>
          <p:cNvPr id="29" name="Text 27"/>
          <p:cNvSpPr/>
          <p:nvPr/>
        </p:nvSpPr>
        <p:spPr>
          <a:xfrm>
            <a:off x="10477500" y="6353175"/>
            <a:ext cx="6667500" cy="1143000"/>
          </a:xfrm>
          <a:prstGeom prst="rect">
            <a:avLst/>
          </a:prstGeom>
          <a:noFill/>
          <a:ln/>
        </p:spPr>
        <p:txBody>
          <a:bodyPr wrap="square" lIns="0" tIns="7703" rIns="0" bIns="-7703" rtlCol="0" anchor="ctr"/>
          <a:lstStyle/>
          <a:p>
            <a:pPr algn="l" indent="0" marL="0">
              <a:lnSpc>
                <a:spcPts val="2478"/>
              </a:lnSpc>
              <a:buNone/>
            </a:pPr>
            <a:r>
              <a:rPr lang="en-US" sz="2100" dirty="0" spc="-1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Corbetta</a:t>
            </a:r>
            <a:r>
              <a:rPr lang="en-US" sz="210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&amp;</a:t>
            </a:r>
            <a:r>
              <a:rPr lang="en-US" sz="21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Shulman,</a:t>
            </a:r>
            <a:r>
              <a:rPr lang="en-US" sz="2100" dirty="0" spc="-1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Nat</a:t>
            </a:r>
            <a:r>
              <a:rPr lang="en-US" sz="2100" dirty="0" spc="-3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Rev</a:t>
            </a:r>
            <a:r>
              <a:rPr lang="en-US" sz="2100" dirty="0" spc="-1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Neurosci,</a:t>
            </a:r>
            <a:r>
              <a:rPr lang="en-US" sz="21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2002</a:t>
            </a:r>
            <a:endParaRPr lang="en-US" sz="2100" dirty="0"/>
          </a:p>
        </p:txBody>
      </p:sp>
      <p:sp>
        <p:nvSpPr>
          <p:cNvPr id="30" name="Shape 28"/>
          <p:cNvSpPr/>
          <p:nvPr/>
        </p:nvSpPr>
        <p:spPr>
          <a:xfrm>
            <a:off x="9334500" y="7620000"/>
            <a:ext cx="8039100" cy="1143000"/>
          </a:xfrm>
          <a:prstGeom prst="roundRect">
            <a:avLst>
              <a:gd name="adj" fmla="val 13333"/>
            </a:avLst>
          </a:prstGeom>
          <a:solidFill>
            <a:srgbClr val="1E212B"/>
          </a:solidFill>
          <a:ln/>
        </p:spPr>
      </p:sp>
      <p:sp>
        <p:nvSpPr>
          <p:cNvPr id="31" name="Text 29"/>
          <p:cNvSpPr/>
          <p:nvPr/>
        </p:nvSpPr>
        <p:spPr>
          <a:xfrm>
            <a:off x="9563100" y="7620000"/>
            <a:ext cx="8763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50" dirty="0" spc="-2" kern="0">
                <a:solidFill>
                  <a:srgbClr val="FFB454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S10</a:t>
            </a:r>
            <a:endParaRPr lang="en-US" sz="1950" dirty="0"/>
          </a:p>
        </p:txBody>
      </p:sp>
      <p:sp>
        <p:nvSpPr>
          <p:cNvPr id="32" name="Text 30"/>
          <p:cNvSpPr/>
          <p:nvPr/>
        </p:nvSpPr>
        <p:spPr>
          <a:xfrm>
            <a:off x="10477500" y="7620000"/>
            <a:ext cx="6667500" cy="1143000"/>
          </a:xfrm>
          <a:prstGeom prst="rect">
            <a:avLst/>
          </a:prstGeom>
          <a:noFill/>
          <a:ln/>
        </p:spPr>
        <p:txBody>
          <a:bodyPr wrap="square" lIns="0" tIns="7703" rIns="0" bIns="-7703" rtlCol="0" anchor="ctr"/>
          <a:lstStyle/>
          <a:p>
            <a:pPr algn="l" indent="0" marL="0">
              <a:lnSpc>
                <a:spcPts val="2478"/>
              </a:lnSpc>
              <a:buNone/>
            </a:pPr>
            <a:r>
              <a:rPr lang="en-US" sz="2100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Penfield</a:t>
            </a:r>
            <a:r>
              <a:rPr lang="en-US" sz="210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&amp;</a:t>
            </a:r>
            <a:r>
              <a:rPr lang="en-US" sz="2100" dirty="0" spc="-2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Boldrey,</a:t>
            </a:r>
            <a:r>
              <a:rPr lang="en-US" sz="2100" dirty="0" spc="-1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Brain,</a:t>
            </a:r>
            <a:r>
              <a:rPr lang="en-US" sz="210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1937</a:t>
            </a:r>
            <a:endParaRPr lang="en-US" sz="2100" dirty="0"/>
          </a:p>
        </p:txBody>
      </p:sp>
      <p:sp>
        <p:nvSpPr>
          <p:cNvPr id="33" name="Shape 31"/>
          <p:cNvSpPr/>
          <p:nvPr/>
        </p:nvSpPr>
        <p:spPr>
          <a:xfrm>
            <a:off x="9429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11715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14001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16287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18573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20859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23145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25431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27717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30003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32289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4" name="Shape 42"/>
          <p:cNvSpPr/>
          <p:nvPr/>
        </p:nvSpPr>
        <p:spPr>
          <a:xfrm>
            <a:off x="34575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5" name="Shape 43"/>
          <p:cNvSpPr/>
          <p:nvPr/>
        </p:nvSpPr>
        <p:spPr>
          <a:xfrm>
            <a:off x="36861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6" name="Shape 44"/>
          <p:cNvSpPr/>
          <p:nvPr/>
        </p:nvSpPr>
        <p:spPr>
          <a:xfrm>
            <a:off x="39147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7" name="Shape 45"/>
          <p:cNvSpPr/>
          <p:nvPr/>
        </p:nvSpPr>
        <p:spPr>
          <a:xfrm>
            <a:off x="41433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8" name="Shape 46"/>
          <p:cNvSpPr/>
          <p:nvPr/>
        </p:nvSpPr>
        <p:spPr>
          <a:xfrm>
            <a:off x="43719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9" name="Shape 47"/>
          <p:cNvSpPr/>
          <p:nvPr/>
        </p:nvSpPr>
        <p:spPr>
          <a:xfrm>
            <a:off x="46005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0" name="Shape 48"/>
          <p:cNvSpPr/>
          <p:nvPr/>
        </p:nvSpPr>
        <p:spPr>
          <a:xfrm>
            <a:off x="48291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1" name="Shape 49"/>
          <p:cNvSpPr/>
          <p:nvPr/>
        </p:nvSpPr>
        <p:spPr>
          <a:xfrm>
            <a:off x="50577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2" name="Shape 50"/>
          <p:cNvSpPr/>
          <p:nvPr/>
        </p:nvSpPr>
        <p:spPr>
          <a:xfrm>
            <a:off x="52863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3" name="Shape 51"/>
          <p:cNvSpPr/>
          <p:nvPr/>
        </p:nvSpPr>
        <p:spPr>
          <a:xfrm>
            <a:off x="55149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4" name="Shape 52"/>
          <p:cNvSpPr/>
          <p:nvPr/>
        </p:nvSpPr>
        <p:spPr>
          <a:xfrm>
            <a:off x="57435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5" name="Shape 53"/>
          <p:cNvSpPr/>
          <p:nvPr/>
        </p:nvSpPr>
        <p:spPr>
          <a:xfrm>
            <a:off x="59721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6" name="Shape 54"/>
          <p:cNvSpPr/>
          <p:nvPr/>
        </p:nvSpPr>
        <p:spPr>
          <a:xfrm>
            <a:off x="62007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7" name="Shape 55"/>
          <p:cNvSpPr/>
          <p:nvPr/>
        </p:nvSpPr>
        <p:spPr>
          <a:xfrm>
            <a:off x="64293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8" name="Shape 56"/>
          <p:cNvSpPr/>
          <p:nvPr/>
        </p:nvSpPr>
        <p:spPr>
          <a:xfrm>
            <a:off x="66579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9" name="Shape 57"/>
          <p:cNvSpPr/>
          <p:nvPr/>
        </p:nvSpPr>
        <p:spPr>
          <a:xfrm>
            <a:off x="68865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0" name="Shape 58"/>
          <p:cNvSpPr/>
          <p:nvPr/>
        </p:nvSpPr>
        <p:spPr>
          <a:xfrm>
            <a:off x="71151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1" name="Shape 59"/>
          <p:cNvSpPr/>
          <p:nvPr/>
        </p:nvSpPr>
        <p:spPr>
          <a:xfrm>
            <a:off x="73437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2" name="Shape 60"/>
          <p:cNvSpPr/>
          <p:nvPr/>
        </p:nvSpPr>
        <p:spPr>
          <a:xfrm>
            <a:off x="75723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3" name="Shape 61"/>
          <p:cNvSpPr/>
          <p:nvPr/>
        </p:nvSpPr>
        <p:spPr>
          <a:xfrm>
            <a:off x="78009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4" name="Shape 62"/>
          <p:cNvSpPr/>
          <p:nvPr/>
        </p:nvSpPr>
        <p:spPr>
          <a:xfrm>
            <a:off x="80295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5" name="Shape 63"/>
          <p:cNvSpPr/>
          <p:nvPr/>
        </p:nvSpPr>
        <p:spPr>
          <a:xfrm>
            <a:off x="82581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6" name="Shape 64"/>
          <p:cNvSpPr/>
          <p:nvPr/>
        </p:nvSpPr>
        <p:spPr>
          <a:xfrm>
            <a:off x="84867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7" name="Shape 65"/>
          <p:cNvSpPr/>
          <p:nvPr/>
        </p:nvSpPr>
        <p:spPr>
          <a:xfrm>
            <a:off x="87153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8" name="Shape 66"/>
          <p:cNvSpPr/>
          <p:nvPr/>
        </p:nvSpPr>
        <p:spPr>
          <a:xfrm>
            <a:off x="89439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9" name="Shape 67"/>
          <p:cNvSpPr/>
          <p:nvPr/>
        </p:nvSpPr>
        <p:spPr>
          <a:xfrm>
            <a:off x="91725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70" name="Shape 68"/>
          <p:cNvSpPr/>
          <p:nvPr/>
        </p:nvSpPr>
        <p:spPr>
          <a:xfrm>
            <a:off x="94011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71" name="Shape 69"/>
          <p:cNvSpPr/>
          <p:nvPr/>
        </p:nvSpPr>
        <p:spPr>
          <a:xfrm>
            <a:off x="9610725" y="9544050"/>
            <a:ext cx="152400" cy="152400"/>
          </a:xfrm>
          <a:prstGeom prst="ellipse">
            <a:avLst/>
          </a:prstGeom>
          <a:solidFill>
            <a:srgbClr val="FF6A4D"/>
          </a:solidFill>
          <a:ln/>
        </p:spPr>
      </p:sp>
      <p:sp>
        <p:nvSpPr>
          <p:cNvPr id="72" name="Text 70"/>
          <p:cNvSpPr/>
          <p:nvPr/>
        </p:nvSpPr>
        <p:spPr>
          <a:xfrm>
            <a:off x="10058400" y="9467850"/>
            <a:ext cx="4953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Multiple-report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3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L08</a:t>
            </a:r>
            <a:r>
              <a:rPr lang="en-US" sz="180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1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39/39</a:t>
            </a:r>
            <a:endParaRPr lang="en-US" sz="1800" dirty="0"/>
          </a:p>
        </p:txBody>
      </p:sp>
      <p:sp>
        <p:nvSpPr>
          <p:cNvPr id="73" name="Shape 71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74" name="Moda image moda-export-watermark-30a651aa-2502-4d74-87af-054883d18c08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39</Slides>
  <Notes>39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39</vt:i4>
      </vt:variant>
    </vt:vector>
  </HeadingPairs>
  <TitlesOfParts>
    <vt:vector size="4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2026-10-21T11:13:39Z</dcterms:created>
  <dcterms:modified xsi:type="dcterms:W3CDTF">2026-10-21T11:13:39Z</dcterms:modified>
</cp:coreProperties>
</file>