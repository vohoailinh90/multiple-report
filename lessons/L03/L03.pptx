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8288000" cy="10287000"/>
  <p:notesSz cx="10287000" cy="18288000"/>
  <p:embeddedFontLst>
    <p:embeddedFont>
      <p:font typeface="Be Vietnam Pro"/>
      <p:regular r:id="rId27"/>
      <p:bold r:id="rId24"/>
    </p:embeddedFont>
    <p:embeddedFont>
      <p:font typeface="Bricolage Grotesque ExtraBold"/>
      <p:regular r:id="rId25"/>
    </p:embeddedFont>
    <p:embeddedFont>
      <p:font typeface="Be Vietnam Pro SemiBold"/>
      <p:regular r:id="rId26"/>
    </p:embeddedFont>
    <p:embeddedFont>
      <p:font typeface="Be Vietnam Pro ExtraBold"/>
      <p:regular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font" Target="fonts/font1.fntdata"/><Relationship Id="rId25" Type="http://schemas.openxmlformats.org/officeDocument/2006/relationships/font" Target="fonts/font2.fntdata"/><Relationship Id="rId26" Type="http://schemas.openxmlformats.org/officeDocument/2006/relationships/font" Target="fonts/font3.fntdata"/><Relationship Id="rId27" Type="http://schemas.openxmlformats.org/officeDocument/2006/relationships/font" Target="fonts/font4.fntdata"/><Relationship Id="rId2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775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52525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47775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62075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6685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100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297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38225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57300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52550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66850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57162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66875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297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775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0" y="38100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5730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6207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573250" y="38100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162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7640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33450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4775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247775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62075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6685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562100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67640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4297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38225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5252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257300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352550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466850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57162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666875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4297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4775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1430000" y="8096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25730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36207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4573250" y="8096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57162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67640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THẦN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2100" b="1" spc="4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thần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tâm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8100" dirty="0"/>
          </a:p>
        </p:txBody>
      </p:sp>
      <p:sp>
        <p:nvSpPr>
          <p:cNvPr id="52" name="Text 50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3300" dirty="0" spc="-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3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 cảm xúc</a:t>
            </a:r>
            <a:r>
              <a:rPr lang="en-US" sz="3300" dirty="0" spc="-6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30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 chất</a:t>
            </a:r>
            <a:r>
              <a:rPr lang="en-US" sz="3300" dirty="0" spc="-6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3300" dirty="0" spc="-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3300" dirty="0" spc="-2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3300" dirty="0" spc="1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định?</a:t>
            </a:r>
            <a:endParaRPr lang="en-US" sz="3300" dirty="0"/>
          </a:p>
        </p:txBody>
      </p:sp>
      <p:sp>
        <p:nvSpPr>
          <p:cNvPr id="53" name="Shape 51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Glutamate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endParaRPr lang="en-US" sz="2550" dirty="0"/>
          </a:p>
        </p:txBody>
      </p:sp>
      <p:sp>
        <p:nvSpPr>
          <p:cNvPr id="55" name="Shape 53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Dopamine,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serotonin</a:t>
            </a:r>
            <a:endParaRPr lang="en-US" sz="2550" dirty="0"/>
          </a:p>
        </p:txBody>
      </p:sp>
      <p:sp>
        <p:nvSpPr>
          <p:cNvPr id="57" name="Shape 55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Noradrenaline,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acetylcholine</a:t>
            </a:r>
            <a:endParaRPr lang="en-US" sz="2550" dirty="0"/>
          </a:p>
        </p:txBody>
      </p:sp>
      <p:sp>
        <p:nvSpPr>
          <p:cNvPr id="59" name="Shape 57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Serotonin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55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28f872e6-6d5c-4ccf-a0e1-ddf3e8ab38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cảm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xúc,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57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Hơn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100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31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31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chất,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0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Tâm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mạng</a:t>
            </a:r>
            <a:r>
              <a:rPr lang="en-US" sz="31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lưới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02/17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e7bc96d-e3c0-49b1-8f17-f384ea7fbd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Hormone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4A2A2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Hormone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tiết</a:t>
            </a:r>
            <a:r>
              <a:rPr lang="en-US" sz="31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máu,</a:t>
            </a:r>
            <a:r>
              <a:rPr lang="en-US" sz="3150" dirty="0" spc="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khắp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262C4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42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truyền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nơron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khe</a:t>
            </a:r>
            <a:r>
              <a:rPr lang="en-US" sz="31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synapse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03/17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085fcf2-901e-488d-858f-ea6d5cf47d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Chân</a:t>
            </a:r>
            <a:r>
              <a:rPr lang="en-US" sz="57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lưới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cả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3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69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phanh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04/17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f716935-12b8-48ad-93b4-0f5a3405eb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Glutamate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GABA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Glutamate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GABA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Rượu</a:t>
            </a:r>
            <a:r>
              <a:rPr lang="en-US" sz="30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benzodiazepine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GABA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05/17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e680ea1-dac9-4b27-af50-ef9a80f382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endParaRPr lang="en-US" sz="5700" dirty="0"/>
          </a:p>
        </p:txBody>
      </p:sp>
      <p:sp>
        <p:nvSpPr>
          <p:cNvPr id="3" name="Connector line-1792502845394-704060060"/>
          <p:cNvSpPr/>
          <p:nvPr/>
        </p:nvSpPr>
        <p:spPr>
          <a:xfrm flipH="1" flipV="1">
            <a:off x="3619500" y="3810000"/>
            <a:ext cx="5524500" cy="180975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4" name="Connector line-1792502845395-255094615"/>
          <p:cNvSpPr/>
          <p:nvPr/>
        </p:nvSpPr>
        <p:spPr>
          <a:xfrm flipV="1">
            <a:off x="9144000" y="3810000"/>
            <a:ext cx="5524500" cy="180975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Connector line-1792502845395-891996391"/>
          <p:cNvSpPr/>
          <p:nvPr/>
        </p:nvSpPr>
        <p:spPr>
          <a:xfrm>
            <a:off x="9144000" y="5619750"/>
            <a:ext cx="0" cy="247650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Dopamine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047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96750" y="304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0" y="304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thưởng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6572250" y="733425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733425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06/17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772769f-a9b9-49c2-b624-5691b44580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Serotonin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0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Tâm</a:t>
            </a:r>
            <a:r>
              <a:rPr lang="en-US" sz="31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Giấc</a:t>
            </a: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ngủ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Khẩu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07/17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571e6aa-586e-4361-b545-3813856537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Noradrenaline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Tỉnh táo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Phản</a:t>
            </a:r>
            <a:r>
              <a:rPr lang="en-US" sz="3000" dirty="0" spc="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căng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thẳng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08/17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81e388e-2a8f-4833-a5d1-6343fa4d41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Acetylcholine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endorphin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4A2A2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Acetylcholine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</a:t>
            </a:r>
            <a:r>
              <a:rPr lang="en-US" sz="31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 ý,</a:t>
            </a:r>
            <a:r>
              <a:rPr lang="en-US" sz="31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5334000"/>
          </a:xfrm>
          <a:prstGeom prst="roundRect">
            <a:avLst>
              <a:gd name="adj" fmla="val 5000"/>
            </a:avLst>
          </a:prstGeom>
          <a:solidFill>
            <a:srgbClr val="262C4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Endorphin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314325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1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1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09/17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dc2b1be-3bd1-47f9-8aeb-d853ece133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thụ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Cảm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30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tử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10/17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210d1e6-99a8-470b-8da7-8eecfe7684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từ,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nghĩa</a:t>
            </a:r>
            <a:r>
              <a:rPr lang="en-US" sz="69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69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11/17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3c9108-2f24-42bb-90ec-cafa3e22e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nghiên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57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xét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476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Moncrieff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2022: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ô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71056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12</a:t>
            </a:r>
            <a:r>
              <a:rPr lang="en-US" sz="330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17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r>
              <a:rPr lang="en-US" sz="33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12/17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59151ba7-5696-4acd-8322-6ff840e0bf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 nói</a:t>
            </a:r>
            <a:r>
              <a:rPr lang="en-US" sz="57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2A24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1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1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2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thuốc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31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trầm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28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</a:t>
            </a: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85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trò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13/17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8b3a82e-ae82-41c7-80c9-8dcc48b01f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giúp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≠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Thuốc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6900" dirty="0" spc="-8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69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bệnh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14/17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a926d27-b360-488a-9dc2-96e54fe0bf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Chất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30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30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synapse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Glutamate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 thích,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GABA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ức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00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hòa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chỉnh</a:t>
            </a:r>
            <a:r>
              <a:rPr lang="en-US" sz="30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cảm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xúc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0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Thuyết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thiếu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serotonin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 được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15/17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87cf93f-a79b-4c96-ad8c-650376e252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dùng,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1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2385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trộn</a:t>
            </a:r>
            <a:r>
              <a:rPr lang="en-US" sz="31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rượu</a:t>
            </a:r>
            <a:r>
              <a:rPr lang="en-US" sz="31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thuốc</a:t>
            </a:r>
            <a:r>
              <a:rPr lang="en-US" sz="31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an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thần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496800" y="6000750"/>
            <a:ext cx="449580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16/17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15681622-914e-44d5-8b25-56d8ddb42c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Hove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&amp;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Martinez,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Biological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Psychology,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2291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Neuroscience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Online,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UTHealth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Houston,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11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 14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9595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Moncrieff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Molecular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Psychiatry,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2022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162800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Purves</a:t>
            </a:r>
            <a:r>
              <a:rPr lang="en-US" sz="30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sự,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Neuroscience,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2001,</a:t>
            </a:r>
            <a:r>
              <a:rPr lang="en-US" sz="30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94678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L03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17/17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881ea679-d785-49d4-b4de-1b8731a6ad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2026-10-20T13:28:59Z</dcterms:created>
  <dcterms:modified xsi:type="dcterms:W3CDTF">2026-10-20T13:28:59Z</dcterms:modified>
</cp:coreProperties>
</file>