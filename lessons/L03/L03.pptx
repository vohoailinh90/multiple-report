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embeddedFontLst>
    <p:embeddedFont>
      <p:font typeface="Be Vietnam Pro"/>
      <p:regular r:id="rId28"/>
      <p:bold r:id="rId25"/>
    </p:embeddedFont>
    <p:embeddedFont>
      <p:font typeface="Bricolage Grotesque ExtraBold"/>
      <p:regular r:id="rId26"/>
    </p:embeddedFont>
    <p:embeddedFont>
      <p:font typeface="Be Vietnam Pro SemiBold"/>
      <p:regular r:id="rId27"/>
    </p:embeddedFont>
    <p:embeddedFont>
      <p:font typeface="Be Vietnam Pro ExtraBold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252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7775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6207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668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10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297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730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2550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6685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6687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29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20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57325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7162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764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3345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5252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7775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207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668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6210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67640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4297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3822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25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52550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6685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716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66687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29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4775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2573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3620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457325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57162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6764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THẦN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8100" dirty="0"/>
          </a:p>
        </p:txBody>
      </p:sp>
      <p:sp>
        <p:nvSpPr>
          <p:cNvPr id="52" name="Text 50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3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3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 cảm xúc</a:t>
            </a:r>
            <a:r>
              <a:rPr lang="en-US" sz="33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3300" dirty="0" spc="-1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 chất</a:t>
            </a:r>
            <a:r>
              <a:rPr lang="en-US" sz="33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330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3300" dirty="0" spc="-2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3300" dirty="0" spc="1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định?</a:t>
            </a:r>
            <a:endParaRPr lang="en-US" sz="3300" dirty="0"/>
          </a:p>
        </p:txBody>
      </p:sp>
      <p:sp>
        <p:nvSpPr>
          <p:cNvPr id="53" name="Shape 51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Glutamate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Dopamine,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endParaRPr lang="en-US" sz="2550" dirty="0"/>
          </a:p>
        </p:txBody>
      </p:sp>
      <p:sp>
        <p:nvSpPr>
          <p:cNvPr id="57" name="Shape 55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Noradrenaline,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acetylcholine</a:t>
            </a:r>
            <a:endParaRPr lang="en-US" sz="2550" dirty="0"/>
          </a:p>
        </p:txBody>
      </p:sp>
      <p:sp>
        <p:nvSpPr>
          <p:cNvPr id="59" name="Shape 57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Serotonin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55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36eb67d9-6ec7-4027-b320-654d832a5b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xúc,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7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Hơn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100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31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31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961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chất,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968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0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Tâm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31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lưới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845b208c-81c6-4fc5-b93c-b2c94837cd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Hormone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Hormone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tiết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máu,</a:t>
            </a:r>
            <a:r>
              <a:rPr lang="en-US" sz="3150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khắp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42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31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03/18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c6acbdd-66ad-46b0-874d-08d37b133b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Chân</a:t>
            </a: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chân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lưới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cả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3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</a:t>
            </a:r>
            <a:r>
              <a:rPr lang="en-US" sz="69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phanh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d3fa212-e699-470e-9c82-30a09702e8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Glutamate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GABA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Glutamate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kích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GABA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Rượu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benzodiazepine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6e71163-497a-45c6-ac9e-7fcd6f0087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Dopamine</a:t>
            </a:r>
            <a:endParaRPr lang="en-US" sz="5700" dirty="0"/>
          </a:p>
        </p:txBody>
      </p:sp>
      <p:sp>
        <p:nvSpPr>
          <p:cNvPr id="3" name="Connector line-1792504672242-435475425"/>
          <p:cNvSpPr/>
          <p:nvPr/>
        </p:nvSpPr>
        <p:spPr>
          <a:xfrm flipH="1" flipV="1">
            <a:off x="3619500" y="3810000"/>
            <a:ext cx="5524500" cy="18097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4" name="Connector line-1792504672242-263813267"/>
          <p:cNvSpPr/>
          <p:nvPr/>
        </p:nvSpPr>
        <p:spPr>
          <a:xfrm flipV="1">
            <a:off x="9144000" y="3810000"/>
            <a:ext cx="5524500" cy="18097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Connector line-1792504672242-284194516"/>
          <p:cNvSpPr/>
          <p:nvPr/>
        </p:nvSpPr>
        <p:spPr>
          <a:xfrm>
            <a:off x="9144000" y="5619750"/>
            <a:ext cx="0" cy="247650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Dopamine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Động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96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72250" y="733425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33425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bad1c3fa-f5c5-497f-8a68-9cc87a669c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Serotonin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0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Tâm</a:t>
            </a:r>
            <a:r>
              <a:rPr lang="en-US" sz="31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961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Giấc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968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Khẩu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298732ea-1f2c-4b6c-8e55-1be09ae788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Thuốc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04709289-6116897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28392" y="2438400"/>
            <a:ext cx="5268516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6" name="Shape 3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4"/>
          <p:cNvSpPr/>
          <p:nvPr/>
        </p:nvSpPr>
        <p:spPr>
          <a:xfrm>
            <a:off x="11734800" y="23812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Neurotransmitter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1734800" y="2819400"/>
            <a:ext cx="5448300" cy="7810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0" name="Shape 7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8"/>
          <p:cNvSpPr/>
          <p:nvPr/>
        </p:nvSpPr>
        <p:spPr>
          <a:xfrm>
            <a:off x="11734800" y="40386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Reuptake</a:t>
            </a:r>
            <a:r>
              <a:rPr lang="en-US" sz="225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receptor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1734800" y="4476750"/>
            <a:ext cx="5448300" cy="7810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thụ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thu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4" name="Shape 11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2"/>
          <p:cNvSpPr/>
          <p:nvPr/>
        </p:nvSpPr>
        <p:spPr>
          <a:xfrm>
            <a:off x="11734800" y="56959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Reuptake</a:t>
            </a:r>
            <a:r>
              <a:rPr lang="en-US" sz="22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inhibitor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1734800" y="6134100"/>
            <a:ext cx="5448300" cy="7810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914400" y="84963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12)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08/18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e3df5b62-5a5b-42d9-ad1f-eac5ef33743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Noradrenaline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Tỉnh táo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Chú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75cca08-8870-4f87-83c9-75c6fc5add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Acetylcholine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endorphin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Acetylcholine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31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ý,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5334000"/>
          </a:xfrm>
          <a:prstGeom prst="roundRect">
            <a:avLst>
              <a:gd name="adj" fmla="val 5000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Endorphin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5494c94-090b-4942-8ede-e3cd5ab10d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68ff08b-9967-4b44-8135-341f64e37f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từ,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nghĩa</a:t>
            </a:r>
            <a:r>
              <a:rPr lang="en-US" sz="6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88cf0be-d91f-4a4d-a330-5135ab66c0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nghiên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57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xét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1912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Moncrieff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2022:</a:t>
            </a:r>
            <a:r>
              <a:rPr lang="en-US" sz="33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ô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1056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12</a:t>
            </a:r>
            <a:r>
              <a:rPr lang="en-US" sz="33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17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3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13/18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169ee71-f39c-403d-826b-8eaf26b94f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 nói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thuốc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31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85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28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14/18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0b0e66b-ed7d-44ca-a55d-c4ece0a229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Thuốc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≠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Thuốc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6900" dirty="0" spc="-8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6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bệnh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15/18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5609454-67eb-4cb1-a9cb-458d5831b0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30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250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Glutamate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 thích,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250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hòa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</a:t>
            </a:r>
            <a:r>
              <a:rPr lang="en-US" sz="30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250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8250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Thuyết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serotonin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 được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ủng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16/18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89a54203-f00c-4018-a20a-47d00674b6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dùng,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1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96100" y="4857750"/>
            <a:ext cx="4495800" cy="32385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trộn</a:t>
            </a:r>
            <a:r>
              <a:rPr lang="en-US" sz="31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96800" y="600075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e7d5fb51-8090-4121-9c8c-21996271a8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9814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Neuroscience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Online,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UTHealth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Houston,</a:t>
            </a: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 11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14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2006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Moncrieff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Molecular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4198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Purves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Neuroscience,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2001,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39050"/>
            <a:ext cx="15621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(hình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họa)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94678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57360b2-beab-41ef-bdb3-69f4e854f7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2026-10-20T13:59:40Z</dcterms:created>
  <dcterms:modified xsi:type="dcterms:W3CDTF">2026-10-20T13:59:40Z</dcterms:modified>
</cp:coreProperties>
</file>