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embeddedFontLst>
    <p:embeddedFont>
      <p:font typeface="Be Vietnam Pro"/>
      <p:regular r:id="rId27"/>
      <p:bold r:id="rId24"/>
    </p:embeddedFont>
    <p:embeddedFont>
      <p:font typeface="Bricolage Grotesque ExtraBold"/>
      <p:regular r:id="rId25"/>
    </p:embeddedFont>
    <p:embeddedFont>
      <p:font typeface="Be Vietnam Pro SemiBold"/>
      <p:regular r:id="rId26"/>
    </p:embeddedFont>
    <p:embeddedFont>
      <p:font typeface="Be Vietnam Pro ExtraBold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da flattened ellipse-1792502989580-413424008, ellipse-1792502989583-54110068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0" y="1981200"/>
            <a:ext cx="6324600" cy="6324600"/>
          </a:xfrm>
          <a:prstGeom prst="rect">
            <a:avLst/>
          </a:prstGeom>
        </p:spPr>
      </p:pic>
      <p:sp>
        <p:nvSpPr>
          <p:cNvPr id="3" name="Connector line-1792502989584-613588391"/>
          <p:cNvSpPr/>
          <p:nvPr/>
        </p:nvSpPr>
        <p:spPr>
          <a:xfrm>
            <a:off x="13335000" y="1905000"/>
            <a:ext cx="0" cy="6477000"/>
          </a:xfrm>
          <a:prstGeom prst="line">
            <a:avLst/>
          </a:prstGeom>
          <a:noFill/>
          <a:ln w="762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" name="Text 1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NÃO</a:t>
            </a:r>
            <a:r>
              <a:rPr lang="en-US" sz="2100" b="1" spc="44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Thùy</a:t>
            </a:r>
            <a:r>
              <a:rPr lang="en-US" sz="81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trán,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81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trái</a:t>
            </a:r>
            <a:r>
              <a:rPr lang="en-US" sz="81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endParaRPr lang="en-US" sz="8100" dirty="0"/>
          </a:p>
        </p:txBody>
      </p:sp>
      <p:sp>
        <p:nvSpPr>
          <p:cNvPr id="6" name="Text 3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Não</a:t>
            </a:r>
            <a:r>
              <a:rPr lang="en-US" sz="3300" dirty="0" spc="-18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trái</a:t>
            </a:r>
            <a:r>
              <a:rPr lang="en-US" sz="3300" dirty="0" spc="-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logic,</a:t>
            </a:r>
            <a:r>
              <a:rPr lang="en-US" sz="330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30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300" dirty="0" spc="-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sáng tạo: đúng</a:t>
            </a:r>
            <a:r>
              <a:rPr lang="en-US" sz="3300" dirty="0" spc="-1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30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sai?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7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Phineas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Gage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Thể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chai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Não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trái,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25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64900d43-f9de-4758-b089-56e6d2f0b77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Não</a:t>
            </a:r>
            <a:r>
              <a:rPr lang="en-US" sz="57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trái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logic,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sáng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tạo:</a:t>
            </a:r>
            <a:r>
              <a:rPr lang="en-US" sz="57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sai?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Chuyên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biệt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6900" dirty="0" spc="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-5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r>
              <a:rPr lang="en-US" sz="69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02/17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24ff7d2-2d2e-47a6-9fdb-2c3ecb5212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</a:t>
            </a:r>
            <a:r>
              <a:rPr lang="en-US" sz="25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chuyên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 hóa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1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1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trái</a:t>
            </a:r>
            <a:r>
              <a:rPr lang="en-US" sz="31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81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03/17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5449be81-fabc-415b-9165-0fa1708da6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Thùy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Thùy</a:t>
            </a:r>
            <a:r>
              <a:rPr lang="en-US" sz="4200" dirty="0" spc="-1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F3DFB8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3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4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4200" dirty="0" spc="-4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4200" dirty="0" spc="-1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09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04/17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c18639d-6c2c-44d7-a7ce-36550dd944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57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Connector line-1792502993527-732244809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4" name="Connector line-1792502993527-260837686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5" name="Connector line-1792502993527-378235888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Connector line-1792502993527-12291089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10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33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33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6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Dẫn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38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05/17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c34448d3-8757-4f77-bf44-3e61184b13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phối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 làm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quyết</a:t>
            </a:r>
            <a:r>
              <a:rPr lang="en-US" sz="6900" dirty="0" spc="2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 làm</a:t>
            </a:r>
            <a:r>
              <a:rPr lang="en-US" sz="6900" dirty="0" spc="-2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066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06/17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fe6bb0c-08dd-4f51-9f7b-4de8aadbfd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Phineas</a:t>
            </a:r>
            <a:r>
              <a:rPr lang="en-US" sz="57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Gage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mốc</a:t>
            </a:r>
            <a:endParaRPr lang="en-US" sz="5700" dirty="0"/>
          </a:p>
        </p:txBody>
      </p:sp>
      <p:sp>
        <p:nvSpPr>
          <p:cNvPr id="3" name="Connector line-1792503036453-866897947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3409950" y="55626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5" name="Connector line-1792503036453-639565413"/>
          <p:cNvSpPr/>
          <p:nvPr/>
        </p:nvSpPr>
        <p:spPr>
          <a:xfrm flipV="1">
            <a:off x="3657600" y="5238750"/>
            <a:ext cx="0" cy="3238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51054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1848: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sắt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xuyên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trán,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ông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sống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sót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896350" y="55626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Connector line-1792503036460-4896956"/>
          <p:cNvSpPr/>
          <p:nvPr/>
        </p:nvSpPr>
        <p:spPr>
          <a:xfrm>
            <a:off x="9144000" y="6057900"/>
            <a:ext cx="0" cy="3238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6591300" y="6381750"/>
            <a:ext cx="51054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1868: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Harlow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4382750" y="556260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1" name="Connector line-1792503036464-862719020"/>
          <p:cNvSpPr/>
          <p:nvPr/>
        </p:nvSpPr>
        <p:spPr>
          <a:xfrm flipV="1">
            <a:off x="14630400" y="5238750"/>
            <a:ext cx="0" cy="323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2077700" y="3429000"/>
            <a:ext cx="51054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2008: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Macmillan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7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700" dirty="0" spc="-3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kể</a:t>
            </a: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Gage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sai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295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07/17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da2aa36e-7da8-4a64-bcac-9ef8fcb30e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57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tranh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cãi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Chắc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nạn</a:t>
            </a:r>
            <a:r>
              <a:rPr lang="en-US" sz="315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31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ông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Tranh</a:t>
            </a:r>
            <a:r>
              <a:rPr lang="en-US" sz="42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cãi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31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cách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học: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8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chuyện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24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08/17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96576e5e-2319-4b7a-b518-f6cbfe6e79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phanh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não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Cám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dỗ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endParaRPr lang="en-US" sz="2700" dirty="0"/>
          </a:p>
        </p:txBody>
      </p:sp>
      <p:sp>
        <p:nvSpPr>
          <p:cNvPr id="7" name="Connector line-1792503039775-450687971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So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 tiêu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endParaRPr lang="en-US" sz="2700" dirty="0"/>
          </a:p>
        </p:txBody>
      </p:sp>
      <p:sp>
        <p:nvSpPr>
          <p:cNvPr id="12" name="Connector line-1792503039780-870455977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Kìm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 hoặc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endParaRPr lang="en-US" sz="2700" dirty="0"/>
          </a:p>
        </p:txBody>
      </p:sp>
      <p:sp>
        <p:nvSpPr>
          <p:cNvPr id="17" name="Connector line-1792503039784-563487462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Hành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52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2" name="Shape 3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09/17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083bd843-1bb9-4e8d-a0a9-a9ffac27a7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Căng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thẳng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Căng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thẳng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yếu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10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6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6900" dirty="0" spc="-7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-2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81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10/17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a39a705e-2c89-4261-a64a-18b2073d25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Thể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chai nối hai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Thể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bó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sợi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hai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31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 bệnh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315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31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cắt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chai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124968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bán</a:t>
            </a:r>
            <a:r>
              <a:rPr lang="en-US" sz="31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thế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31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09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11/17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ae916920-5eb7-437b-82ae-5e15d1effe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Nghiêng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trái,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nghiêng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Ngôn</a:t>
            </a:r>
            <a:r>
              <a:rPr lang="en-US" sz="300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ngữ</a:t>
            </a:r>
            <a:r>
              <a:rPr lang="en-US" sz="3000" dirty="0" spc="-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(Broca,</a:t>
            </a:r>
            <a:r>
              <a:rPr lang="en-US" sz="3000" dirty="0" spc="-3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Wernicke)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nghiêng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Kiểm</a:t>
            </a:r>
            <a:r>
              <a:rPr lang="en-US" sz="30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soát</a:t>
            </a:r>
            <a:r>
              <a:rPr lang="en-US" sz="300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chú ý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38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12/17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bc188b58-3cc3-4c66-93ef-cb9d191122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1.011</a:t>
            </a:r>
            <a:r>
              <a:rPr lang="en-US" sz="57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0" dirty="0" spc="-12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1.011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19125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Nielsen:</a:t>
            </a:r>
            <a:r>
              <a:rPr lang="en-US" sz="33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3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3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</a:t>
            </a:r>
            <a:r>
              <a:rPr lang="en-US" sz="33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29 tuổi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10565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3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33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kiểu</a:t>
            </a:r>
            <a:r>
              <a:rPr lang="en-US" sz="33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3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trái</a:t>
            </a:r>
            <a:r>
              <a:rPr lang="en-US" sz="33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67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Shape 1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13/17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fd0569b8-966b-44c3-8bbb-9cc7fa4b28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Chức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phức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tạp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 cả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Chuyên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biệt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 mạng,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theo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Nghiên</a:t>
            </a:r>
            <a:r>
              <a:rPr lang="en-US" sz="3000" dirty="0" spc="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logic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895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14/17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c4d9bed3-2670-45f8-9892-9a34ea05e4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Chuyên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biệt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 con</a:t>
            </a:r>
            <a:r>
              <a:rPr lang="en-US" sz="69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24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15/17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b99218e-ffd5-4f09-a1d4-72b73367c6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745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8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0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30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tiêu,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chỉnh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745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Gage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nổi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tiếng</a:t>
            </a:r>
            <a:r>
              <a:rPr lang="en-US" sz="30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3000" dirty="0" spc="-4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kể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745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Căng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suy giảm</a:t>
            </a:r>
            <a:r>
              <a:rPr lang="en-US" sz="30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0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30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745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bán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745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Chuyên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biệt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năng,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theo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52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16/17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115704b6-8cbe-4436-b151-a05750d5fe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15621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Biological</a:t>
            </a:r>
            <a:r>
              <a:rPr lang="en-US" sz="30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Psychology,</a:t>
            </a:r>
            <a:r>
              <a:rPr lang="en-US" sz="30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800475"/>
            <a:ext cx="15621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Miller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Cohen,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Annu</a:t>
            </a:r>
            <a:r>
              <a:rPr lang="en-US" sz="3000" b="1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838700"/>
            <a:ext cx="15621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Gazzaniga,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3000" b="1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2005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876925"/>
            <a:ext cx="15621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Nielsen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300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PLOS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ONE,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2013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915150"/>
            <a:ext cx="15621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Macmillan,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30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Psychologist,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2008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7953375"/>
            <a:ext cx="15621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Arnsten,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3000" b="1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2009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81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17/17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a1194396-02d3-4440-93b8-2743d04e41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2026-10-20T13:33:29Z</dcterms:created>
  <dcterms:modified xsi:type="dcterms:W3CDTF">2026-10-20T13:33:29Z</dcterms:modified>
</cp:coreProperties>
</file>