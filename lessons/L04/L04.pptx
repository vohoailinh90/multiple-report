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embeddedFontLst>
    <p:embeddedFont>
      <p:font typeface="Be Vietnam Pro"/>
      <p:regular r:id="rId30"/>
      <p:bold r:id="rId27"/>
    </p:embeddedFont>
    <p:embeddedFont>
      <p:font typeface="Bricolage Grotesque ExtraBold"/>
      <p:regular r:id="rId28"/>
    </p:embeddedFont>
    <p:embeddedFont>
      <p:font typeface="Be Vietnam Pro SemiBold"/>
      <p:regular r:id="rId29"/>
    </p:embeddedFont>
    <p:embeddedFont>
      <p:font typeface="Be Vietnam Pro ExtraBold"/>
      <p:regular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da flattened ellipse-1792504831716-289359172, ellipse-1792504831719-501236727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0" y="1981200"/>
            <a:ext cx="6324600" cy="6324600"/>
          </a:xfrm>
          <a:prstGeom prst="rect">
            <a:avLst/>
          </a:prstGeom>
        </p:spPr>
      </p:pic>
      <p:sp>
        <p:nvSpPr>
          <p:cNvPr id="3" name="Connector line-1792504831720-925524014"/>
          <p:cNvSpPr/>
          <p:nvPr/>
        </p:nvSpPr>
        <p:spPr>
          <a:xfrm>
            <a:off x="13335000" y="1905000"/>
            <a:ext cx="0" cy="647700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Text 1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81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8100" dirty="0"/>
          </a:p>
        </p:txBody>
      </p:sp>
      <p:sp>
        <p:nvSpPr>
          <p:cNvPr id="6" name="Text 3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Não</a:t>
            </a:r>
            <a:r>
              <a:rPr lang="en-US" sz="3300" dirty="0" spc="-1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330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logic,</a:t>
            </a:r>
            <a:r>
              <a:rPr lang="en-US" sz="33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 tạo: đúng</a:t>
            </a:r>
            <a:r>
              <a:rPr lang="en-US" sz="33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3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sai?</a:t>
            </a:r>
            <a:endParaRPr lang="en-US" sz="3300" dirty="0"/>
          </a:p>
        </p:txBody>
      </p:sp>
      <p:sp>
        <p:nvSpPr>
          <p:cNvPr id="7" name="Shape 4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Phineas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5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4f95efcf-0e6c-41b2-a11a-ce3a4a633255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logic,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tạo:</a:t>
            </a:r>
            <a:r>
              <a:rPr lang="en-US" sz="57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Chuyên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900" dirty="0" spc="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5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02/20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7b4e15-7e70-49c3-98ca-2e26aaa95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chuyên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 hóa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1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31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03/20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51be4ab-8ba2-462f-8ac6-07cc86a712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420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4200" dirty="0" spc="-4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4200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04/20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7e56428-2aa5-4e79-a6a5-6c1aa793c5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4836609-159724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9048" y="2438400"/>
            <a:ext cx="9087205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Dorsolateral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Ventrolateral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 bụng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Orbitofrontal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Wikipedia,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BY-SA,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 (chương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Text 36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05/20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6b0734b-e03a-4ca6-b340-261ac1350ce7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Connector line-1792504837723-728270900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504837723-456759921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04837723-35084936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04837723-7865130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3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06/20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eeb4a24-76c6-47c8-a0a5-3ce125fd70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làm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quyết</a:t>
            </a:r>
            <a:r>
              <a:rPr lang="en-US" sz="6900" dirty="0" spc="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làm</a:t>
            </a:r>
            <a:r>
              <a:rPr lang="en-US" sz="6900" dirty="0" spc="-2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07/20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632db3a-fc4f-4408-8329-4452097369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Phineas</a:t>
            </a:r>
            <a:r>
              <a:rPr lang="en-US" sz="5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Gage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5700" dirty="0"/>
          </a:p>
        </p:txBody>
      </p:sp>
      <p:sp>
        <p:nvSpPr>
          <p:cNvPr id="3" name="Connector line-1792504877988-581642911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34099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Connector line-1792504877989-815969612"/>
          <p:cNvSpPr/>
          <p:nvPr/>
        </p:nvSpPr>
        <p:spPr>
          <a:xfrm flipV="1">
            <a:off x="36576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1848: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sắt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xuyên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trán,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ông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sót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Connector line-1792504877992-932001939"/>
          <p:cNvSpPr/>
          <p:nvPr/>
        </p:nvSpPr>
        <p:spPr>
          <a:xfrm>
            <a:off x="914400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591300" y="638175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1868: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Harlow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43827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Connector line-1792504877996-754896409"/>
          <p:cNvSpPr/>
          <p:nvPr/>
        </p:nvSpPr>
        <p:spPr>
          <a:xfrm flipV="1">
            <a:off x="14630400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0777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2008: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Macmillan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7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kể</a:t>
            </a:r>
            <a:r>
              <a:rPr lang="en-US" sz="27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Gage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08/20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60d7e77-7edc-4a72-993d-00f1d562c7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57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504879740-1032296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07633" y="2438400"/>
            <a:ext cx="7910035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247900"/>
            <a:ext cx="5448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Tái</a:t>
            </a:r>
            <a:r>
              <a:rPr lang="en-US" sz="25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endParaRPr lang="en-US" sz="2550" dirty="0"/>
          </a:p>
        </p:txBody>
      </p:sp>
      <p:sp>
        <p:nvSpPr>
          <p:cNvPr id="8" name="Shape 5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9" name="Shape 6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7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Màu</a:t>
            </a:r>
            <a:r>
              <a:rPr lang="en-US" sz="2250" dirty="0" spc="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sắc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bó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trắng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3" name="Shape 10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1"/>
          <p:cNvSpPr/>
          <p:nvPr/>
        </p:nvSpPr>
        <p:spPr>
          <a:xfrm>
            <a:off x="11734800" y="5562600"/>
            <a:ext cx="5448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Ước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 chụp</a:t>
            </a:r>
            <a:endParaRPr lang="en-US" sz="2550" dirty="0"/>
          </a:p>
        </p:txBody>
      </p:sp>
      <p:sp>
        <p:nvSpPr>
          <p:cNvPr id="15" name="Text 12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Horn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2.5,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Commons;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(chương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09/20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6aaae38-42c4-4939-b030-25ea4239018c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57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cãi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Chắc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31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Tranh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cãi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31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cách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học: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chuyện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10/20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52cdf3-3545-4b6e-a12b-3b761543e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Cám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dỗ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endParaRPr lang="en-US" sz="2700" dirty="0"/>
          </a:p>
        </p:txBody>
      </p:sp>
      <p:sp>
        <p:nvSpPr>
          <p:cNvPr id="7" name="Connector line-1792504882283-812657676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 tiêu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endParaRPr lang="en-US" sz="2700" dirty="0"/>
          </a:p>
        </p:txBody>
      </p:sp>
      <p:sp>
        <p:nvSpPr>
          <p:cNvPr id="12" name="Connector line-1792504882288-457963499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Kìm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 hoặc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endParaRPr lang="en-US" sz="2700" dirty="0"/>
          </a:p>
        </p:txBody>
      </p:sp>
      <p:sp>
        <p:nvSpPr>
          <p:cNvPr id="17" name="Connector line-1792504882291-218911246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Hành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11/20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6ec93217-7b23-4cb2-8d5e-b8c2003413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Căng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Căng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0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6900" dirty="0" spc="-7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-2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12/20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6e5e9b2-b8ab-43e1-b7b5-4edc62799b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Thể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chai nối hai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bó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hai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 bệnh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315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31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cắt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chai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bán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13/20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c204adab-0c2f-440f-b9e7-9e1c082a29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Nghiêng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trái,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nghiêng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Ngôn</a:t>
            </a:r>
            <a:r>
              <a:rPr lang="en-US" sz="30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r>
              <a:rPr lang="en-US" sz="30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(Broca,</a:t>
            </a:r>
            <a:r>
              <a:rPr lang="en-US" sz="3000" dirty="0" spc="-3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Wernicke)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0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soát</a:t>
            </a:r>
            <a:r>
              <a:rPr lang="en-US" sz="30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 ý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14/20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1547b73-7671-4515-8e59-9da0ab0ae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Vùng</a:t>
            </a:r>
            <a:r>
              <a:rPr lang="en-US" sz="57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57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5016936-1713519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19879" y="2438400"/>
            <a:ext cx="6885542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Broca's</a:t>
            </a:r>
            <a:r>
              <a:rPr lang="en-US" sz="22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area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Broca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Wernicke's</a:t>
            </a:r>
            <a:r>
              <a:rPr lang="en-US" sz="22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area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Wernicke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Arcuate</a:t>
            </a: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fasciculus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bó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2)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Text 36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15/20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93fe9cdd-9773-43fb-936d-e99a8dbcfa05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1.011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1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1.011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Nielsen:</a:t>
            </a:r>
            <a:r>
              <a:rPr lang="en-US" sz="33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3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7</a:t>
            </a:r>
            <a:r>
              <a:rPr lang="en-US" sz="33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29 tuổi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3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33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3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33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16/20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8017ff3-574f-4a3f-be99-1721e6541a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phức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cả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Chuyên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 mạng,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theo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300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logic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17/20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ae547e4-a9d8-4e26-a951-9891cc980e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Chuyên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 con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18/20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6102cca-6915-448b-bfd9-66f8da6005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tiêu,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Gage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nổi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tiếng</a:t>
            </a:r>
            <a:r>
              <a:rPr lang="en-US" sz="30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30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kể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0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Căng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 giảm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bán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chai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Chuyên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năng,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theo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19/20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dfe6394-9100-4597-8b96-710a608d6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(hình)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8004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Miller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Cohen,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Annu</a:t>
            </a:r>
            <a:r>
              <a:rPr lang="en-US" sz="3000" b="1" dirty="0" spc="-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83870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Gazzaniga,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3000" b="1" dirty="0" spc="-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2005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87692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Nielsen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PLOS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ONE,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2013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9151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Macmillan,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30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Psychologist,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2008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9533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Arnsten,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3000" b="1" dirty="0" spc="-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67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Text 39"/>
          <p:cNvSpPr/>
          <p:nvPr/>
        </p:nvSpPr>
        <p:spPr>
          <a:xfrm>
            <a:off x="57150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20/20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1144792-f633-47ef-adaf-c2a308d62e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2026-10-20T14:04:26Z</dcterms:created>
  <dcterms:modified xsi:type="dcterms:W3CDTF">2026-10-20T14:04:26Z</dcterms:modified>
</cp:coreProperties>
</file>