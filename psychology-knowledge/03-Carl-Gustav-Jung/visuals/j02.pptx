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8288000" cy="10287000"/>
  <p:notesSz cx="10287000" cy="18288000"/>
  <p:embeddedFontLst>
    <p:embeddedFont>
      <p:font typeface="Be Vietnam Pro"/>
      <p:regular r:id="rId43"/>
      <p:bold r:id="rId45"/>
    </p:embeddedFont>
    <p:embeddedFont>
      <p:font typeface="Bricolage Grotesque"/>
      <p:bold r:id="rId4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Relationship Id="rId43" Type="http://schemas.openxmlformats.org/officeDocument/2006/relationships/font" Target="fonts/font1.fntdata"/><Relationship Id="rId44" Type="http://schemas.openxmlformats.org/officeDocument/2006/relationships/font" Target="fonts/font2.fntdata"/><Relationship Id="rId45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5-2.jpe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1.jpe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-1.jpe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ohoailinh90/Multiple-report/blob/psychology/lesson-j02/psychology-knowledge/03-Carl-Gustav-Jung/lessons/02-analytical-psychology.md" TargetMode="External"/><Relationship Id="rId1" Type="http://schemas.openxmlformats.org/officeDocument/2006/relationships/image" Target="../media/image-35-1.png"/><Relationship Id="rId2" Type="http://schemas.openxmlformats.org/officeDocument/2006/relationships/image" Target="../media/image-35-2.jpeg"/><Relationship Id="rId4" Type="http://schemas.openxmlformats.org/officeDocument/2006/relationships/image" Target="../media/image-1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vohoailinh90/Multiple-report/blob/psychology/lesson-j02/psychology-knowledge/03-Carl-Gustav-Jung/lessons/02-analytical-psychology.md" TargetMode="External"/><Relationship Id="rId1" Type="http://schemas.openxmlformats.org/officeDocument/2006/relationships/image" Target="../media/image-35-1.pn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F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96750" y="0"/>
            <a:ext cx="6191250" cy="10287000"/>
          </a:xfrm>
          <a:prstGeom prst="rect">
            <a:avLst/>
          </a:prstGeom>
          <a:solidFill>
            <a:srgbClr val="493C89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71500"/>
            <a:ext cx="10572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📚 J02 / PSYCHOLOGY KNOWLEDGE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62000" y="1905000"/>
            <a:ext cx="10572750" cy="295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2" b="1" dirty="0" spc="6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Jung:</a:t>
            </a:r>
            <a:r>
              <a:rPr lang="en-US" sz="6602" b="1" dirty="0" spc="9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đối</a:t>
            </a:r>
            <a:r>
              <a:rPr lang="en-US" sz="6602" b="1" dirty="0" spc="-16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lập,</a:t>
            </a:r>
            <a:r>
              <a:rPr lang="en-US" sz="6602" b="1" dirty="0" spc="10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bù</a:t>
            </a:r>
            <a:r>
              <a:rPr lang="en-US" sz="6602" b="1" dirty="0" spc="7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trừ</a:t>
            </a:r>
            <a:endParaRPr lang="en-US" sz="6602" dirty="0"/>
          </a:p>
          <a:p>
            <a:pPr algn="l" indent="0" marL="0">
              <a:buNone/>
            </a:pPr>
            <a:r>
              <a:rPr lang="en-US" sz="6602" b="1" dirty="0" spc="-107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và</a:t>
            </a:r>
            <a:r>
              <a:rPr lang="en-US" sz="6602" b="1" dirty="0" spc="0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nghĩa còn</a:t>
            </a:r>
            <a:r>
              <a:rPr lang="en-US" sz="6602" b="1" dirty="0" spc="-1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mở</a:t>
            </a:r>
            <a:endParaRPr lang="en-US" sz="6602" dirty="0"/>
          </a:p>
        </p:txBody>
      </p:sp>
      <p:sp>
        <p:nvSpPr>
          <p:cNvPr id="5" name="Text 3"/>
          <p:cNvSpPr/>
          <p:nvPr/>
        </p:nvSpPr>
        <p:spPr>
          <a:xfrm>
            <a:off x="762000" y="5715000"/>
            <a:ext cx="104775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dirty="0" spc="4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Analytical</a:t>
            </a:r>
            <a:r>
              <a:rPr lang="en-US" sz="2625" dirty="0" spc="-14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Psychology</a:t>
            </a:r>
            <a:r>
              <a:rPr lang="en-US" sz="2625" dirty="0" spc="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625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625" dirty="0" spc="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625" dirty="0" spc="9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625" dirty="0" spc="6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625" dirty="0" spc="7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thức,</a:t>
            </a:r>
            <a:r>
              <a:rPr lang="en-US" sz="2625" dirty="0" spc="-17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vô</a:t>
            </a:r>
            <a:r>
              <a:rPr lang="en-US" sz="2625" dirty="0" spc="9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625" dirty="0" spc="-16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625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</a:t>
            </a:r>
            <a:r>
              <a:rPr lang="en-US" sz="2625" dirty="0" spc="7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2625" dirty="0" spc="19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625" dirty="0" spc="3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625" dirty="0" spc="-16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625" dirty="0" spc="2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625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khả</a:t>
            </a:r>
            <a:r>
              <a:rPr lang="en-US" sz="2625" dirty="0" spc="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625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625" dirty="0" spc="-3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625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qua.</a:t>
            </a:r>
            <a:r>
              <a:rPr lang="en-US" sz="2625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625" dirty="0" spc="-6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625" dirty="0" spc="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2625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625" dirty="0" spc="9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625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625" dirty="0" spc="19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625" dirty="0" spc="-8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ấy,</a:t>
            </a:r>
            <a:r>
              <a:rPr lang="en-US" sz="2625" dirty="0" spc="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625" dirty="0" spc="-4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625" dirty="0" spc="23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625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Jung</a:t>
            </a:r>
            <a:r>
              <a:rPr lang="en-US" sz="2625" dirty="0" spc="18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625" dirty="0" spc="-9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625" dirty="0" spc="-1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625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625" dirty="0" spc="19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625" dirty="0" spc="1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625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nghiệm,</a:t>
            </a:r>
            <a:r>
              <a:rPr lang="en-US" sz="2625" dirty="0" spc="-24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625" dirty="0" spc="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625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 đặt</a:t>
            </a:r>
            <a:r>
              <a:rPr lang="en-US" sz="2625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625" dirty="0" spc="4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625" dirty="0" spc="-16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625" dirty="0" spc="-5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625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 dụ</a:t>
            </a:r>
            <a:r>
              <a:rPr lang="en-US" sz="2625" dirty="0" spc="-15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625" dirty="0" spc="-8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625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r>
              <a:rPr lang="en-US" sz="2625" dirty="0" spc="3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625" dirty="0" spc="2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định.</a:t>
            </a:r>
            <a:r>
              <a:rPr lang="en-US" sz="2625" dirty="0" spc="-6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625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625" dirty="0" spc="-9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2625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quan;</a:t>
            </a:r>
            <a:r>
              <a:rPr lang="en-US" sz="2625" dirty="0" spc="23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625" dirty="0" spc="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</a:t>
            </a:r>
            <a:r>
              <a:rPr lang="en-US" sz="2625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2625" dirty="0" spc="-9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sẽ</a:t>
            </a:r>
            <a:r>
              <a:rPr lang="en-US" sz="2625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625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625" dirty="0" spc="-1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chuyên</a:t>
            </a:r>
            <a:r>
              <a:rPr lang="en-US" sz="2625" dirty="0" spc="-5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sâu.</a:t>
            </a:r>
            <a:endParaRPr lang="en-US" sz="2625" dirty="0"/>
          </a:p>
        </p:txBody>
      </p:sp>
      <p:pic>
        <p:nvPicPr>
          <p:cNvPr id="6" name="Moda image rect-1792855556000-24872762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573000" y="1698892"/>
            <a:ext cx="4762500" cy="31744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573000" y="5667375"/>
            <a:ext cx="4762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50" b="1" dirty="0" spc="-11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Một</a:t>
            </a:r>
            <a:r>
              <a:rPr lang="en-US" sz="4050" b="1" dirty="0" spc="-7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hình</a:t>
            </a:r>
            <a:r>
              <a:rPr lang="en-US" sz="4050" b="1" dirty="0" spc="-1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ảnh,</a:t>
            </a:r>
            <a:endParaRPr lang="en-US" sz="4050" dirty="0"/>
          </a:p>
          <a:p>
            <a:pPr algn="l" indent="0" marL="0">
              <a:buNone/>
            </a:pPr>
            <a:r>
              <a:rPr lang="en-US" sz="4050" b="1" dirty="0" spc="1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nhiều liên</a:t>
            </a:r>
            <a:r>
              <a:rPr lang="en-US" sz="4050" b="1" dirty="0" spc="-30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tưởng.</a:t>
            </a:r>
            <a:endParaRPr lang="en-US" sz="4050" dirty="0"/>
          </a:p>
        </p:txBody>
      </p:sp>
      <p:sp>
        <p:nvSpPr>
          <p:cNvPr id="8" name="Text 5"/>
          <p:cNvSpPr/>
          <p:nvPr/>
        </p:nvSpPr>
        <p:spPr>
          <a:xfrm>
            <a:off x="12573000" y="7810500"/>
            <a:ext cx="4762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25" dirty="0" spc="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Ảnh</a:t>
            </a:r>
            <a:r>
              <a:rPr lang="en-US" sz="2025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025" dirty="0" spc="-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2025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025" dirty="0" spc="9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đại,</a:t>
            </a:r>
            <a:endParaRPr lang="en-US" sz="2025" dirty="0"/>
          </a:p>
          <a:p>
            <a:pPr algn="l" indent="0" marL="0">
              <a:buNone/>
            </a:pPr>
            <a:r>
              <a:rPr lang="en-US" sz="2025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phải</a:t>
            </a:r>
            <a:r>
              <a:rPr lang="en-US" sz="2025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025" dirty="0" spc="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r>
              <a:rPr lang="en-US" sz="2025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025" dirty="0" spc="13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cứu.</a:t>
            </a:r>
            <a:endParaRPr lang="en-US" sz="2025" dirty="0"/>
          </a:p>
        </p:txBody>
      </p:sp>
      <p:sp>
        <p:nvSpPr>
          <p:cNvPr id="9" name="Text 6"/>
          <p:cNvSpPr/>
          <p:nvPr/>
        </p:nvSpPr>
        <p:spPr>
          <a:xfrm>
            <a:off x="12573000" y="9191625"/>
            <a:ext cx="4762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Yuval</a:t>
            </a:r>
            <a:r>
              <a:rPr lang="en-US" sz="1650" dirty="0" spc="-15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Zukerman</a:t>
            </a:r>
            <a:r>
              <a:rPr lang="en-US" sz="1650" dirty="0" spc="6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65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Unsplash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762000" y="9667875"/>
            <a:ext cx="104775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3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Analytical</a:t>
            </a:r>
            <a:r>
              <a:rPr lang="en-US" sz="1725" dirty="0" spc="-1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Psychology</a:t>
            </a:r>
            <a:r>
              <a:rPr lang="en-US" sz="1725" dirty="0" spc="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1725" dirty="0" spc="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725" dirty="0" spc="-1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725" dirty="0" spc="-3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725" dirty="0" spc="1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endParaRPr lang="en-US" sz="1725" dirty="0"/>
          </a:p>
        </p:txBody>
      </p:sp>
      <p:sp>
        <p:nvSpPr>
          <p:cNvPr id="11" name="Shape 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2" name="Moda image moda-export-watermark-049134f3-2d79-4654-be9c-8b581fc0cc02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4763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🎯 A · LEARNING OBJECTIVES</a:t>
            </a:r>
            <a:endParaRPr lang="en-US" sz="2100" dirty="0"/>
          </a:p>
        </p:txBody>
      </p:sp>
      <p:pic>
        <p:nvPicPr>
          <p:cNvPr id="3" name="Moda flattened rect-1792855560281-138384383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5735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75" b="1" dirty="0" spc="2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Học</a:t>
            </a:r>
            <a:r>
              <a:rPr lang="en-US" sz="4575" b="1" dirty="0" spc="6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cách phân</a:t>
            </a:r>
            <a:r>
              <a:rPr lang="en-US" sz="4575" b="1" dirty="0" spc="0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biệt</a:t>
            </a:r>
            <a:r>
              <a:rPr lang="en-US" sz="4575" b="1" dirty="0" spc="-41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trước</a:t>
            </a:r>
            <a:r>
              <a:rPr lang="en-US" sz="4575" b="1" dirty="0" spc="2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khi</a:t>
            </a:r>
            <a:r>
              <a:rPr lang="en-US" sz="4575" b="1" dirty="0" spc="4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diễn</a:t>
            </a:r>
            <a:r>
              <a:rPr lang="en-US" sz="4575" b="1" dirty="0" spc="1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giải</a:t>
            </a:r>
            <a:endParaRPr lang="en-US" sz="4575" dirty="0"/>
          </a:p>
        </p:txBody>
      </p:sp>
      <p:sp>
        <p:nvSpPr>
          <p:cNvPr id="5" name="Shape 2"/>
          <p:cNvSpPr/>
          <p:nvPr/>
        </p:nvSpPr>
        <p:spPr>
          <a:xfrm>
            <a:off x="762000" y="3381375"/>
            <a:ext cx="5080000" cy="2524125"/>
          </a:xfrm>
          <a:prstGeom prst="roundRect">
            <a:avLst>
              <a:gd name="adj" fmla="val 4528"/>
            </a:avLst>
          </a:prstGeom>
          <a:solidFill>
            <a:srgbClr val="EAE5F2"/>
          </a:solidFill>
          <a:ln/>
        </p:spPr>
      </p:sp>
      <p:sp>
        <p:nvSpPr>
          <p:cNvPr id="6" name="Text 3"/>
          <p:cNvSpPr/>
          <p:nvPr/>
        </p:nvSpPr>
        <p:spPr>
          <a:xfrm>
            <a:off x="1019175" y="3619500"/>
            <a:ext cx="45656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b="1" dirty="0" spc="-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Lịch</a:t>
            </a:r>
            <a:r>
              <a:rPr lang="en-US" sz="2775" b="1" dirty="0" spc="2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sử</a:t>
            </a:r>
            <a:endParaRPr lang="en-US" sz="2775" dirty="0"/>
          </a:p>
        </p:txBody>
      </p:sp>
      <p:sp>
        <p:nvSpPr>
          <p:cNvPr id="7" name="Text 4"/>
          <p:cNvSpPr/>
          <p:nvPr/>
        </p:nvSpPr>
        <p:spPr>
          <a:xfrm>
            <a:off x="1019175" y="4667250"/>
            <a:ext cx="456565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3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Văn</a:t>
            </a:r>
            <a:r>
              <a:rPr lang="en-US" sz="24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0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400" dirty="0" spc="1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461125" y="3381375"/>
            <a:ext cx="5080000" cy="2524125"/>
          </a:xfrm>
          <a:prstGeom prst="roundRect">
            <a:avLst>
              <a:gd name="adj" fmla="val 4528"/>
            </a:avLst>
          </a:prstGeom>
          <a:solidFill>
            <a:srgbClr val="EAE5F2"/>
          </a:solidFill>
          <a:ln/>
        </p:spPr>
      </p:sp>
      <p:sp>
        <p:nvSpPr>
          <p:cNvPr id="9" name="Text 6"/>
          <p:cNvSpPr/>
          <p:nvPr/>
        </p:nvSpPr>
        <p:spPr>
          <a:xfrm>
            <a:off x="6718300" y="3619500"/>
            <a:ext cx="45656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b="1" dirty="0" spc="-3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Cách</a:t>
            </a:r>
            <a:r>
              <a:rPr lang="en-US" sz="2775" b="1" dirty="0" spc="2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đọc</a:t>
            </a:r>
            <a:endParaRPr lang="en-US" sz="2775" dirty="0"/>
          </a:p>
        </p:txBody>
      </p:sp>
      <p:sp>
        <p:nvSpPr>
          <p:cNvPr id="10" name="Text 7"/>
          <p:cNvSpPr/>
          <p:nvPr/>
        </p:nvSpPr>
        <p:spPr>
          <a:xfrm>
            <a:off x="6718300" y="4667250"/>
            <a:ext cx="456565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</a:t>
            </a:r>
            <a:r>
              <a:rPr lang="en-US" sz="2400" dirty="0" spc="-1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40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0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2400" dirty="0"/>
          </a:p>
        </p:txBody>
      </p:sp>
      <p:sp>
        <p:nvSpPr>
          <p:cNvPr id="11" name="Connector line-1792855560295-283186357"/>
          <p:cNvSpPr/>
          <p:nvPr/>
        </p:nvSpPr>
        <p:spPr>
          <a:xfrm>
            <a:off x="5842000" y="4643438"/>
            <a:ext cx="619125" cy="0"/>
          </a:xfrm>
          <a:prstGeom prst="line">
            <a:avLst/>
          </a:prstGeom>
          <a:noFill/>
          <a:ln w="19050">
            <a:solidFill>
              <a:srgbClr val="B77C56"/>
            </a:solidFill>
            <a:prstDash val="solid"/>
            <a:headEnd type="none"/>
            <a:tailEnd type="none"/>
          </a:ln>
        </p:spPr>
      </p:sp>
      <p:sp>
        <p:nvSpPr>
          <p:cNvPr id="12" name="Shape 9"/>
          <p:cNvSpPr/>
          <p:nvPr/>
        </p:nvSpPr>
        <p:spPr>
          <a:xfrm>
            <a:off x="12160250" y="3381375"/>
            <a:ext cx="5080000" cy="2524125"/>
          </a:xfrm>
          <a:prstGeom prst="roundRect">
            <a:avLst>
              <a:gd name="adj" fmla="val 4528"/>
            </a:avLst>
          </a:prstGeom>
          <a:solidFill>
            <a:srgbClr val="EAE5F2"/>
          </a:solidFill>
          <a:ln/>
        </p:spPr>
      </p:sp>
      <p:sp>
        <p:nvSpPr>
          <p:cNvPr id="13" name="Text 10"/>
          <p:cNvSpPr/>
          <p:nvPr/>
        </p:nvSpPr>
        <p:spPr>
          <a:xfrm>
            <a:off x="12417425" y="3619500"/>
            <a:ext cx="45656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b="1" dirty="0" spc="3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Kiểm</a:t>
            </a:r>
            <a:r>
              <a:rPr lang="en-US" sz="2775" b="1" dirty="0" spc="0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chứng</a:t>
            </a:r>
            <a:endParaRPr lang="en-US" sz="2775" dirty="0"/>
          </a:p>
        </p:txBody>
      </p:sp>
      <p:sp>
        <p:nvSpPr>
          <p:cNvPr id="14" name="Text 11"/>
          <p:cNvSpPr/>
          <p:nvPr/>
        </p:nvSpPr>
        <p:spPr>
          <a:xfrm>
            <a:off x="12417425" y="4667250"/>
            <a:ext cx="456565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4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phép</a:t>
            </a:r>
            <a:r>
              <a:rPr lang="en-US" sz="2400" dirty="0" spc="-1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400" dirty="0" spc="1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đâu?</a:t>
            </a:r>
            <a:endParaRPr lang="en-US" sz="2400" dirty="0"/>
          </a:p>
        </p:txBody>
      </p:sp>
      <p:sp>
        <p:nvSpPr>
          <p:cNvPr id="15" name="Connector line-1792855560300-362617186"/>
          <p:cNvSpPr/>
          <p:nvPr/>
        </p:nvSpPr>
        <p:spPr>
          <a:xfrm>
            <a:off x="11541125" y="4643438"/>
            <a:ext cx="619125" cy="0"/>
          </a:xfrm>
          <a:prstGeom prst="line">
            <a:avLst/>
          </a:prstGeom>
          <a:noFill/>
          <a:ln w="19050">
            <a:solidFill>
              <a:srgbClr val="B77C56"/>
            </a:solidFill>
            <a:prstDash val="solid"/>
            <a:headEnd type="none"/>
            <a:tailEnd type="none"/>
          </a:ln>
        </p:spPr>
      </p:sp>
      <p:sp>
        <p:nvSpPr>
          <p:cNvPr id="16" name="Text 13"/>
          <p:cNvSpPr/>
          <p:nvPr/>
        </p:nvSpPr>
        <p:spPr>
          <a:xfrm>
            <a:off x="762000" y="6429375"/>
            <a:ext cx="162877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5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Sơ</a:t>
            </a:r>
            <a:r>
              <a:rPr lang="en-US" sz="1725" dirty="0" spc="1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725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 niệm</a:t>
            </a:r>
            <a:r>
              <a:rPr lang="en-US" sz="1725" dirty="0" spc="1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725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1725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không</a:t>
            </a:r>
            <a:r>
              <a:rPr lang="en-US" sz="1725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725" dirty="0" spc="-3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725" dirty="0" spc="1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endParaRPr lang="en-US" sz="1725" dirty="0"/>
          </a:p>
        </p:txBody>
      </p:sp>
      <p:sp>
        <p:nvSpPr>
          <p:cNvPr id="17" name="Text 14"/>
          <p:cNvSpPr/>
          <p:nvPr/>
        </p:nvSpPr>
        <p:spPr>
          <a:xfrm>
            <a:off x="762000" y="7096125"/>
            <a:ext cx="1647825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</a:t>
            </a:r>
            <a:r>
              <a:rPr lang="en-US" sz="255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bài, bạn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550" dirty="0" spc="-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550" dirty="0" spc="-1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 nền</a:t>
            </a:r>
            <a:r>
              <a:rPr lang="en-US" sz="255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hình,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550" dirty="0" spc="-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sign</a:t>
            </a:r>
            <a:r>
              <a:rPr lang="en-US" sz="2550" dirty="0" spc="-1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symbol,</a:t>
            </a:r>
            <a:r>
              <a:rPr lang="en-US" sz="255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550" dirty="0" spc="-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550" dirty="0" spc="-1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</a:t>
            </a:r>
            <a:r>
              <a:rPr lang="en-US" sz="2550" dirty="0" spc="-1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tranh</a:t>
            </a:r>
            <a:r>
              <a:rPr lang="en-US" sz="2550" dirty="0" spc="-1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550" dirty="0" spc="1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550" dirty="0" spc="-3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 giới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hạn.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55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phải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550" dirty="0" spc="-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</a:t>
            </a:r>
            <a:r>
              <a:rPr lang="en-US" sz="2550" dirty="0" spc="1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-1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gán</a:t>
            </a:r>
            <a:r>
              <a:rPr lang="en-US" sz="2550" dirty="0" spc="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 cần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 là</a:t>
            </a:r>
            <a:r>
              <a:rPr lang="en-US" sz="255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550" dirty="0" spc="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khiến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1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-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1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-1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không.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762000" y="9525000"/>
            <a:ext cx="16573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5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725" dirty="0" spc="-4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1725" dirty="0"/>
          </a:p>
        </p:txBody>
      </p:sp>
      <p:sp>
        <p:nvSpPr>
          <p:cNvPr id="19" name="Text 16"/>
          <p:cNvSpPr/>
          <p:nvPr/>
        </p:nvSpPr>
        <p:spPr>
          <a:xfrm>
            <a:off x="762000" y="9972675"/>
            <a:ext cx="16478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J02</a:t>
            </a:r>
            <a:r>
              <a:rPr lang="en-US" sz="157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57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2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02/36</a:t>
            </a:r>
            <a:endParaRPr lang="en-US" sz="1575" dirty="0"/>
          </a:p>
        </p:txBody>
      </p:sp>
      <p:sp>
        <p:nvSpPr>
          <p:cNvPr id="20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830671b4-6a68-4843-b9e9-75d39c726f8b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4763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🕰️ B · HISTORICAL BACKGROUND</a:t>
            </a:r>
            <a:endParaRPr lang="en-US" sz="2100" dirty="0"/>
          </a:p>
        </p:txBody>
      </p:sp>
      <p:pic>
        <p:nvPicPr>
          <p:cNvPr id="3" name="Moda flattened rect-1792855564382-460809813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5735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75" b="1" dirty="0" spc="-13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1916</a:t>
            </a:r>
            <a:r>
              <a:rPr lang="en-US" sz="4575" b="1" dirty="0" spc="3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là</a:t>
            </a:r>
            <a:r>
              <a:rPr lang="en-US" sz="4575" b="1" dirty="0" spc="-8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ngày</a:t>
            </a:r>
            <a:r>
              <a:rPr lang="en-US" sz="4575" b="1" dirty="0" spc="-15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lời</a:t>
            </a:r>
            <a:r>
              <a:rPr lang="en-US" sz="4575" b="1" dirty="0" spc="-27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tựa,</a:t>
            </a:r>
            <a:r>
              <a:rPr lang="en-US" sz="4575" b="1" dirty="0" spc="-9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1920</a:t>
            </a:r>
            <a:r>
              <a:rPr lang="en-US" sz="4575" b="1" dirty="0" spc="4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là</a:t>
            </a:r>
            <a:r>
              <a:rPr lang="en-US" sz="4575" b="1" dirty="0" spc="0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bản</a:t>
            </a:r>
            <a:r>
              <a:rPr lang="en-US" sz="4575" b="1" dirty="0" spc="8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đã</a:t>
            </a:r>
            <a:r>
              <a:rPr lang="en-US" sz="4575" b="1" dirty="0" spc="10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đọc</a:t>
            </a:r>
            <a:endParaRPr lang="en-US" sz="4575" dirty="0"/>
          </a:p>
        </p:txBody>
      </p:sp>
      <p:sp>
        <p:nvSpPr>
          <p:cNvPr id="5" name="Shape 2"/>
          <p:cNvSpPr/>
          <p:nvPr/>
        </p:nvSpPr>
        <p:spPr>
          <a:xfrm>
            <a:off x="762000" y="3381375"/>
            <a:ext cx="5080000" cy="2524125"/>
          </a:xfrm>
          <a:prstGeom prst="roundRect">
            <a:avLst>
              <a:gd name="adj" fmla="val 4528"/>
            </a:avLst>
          </a:prstGeom>
          <a:solidFill>
            <a:srgbClr val="EAE5F2"/>
          </a:solidFill>
          <a:ln/>
        </p:spPr>
      </p:sp>
      <p:sp>
        <p:nvSpPr>
          <p:cNvPr id="6" name="Text 3"/>
          <p:cNvSpPr/>
          <p:nvPr/>
        </p:nvSpPr>
        <p:spPr>
          <a:xfrm>
            <a:off x="1019175" y="3619500"/>
            <a:ext cx="45656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b="1" dirty="0" spc="-3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1916</a:t>
            </a:r>
            <a:endParaRPr lang="en-US" sz="2775" dirty="0"/>
          </a:p>
        </p:txBody>
      </p:sp>
      <p:sp>
        <p:nvSpPr>
          <p:cNvPr id="7" name="Text 4"/>
          <p:cNvSpPr/>
          <p:nvPr/>
        </p:nvSpPr>
        <p:spPr>
          <a:xfrm>
            <a:off x="1019175" y="4667250"/>
            <a:ext cx="456565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3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Lời</a:t>
            </a:r>
            <a:r>
              <a:rPr lang="en-US" sz="2400" dirty="0" spc="1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tựa</a:t>
            </a:r>
            <a:r>
              <a:rPr lang="en-US" sz="2400" dirty="0" spc="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461125" y="3381375"/>
            <a:ext cx="5080000" cy="2524125"/>
          </a:xfrm>
          <a:prstGeom prst="roundRect">
            <a:avLst>
              <a:gd name="adj" fmla="val 4528"/>
            </a:avLst>
          </a:prstGeom>
          <a:solidFill>
            <a:srgbClr val="EAE5F2"/>
          </a:solidFill>
          <a:ln/>
        </p:spPr>
      </p:sp>
      <p:sp>
        <p:nvSpPr>
          <p:cNvPr id="9" name="Text 6"/>
          <p:cNvSpPr/>
          <p:nvPr/>
        </p:nvSpPr>
        <p:spPr>
          <a:xfrm>
            <a:off x="6718300" y="3619500"/>
            <a:ext cx="45656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b="1" dirty="0" spc="-9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1920</a:t>
            </a:r>
            <a:endParaRPr lang="en-US" sz="2775" dirty="0"/>
          </a:p>
        </p:txBody>
      </p:sp>
      <p:sp>
        <p:nvSpPr>
          <p:cNvPr id="10" name="Text 7"/>
          <p:cNvSpPr/>
          <p:nvPr/>
        </p:nvSpPr>
        <p:spPr>
          <a:xfrm>
            <a:off x="6718300" y="4667250"/>
            <a:ext cx="456565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40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tiếng Anh</a:t>
            </a:r>
            <a:r>
              <a:rPr lang="en-US" sz="2400" dirty="0" spc="1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00" dirty="0" spc="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đọc.</a:t>
            </a:r>
            <a:endParaRPr lang="en-US" sz="2400" dirty="0"/>
          </a:p>
        </p:txBody>
      </p:sp>
      <p:sp>
        <p:nvSpPr>
          <p:cNvPr id="11" name="Connector line-1792855564391-324428525"/>
          <p:cNvSpPr/>
          <p:nvPr/>
        </p:nvSpPr>
        <p:spPr>
          <a:xfrm>
            <a:off x="5842000" y="4643438"/>
            <a:ext cx="619125" cy="0"/>
          </a:xfrm>
          <a:prstGeom prst="line">
            <a:avLst/>
          </a:prstGeom>
          <a:noFill/>
          <a:ln w="19050">
            <a:solidFill>
              <a:srgbClr val="B77C56"/>
            </a:solidFill>
            <a:prstDash val="solid"/>
            <a:headEnd type="none"/>
            <a:tailEnd type="none"/>
          </a:ln>
        </p:spPr>
      </p:sp>
      <p:sp>
        <p:nvSpPr>
          <p:cNvPr id="12" name="Shape 9"/>
          <p:cNvSpPr/>
          <p:nvPr/>
        </p:nvSpPr>
        <p:spPr>
          <a:xfrm>
            <a:off x="12160250" y="3381375"/>
            <a:ext cx="5080000" cy="2524125"/>
          </a:xfrm>
          <a:prstGeom prst="roundRect">
            <a:avLst>
              <a:gd name="adj" fmla="val 4528"/>
            </a:avLst>
          </a:prstGeom>
          <a:solidFill>
            <a:srgbClr val="EAE5F2"/>
          </a:solidFill>
          <a:ln/>
        </p:spPr>
      </p:sp>
      <p:sp>
        <p:nvSpPr>
          <p:cNvPr id="13" name="Text 10"/>
          <p:cNvSpPr/>
          <p:nvPr/>
        </p:nvSpPr>
        <p:spPr>
          <a:xfrm>
            <a:off x="12417425" y="3619500"/>
            <a:ext cx="45656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b="1" dirty="0" spc="-3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1921</a:t>
            </a:r>
            <a:endParaRPr lang="en-US" sz="2775" dirty="0"/>
          </a:p>
        </p:txBody>
      </p:sp>
      <p:sp>
        <p:nvSpPr>
          <p:cNvPr id="14" name="Text 11"/>
          <p:cNvSpPr/>
          <p:nvPr/>
        </p:nvSpPr>
        <p:spPr>
          <a:xfrm>
            <a:off x="12417425" y="4667250"/>
            <a:ext cx="456565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Psychologische</a:t>
            </a:r>
            <a:r>
              <a:rPr lang="en-US" sz="2400" dirty="0" spc="-3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Typen.</a:t>
            </a:r>
            <a:endParaRPr lang="en-US" sz="2400" dirty="0"/>
          </a:p>
        </p:txBody>
      </p:sp>
      <p:sp>
        <p:nvSpPr>
          <p:cNvPr id="15" name="Connector line-1792855564394-186371756"/>
          <p:cNvSpPr/>
          <p:nvPr/>
        </p:nvSpPr>
        <p:spPr>
          <a:xfrm>
            <a:off x="11541125" y="4643438"/>
            <a:ext cx="619125" cy="0"/>
          </a:xfrm>
          <a:prstGeom prst="line">
            <a:avLst/>
          </a:prstGeom>
          <a:noFill/>
          <a:ln w="19050">
            <a:solidFill>
              <a:srgbClr val="B77C56"/>
            </a:solidFill>
            <a:prstDash val="solid"/>
            <a:headEnd type="none"/>
            <a:tailEnd type="none"/>
          </a:ln>
        </p:spPr>
      </p:sp>
      <p:sp>
        <p:nvSpPr>
          <p:cNvPr id="16" name="Text 13"/>
          <p:cNvSpPr/>
          <p:nvPr/>
        </p:nvSpPr>
        <p:spPr>
          <a:xfrm>
            <a:off x="762000" y="6429375"/>
            <a:ext cx="162877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5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Sơ</a:t>
            </a:r>
            <a:r>
              <a:rPr lang="en-US" sz="1725" dirty="0" spc="1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725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 niệm</a:t>
            </a:r>
            <a:r>
              <a:rPr lang="en-US" sz="1725" dirty="0" spc="1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725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1725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không</a:t>
            </a:r>
            <a:r>
              <a:rPr lang="en-US" sz="1725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725" dirty="0" spc="-3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725" dirty="0" spc="1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endParaRPr lang="en-US" sz="1725" dirty="0"/>
          </a:p>
        </p:txBody>
      </p:sp>
      <p:sp>
        <p:nvSpPr>
          <p:cNvPr id="17" name="Text 14"/>
          <p:cNvSpPr/>
          <p:nvPr/>
        </p:nvSpPr>
        <p:spPr>
          <a:xfrm>
            <a:off x="762000" y="7096125"/>
            <a:ext cx="1647825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Lời</a:t>
            </a:r>
            <a:r>
              <a:rPr lang="en-US" sz="2550" dirty="0" spc="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tựa</a:t>
            </a:r>
            <a:r>
              <a:rPr lang="en-US" sz="2550" dirty="0" spc="1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 tháng</a:t>
            </a:r>
            <a:r>
              <a:rPr lang="en-US" sz="2550" dirty="0" spc="-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1-1916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-1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550" dirty="0" spc="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analytical</a:t>
            </a:r>
            <a:r>
              <a:rPr lang="en-US" sz="2550" dirty="0" spc="-1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psychology</a:t>
            </a:r>
            <a:r>
              <a:rPr lang="en-US" sz="2550" dirty="0" spc="-1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550" dirty="0" spc="1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550" dirty="0" spc="1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550" dirty="0" spc="-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1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-1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dirty="0" spc="2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55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Jung.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55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dirty="0" spc="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Collected</a:t>
            </a:r>
            <a:r>
              <a:rPr lang="en-US" sz="2550" dirty="0" spc="-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Papers,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ấn</a:t>
            </a:r>
            <a:r>
              <a:rPr lang="en-US" sz="255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 hai in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 năm</a:t>
            </a:r>
            <a:r>
              <a:rPr lang="en-US" sz="255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1920,</a:t>
            </a:r>
            <a:r>
              <a:rPr lang="en-US" sz="2550" dirty="0" spc="-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Constance</a:t>
            </a:r>
            <a:r>
              <a:rPr lang="en-US" sz="2550" dirty="0" spc="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E.</a:t>
            </a:r>
            <a:r>
              <a:rPr lang="en-US" sz="2550" dirty="0" spc="-2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Long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550" dirty="0" spc="-1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</a:t>
            </a:r>
            <a:r>
              <a:rPr lang="en-US" sz="255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dịch.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550" dirty="0" spc="-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1916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550" dirty="0" spc="1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550" dirty="0" spc="-1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tuyệt</a:t>
            </a:r>
            <a:r>
              <a:rPr lang="en-US" sz="2550" dirty="0" spc="1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dirty="0" spc="-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55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550" dirty="0" spc="-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55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550" dirty="0" spc="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550" dirty="0" spc="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tựa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1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ngày.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762000" y="9525000"/>
            <a:ext cx="16573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r>
              <a:rPr lang="en-US" sz="1725" dirty="0" spc="-34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1725" dirty="0" spc="-3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tên/lời</a:t>
            </a:r>
            <a:r>
              <a:rPr lang="en-US" sz="1725" dirty="0" spc="4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tựa</a:t>
            </a:r>
            <a:r>
              <a:rPr lang="en-US" sz="172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[S2]</a:t>
            </a:r>
            <a:r>
              <a:rPr lang="en-US" sz="1725" dirty="0" spc="-34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1725" dirty="0" spc="-9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endParaRPr lang="en-US" sz="1725" dirty="0"/>
          </a:p>
        </p:txBody>
      </p:sp>
      <p:sp>
        <p:nvSpPr>
          <p:cNvPr id="19" name="Text 16"/>
          <p:cNvSpPr/>
          <p:nvPr/>
        </p:nvSpPr>
        <p:spPr>
          <a:xfrm>
            <a:off x="762000" y="9972675"/>
            <a:ext cx="16478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J02</a:t>
            </a:r>
            <a:r>
              <a:rPr lang="en-US" sz="157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57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5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03/36</a:t>
            </a:r>
            <a:endParaRPr lang="en-US" sz="1575" dirty="0"/>
          </a:p>
        </p:txBody>
      </p:sp>
      <p:sp>
        <p:nvSpPr>
          <p:cNvPr id="20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11c04c32-430b-44b3-84d8-d5859bd663aa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4763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🕰️ B · NGUỒN VÀ ẤN BẢN</a:t>
            </a:r>
            <a:endParaRPr lang="en-US" sz="2100" dirty="0"/>
          </a:p>
        </p:txBody>
      </p:sp>
      <p:pic>
        <p:nvPicPr>
          <p:cNvPr id="3" name="Moda flattened rect-1792855569245-216174729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5735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75" b="1" dirty="0" spc="1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Nguồn</a:t>
            </a:r>
            <a:r>
              <a:rPr lang="en-US" sz="4575" b="1" dirty="0" spc="-25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gốc,</a:t>
            </a:r>
            <a:r>
              <a:rPr lang="en-US" sz="4575" b="1" dirty="0" spc="0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bản</a:t>
            </a:r>
            <a:r>
              <a:rPr lang="en-US" sz="4575" b="1" dirty="0" spc="4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dịch</a:t>
            </a:r>
            <a:r>
              <a:rPr lang="en-US" sz="4575" b="1" dirty="0" spc="-47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và</a:t>
            </a:r>
            <a:r>
              <a:rPr lang="en-US" sz="4575" b="1" dirty="0" spc="4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diễn</a:t>
            </a:r>
            <a:r>
              <a:rPr lang="en-US" sz="4575" b="1" dirty="0" spc="2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giải</a:t>
            </a:r>
            <a:r>
              <a:rPr lang="en-US" sz="4575" b="1" dirty="0" spc="3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là</a:t>
            </a:r>
            <a:r>
              <a:rPr lang="en-US" sz="4575" b="1" dirty="0" spc="-2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ba</a:t>
            </a:r>
            <a:r>
              <a:rPr lang="en-US" sz="4575" b="1" dirty="0" spc="-21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lớp</a:t>
            </a:r>
            <a:endParaRPr lang="en-US" sz="4575" dirty="0"/>
          </a:p>
        </p:txBody>
      </p:sp>
      <p:sp>
        <p:nvSpPr>
          <p:cNvPr id="5" name="Text 2"/>
          <p:cNvSpPr/>
          <p:nvPr/>
        </p:nvSpPr>
        <p:spPr>
          <a:xfrm>
            <a:off x="762000" y="3190875"/>
            <a:ext cx="8001000" cy="552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700" dirty="0" spc="1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70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tiếng</a:t>
            </a:r>
            <a:r>
              <a:rPr lang="en-US" sz="2700" dirty="0" spc="1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Đức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1921</a:t>
            </a:r>
            <a:r>
              <a:rPr lang="en-US" sz="270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700" dirty="0" spc="-2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trở</a:t>
            </a: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70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700" dirty="0" spc="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trích</a:t>
            </a:r>
            <a:r>
              <a:rPr lang="en-US" sz="270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700" dirty="0" spc="-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Bollingen</a:t>
            </a: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tiếng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Anh</a:t>
            </a:r>
            <a:r>
              <a:rPr lang="en-US" sz="2700" dirty="0" spc="1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1971.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700" dirty="0" spc="1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700" dirty="0" spc="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70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 quan</a:t>
            </a:r>
            <a:r>
              <a:rPr lang="en-US" sz="2700" dirty="0" spc="-2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-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700" dirty="0" spc="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Đức,</a:t>
            </a: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700" dirty="0" spc="-3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CW6</a:t>
            </a: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700" dirty="0" spc="-2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metadata.</a:t>
            </a:r>
            <a:r>
              <a:rPr lang="en-US" sz="270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70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 như Jung</a:t>
            </a:r>
            <a:r>
              <a:rPr lang="en-US" sz="2700" dirty="0" spc="-2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Lexicon</a:t>
            </a:r>
            <a:r>
              <a:rPr lang="en-US" sz="2700" dirty="0" spc="2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hữu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ích</a:t>
            </a:r>
            <a:r>
              <a:rPr lang="en-US" sz="2700" dirty="0" spc="1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700" dirty="0" spc="1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700" dirty="0" spc="-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70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700" dirty="0" spc="1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70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700" dirty="0" spc="-2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paragraph</a:t>
            </a:r>
            <a:r>
              <a:rPr lang="en-US" sz="270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CW</a:t>
            </a:r>
            <a:r>
              <a:rPr lang="en-US" sz="2700" dirty="0" spc="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-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700" dirty="0" spc="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dirty="0" spc="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1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700" dirty="0" spc="-1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700" dirty="0" spc="-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dirty="0" spc="-2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700" dirty="0" spc="-1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này.</a:t>
            </a:r>
            <a:endParaRPr lang="en-US" sz="2700" dirty="0"/>
          </a:p>
        </p:txBody>
      </p:sp>
      <p:pic>
        <p:nvPicPr>
          <p:cNvPr id="6" name="Moda image rect-1792855569644-661470072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048875" y="3000375"/>
            <a:ext cx="3048000" cy="4572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0" y="3571875"/>
            <a:ext cx="333375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-3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Đọc</a:t>
            </a:r>
            <a:r>
              <a:rPr lang="en-US" sz="3150" b="1" dirty="0" spc="-23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văn</a:t>
            </a:r>
            <a:r>
              <a:rPr lang="en-US" sz="3150" b="1" dirty="0" spc="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bản</a:t>
            </a:r>
            <a:endParaRPr lang="en-US" sz="3150" dirty="0"/>
          </a:p>
          <a:p>
            <a:pPr algn="l" indent="0" marL="0">
              <a:buNone/>
            </a:pPr>
            <a:r>
              <a:rPr lang="en-US" sz="3150" b="1" dirty="0" spc="-34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trước</a:t>
            </a:r>
            <a:r>
              <a:rPr lang="en-US" sz="3150" b="1" dirty="0" spc="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khi</a:t>
            </a:r>
            <a:r>
              <a:rPr lang="en-US" sz="3150" b="1" dirty="0" spc="-5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gán</a:t>
            </a:r>
            <a:r>
              <a:rPr lang="en-US" sz="3150" b="1" dirty="0" spc="3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nhãn.</a:t>
            </a:r>
            <a:endParaRPr lang="en-US" sz="3150" dirty="0"/>
          </a:p>
        </p:txBody>
      </p:sp>
      <p:sp>
        <p:nvSpPr>
          <p:cNvPr id="8" name="Text 4"/>
          <p:cNvSpPr/>
          <p:nvPr/>
        </p:nvSpPr>
        <p:spPr>
          <a:xfrm>
            <a:off x="9906000" y="8001000"/>
            <a:ext cx="723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Ảnh</a:t>
            </a:r>
            <a:r>
              <a:rPr lang="en-US" sz="1650" dirty="0" spc="-3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sáng</a:t>
            </a:r>
            <a:r>
              <a:rPr lang="en-US" sz="1650" dirty="0" spc="-6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1650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ghép</a:t>
            </a:r>
            <a:r>
              <a:rPr lang="en-US" sz="1650" dirty="0" spc="-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sách:</a:t>
            </a:r>
            <a:r>
              <a:rPr lang="en-US" sz="1650" dirty="0" spc="-1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Jaredd</a:t>
            </a:r>
            <a:r>
              <a:rPr lang="en-US" sz="1650" dirty="0" spc="-1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Craig</a:t>
            </a:r>
            <a:r>
              <a:rPr lang="en-US" sz="1650" dirty="0" spc="6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650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Unsplash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 spc="-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650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650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1650" dirty="0" spc="-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1650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Jung.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762000" y="9525000"/>
            <a:ext cx="16573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[S1–S4,</a:t>
            </a:r>
            <a:r>
              <a:rPr lang="en-US" sz="172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S8]</a:t>
            </a:r>
            <a:endParaRPr lang="en-US" sz="1725" dirty="0"/>
          </a:p>
        </p:txBody>
      </p:sp>
      <p:sp>
        <p:nvSpPr>
          <p:cNvPr id="10" name="Text 6"/>
          <p:cNvSpPr/>
          <p:nvPr/>
        </p:nvSpPr>
        <p:spPr>
          <a:xfrm>
            <a:off x="762000" y="9972675"/>
            <a:ext cx="16478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J02</a:t>
            </a:r>
            <a:r>
              <a:rPr lang="en-US" sz="157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57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04/36</a:t>
            </a:r>
            <a:endParaRPr lang="en-US" sz="1575" dirty="0"/>
          </a:p>
        </p:txBody>
      </p:sp>
      <p:sp>
        <p:nvSpPr>
          <p:cNvPr id="11" name="Shape 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2" name="Moda image moda-export-watermark-28e807ad-8ac0-4c37-863c-262fe08a91c4" descr="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4763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🧠 C · CORE THEORY</a:t>
            </a:r>
            <a:endParaRPr lang="en-US" sz="2100" dirty="0"/>
          </a:p>
        </p:txBody>
      </p:sp>
      <p:pic>
        <p:nvPicPr>
          <p:cNvPr id="3" name="Moda flattened rect-1792855573191-236661491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5735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75" b="1" dirty="0" spc="5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Analytical</a:t>
            </a:r>
            <a:r>
              <a:rPr lang="en-US" sz="4575" b="1" dirty="0" spc="-4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Psychology</a:t>
            </a:r>
            <a:r>
              <a:rPr lang="en-US" sz="4575" b="1" dirty="0" spc="2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không</a:t>
            </a:r>
            <a:r>
              <a:rPr lang="en-US" sz="4575" b="1" dirty="0" spc="7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đồng</a:t>
            </a:r>
            <a:r>
              <a:rPr lang="en-US" sz="4575" b="1" dirty="0" spc="2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nghĩa</a:t>
            </a:r>
            <a:r>
              <a:rPr lang="en-US" sz="4575" b="1" dirty="0" spc="-14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MBTI</a:t>
            </a:r>
            <a:endParaRPr lang="en-US" sz="4575" dirty="0"/>
          </a:p>
        </p:txBody>
      </p:sp>
      <p:sp>
        <p:nvSpPr>
          <p:cNvPr id="5" name="Shape 2"/>
          <p:cNvSpPr/>
          <p:nvPr/>
        </p:nvSpPr>
        <p:spPr>
          <a:xfrm>
            <a:off x="762000" y="3381375"/>
            <a:ext cx="5080000" cy="2524125"/>
          </a:xfrm>
          <a:prstGeom prst="roundRect">
            <a:avLst>
              <a:gd name="adj" fmla="val 4528"/>
            </a:avLst>
          </a:prstGeom>
          <a:solidFill>
            <a:srgbClr val="EAE5F2"/>
          </a:solidFill>
          <a:ln/>
        </p:spPr>
      </p:sp>
      <p:sp>
        <p:nvSpPr>
          <p:cNvPr id="6" name="Text 3"/>
          <p:cNvSpPr/>
          <p:nvPr/>
        </p:nvSpPr>
        <p:spPr>
          <a:xfrm>
            <a:off x="1019175" y="3619500"/>
            <a:ext cx="45656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b="1" dirty="0" spc="4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Analytical</a:t>
            </a:r>
            <a:r>
              <a:rPr lang="en-US" sz="2775" b="1" dirty="0" spc="-4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Psychology</a:t>
            </a:r>
            <a:endParaRPr lang="en-US" sz="2775" dirty="0"/>
          </a:p>
        </p:txBody>
      </p:sp>
      <p:sp>
        <p:nvSpPr>
          <p:cNvPr id="7" name="Text 4"/>
          <p:cNvSpPr/>
          <p:nvPr/>
        </p:nvSpPr>
        <p:spPr>
          <a:xfrm>
            <a:off x="1019175" y="4667250"/>
            <a:ext cx="456565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40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400" dirty="0" spc="-1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1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240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461125" y="3381375"/>
            <a:ext cx="5080000" cy="2524125"/>
          </a:xfrm>
          <a:prstGeom prst="roundRect">
            <a:avLst>
              <a:gd name="adj" fmla="val 4528"/>
            </a:avLst>
          </a:prstGeom>
          <a:solidFill>
            <a:srgbClr val="EAE5F2"/>
          </a:solidFill>
          <a:ln/>
        </p:spPr>
      </p:sp>
      <p:sp>
        <p:nvSpPr>
          <p:cNvPr id="9" name="Text 6"/>
          <p:cNvSpPr/>
          <p:nvPr/>
        </p:nvSpPr>
        <p:spPr>
          <a:xfrm>
            <a:off x="6718300" y="3619500"/>
            <a:ext cx="45656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b="1" dirty="0" spc="-15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Types</a:t>
            </a:r>
            <a:endParaRPr lang="en-US" sz="2775" dirty="0"/>
          </a:p>
        </p:txBody>
      </p:sp>
      <p:sp>
        <p:nvSpPr>
          <p:cNvPr id="10" name="Text 7"/>
          <p:cNvSpPr/>
          <p:nvPr/>
        </p:nvSpPr>
        <p:spPr>
          <a:xfrm>
            <a:off x="6718300" y="4667250"/>
            <a:ext cx="456565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0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4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</a:t>
            </a:r>
            <a:r>
              <a:rPr lang="en-US" sz="240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niệm.</a:t>
            </a:r>
            <a:endParaRPr lang="en-US" sz="2400" dirty="0"/>
          </a:p>
        </p:txBody>
      </p:sp>
      <p:sp>
        <p:nvSpPr>
          <p:cNvPr id="11" name="Connector line-1792855573200-779888354"/>
          <p:cNvSpPr/>
          <p:nvPr/>
        </p:nvSpPr>
        <p:spPr>
          <a:xfrm>
            <a:off x="5842000" y="4643438"/>
            <a:ext cx="619125" cy="0"/>
          </a:xfrm>
          <a:prstGeom prst="line">
            <a:avLst/>
          </a:prstGeom>
          <a:noFill/>
          <a:ln w="19050">
            <a:solidFill>
              <a:srgbClr val="B77C56"/>
            </a:solidFill>
            <a:prstDash val="solid"/>
            <a:headEnd type="none"/>
            <a:tailEnd type="none"/>
          </a:ln>
        </p:spPr>
      </p:sp>
      <p:sp>
        <p:nvSpPr>
          <p:cNvPr id="12" name="Shape 9"/>
          <p:cNvSpPr/>
          <p:nvPr/>
        </p:nvSpPr>
        <p:spPr>
          <a:xfrm>
            <a:off x="12160250" y="3381375"/>
            <a:ext cx="5080000" cy="2524125"/>
          </a:xfrm>
          <a:prstGeom prst="roundRect">
            <a:avLst>
              <a:gd name="adj" fmla="val 4528"/>
            </a:avLst>
          </a:prstGeom>
          <a:solidFill>
            <a:srgbClr val="EAE5F2"/>
          </a:solidFill>
          <a:ln/>
        </p:spPr>
      </p:sp>
      <p:sp>
        <p:nvSpPr>
          <p:cNvPr id="13" name="Text 10"/>
          <p:cNvSpPr/>
          <p:nvPr/>
        </p:nvSpPr>
        <p:spPr>
          <a:xfrm>
            <a:off x="12417425" y="3619500"/>
            <a:ext cx="45656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b="1" dirty="0" spc="-1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MBTI</a:t>
            </a:r>
            <a:endParaRPr lang="en-US" sz="2775" dirty="0"/>
          </a:p>
        </p:txBody>
      </p:sp>
      <p:sp>
        <p:nvSpPr>
          <p:cNvPr id="14" name="Text 11"/>
          <p:cNvSpPr/>
          <p:nvPr/>
        </p:nvSpPr>
        <p:spPr>
          <a:xfrm>
            <a:off x="12417425" y="4667250"/>
            <a:ext cx="456565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1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400" dirty="0" spc="-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40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40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0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thống.</a:t>
            </a:r>
            <a:endParaRPr lang="en-US" sz="2400" dirty="0"/>
          </a:p>
        </p:txBody>
      </p:sp>
      <p:sp>
        <p:nvSpPr>
          <p:cNvPr id="15" name="Connector line-1792855573203-388854989"/>
          <p:cNvSpPr/>
          <p:nvPr/>
        </p:nvSpPr>
        <p:spPr>
          <a:xfrm>
            <a:off x="11541125" y="4643438"/>
            <a:ext cx="619125" cy="0"/>
          </a:xfrm>
          <a:prstGeom prst="line">
            <a:avLst/>
          </a:prstGeom>
          <a:noFill/>
          <a:ln w="19050">
            <a:solidFill>
              <a:srgbClr val="B77C56"/>
            </a:solidFill>
            <a:prstDash val="solid"/>
            <a:headEnd type="none"/>
            <a:tailEnd type="none"/>
          </a:ln>
        </p:spPr>
      </p:sp>
      <p:sp>
        <p:nvSpPr>
          <p:cNvPr id="16" name="Text 13"/>
          <p:cNvSpPr/>
          <p:nvPr/>
        </p:nvSpPr>
        <p:spPr>
          <a:xfrm>
            <a:off x="762000" y="6429375"/>
            <a:ext cx="162877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5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Sơ</a:t>
            </a:r>
            <a:r>
              <a:rPr lang="en-US" sz="1725" dirty="0" spc="1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725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 niệm</a:t>
            </a:r>
            <a:r>
              <a:rPr lang="en-US" sz="1725" dirty="0" spc="1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725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1725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không</a:t>
            </a:r>
            <a:r>
              <a:rPr lang="en-US" sz="1725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725" dirty="0" spc="-3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725" dirty="0" spc="1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endParaRPr lang="en-US" sz="1725" dirty="0"/>
          </a:p>
        </p:txBody>
      </p:sp>
      <p:sp>
        <p:nvSpPr>
          <p:cNvPr id="17" name="Text 14"/>
          <p:cNvSpPr/>
          <p:nvPr/>
        </p:nvSpPr>
        <p:spPr>
          <a:xfrm>
            <a:off x="762000" y="7096125"/>
            <a:ext cx="1647825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Ở</a:t>
            </a:r>
            <a:r>
              <a:rPr lang="en-US" sz="2550" dirty="0" spc="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550" dirty="0" spc="-1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550" dirty="0" spc="-1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 thống</a:t>
            </a:r>
            <a:r>
              <a:rPr lang="en-US" sz="2550" dirty="0" spc="-1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 hình thành từ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Jung.</a:t>
            </a:r>
            <a:r>
              <a:rPr lang="en-US" sz="2550" dirty="0" spc="-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55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nhân cách</a:t>
            </a:r>
            <a:r>
              <a:rPr lang="en-US" sz="2550" dirty="0" spc="-1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Jungian</a:t>
            </a:r>
            <a:r>
              <a:rPr lang="en-US" sz="2550" dirty="0" spc="-1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đại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550" dirty="0" spc="-1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550" dirty="0" spc="-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-1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550" dirty="0" spc="-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ấy.</a:t>
            </a:r>
            <a:r>
              <a:rPr lang="en-US" sz="2550" dirty="0" spc="-1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Psychological</a:t>
            </a:r>
            <a:r>
              <a:rPr lang="en-US" sz="2550" dirty="0" spc="-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types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là</a:t>
            </a:r>
            <a:r>
              <a:rPr lang="en-US" sz="2550" dirty="0" spc="-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r>
              <a:rPr lang="en-US" sz="255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1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đồ,</a:t>
            </a:r>
            <a:r>
              <a:rPr lang="en-US" sz="2550" dirty="0" spc="-1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sẽ</a:t>
            </a:r>
            <a:r>
              <a:rPr lang="en-US" sz="255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J12–J14;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 nó</a:t>
            </a:r>
            <a:r>
              <a:rPr lang="en-US" sz="255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chẩn</a:t>
            </a:r>
            <a:r>
              <a:rPr lang="en-US" sz="2550" dirty="0" spc="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r>
              <a:rPr lang="en-US" sz="255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-1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550" dirty="0" spc="-1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550" dirty="0" spc="-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-1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550" dirty="0" spc="1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550" dirty="0" spc="-1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-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loại.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762000" y="9525000"/>
            <a:ext cx="16573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[S1–S2, S4]</a:t>
            </a:r>
            <a:r>
              <a:rPr lang="en-US" sz="172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J12–J14</a:t>
            </a:r>
            <a:endParaRPr lang="en-US" sz="1725" dirty="0"/>
          </a:p>
        </p:txBody>
      </p:sp>
      <p:sp>
        <p:nvSpPr>
          <p:cNvPr id="19" name="Text 16"/>
          <p:cNvSpPr/>
          <p:nvPr/>
        </p:nvSpPr>
        <p:spPr>
          <a:xfrm>
            <a:off x="762000" y="9972675"/>
            <a:ext cx="16478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J02</a:t>
            </a:r>
            <a:r>
              <a:rPr lang="en-US" sz="157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57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2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05/36</a:t>
            </a:r>
            <a:endParaRPr lang="en-US" sz="1575" dirty="0"/>
          </a:p>
        </p:txBody>
      </p:sp>
      <p:sp>
        <p:nvSpPr>
          <p:cNvPr id="20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6edd205d-94df-4e31-956b-f16ce8bb4c69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41F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4763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🧠 C · ĐỐI LẬP</a:t>
            </a:r>
            <a:endParaRPr lang="en-US" sz="2100" dirty="0"/>
          </a:p>
        </p:txBody>
      </p:sp>
      <p:pic>
        <p:nvPicPr>
          <p:cNvPr id="3" name="Moda flattened rect-1792855576893-460083976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5735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75" b="1" dirty="0" spc="0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Hai</a:t>
            </a:r>
            <a:r>
              <a:rPr lang="en-US" sz="4575" b="1" dirty="0" spc="2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nhu</a:t>
            </a:r>
            <a:r>
              <a:rPr lang="en-US" sz="4575" b="1" dirty="0" spc="3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cầu</a:t>
            </a:r>
            <a:r>
              <a:rPr lang="en-US" sz="4575" b="1" dirty="0" spc="5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có</a:t>
            </a:r>
            <a:r>
              <a:rPr lang="en-US" sz="4575" b="1" dirty="0" spc="3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thể</a:t>
            </a:r>
            <a:r>
              <a:rPr lang="en-US" sz="4575" b="1" dirty="0" spc="1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cùng</a:t>
            </a:r>
            <a:r>
              <a:rPr lang="en-US" sz="4575" b="1" dirty="0" spc="5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đáng</a:t>
            </a:r>
            <a:r>
              <a:rPr lang="en-US" sz="4575" b="1" dirty="0" spc="-49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được</a:t>
            </a:r>
            <a:r>
              <a:rPr lang="en-US" sz="4575" b="1" dirty="0" spc="2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nghe</a:t>
            </a:r>
            <a:endParaRPr lang="en-US" sz="4575" dirty="0"/>
          </a:p>
        </p:txBody>
      </p:sp>
      <p:sp>
        <p:nvSpPr>
          <p:cNvPr id="5" name="Shape 2"/>
          <p:cNvSpPr/>
          <p:nvPr/>
        </p:nvSpPr>
        <p:spPr>
          <a:xfrm>
            <a:off x="762000" y="3333750"/>
            <a:ext cx="7810500" cy="2619375"/>
          </a:xfrm>
          <a:prstGeom prst="roundRect">
            <a:avLst>
              <a:gd name="adj" fmla="val 4364"/>
            </a:avLst>
          </a:prstGeom>
          <a:solidFill>
            <a:srgbClr val="362E4C"/>
          </a:solidFill>
          <a:ln/>
        </p:spPr>
      </p:sp>
      <p:sp>
        <p:nvSpPr>
          <p:cNvPr id="6" name="Text 3"/>
          <p:cNvSpPr/>
          <p:nvPr/>
        </p:nvSpPr>
        <p:spPr>
          <a:xfrm>
            <a:off x="1066800" y="3619500"/>
            <a:ext cx="7191375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25" b="1" dirty="0" spc="-51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Tự</a:t>
            </a:r>
            <a:r>
              <a:rPr lang="en-US" sz="3225" b="1" dirty="0" spc="0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chủ</a:t>
            </a:r>
            <a:endParaRPr lang="en-US" sz="3225" dirty="0"/>
          </a:p>
        </p:txBody>
      </p:sp>
      <p:sp>
        <p:nvSpPr>
          <p:cNvPr id="7" name="Text 4"/>
          <p:cNvSpPr/>
          <p:nvPr/>
        </p:nvSpPr>
        <p:spPr>
          <a:xfrm>
            <a:off x="1066800" y="45720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 bị</a:t>
            </a:r>
            <a:r>
              <a:rPr lang="en-US" sz="255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phối.</a:t>
            </a:r>
            <a:endParaRPr lang="en-US" sz="2550" dirty="0"/>
          </a:p>
        </p:txBody>
      </p:sp>
      <p:sp>
        <p:nvSpPr>
          <p:cNvPr id="8" name="Shape 5"/>
          <p:cNvSpPr/>
          <p:nvPr/>
        </p:nvSpPr>
        <p:spPr>
          <a:xfrm>
            <a:off x="9715500" y="3333750"/>
            <a:ext cx="7810500" cy="2619375"/>
          </a:xfrm>
          <a:prstGeom prst="roundRect">
            <a:avLst>
              <a:gd name="adj" fmla="val 4364"/>
            </a:avLst>
          </a:prstGeom>
          <a:solidFill>
            <a:srgbClr val="362E4C"/>
          </a:solidFill>
          <a:ln/>
        </p:spPr>
      </p:sp>
      <p:sp>
        <p:nvSpPr>
          <p:cNvPr id="9" name="Text 6"/>
          <p:cNvSpPr/>
          <p:nvPr/>
        </p:nvSpPr>
        <p:spPr>
          <a:xfrm>
            <a:off x="10020300" y="3619500"/>
            <a:ext cx="7191375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25" b="1" dirty="0" spc="-48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Được</a:t>
            </a:r>
            <a:r>
              <a:rPr lang="en-US" sz="3225" b="1" dirty="0" spc="-2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chấp</a:t>
            </a:r>
            <a:r>
              <a:rPr lang="en-US" sz="3225" b="1" dirty="0" spc="-4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nhận</a:t>
            </a:r>
            <a:endParaRPr lang="en-US" sz="3225" dirty="0"/>
          </a:p>
        </p:txBody>
      </p:sp>
      <p:sp>
        <p:nvSpPr>
          <p:cNvPr id="10" name="Text 7"/>
          <p:cNvSpPr/>
          <p:nvPr/>
        </p:nvSpPr>
        <p:spPr>
          <a:xfrm>
            <a:off x="10020300" y="45720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2550" dirty="0" spc="-1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 hệ.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8334375" y="4191000"/>
            <a:ext cx="1238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75" b="1" dirty="0">
                <a:solidFill>
                  <a:srgbClr val="B77C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↔</a:t>
            </a:r>
            <a:endParaRPr lang="en-US" sz="4875" dirty="0"/>
          </a:p>
        </p:txBody>
      </p:sp>
      <p:sp>
        <p:nvSpPr>
          <p:cNvPr id="12" name="Text 9"/>
          <p:cNvSpPr/>
          <p:nvPr/>
        </p:nvSpPr>
        <p:spPr>
          <a:xfrm>
            <a:off x="762000" y="6429375"/>
            <a:ext cx="162877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5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Sơ</a:t>
            </a:r>
            <a:r>
              <a:rPr lang="en-US" sz="1725" dirty="0" spc="1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725" dirty="0" spc="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 niệm</a:t>
            </a:r>
            <a:r>
              <a:rPr lang="en-US" sz="1725" dirty="0" spc="1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725" dirty="0" spc="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1725" dirty="0" spc="-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1725" dirty="0" spc="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725" dirty="0" spc="-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không</a:t>
            </a:r>
            <a:r>
              <a:rPr lang="en-US" sz="1725" dirty="0" spc="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725" dirty="0" spc="-3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725" dirty="0" spc="1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725" dirty="0" spc="-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endParaRPr lang="en-US" sz="1725" dirty="0"/>
          </a:p>
        </p:txBody>
      </p:sp>
      <p:sp>
        <p:nvSpPr>
          <p:cNvPr id="13" name="Text 10"/>
          <p:cNvSpPr/>
          <p:nvPr/>
        </p:nvSpPr>
        <p:spPr>
          <a:xfrm>
            <a:off x="762000" y="7096125"/>
            <a:ext cx="1647825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Muốn</a:t>
            </a:r>
            <a:r>
              <a:rPr lang="en-US" sz="255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 chủ</a:t>
            </a:r>
            <a:r>
              <a:rPr lang="en-US" sz="2550" dirty="0" spc="-19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2550" dirty="0" spc="7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chấp nhận</a:t>
            </a:r>
            <a:r>
              <a:rPr lang="en-US" sz="255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-3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kéo</a:t>
            </a:r>
            <a:r>
              <a:rPr lang="en-US" sz="2550" dirty="0" spc="-6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5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 hai</a:t>
            </a:r>
            <a:r>
              <a:rPr lang="en-US" sz="2550" dirty="0" spc="5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hướng.</a:t>
            </a:r>
            <a:r>
              <a:rPr lang="en-US" sz="255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dirty="0" spc="-15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550" dirty="0" spc="1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55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nhìn căng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 mà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4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vội</a:t>
            </a:r>
            <a:r>
              <a:rPr lang="en-US" sz="255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550" dirty="0" spc="-5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3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7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thật,</a:t>
            </a:r>
            <a:r>
              <a:rPr lang="en-US" sz="2550" dirty="0" spc="-4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kia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giả.</a:t>
            </a:r>
            <a:r>
              <a:rPr lang="en-US" sz="2550" dirty="0" spc="17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55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55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9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cực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-5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550" dirty="0" spc="-13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sót</a:t>
            </a:r>
            <a:r>
              <a:rPr lang="en-US" sz="2550" dirty="0" spc="8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lựa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55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550" dirty="0" spc="-5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550" dirty="0" spc="-19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2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550" dirty="0" spc="-26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vật</a:t>
            </a:r>
            <a:r>
              <a:rPr lang="en-US" sz="2550" dirty="0" spc="-7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chất.</a:t>
            </a:r>
            <a:r>
              <a:rPr lang="en-US" sz="255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r>
              <a:rPr lang="en-US" sz="2550" dirty="0" spc="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 câu</a:t>
            </a:r>
            <a:r>
              <a:rPr lang="en-US" sz="255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hỏi,</a:t>
            </a:r>
            <a:r>
              <a:rPr lang="en-US" sz="2550" dirty="0" spc="6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550" dirty="0" spc="-1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nhân.</a:t>
            </a:r>
            <a:endParaRPr lang="en-US" sz="2550" dirty="0"/>
          </a:p>
        </p:txBody>
      </p:sp>
      <p:sp>
        <p:nvSpPr>
          <p:cNvPr id="14" name="Text 11"/>
          <p:cNvSpPr/>
          <p:nvPr/>
        </p:nvSpPr>
        <p:spPr>
          <a:xfrm>
            <a:off x="762000" y="9525000"/>
            <a:ext cx="16573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[S4]</a:t>
            </a:r>
            <a:r>
              <a:rPr lang="en-US" sz="1725" dirty="0" spc="-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Conflict/Opposites</a:t>
            </a:r>
            <a:endParaRPr lang="en-US" sz="1725" dirty="0"/>
          </a:p>
        </p:txBody>
      </p:sp>
      <p:sp>
        <p:nvSpPr>
          <p:cNvPr id="15" name="Text 12"/>
          <p:cNvSpPr/>
          <p:nvPr/>
        </p:nvSpPr>
        <p:spPr>
          <a:xfrm>
            <a:off x="762000" y="9972675"/>
            <a:ext cx="16478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J02</a:t>
            </a:r>
            <a:r>
              <a:rPr lang="en-US" sz="1575" dirty="0" spc="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575" dirty="0" spc="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3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06/36</a:t>
            </a:r>
            <a:endParaRPr lang="en-US" sz="1575" dirty="0"/>
          </a:p>
        </p:txBody>
      </p:sp>
      <p:sp>
        <p:nvSpPr>
          <p:cNvPr id="16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63032ddb-7875-405d-bd0b-b2f88779d670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4763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🧠 C · BÙ TRỪ</a:t>
            </a:r>
            <a:endParaRPr lang="en-US" sz="2100" dirty="0"/>
          </a:p>
        </p:txBody>
      </p:sp>
      <p:pic>
        <p:nvPicPr>
          <p:cNvPr id="3" name="Moda flattened rect-1792855581335-933900995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5735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75" b="1" dirty="0" spc="2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Bổ</a:t>
            </a:r>
            <a:r>
              <a:rPr lang="en-US" sz="4575" b="1" dirty="0" spc="-1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sung</a:t>
            </a:r>
            <a:r>
              <a:rPr lang="en-US" sz="4575" b="1" dirty="0" spc="2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không</a:t>
            </a:r>
            <a:r>
              <a:rPr lang="en-US" sz="4575" b="1" dirty="0" spc="0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nhất</a:t>
            </a:r>
            <a:r>
              <a:rPr lang="en-US" sz="4575" b="1" dirty="0" spc="1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thiết</a:t>
            </a:r>
            <a:r>
              <a:rPr lang="en-US" sz="4575" b="1" dirty="0" spc="3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là</a:t>
            </a:r>
            <a:r>
              <a:rPr lang="en-US" sz="4575" b="1" dirty="0" spc="8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đảo</a:t>
            </a:r>
            <a:r>
              <a:rPr lang="en-US" sz="4575" b="1" dirty="0" spc="-46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ngược</a:t>
            </a:r>
            <a:endParaRPr lang="en-US" sz="4575" dirty="0"/>
          </a:p>
        </p:txBody>
      </p:sp>
      <p:sp>
        <p:nvSpPr>
          <p:cNvPr id="5" name="Shape 2"/>
          <p:cNvSpPr/>
          <p:nvPr/>
        </p:nvSpPr>
        <p:spPr>
          <a:xfrm>
            <a:off x="762000" y="3381375"/>
            <a:ext cx="5080000" cy="2524125"/>
          </a:xfrm>
          <a:prstGeom prst="roundRect">
            <a:avLst>
              <a:gd name="adj" fmla="val 4528"/>
            </a:avLst>
          </a:prstGeom>
          <a:solidFill>
            <a:srgbClr val="EAE5F2"/>
          </a:solidFill>
          <a:ln/>
        </p:spPr>
      </p:sp>
      <p:sp>
        <p:nvSpPr>
          <p:cNvPr id="6" name="Text 3"/>
          <p:cNvSpPr/>
          <p:nvPr/>
        </p:nvSpPr>
        <p:spPr>
          <a:xfrm>
            <a:off x="1019175" y="3619500"/>
            <a:ext cx="45656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b="1" dirty="0" spc="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Định</a:t>
            </a:r>
            <a:r>
              <a:rPr lang="en-US" sz="2775" b="1" dirty="0" spc="-26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hướng</a:t>
            </a:r>
            <a:endParaRPr lang="en-US" sz="2775" dirty="0"/>
          </a:p>
        </p:txBody>
      </p:sp>
      <p:sp>
        <p:nvSpPr>
          <p:cNvPr id="7" name="Text 4"/>
          <p:cNvSpPr/>
          <p:nvPr/>
        </p:nvSpPr>
        <p:spPr>
          <a:xfrm>
            <a:off x="1019175" y="4667250"/>
            <a:ext cx="456565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40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1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dirty="0" spc="1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dirty="0" spc="2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240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461125" y="3381375"/>
            <a:ext cx="5080000" cy="2524125"/>
          </a:xfrm>
          <a:prstGeom prst="roundRect">
            <a:avLst>
              <a:gd name="adj" fmla="val 4528"/>
            </a:avLst>
          </a:prstGeom>
          <a:solidFill>
            <a:srgbClr val="EAE5F2"/>
          </a:solidFill>
          <a:ln/>
        </p:spPr>
      </p:sp>
      <p:sp>
        <p:nvSpPr>
          <p:cNvPr id="9" name="Text 6"/>
          <p:cNvSpPr/>
          <p:nvPr/>
        </p:nvSpPr>
        <p:spPr>
          <a:xfrm>
            <a:off x="6718300" y="3619500"/>
            <a:ext cx="45656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b="1" dirty="0" spc="5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Điều</a:t>
            </a:r>
            <a:r>
              <a:rPr lang="en-US" sz="2775" b="1" dirty="0" spc="2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ít</a:t>
            </a:r>
            <a:r>
              <a:rPr lang="en-US" sz="2775" b="1" dirty="0" spc="-3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được</a:t>
            </a:r>
            <a:r>
              <a:rPr lang="en-US" sz="2775" b="1" dirty="0" spc="-9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nhìn</a:t>
            </a:r>
            <a:endParaRPr lang="en-US" sz="2775" dirty="0"/>
          </a:p>
        </p:txBody>
      </p:sp>
      <p:sp>
        <p:nvSpPr>
          <p:cNvPr id="10" name="Text 7"/>
          <p:cNvSpPr/>
          <p:nvPr/>
        </p:nvSpPr>
        <p:spPr>
          <a:xfrm>
            <a:off x="6718300" y="4667250"/>
            <a:ext cx="456565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Khả</a:t>
            </a:r>
            <a:r>
              <a:rPr lang="en-US" sz="240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4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nhu</a:t>
            </a:r>
            <a:r>
              <a:rPr lang="en-US" sz="24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 khác.</a:t>
            </a:r>
            <a:endParaRPr lang="en-US" sz="2400" dirty="0"/>
          </a:p>
        </p:txBody>
      </p:sp>
      <p:sp>
        <p:nvSpPr>
          <p:cNvPr id="11" name="Connector line-1792855581344-210654389"/>
          <p:cNvSpPr/>
          <p:nvPr/>
        </p:nvSpPr>
        <p:spPr>
          <a:xfrm>
            <a:off x="5842000" y="4643438"/>
            <a:ext cx="619125" cy="0"/>
          </a:xfrm>
          <a:prstGeom prst="line">
            <a:avLst/>
          </a:prstGeom>
          <a:noFill/>
          <a:ln w="19050">
            <a:solidFill>
              <a:srgbClr val="B77C56"/>
            </a:solidFill>
            <a:prstDash val="dash"/>
            <a:headEnd type="none"/>
            <a:tailEnd type="none"/>
          </a:ln>
        </p:spPr>
      </p:sp>
      <p:sp>
        <p:nvSpPr>
          <p:cNvPr id="12" name="Shape 9"/>
          <p:cNvSpPr/>
          <p:nvPr/>
        </p:nvSpPr>
        <p:spPr>
          <a:xfrm>
            <a:off x="12160250" y="3381375"/>
            <a:ext cx="5080000" cy="2524125"/>
          </a:xfrm>
          <a:prstGeom prst="roundRect">
            <a:avLst>
              <a:gd name="adj" fmla="val 4528"/>
            </a:avLst>
          </a:prstGeom>
          <a:solidFill>
            <a:srgbClr val="EAE5F2"/>
          </a:solidFill>
          <a:ln/>
        </p:spPr>
      </p:sp>
      <p:sp>
        <p:nvSpPr>
          <p:cNvPr id="13" name="Text 10"/>
          <p:cNvSpPr/>
          <p:nvPr/>
        </p:nvSpPr>
        <p:spPr>
          <a:xfrm>
            <a:off x="12417425" y="3619500"/>
            <a:ext cx="45656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b="1" dirty="0" spc="2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Giả</a:t>
            </a:r>
            <a:r>
              <a:rPr lang="en-US" sz="2775" b="1" dirty="0" spc="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thuyết</a:t>
            </a:r>
            <a:r>
              <a:rPr lang="en-US" sz="2775" b="1" dirty="0" spc="0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bù</a:t>
            </a:r>
            <a:r>
              <a:rPr lang="en-US" sz="2775" b="1" dirty="0" spc="5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trừ</a:t>
            </a:r>
            <a:endParaRPr lang="en-US" sz="2775" dirty="0"/>
          </a:p>
        </p:txBody>
      </p:sp>
      <p:sp>
        <p:nvSpPr>
          <p:cNvPr id="14" name="Text 11"/>
          <p:cNvSpPr/>
          <p:nvPr/>
        </p:nvSpPr>
        <p:spPr>
          <a:xfrm>
            <a:off x="12417425" y="4667250"/>
            <a:ext cx="456565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40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bổ</a:t>
            </a:r>
            <a:r>
              <a:rPr lang="en-US" sz="24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sung</a:t>
            </a:r>
            <a:r>
              <a:rPr lang="en-US" sz="2400" dirty="0" spc="2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00" dirty="0" spc="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hướng.</a:t>
            </a:r>
            <a:endParaRPr lang="en-US" sz="2400" dirty="0"/>
          </a:p>
        </p:txBody>
      </p:sp>
      <p:sp>
        <p:nvSpPr>
          <p:cNvPr id="15" name="Connector line-1792855581349-351960362"/>
          <p:cNvSpPr/>
          <p:nvPr/>
        </p:nvSpPr>
        <p:spPr>
          <a:xfrm>
            <a:off x="11541125" y="4643438"/>
            <a:ext cx="619125" cy="0"/>
          </a:xfrm>
          <a:prstGeom prst="line">
            <a:avLst/>
          </a:prstGeom>
          <a:noFill/>
          <a:ln w="19050">
            <a:solidFill>
              <a:srgbClr val="B77C56"/>
            </a:solidFill>
            <a:prstDash val="dash"/>
            <a:headEnd type="none"/>
            <a:tailEnd type="none"/>
          </a:ln>
        </p:spPr>
      </p:sp>
      <p:sp>
        <p:nvSpPr>
          <p:cNvPr id="16" name="Text 13"/>
          <p:cNvSpPr/>
          <p:nvPr/>
        </p:nvSpPr>
        <p:spPr>
          <a:xfrm>
            <a:off x="762000" y="6429375"/>
            <a:ext cx="162877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1725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725" dirty="0" spc="1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1725" dirty="0" spc="-6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1725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 giả</a:t>
            </a:r>
            <a:r>
              <a:rPr lang="en-US" sz="1725" dirty="0" spc="-9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1725" dirty="0" spc="-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5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1725" dirty="0" spc="-14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1725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1725" dirty="0" spc="-5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1725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endParaRPr lang="en-US" sz="1725" dirty="0"/>
          </a:p>
        </p:txBody>
      </p:sp>
      <p:sp>
        <p:nvSpPr>
          <p:cNvPr id="17" name="Text 14"/>
          <p:cNvSpPr/>
          <p:nvPr/>
        </p:nvSpPr>
        <p:spPr>
          <a:xfrm>
            <a:off x="762000" y="7096125"/>
            <a:ext cx="1647825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5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550" dirty="0" spc="-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Compensation,</a:t>
            </a:r>
            <a:r>
              <a:rPr lang="en-US" sz="255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Jung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dirty="0" spc="-1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550" dirty="0" spc="-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-1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vô</a:t>
            </a:r>
            <a:r>
              <a:rPr lang="en-US" sz="2550" dirty="0" spc="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2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</a:t>
            </a:r>
            <a:r>
              <a:rPr lang="en-US" sz="2550" dirty="0" spc="-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phiến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 của</a:t>
            </a:r>
            <a:r>
              <a:rPr lang="en-US" sz="2550" dirty="0" spc="2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550" dirty="0" spc="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thức.</a:t>
            </a:r>
            <a:r>
              <a:rPr lang="en-US" sz="255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Ông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550" dirty="0" spc="-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550" dirty="0" spc="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550" dirty="0" spc="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cực đoan</a:t>
            </a:r>
            <a:r>
              <a:rPr lang="en-US" sz="2550" dirty="0" spc="-1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dirty="0" spc="-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bổ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sung.</a:t>
            </a:r>
            <a:r>
              <a:rPr lang="en-US" sz="2550" dirty="0" spc="4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thế,</a:t>
            </a:r>
            <a:r>
              <a:rPr lang="en-US" sz="2550" dirty="0" spc="-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“tôi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 làm</a:t>
            </a:r>
            <a:r>
              <a:rPr lang="en-US" sz="2550" dirty="0" spc="-1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tốt”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55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buộc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mong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 làm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</a:t>
            </a:r>
            <a:r>
              <a:rPr lang="en-US" sz="2550" dirty="0" spc="-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550" dirty="0" spc="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dưới.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 liên</a:t>
            </a:r>
            <a:r>
              <a:rPr lang="en-US" sz="2550" dirty="0" spc="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tưởng</a:t>
            </a:r>
            <a:r>
              <a:rPr lang="en-US" sz="2550" dirty="0" spc="-1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cảnh, không suy cơ chế từ</a:t>
            </a:r>
            <a:r>
              <a:rPr lang="en-US" sz="2550" dirty="0" spc="-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 vi.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762000" y="9525000"/>
            <a:ext cx="16573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r>
              <a:rPr lang="en-US" sz="1725" dirty="0" spc="2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XI.10</a:t>
            </a:r>
            <a:r>
              <a:rPr lang="en-US" sz="1725" dirty="0" spc="-6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Compensation</a:t>
            </a:r>
            <a:endParaRPr lang="en-US" sz="1725" dirty="0"/>
          </a:p>
        </p:txBody>
      </p:sp>
      <p:sp>
        <p:nvSpPr>
          <p:cNvPr id="19" name="Text 16"/>
          <p:cNvSpPr/>
          <p:nvPr/>
        </p:nvSpPr>
        <p:spPr>
          <a:xfrm>
            <a:off x="762000" y="9972675"/>
            <a:ext cx="16478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J02</a:t>
            </a:r>
            <a:r>
              <a:rPr lang="en-US" sz="157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57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26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07/36</a:t>
            </a:r>
            <a:endParaRPr lang="en-US" sz="1575" dirty="0"/>
          </a:p>
        </p:txBody>
      </p:sp>
      <p:sp>
        <p:nvSpPr>
          <p:cNvPr id="20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71c3e20d-5d12-46c6-b607-f2184a3edfdb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41F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4763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🧠 C · TỰ ĐIỀU HÒA</a:t>
            </a:r>
            <a:endParaRPr lang="en-US" sz="2100" dirty="0"/>
          </a:p>
        </p:txBody>
      </p:sp>
      <p:pic>
        <p:nvPicPr>
          <p:cNvPr id="3" name="Moda flattened rect-1792855585388-468239302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5735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75" b="1" dirty="0" spc="-10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Một</a:t>
            </a:r>
            <a:r>
              <a:rPr lang="en-US" sz="4575" b="1" dirty="0" spc="4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mô</a:t>
            </a:r>
            <a:r>
              <a:rPr lang="en-US" sz="4575" b="1" dirty="0" spc="-5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hình</a:t>
            </a:r>
            <a:r>
              <a:rPr lang="en-US" sz="4575" b="1" dirty="0" spc="5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cân</a:t>
            </a:r>
            <a:r>
              <a:rPr lang="en-US" sz="4575" b="1" dirty="0" spc="16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bằng,</a:t>
            </a:r>
            <a:r>
              <a:rPr lang="en-US" sz="4575" b="1" dirty="0" spc="2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không</a:t>
            </a:r>
            <a:r>
              <a:rPr lang="en-US" sz="4575" b="1" dirty="0" spc="-16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lời</a:t>
            </a:r>
            <a:r>
              <a:rPr lang="en-US" sz="4575" b="1" dirty="0" spc="-30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hứa</a:t>
            </a:r>
            <a:r>
              <a:rPr lang="en-US" sz="4575" b="1" dirty="0" spc="0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tự</a:t>
            </a:r>
            <a:r>
              <a:rPr lang="en-US" sz="4575" b="1" dirty="0" spc="-23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chữa</a:t>
            </a:r>
            <a:r>
              <a:rPr lang="en-US" sz="4575" b="1" dirty="0" spc="4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lành</a:t>
            </a:r>
            <a:endParaRPr lang="en-US" sz="4575" dirty="0"/>
          </a:p>
        </p:txBody>
      </p:sp>
      <p:sp>
        <p:nvSpPr>
          <p:cNvPr id="5" name="Shape 2"/>
          <p:cNvSpPr/>
          <p:nvPr/>
        </p:nvSpPr>
        <p:spPr>
          <a:xfrm>
            <a:off x="762000" y="3381375"/>
            <a:ext cx="5080000" cy="2524125"/>
          </a:xfrm>
          <a:prstGeom prst="roundRect">
            <a:avLst>
              <a:gd name="adj" fmla="val 4528"/>
            </a:avLst>
          </a:prstGeom>
          <a:solidFill>
            <a:srgbClr val="362E4C"/>
          </a:solidFill>
          <a:ln/>
        </p:spPr>
      </p:sp>
      <p:sp>
        <p:nvSpPr>
          <p:cNvPr id="6" name="Text 3"/>
          <p:cNvSpPr/>
          <p:nvPr/>
        </p:nvSpPr>
        <p:spPr>
          <a:xfrm>
            <a:off x="1019175" y="3619500"/>
            <a:ext cx="45656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b="1" dirty="0" spc="-1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Mô</a:t>
            </a:r>
            <a:r>
              <a:rPr lang="en-US" sz="2775" b="1" dirty="0" spc="-8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hình</a:t>
            </a:r>
            <a:endParaRPr lang="en-US" sz="2775" dirty="0"/>
          </a:p>
        </p:txBody>
      </p:sp>
      <p:sp>
        <p:nvSpPr>
          <p:cNvPr id="7" name="Text 4"/>
          <p:cNvSpPr/>
          <p:nvPr/>
        </p:nvSpPr>
        <p:spPr>
          <a:xfrm>
            <a:off x="1019175" y="4667250"/>
            <a:ext cx="456565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Quan</a:t>
            </a:r>
            <a:r>
              <a:rPr lang="en-US" sz="240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00" dirty="0" spc="6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17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400" dirty="0" spc="-7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461125" y="3381375"/>
            <a:ext cx="5080000" cy="2524125"/>
          </a:xfrm>
          <a:prstGeom prst="roundRect">
            <a:avLst>
              <a:gd name="adj" fmla="val 4528"/>
            </a:avLst>
          </a:prstGeom>
          <a:solidFill>
            <a:srgbClr val="362E4C"/>
          </a:solidFill>
          <a:ln/>
        </p:spPr>
      </p:sp>
      <p:sp>
        <p:nvSpPr>
          <p:cNvPr id="9" name="Text 6"/>
          <p:cNvSpPr/>
          <p:nvPr/>
        </p:nvSpPr>
        <p:spPr>
          <a:xfrm>
            <a:off x="6718300" y="3619500"/>
            <a:ext cx="45656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b="1" dirty="0" spc="3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Quan</a:t>
            </a:r>
            <a:r>
              <a:rPr lang="en-US" sz="2775" b="1" dirty="0" spc="1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sát</a:t>
            </a:r>
            <a:endParaRPr lang="en-US" sz="2775" dirty="0"/>
          </a:p>
        </p:txBody>
      </p:sp>
      <p:sp>
        <p:nvSpPr>
          <p:cNvPr id="10" name="Text 7"/>
          <p:cNvSpPr/>
          <p:nvPr/>
        </p:nvSpPr>
        <p:spPr>
          <a:xfrm>
            <a:off x="6718300" y="4667250"/>
            <a:ext cx="456565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66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Trải</a:t>
            </a:r>
            <a:r>
              <a:rPr lang="en-US" sz="240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400" dirty="0" spc="-5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400" dirty="0" spc="9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đổi.</a:t>
            </a:r>
            <a:endParaRPr lang="en-US" sz="2400" dirty="0"/>
          </a:p>
        </p:txBody>
      </p:sp>
      <p:sp>
        <p:nvSpPr>
          <p:cNvPr id="11" name="Connector line-1792855585398-394901851"/>
          <p:cNvSpPr/>
          <p:nvPr/>
        </p:nvSpPr>
        <p:spPr>
          <a:xfrm>
            <a:off x="5842000" y="4643438"/>
            <a:ext cx="619125" cy="0"/>
          </a:xfrm>
          <a:prstGeom prst="line">
            <a:avLst/>
          </a:prstGeom>
          <a:noFill/>
          <a:ln w="19050">
            <a:solidFill>
              <a:srgbClr val="B77C56"/>
            </a:solidFill>
            <a:prstDash val="solid"/>
            <a:headEnd type="none"/>
            <a:tailEnd type="none"/>
          </a:ln>
        </p:spPr>
      </p:sp>
      <p:sp>
        <p:nvSpPr>
          <p:cNvPr id="12" name="Shape 9"/>
          <p:cNvSpPr/>
          <p:nvPr/>
        </p:nvSpPr>
        <p:spPr>
          <a:xfrm>
            <a:off x="12160250" y="3381375"/>
            <a:ext cx="5080000" cy="2524125"/>
          </a:xfrm>
          <a:prstGeom prst="roundRect">
            <a:avLst>
              <a:gd name="adj" fmla="val 4528"/>
            </a:avLst>
          </a:prstGeom>
          <a:solidFill>
            <a:srgbClr val="362E4C"/>
          </a:solidFill>
          <a:ln/>
        </p:spPr>
      </p:sp>
      <p:sp>
        <p:nvSpPr>
          <p:cNvPr id="13" name="Text 10"/>
          <p:cNvSpPr/>
          <p:nvPr/>
        </p:nvSpPr>
        <p:spPr>
          <a:xfrm>
            <a:off x="12417425" y="3619500"/>
            <a:ext cx="45656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b="1" dirty="0" spc="-18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Chưa</a:t>
            </a:r>
            <a:r>
              <a:rPr lang="en-US" sz="2775" b="1" dirty="0" spc="-31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được</a:t>
            </a:r>
            <a:r>
              <a:rPr lang="en-US" sz="2775" b="1" dirty="0" spc="0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suy</a:t>
            </a:r>
            <a:endParaRPr lang="en-US" sz="2775" dirty="0"/>
          </a:p>
        </p:txBody>
      </p:sp>
      <p:sp>
        <p:nvSpPr>
          <p:cNvPr id="14" name="Text 11"/>
          <p:cNvSpPr/>
          <p:nvPr/>
        </p:nvSpPr>
        <p:spPr>
          <a:xfrm>
            <a:off x="12417425" y="4667250"/>
            <a:ext cx="456565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40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400" dirty="0" spc="19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00" dirty="0" spc="7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17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40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minh.</a:t>
            </a:r>
            <a:endParaRPr lang="en-US" sz="2400" dirty="0"/>
          </a:p>
        </p:txBody>
      </p:sp>
      <p:sp>
        <p:nvSpPr>
          <p:cNvPr id="15" name="Connector line-1792855585401-294568586"/>
          <p:cNvSpPr/>
          <p:nvPr/>
        </p:nvSpPr>
        <p:spPr>
          <a:xfrm>
            <a:off x="11541125" y="4643438"/>
            <a:ext cx="619125" cy="0"/>
          </a:xfrm>
          <a:prstGeom prst="line">
            <a:avLst/>
          </a:prstGeom>
          <a:noFill/>
          <a:ln w="19050">
            <a:solidFill>
              <a:srgbClr val="B77C56"/>
            </a:solidFill>
            <a:prstDash val="solid"/>
            <a:headEnd type="none"/>
            <a:tailEnd type="none"/>
          </a:ln>
        </p:spPr>
      </p:sp>
      <p:sp>
        <p:nvSpPr>
          <p:cNvPr id="16" name="Text 13"/>
          <p:cNvSpPr/>
          <p:nvPr/>
        </p:nvSpPr>
        <p:spPr>
          <a:xfrm>
            <a:off x="762000" y="6429375"/>
            <a:ext cx="162877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5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Sơ</a:t>
            </a:r>
            <a:r>
              <a:rPr lang="en-US" sz="1725" dirty="0" spc="1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725" dirty="0" spc="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 niệm</a:t>
            </a:r>
            <a:r>
              <a:rPr lang="en-US" sz="1725" dirty="0" spc="1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725" dirty="0" spc="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1725" dirty="0" spc="-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1725" dirty="0" spc="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725" dirty="0" spc="-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không</a:t>
            </a:r>
            <a:r>
              <a:rPr lang="en-US" sz="1725" dirty="0" spc="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725" dirty="0" spc="-3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725" dirty="0" spc="1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725" dirty="0" spc="-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endParaRPr lang="en-US" sz="1725" dirty="0"/>
          </a:p>
        </p:txBody>
      </p:sp>
      <p:sp>
        <p:nvSpPr>
          <p:cNvPr id="17" name="Text 14"/>
          <p:cNvSpPr/>
          <p:nvPr/>
        </p:nvSpPr>
        <p:spPr>
          <a:xfrm>
            <a:off x="762000" y="7096125"/>
            <a:ext cx="1647825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Self-regulation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550" dirty="0" spc="-19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550" dirty="0" spc="-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bù</a:t>
            </a:r>
            <a:r>
              <a:rPr lang="en-US" sz="255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</a:t>
            </a:r>
            <a:r>
              <a:rPr lang="en-US" sz="2550" dirty="0" spc="7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550" dirty="0" spc="-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550" dirty="0" spc="7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550" dirty="0" spc="-18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2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vô</a:t>
            </a:r>
            <a:r>
              <a:rPr lang="en-US" sz="2550" dirty="0" spc="7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550" dirty="0" spc="-16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 hình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Jung.</a:t>
            </a:r>
            <a:r>
              <a:rPr lang="en-US" sz="2550" dirty="0" spc="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3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550" dirty="0" spc="14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đảm</a:t>
            </a:r>
            <a:r>
              <a:rPr lang="en-US" sz="2550" dirty="0" spc="-1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550" dirty="0" spc="15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luôn tự</a:t>
            </a:r>
            <a:r>
              <a:rPr lang="en-US" sz="2550" dirty="0" spc="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550" dirty="0" spc="-34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2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-14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tốt,</a:t>
            </a:r>
            <a:r>
              <a:rPr lang="en-US" sz="2550" dirty="0" spc="-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550" dirty="0" spc="14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đau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khổ</a:t>
            </a:r>
            <a:r>
              <a:rPr lang="en-US" sz="2550" dirty="0" spc="15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-3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550" dirty="0" spc="18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5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trưởng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thành. Bài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5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55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550" dirty="0" spc="17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55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cân</a:t>
            </a:r>
            <a:r>
              <a:rPr lang="en-US" sz="2550" dirty="0" spc="-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dirty="0" spc="-1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lý.</a:t>
            </a:r>
            <a:r>
              <a:rPr lang="en-US" sz="2550" dirty="0" spc="-8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550" dirty="0" spc="-2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trải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550" dirty="0" spc="-7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1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6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-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550" dirty="0" spc="-18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-5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550" dirty="0" spc="2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-3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hòa</a:t>
            </a:r>
            <a:r>
              <a:rPr lang="en-US" sz="2550" dirty="0" spc="13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đặc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thù.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762000" y="9525000"/>
            <a:ext cx="16573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r>
              <a:rPr lang="en-US" sz="1725" dirty="0" spc="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XI.10</a:t>
            </a:r>
            <a:r>
              <a:rPr lang="en-US" sz="1725" dirty="0" spc="-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725" dirty="0" spc="-8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Self-regulation</a:t>
            </a:r>
            <a:endParaRPr lang="en-US" sz="1725" dirty="0"/>
          </a:p>
        </p:txBody>
      </p:sp>
      <p:sp>
        <p:nvSpPr>
          <p:cNvPr id="19" name="Text 16"/>
          <p:cNvSpPr/>
          <p:nvPr/>
        </p:nvSpPr>
        <p:spPr>
          <a:xfrm>
            <a:off x="762000" y="9972675"/>
            <a:ext cx="16478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J02</a:t>
            </a:r>
            <a:r>
              <a:rPr lang="en-US" sz="1575" dirty="0" spc="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575" dirty="0" spc="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08/36</a:t>
            </a:r>
            <a:endParaRPr lang="en-US" sz="1575" dirty="0"/>
          </a:p>
        </p:txBody>
      </p:sp>
      <p:sp>
        <p:nvSpPr>
          <p:cNvPr id="20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e841cc25-e91d-42f9-9060-7928a7019786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4763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🧠 C · BẢN ĐỒ 1</a:t>
            </a:r>
            <a:endParaRPr lang="en-US" sz="2100" dirty="0"/>
          </a:p>
        </p:txBody>
      </p:sp>
      <p:pic>
        <p:nvPicPr>
          <p:cNvPr id="3" name="Moda flattened rect-1792855589109-312412726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5735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75" b="1" dirty="0" spc="-54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Ego</a:t>
            </a:r>
            <a:r>
              <a:rPr lang="en-US" sz="4575" b="1" dirty="0" spc="2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không</a:t>
            </a:r>
            <a:r>
              <a:rPr lang="en-US" sz="4575" b="1" dirty="0" spc="6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phải</a:t>
            </a:r>
            <a:r>
              <a:rPr lang="en-US" sz="4575" b="1" dirty="0" spc="-20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toàn</a:t>
            </a:r>
            <a:r>
              <a:rPr lang="en-US" sz="4575" b="1" dirty="0" spc="3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bộ</a:t>
            </a:r>
            <a:r>
              <a:rPr lang="en-US" sz="4575" b="1" dirty="0" spc="0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psyche</a:t>
            </a:r>
            <a:endParaRPr lang="en-US" sz="4575" dirty="0"/>
          </a:p>
        </p:txBody>
      </p:sp>
      <p:sp>
        <p:nvSpPr>
          <p:cNvPr id="5" name="Shape 2"/>
          <p:cNvSpPr/>
          <p:nvPr/>
        </p:nvSpPr>
        <p:spPr>
          <a:xfrm>
            <a:off x="762000" y="3333750"/>
            <a:ext cx="7810500" cy="2619375"/>
          </a:xfrm>
          <a:prstGeom prst="roundRect">
            <a:avLst>
              <a:gd name="adj" fmla="val 4364"/>
            </a:avLst>
          </a:prstGeom>
          <a:solidFill>
            <a:srgbClr val="EAE5F2"/>
          </a:solidFill>
          <a:ln/>
        </p:spPr>
      </p:sp>
      <p:sp>
        <p:nvSpPr>
          <p:cNvPr id="6" name="Text 3"/>
          <p:cNvSpPr/>
          <p:nvPr/>
        </p:nvSpPr>
        <p:spPr>
          <a:xfrm>
            <a:off x="1066800" y="3619500"/>
            <a:ext cx="7191375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25" b="1" dirty="0" spc="2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Ý</a:t>
            </a:r>
            <a:r>
              <a:rPr lang="en-US" sz="3225" b="1" dirty="0" spc="-25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thức/Ego</a:t>
            </a:r>
            <a:endParaRPr lang="en-US" sz="3225" dirty="0"/>
          </a:p>
        </p:txBody>
      </p:sp>
      <p:sp>
        <p:nvSpPr>
          <p:cNvPr id="7" name="Text 4"/>
          <p:cNvSpPr/>
          <p:nvPr/>
        </p:nvSpPr>
        <p:spPr>
          <a:xfrm>
            <a:off x="1066800" y="45720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J03:</a:t>
            </a:r>
            <a:r>
              <a:rPr lang="en-US" sz="2550" dirty="0" spc="2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55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chiếu.</a:t>
            </a:r>
            <a:endParaRPr lang="en-US" sz="2550" dirty="0"/>
          </a:p>
        </p:txBody>
      </p:sp>
      <p:sp>
        <p:nvSpPr>
          <p:cNvPr id="8" name="Shape 5"/>
          <p:cNvSpPr/>
          <p:nvPr/>
        </p:nvSpPr>
        <p:spPr>
          <a:xfrm>
            <a:off x="9715500" y="3333750"/>
            <a:ext cx="7810500" cy="2619375"/>
          </a:xfrm>
          <a:prstGeom prst="roundRect">
            <a:avLst>
              <a:gd name="adj" fmla="val 4364"/>
            </a:avLst>
          </a:prstGeom>
          <a:solidFill>
            <a:srgbClr val="EAE5F2"/>
          </a:solidFill>
          <a:ln/>
        </p:spPr>
      </p:sp>
      <p:sp>
        <p:nvSpPr>
          <p:cNvPr id="9" name="Text 6"/>
          <p:cNvSpPr/>
          <p:nvPr/>
        </p:nvSpPr>
        <p:spPr>
          <a:xfrm>
            <a:off x="10020300" y="3619500"/>
            <a:ext cx="7191375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25" b="1" dirty="0" spc="-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Chất</a:t>
            </a:r>
            <a:r>
              <a:rPr lang="en-US" sz="3225" b="1" dirty="0" spc="3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liệu</a:t>
            </a:r>
            <a:r>
              <a:rPr lang="en-US" sz="3225" b="1" dirty="0" spc="0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cá</a:t>
            </a:r>
            <a:r>
              <a:rPr lang="en-US" sz="3225" b="1" dirty="0" spc="-3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nhân</a:t>
            </a:r>
            <a:endParaRPr lang="en-US" sz="3225" dirty="0"/>
          </a:p>
        </p:txBody>
      </p:sp>
      <p:sp>
        <p:nvSpPr>
          <p:cNvPr id="10" name="Text 7"/>
          <p:cNvSpPr/>
          <p:nvPr/>
        </p:nvSpPr>
        <p:spPr>
          <a:xfrm>
            <a:off x="10020300" y="45720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J04/J19: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xúc.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8334375" y="4191000"/>
            <a:ext cx="1238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75" b="1" dirty="0">
                <a:solidFill>
                  <a:srgbClr val="B77C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↔</a:t>
            </a:r>
            <a:endParaRPr lang="en-US" sz="4875" dirty="0"/>
          </a:p>
        </p:txBody>
      </p:sp>
      <p:sp>
        <p:nvSpPr>
          <p:cNvPr id="12" name="Text 9"/>
          <p:cNvSpPr/>
          <p:nvPr/>
        </p:nvSpPr>
        <p:spPr>
          <a:xfrm>
            <a:off x="762000" y="6429375"/>
            <a:ext cx="162877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5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Sơ</a:t>
            </a:r>
            <a:r>
              <a:rPr lang="en-US" sz="1725" dirty="0" spc="1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725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 niệm</a:t>
            </a:r>
            <a:r>
              <a:rPr lang="en-US" sz="1725" dirty="0" spc="1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725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1725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không</a:t>
            </a:r>
            <a:r>
              <a:rPr lang="en-US" sz="1725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725" dirty="0" spc="-3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725" dirty="0" spc="1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endParaRPr lang="en-US" sz="1725" dirty="0"/>
          </a:p>
        </p:txBody>
      </p:sp>
      <p:sp>
        <p:nvSpPr>
          <p:cNvPr id="13" name="Text 10"/>
          <p:cNvSpPr/>
          <p:nvPr/>
        </p:nvSpPr>
        <p:spPr>
          <a:xfrm>
            <a:off x="762000" y="7096125"/>
            <a:ext cx="1647825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5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 thống,</a:t>
            </a:r>
            <a:r>
              <a:rPr lang="en-US" sz="2550" dirty="0" spc="-1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ego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2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 chiếu</a:t>
            </a:r>
            <a:r>
              <a:rPr lang="en-US" sz="255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550" dirty="0" spc="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thức;</a:t>
            </a:r>
            <a:r>
              <a:rPr lang="en-US" sz="2550" dirty="0" spc="-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55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ít</a:t>
            </a:r>
            <a:r>
              <a:rPr lang="en-US" sz="2550" dirty="0" spc="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-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550" dirty="0" spc="1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r>
              <a:rPr lang="en-US" sz="255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1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phải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-1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ngăn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550" dirty="0" spc="-1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tỷ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dirty="0" spc="-1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trăm</a:t>
            </a:r>
            <a:r>
              <a:rPr lang="en-US" sz="2550" dirty="0" spc="-2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vô</a:t>
            </a:r>
            <a:r>
              <a:rPr lang="en-US" sz="2550" dirty="0" spc="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thức.</a:t>
            </a:r>
            <a:r>
              <a:rPr lang="en-US" sz="255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J03</a:t>
            </a:r>
            <a:r>
              <a:rPr lang="en-US" sz="2550" dirty="0" spc="-1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sẽ</a:t>
            </a:r>
            <a:r>
              <a:rPr lang="en-US" sz="255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550" dirty="0" spc="-1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ego,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J04</a:t>
            </a:r>
            <a:r>
              <a:rPr lang="en-US" sz="2550" dirty="0" spc="-1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J19</a:t>
            </a:r>
            <a:r>
              <a:rPr lang="en-US" sz="2550" dirty="0" spc="3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550" dirty="0" spc="-1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-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cá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-1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complexes;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2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55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2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bài.</a:t>
            </a:r>
            <a:endParaRPr lang="en-US" sz="2550" dirty="0"/>
          </a:p>
        </p:txBody>
      </p:sp>
      <p:sp>
        <p:nvSpPr>
          <p:cNvPr id="14" name="Text 11"/>
          <p:cNvSpPr/>
          <p:nvPr/>
        </p:nvSpPr>
        <p:spPr>
          <a:xfrm>
            <a:off x="762000" y="9525000"/>
            <a:ext cx="16573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[S4]</a:t>
            </a:r>
            <a:r>
              <a:rPr lang="en-US" sz="1725" dirty="0" spc="-14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Psyche</a:t>
            </a:r>
            <a:r>
              <a:rPr lang="en-US" sz="172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J03/J04/J19</a:t>
            </a:r>
            <a:endParaRPr lang="en-US" sz="1725" dirty="0"/>
          </a:p>
        </p:txBody>
      </p:sp>
      <p:sp>
        <p:nvSpPr>
          <p:cNvPr id="15" name="Text 12"/>
          <p:cNvSpPr/>
          <p:nvPr/>
        </p:nvSpPr>
        <p:spPr>
          <a:xfrm>
            <a:off x="762000" y="9972675"/>
            <a:ext cx="16478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J02</a:t>
            </a:r>
            <a:r>
              <a:rPr lang="en-US" sz="157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57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3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09/36</a:t>
            </a:r>
            <a:endParaRPr lang="en-US" sz="1575" dirty="0"/>
          </a:p>
        </p:txBody>
      </p:sp>
      <p:sp>
        <p:nvSpPr>
          <p:cNvPr id="16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aa721bd4-05af-4add-88ea-3c9a05e57f8b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4763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🧠 C · BẢN ĐỒ 2</a:t>
            </a:r>
            <a:endParaRPr lang="en-US" sz="2100" dirty="0"/>
          </a:p>
        </p:txBody>
      </p:sp>
      <p:pic>
        <p:nvPicPr>
          <p:cNvPr id="3" name="Moda flattened rect-1792855592761-24686842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5735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75" b="1" dirty="0" spc="-12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Collective</a:t>
            </a:r>
            <a:r>
              <a:rPr lang="en-US" sz="4575" b="1" dirty="0" spc="2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unconscious là</a:t>
            </a:r>
            <a:r>
              <a:rPr lang="en-US" sz="4575" b="1" dirty="0" spc="4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nhãn</a:t>
            </a:r>
            <a:r>
              <a:rPr lang="en-US" sz="4575" b="1" dirty="0" spc="1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giả</a:t>
            </a:r>
            <a:r>
              <a:rPr lang="en-US" sz="4575" b="1" dirty="0" spc="0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thuyết</a:t>
            </a:r>
            <a:endParaRPr lang="en-US" sz="4575" dirty="0"/>
          </a:p>
        </p:txBody>
      </p:sp>
      <p:sp>
        <p:nvSpPr>
          <p:cNvPr id="5" name="Shape 2"/>
          <p:cNvSpPr/>
          <p:nvPr/>
        </p:nvSpPr>
        <p:spPr>
          <a:xfrm>
            <a:off x="762000" y="3810000"/>
            <a:ext cx="4762500" cy="1809750"/>
          </a:xfrm>
          <a:prstGeom prst="roundRect">
            <a:avLst>
              <a:gd name="adj" fmla="val 6316"/>
            </a:avLst>
          </a:prstGeom>
          <a:solidFill>
            <a:srgbClr val="493C89"/>
          </a:solidFill>
          <a:ln/>
        </p:spPr>
      </p:sp>
      <p:sp>
        <p:nvSpPr>
          <p:cNvPr id="6" name="Text 3"/>
          <p:cNvSpPr/>
          <p:nvPr/>
        </p:nvSpPr>
        <p:spPr>
          <a:xfrm>
            <a:off x="1047750" y="4095750"/>
            <a:ext cx="4191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b="1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</a:t>
            </a:r>
            <a:r>
              <a:rPr lang="en-US" sz="2625" b="1" dirty="0" spc="-15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625" b="1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Jung</a:t>
            </a:r>
            <a:endParaRPr lang="en-US" sz="2625" dirty="0"/>
          </a:p>
        </p:txBody>
      </p:sp>
      <p:sp>
        <p:nvSpPr>
          <p:cNvPr id="7" name="Text 4"/>
          <p:cNvSpPr/>
          <p:nvPr/>
        </p:nvSpPr>
        <p:spPr>
          <a:xfrm>
            <a:off x="1047750" y="4762500"/>
            <a:ext cx="4191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25" dirty="0" spc="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Khuôn</a:t>
            </a:r>
            <a:r>
              <a:rPr lang="en-US" sz="2325" dirty="0" spc="-17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2325" dirty="0" spc="8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325" dirty="0" spc="6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vượt</a:t>
            </a:r>
            <a:r>
              <a:rPr lang="en-US" sz="2325" dirty="0" spc="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</a:t>
            </a:r>
            <a:r>
              <a:rPr lang="en-US" sz="2325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nhân.</a:t>
            </a:r>
            <a:endParaRPr lang="en-US" sz="2325" dirty="0"/>
          </a:p>
        </p:txBody>
      </p:sp>
      <p:sp>
        <p:nvSpPr>
          <p:cNvPr id="8" name="Shape 5"/>
          <p:cNvSpPr/>
          <p:nvPr/>
        </p:nvSpPr>
        <p:spPr>
          <a:xfrm>
            <a:off x="8572500" y="3810000"/>
            <a:ext cx="8667750" cy="1333500"/>
          </a:xfrm>
          <a:prstGeom prst="roundRect">
            <a:avLst>
              <a:gd name="adj" fmla="val 8571"/>
            </a:avLst>
          </a:prstGeom>
          <a:solidFill>
            <a:srgbClr val="EAE5F2"/>
          </a:solidFill>
          <a:ln/>
        </p:spPr>
      </p:sp>
      <p:sp>
        <p:nvSpPr>
          <p:cNvPr id="9" name="Text 6"/>
          <p:cNvSpPr/>
          <p:nvPr/>
        </p:nvSpPr>
        <p:spPr>
          <a:xfrm>
            <a:off x="8858250" y="4000500"/>
            <a:ext cx="80962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6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Giải</a:t>
            </a:r>
            <a:r>
              <a:rPr lang="en-US" sz="2550" b="1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 cạnh</a:t>
            </a:r>
            <a:r>
              <a:rPr lang="en-US" sz="2550" b="1" dirty="0" spc="-8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tranh</a:t>
            </a:r>
            <a:endParaRPr lang="en-US" sz="2550" dirty="0"/>
          </a:p>
        </p:txBody>
      </p:sp>
      <p:sp>
        <p:nvSpPr>
          <p:cNvPr id="10" name="Text 7"/>
          <p:cNvSpPr/>
          <p:nvPr/>
        </p:nvSpPr>
        <p:spPr>
          <a:xfrm>
            <a:off x="8858250" y="4572000"/>
            <a:ext cx="8096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25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Học</a:t>
            </a:r>
            <a:r>
              <a:rPr lang="en-US" sz="2325" dirty="0" spc="-1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</a:t>
            </a:r>
            <a:r>
              <a:rPr lang="en-US" sz="2325" dirty="0" spc="-1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325" dirty="0" spc="-1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 văn</a:t>
            </a:r>
            <a:r>
              <a:rPr lang="en-US" sz="2325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hóa.</a:t>
            </a:r>
            <a:endParaRPr lang="en-US" sz="2325" dirty="0"/>
          </a:p>
        </p:txBody>
      </p:sp>
      <p:sp>
        <p:nvSpPr>
          <p:cNvPr id="11" name="Connector line-1792855592770-957128034"/>
          <p:cNvSpPr/>
          <p:nvPr/>
        </p:nvSpPr>
        <p:spPr>
          <a:xfrm flipV="1">
            <a:off x="5524500" y="4476750"/>
            <a:ext cx="3048000" cy="238125"/>
          </a:xfrm>
          <a:prstGeom prst="bentConnector3">
            <a:avLst/>
          </a:prstGeom>
          <a:noFill/>
          <a:ln w="19050">
            <a:solidFill>
              <a:srgbClr val="B77C56"/>
            </a:solidFill>
            <a:prstDash val="dash"/>
            <a:headEnd type="none"/>
            <a:tailEnd type="none"/>
          </a:ln>
        </p:spPr>
      </p:sp>
      <p:sp>
        <p:nvSpPr>
          <p:cNvPr id="12" name="Text 9"/>
          <p:cNvSpPr/>
          <p:nvPr/>
        </p:nvSpPr>
        <p:spPr>
          <a:xfrm>
            <a:off x="762000" y="6429375"/>
            <a:ext cx="162877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1725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725" dirty="0" spc="1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1725" dirty="0" spc="-6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1725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 giả</a:t>
            </a:r>
            <a:r>
              <a:rPr lang="en-US" sz="1725" dirty="0" spc="-9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1725" dirty="0" spc="-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5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1725" dirty="0" spc="-14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1725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1725" dirty="0" spc="-5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1725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endParaRPr lang="en-US" sz="1725" dirty="0"/>
          </a:p>
        </p:txBody>
      </p:sp>
      <p:sp>
        <p:nvSpPr>
          <p:cNvPr id="13" name="Text 10"/>
          <p:cNvSpPr/>
          <p:nvPr/>
        </p:nvSpPr>
        <p:spPr>
          <a:xfrm>
            <a:off x="762000" y="7096125"/>
            <a:ext cx="1647825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Collective</a:t>
            </a:r>
            <a:r>
              <a:rPr lang="en-US" sz="255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unconscious</a:t>
            </a:r>
            <a:r>
              <a:rPr lang="en-US" sz="2550" dirty="0" spc="-2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archetypes</a:t>
            </a:r>
            <a:r>
              <a:rPr lang="en-US" sz="2550" dirty="0" spc="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Jung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1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 nghĩ</a:t>
            </a:r>
            <a:r>
              <a:rPr lang="en-US" sz="2550" dirty="0" spc="-1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1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khuôn</a:t>
            </a:r>
            <a:r>
              <a:rPr lang="en-US" sz="2550" dirty="0" spc="-1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2550" dirty="0" spc="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 vượt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nhân.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-1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550" dirty="0" spc="1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 ký</a:t>
            </a:r>
            <a:r>
              <a:rPr lang="en-US" sz="2550" dirty="0" spc="1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</a:t>
            </a:r>
            <a:r>
              <a:rPr lang="en-US" sz="2550" dirty="0" spc="-1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2550" dirty="0" spc="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1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nhận.</a:t>
            </a:r>
            <a:r>
              <a:rPr lang="en-US" sz="2550" dirty="0" spc="1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giống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550" dirty="0" spc="-1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</a:t>
            </a:r>
            <a:r>
              <a:rPr lang="en-US" sz="2550" dirty="0" spc="-1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550" dirty="0" spc="1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550" dirty="0" spc="-1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55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hóa. J05–J06</a:t>
            </a:r>
            <a:r>
              <a:rPr lang="en-US" sz="2550" dirty="0" spc="-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sẽ</a:t>
            </a:r>
            <a:r>
              <a:rPr lang="en-US" sz="2550" dirty="0" spc="1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550" dirty="0" spc="-1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550" dirty="0" spc="-2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</a:t>
            </a:r>
            <a:r>
              <a:rPr lang="en-US" sz="2550" dirty="0" spc="-1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tranh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hơn.</a:t>
            </a:r>
            <a:endParaRPr lang="en-US" sz="2550" dirty="0"/>
          </a:p>
        </p:txBody>
      </p:sp>
      <p:sp>
        <p:nvSpPr>
          <p:cNvPr id="14" name="Text 11"/>
          <p:cNvSpPr/>
          <p:nvPr/>
        </p:nvSpPr>
        <p:spPr>
          <a:xfrm>
            <a:off x="762000" y="9525000"/>
            <a:ext cx="16573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[S4, S7]</a:t>
            </a:r>
            <a:r>
              <a:rPr lang="en-US" sz="172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J05–J06</a:t>
            </a:r>
            <a:endParaRPr lang="en-US" sz="1725" dirty="0"/>
          </a:p>
        </p:txBody>
      </p:sp>
      <p:sp>
        <p:nvSpPr>
          <p:cNvPr id="15" name="Text 12"/>
          <p:cNvSpPr/>
          <p:nvPr/>
        </p:nvSpPr>
        <p:spPr>
          <a:xfrm>
            <a:off x="762000" y="9972675"/>
            <a:ext cx="16478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J02</a:t>
            </a:r>
            <a:r>
              <a:rPr lang="en-US" sz="157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57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3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10/36</a:t>
            </a:r>
            <a:endParaRPr lang="en-US" sz="1575" dirty="0"/>
          </a:p>
        </p:txBody>
      </p:sp>
      <p:sp>
        <p:nvSpPr>
          <p:cNvPr id="16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7cec6d54-61f2-465c-8225-7a20ba7d635f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4763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🧠 C · BẢN ĐỒ 3</a:t>
            </a:r>
            <a:endParaRPr lang="en-US" sz="2100" dirty="0"/>
          </a:p>
        </p:txBody>
      </p:sp>
      <p:pic>
        <p:nvPicPr>
          <p:cNvPr id="3" name="Moda flattened rect-1792855597167-937328559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5735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75" b="1" dirty="0" spc="-102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Vai</a:t>
            </a:r>
            <a:r>
              <a:rPr lang="en-US" sz="4575" b="1" dirty="0" spc="-27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xã</a:t>
            </a:r>
            <a:r>
              <a:rPr lang="en-US" sz="4575" b="1" dirty="0" spc="4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hội</a:t>
            </a:r>
            <a:r>
              <a:rPr lang="en-US" sz="4575" b="1" dirty="0" spc="-46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và</a:t>
            </a:r>
            <a:r>
              <a:rPr lang="en-US" sz="4575" b="1" dirty="0" spc="6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phần</a:t>
            </a:r>
            <a:r>
              <a:rPr lang="en-US" sz="4575" b="1" dirty="0" spc="1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bị</a:t>
            </a:r>
            <a:r>
              <a:rPr lang="en-US" sz="4575" b="1" dirty="0" spc="0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loại</a:t>
            </a:r>
            <a:r>
              <a:rPr lang="en-US" sz="4575" b="1" dirty="0" spc="3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khỏi</a:t>
            </a:r>
            <a:r>
              <a:rPr lang="en-US" sz="4575" b="1" dirty="0" spc="0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tự</a:t>
            </a:r>
            <a:r>
              <a:rPr lang="en-US" sz="4575" b="1" dirty="0" spc="4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ảnh</a:t>
            </a:r>
            <a:endParaRPr lang="en-US" sz="4575" dirty="0"/>
          </a:p>
        </p:txBody>
      </p:sp>
      <p:sp>
        <p:nvSpPr>
          <p:cNvPr id="5" name="Shape 2"/>
          <p:cNvSpPr/>
          <p:nvPr/>
        </p:nvSpPr>
        <p:spPr>
          <a:xfrm>
            <a:off x="762000" y="3381375"/>
            <a:ext cx="5080000" cy="2524125"/>
          </a:xfrm>
          <a:prstGeom prst="roundRect">
            <a:avLst>
              <a:gd name="adj" fmla="val 4528"/>
            </a:avLst>
          </a:prstGeom>
          <a:solidFill>
            <a:srgbClr val="EAE5F2"/>
          </a:solidFill>
          <a:ln/>
        </p:spPr>
      </p:sp>
      <p:sp>
        <p:nvSpPr>
          <p:cNvPr id="6" name="Text 3"/>
          <p:cNvSpPr/>
          <p:nvPr/>
        </p:nvSpPr>
        <p:spPr>
          <a:xfrm>
            <a:off x="1019175" y="3619500"/>
            <a:ext cx="45656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b="1" dirty="0" spc="-6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Persona</a:t>
            </a:r>
            <a:endParaRPr lang="en-US" sz="2775" dirty="0"/>
          </a:p>
        </p:txBody>
      </p:sp>
      <p:sp>
        <p:nvSpPr>
          <p:cNvPr id="7" name="Text 4"/>
          <p:cNvSpPr/>
          <p:nvPr/>
        </p:nvSpPr>
        <p:spPr>
          <a:xfrm>
            <a:off x="1019175" y="4667250"/>
            <a:ext cx="456565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J07:</a:t>
            </a:r>
            <a:r>
              <a:rPr lang="en-US" sz="2400" dirty="0" spc="-1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 trong</a:t>
            </a:r>
            <a:r>
              <a:rPr lang="en-US" sz="24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bối</a:t>
            </a:r>
            <a:r>
              <a:rPr lang="en-US" sz="240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461125" y="3381375"/>
            <a:ext cx="5080000" cy="2524125"/>
          </a:xfrm>
          <a:prstGeom prst="roundRect">
            <a:avLst>
              <a:gd name="adj" fmla="val 4528"/>
            </a:avLst>
          </a:prstGeom>
          <a:solidFill>
            <a:srgbClr val="EAE5F2"/>
          </a:solidFill>
          <a:ln/>
        </p:spPr>
      </p:sp>
      <p:sp>
        <p:nvSpPr>
          <p:cNvPr id="9" name="Text 6"/>
          <p:cNvSpPr/>
          <p:nvPr/>
        </p:nvSpPr>
        <p:spPr>
          <a:xfrm>
            <a:off x="6718300" y="3619500"/>
            <a:ext cx="45656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b="1" dirty="0" spc="-8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Shadow</a:t>
            </a:r>
            <a:endParaRPr lang="en-US" sz="2775" dirty="0"/>
          </a:p>
        </p:txBody>
      </p:sp>
      <p:sp>
        <p:nvSpPr>
          <p:cNvPr id="10" name="Text 7"/>
          <p:cNvSpPr/>
          <p:nvPr/>
        </p:nvSpPr>
        <p:spPr>
          <a:xfrm>
            <a:off x="6718300" y="4667250"/>
            <a:ext cx="456565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J08:</a:t>
            </a:r>
            <a:r>
              <a:rPr lang="en-US" sz="2400" dirty="0" spc="1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4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4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</a:t>
            </a:r>
            <a:r>
              <a:rPr lang="en-US" sz="2400" dirty="0" spc="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ảnh.</a:t>
            </a:r>
            <a:endParaRPr lang="en-US" sz="2400" dirty="0"/>
          </a:p>
        </p:txBody>
      </p:sp>
      <p:sp>
        <p:nvSpPr>
          <p:cNvPr id="11" name="Connector line-1792855597181-117286037"/>
          <p:cNvSpPr/>
          <p:nvPr/>
        </p:nvSpPr>
        <p:spPr>
          <a:xfrm>
            <a:off x="5842000" y="4643438"/>
            <a:ext cx="619125" cy="0"/>
          </a:xfrm>
          <a:prstGeom prst="line">
            <a:avLst/>
          </a:prstGeom>
          <a:noFill/>
          <a:ln w="19050">
            <a:solidFill>
              <a:srgbClr val="B77C56"/>
            </a:solidFill>
            <a:prstDash val="solid"/>
            <a:headEnd type="none"/>
            <a:tailEnd type="none"/>
          </a:ln>
        </p:spPr>
      </p:sp>
      <p:sp>
        <p:nvSpPr>
          <p:cNvPr id="12" name="Shape 9"/>
          <p:cNvSpPr/>
          <p:nvPr/>
        </p:nvSpPr>
        <p:spPr>
          <a:xfrm>
            <a:off x="12160250" y="3381375"/>
            <a:ext cx="5080000" cy="2524125"/>
          </a:xfrm>
          <a:prstGeom prst="roundRect">
            <a:avLst>
              <a:gd name="adj" fmla="val 4528"/>
            </a:avLst>
          </a:prstGeom>
          <a:solidFill>
            <a:srgbClr val="EAE5F2"/>
          </a:solidFill>
          <a:ln/>
        </p:spPr>
      </p:sp>
      <p:sp>
        <p:nvSpPr>
          <p:cNvPr id="13" name="Text 10"/>
          <p:cNvSpPr/>
          <p:nvPr/>
        </p:nvSpPr>
        <p:spPr>
          <a:xfrm>
            <a:off x="12417425" y="3619500"/>
            <a:ext cx="45656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b="1" dirty="0" spc="-24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Anima/Animus</a:t>
            </a:r>
            <a:endParaRPr lang="en-US" sz="2775" dirty="0"/>
          </a:p>
        </p:txBody>
      </p:sp>
      <p:sp>
        <p:nvSpPr>
          <p:cNvPr id="14" name="Text 11"/>
          <p:cNvSpPr/>
          <p:nvPr/>
        </p:nvSpPr>
        <p:spPr>
          <a:xfrm>
            <a:off x="12417425" y="4667250"/>
            <a:ext cx="456565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J09:</a:t>
            </a:r>
            <a:r>
              <a:rPr lang="en-US" sz="2400" dirty="0" spc="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phê phán</a:t>
            </a:r>
            <a:r>
              <a:rPr lang="en-US" sz="2400" dirty="0" spc="-1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40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giới.</a:t>
            </a:r>
            <a:endParaRPr lang="en-US" sz="2400" dirty="0"/>
          </a:p>
        </p:txBody>
      </p:sp>
      <p:sp>
        <p:nvSpPr>
          <p:cNvPr id="15" name="Connector line-1792855597185-690687804"/>
          <p:cNvSpPr/>
          <p:nvPr/>
        </p:nvSpPr>
        <p:spPr>
          <a:xfrm>
            <a:off x="11541125" y="4643438"/>
            <a:ext cx="619125" cy="0"/>
          </a:xfrm>
          <a:prstGeom prst="line">
            <a:avLst/>
          </a:prstGeom>
          <a:noFill/>
          <a:ln w="19050">
            <a:solidFill>
              <a:srgbClr val="B77C56"/>
            </a:solidFill>
            <a:prstDash val="solid"/>
            <a:headEnd type="none"/>
            <a:tailEnd type="none"/>
          </a:ln>
        </p:spPr>
      </p:sp>
      <p:sp>
        <p:nvSpPr>
          <p:cNvPr id="16" name="Text 13"/>
          <p:cNvSpPr/>
          <p:nvPr/>
        </p:nvSpPr>
        <p:spPr>
          <a:xfrm>
            <a:off x="762000" y="6429375"/>
            <a:ext cx="162877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5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Sơ</a:t>
            </a:r>
            <a:r>
              <a:rPr lang="en-US" sz="1725" dirty="0" spc="1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725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 niệm</a:t>
            </a:r>
            <a:r>
              <a:rPr lang="en-US" sz="1725" dirty="0" spc="1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725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1725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không</a:t>
            </a:r>
            <a:r>
              <a:rPr lang="en-US" sz="1725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725" dirty="0" spc="-3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725" dirty="0" spc="1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endParaRPr lang="en-US" sz="1725" dirty="0"/>
          </a:p>
        </p:txBody>
      </p:sp>
      <p:sp>
        <p:nvSpPr>
          <p:cNvPr id="17" name="Text 14"/>
          <p:cNvSpPr/>
          <p:nvPr/>
        </p:nvSpPr>
        <p:spPr>
          <a:xfrm>
            <a:off x="762000" y="7096125"/>
            <a:ext cx="1647825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Persona</a:t>
            </a:r>
            <a:r>
              <a:rPr lang="en-US" sz="255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 câu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-1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-1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nghi;</a:t>
            </a:r>
            <a:r>
              <a:rPr lang="en-US" sz="2550" dirty="0" spc="-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Shadow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55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-1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1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550" dirty="0" spc="2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55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-1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nhìn</a:t>
            </a:r>
            <a:r>
              <a:rPr lang="en-US" sz="255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thân.</a:t>
            </a:r>
            <a:r>
              <a:rPr lang="en-US" sz="2550" dirty="0" spc="-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nghề nghiệp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550" dirty="0" spc="-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tạo,</a:t>
            </a:r>
            <a:r>
              <a:rPr lang="en-US" sz="2550" dirty="0" spc="-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55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 chịu không</a:t>
            </a:r>
            <a:r>
              <a:rPr lang="en-US" sz="255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Shadow.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Anima/Animus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mang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550" dirty="0" spc="2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550" dirty="0" spc="-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550" dirty="0" spc="-1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sẽ</a:t>
            </a:r>
            <a:r>
              <a:rPr lang="en-US" sz="2550" dirty="0" spc="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1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phê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phán. Các</a:t>
            </a:r>
            <a:r>
              <a:rPr lang="en-US" sz="255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-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J07–J09</a:t>
            </a:r>
            <a:r>
              <a:rPr lang="en-US" sz="255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550" dirty="0" spc="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 khái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2550" dirty="0" spc="-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này.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762000" y="9525000"/>
            <a:ext cx="16573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[S4]</a:t>
            </a:r>
            <a:r>
              <a:rPr lang="en-US" sz="1725" dirty="0" spc="-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J07–J09</a:t>
            </a:r>
            <a:endParaRPr lang="en-US" sz="1725" dirty="0"/>
          </a:p>
        </p:txBody>
      </p:sp>
      <p:sp>
        <p:nvSpPr>
          <p:cNvPr id="19" name="Text 16"/>
          <p:cNvSpPr/>
          <p:nvPr/>
        </p:nvSpPr>
        <p:spPr>
          <a:xfrm>
            <a:off x="762000" y="9972675"/>
            <a:ext cx="16478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J02</a:t>
            </a:r>
            <a:r>
              <a:rPr lang="en-US" sz="157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57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5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11/36</a:t>
            </a:r>
            <a:endParaRPr lang="en-US" sz="1575" dirty="0"/>
          </a:p>
        </p:txBody>
      </p:sp>
      <p:sp>
        <p:nvSpPr>
          <p:cNvPr id="20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adb3bd2d-11d8-4197-ade1-d78732e420a6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41F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4763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🧠 C · BẢN ĐỒ 4</a:t>
            </a:r>
            <a:endParaRPr lang="en-US" sz="2100" dirty="0"/>
          </a:p>
        </p:txBody>
      </p:sp>
      <p:pic>
        <p:nvPicPr>
          <p:cNvPr id="3" name="Moda flattened rect-1792855601390-565058927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5735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75" b="1" dirty="0" spc="5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Self</a:t>
            </a:r>
            <a:r>
              <a:rPr lang="en-US" sz="4575" b="1" dirty="0" spc="-46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và</a:t>
            </a:r>
            <a:r>
              <a:rPr lang="en-US" sz="4575" b="1" dirty="0" spc="2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individuation không</a:t>
            </a:r>
            <a:r>
              <a:rPr lang="en-US" sz="4575" b="1" dirty="0" spc="6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phải</a:t>
            </a:r>
            <a:r>
              <a:rPr lang="en-US" sz="4575" b="1" dirty="0" spc="1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hoàn</a:t>
            </a:r>
            <a:r>
              <a:rPr lang="en-US" sz="4575" b="1" dirty="0" spc="5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hảo</a:t>
            </a:r>
            <a:endParaRPr lang="en-US" sz="4575" dirty="0"/>
          </a:p>
        </p:txBody>
      </p:sp>
      <p:sp>
        <p:nvSpPr>
          <p:cNvPr id="5" name="Shape 2"/>
          <p:cNvSpPr/>
          <p:nvPr/>
        </p:nvSpPr>
        <p:spPr>
          <a:xfrm>
            <a:off x="762000" y="3381375"/>
            <a:ext cx="5080000" cy="2524125"/>
          </a:xfrm>
          <a:prstGeom prst="roundRect">
            <a:avLst>
              <a:gd name="adj" fmla="val 4528"/>
            </a:avLst>
          </a:prstGeom>
          <a:solidFill>
            <a:srgbClr val="362E4C"/>
          </a:solidFill>
          <a:ln/>
        </p:spPr>
      </p:sp>
      <p:sp>
        <p:nvSpPr>
          <p:cNvPr id="6" name="Text 3"/>
          <p:cNvSpPr/>
          <p:nvPr/>
        </p:nvSpPr>
        <p:spPr>
          <a:xfrm>
            <a:off x="1019175" y="3619500"/>
            <a:ext cx="45656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b="1" dirty="0" spc="4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Self</a:t>
            </a:r>
            <a:endParaRPr lang="en-US" sz="2775" dirty="0"/>
          </a:p>
        </p:txBody>
      </p:sp>
      <p:sp>
        <p:nvSpPr>
          <p:cNvPr id="7" name="Text 4"/>
          <p:cNvSpPr/>
          <p:nvPr/>
        </p:nvSpPr>
        <p:spPr>
          <a:xfrm>
            <a:off x="1019175" y="4667250"/>
            <a:ext cx="456565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J10:</a:t>
            </a:r>
            <a:r>
              <a:rPr lang="en-US" sz="2400" dirty="0" spc="-1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40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00" dirty="0" spc="16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461125" y="3381375"/>
            <a:ext cx="5080000" cy="2524125"/>
          </a:xfrm>
          <a:prstGeom prst="roundRect">
            <a:avLst>
              <a:gd name="adj" fmla="val 4528"/>
            </a:avLst>
          </a:prstGeom>
          <a:solidFill>
            <a:srgbClr val="362E4C"/>
          </a:solidFill>
          <a:ln/>
        </p:spPr>
      </p:sp>
      <p:sp>
        <p:nvSpPr>
          <p:cNvPr id="9" name="Text 6"/>
          <p:cNvSpPr/>
          <p:nvPr/>
        </p:nvSpPr>
        <p:spPr>
          <a:xfrm>
            <a:off x="6718300" y="3619500"/>
            <a:ext cx="45656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b="1" dirty="0" spc="1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Individuation</a:t>
            </a:r>
            <a:endParaRPr lang="en-US" sz="2775" dirty="0"/>
          </a:p>
        </p:txBody>
      </p:sp>
      <p:sp>
        <p:nvSpPr>
          <p:cNvPr id="10" name="Text 7"/>
          <p:cNvSpPr/>
          <p:nvPr/>
        </p:nvSpPr>
        <p:spPr>
          <a:xfrm>
            <a:off x="6718300" y="4667250"/>
            <a:ext cx="456565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J11:</a:t>
            </a:r>
            <a:r>
              <a:rPr lang="en-US" sz="240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400" dirty="0" spc="9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40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240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hợp.</a:t>
            </a:r>
            <a:endParaRPr lang="en-US" sz="2400" dirty="0"/>
          </a:p>
        </p:txBody>
      </p:sp>
      <p:sp>
        <p:nvSpPr>
          <p:cNvPr id="11" name="Connector line-1792855601399-471740781"/>
          <p:cNvSpPr/>
          <p:nvPr/>
        </p:nvSpPr>
        <p:spPr>
          <a:xfrm>
            <a:off x="5842000" y="4643438"/>
            <a:ext cx="619125" cy="0"/>
          </a:xfrm>
          <a:prstGeom prst="line">
            <a:avLst/>
          </a:prstGeom>
          <a:noFill/>
          <a:ln w="19050">
            <a:solidFill>
              <a:srgbClr val="B77C56"/>
            </a:solidFill>
            <a:prstDash val="solid"/>
            <a:headEnd type="none"/>
            <a:tailEnd type="none"/>
          </a:ln>
        </p:spPr>
      </p:sp>
      <p:sp>
        <p:nvSpPr>
          <p:cNvPr id="12" name="Shape 9"/>
          <p:cNvSpPr/>
          <p:nvPr/>
        </p:nvSpPr>
        <p:spPr>
          <a:xfrm>
            <a:off x="12160250" y="3381375"/>
            <a:ext cx="5080000" cy="2524125"/>
          </a:xfrm>
          <a:prstGeom prst="roundRect">
            <a:avLst>
              <a:gd name="adj" fmla="val 4528"/>
            </a:avLst>
          </a:prstGeom>
          <a:solidFill>
            <a:srgbClr val="362E4C"/>
          </a:solidFill>
          <a:ln/>
        </p:spPr>
      </p:sp>
      <p:sp>
        <p:nvSpPr>
          <p:cNvPr id="13" name="Text 10"/>
          <p:cNvSpPr/>
          <p:nvPr/>
        </p:nvSpPr>
        <p:spPr>
          <a:xfrm>
            <a:off x="12417425" y="3619500"/>
            <a:ext cx="45656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b="1" dirty="0" spc="-3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Học</a:t>
            </a:r>
            <a:r>
              <a:rPr lang="en-US" sz="2775" b="1" dirty="0" spc="2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tiếp</a:t>
            </a:r>
            <a:endParaRPr lang="en-US" sz="2775" dirty="0"/>
          </a:p>
        </p:txBody>
      </p:sp>
      <p:sp>
        <p:nvSpPr>
          <p:cNvPr id="14" name="Text 11"/>
          <p:cNvSpPr/>
          <p:nvPr/>
        </p:nvSpPr>
        <p:spPr>
          <a:xfrm>
            <a:off x="12417425" y="4667250"/>
            <a:ext cx="456565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J20/J21:</a:t>
            </a:r>
            <a:r>
              <a:rPr lang="en-US" sz="240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 chế</a:t>
            </a:r>
            <a:r>
              <a:rPr lang="en-US" sz="240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 niệm.</a:t>
            </a:r>
            <a:endParaRPr lang="en-US" sz="2400" dirty="0"/>
          </a:p>
        </p:txBody>
      </p:sp>
      <p:sp>
        <p:nvSpPr>
          <p:cNvPr id="15" name="Connector line-1792855601403-81899116"/>
          <p:cNvSpPr/>
          <p:nvPr/>
        </p:nvSpPr>
        <p:spPr>
          <a:xfrm>
            <a:off x="11541125" y="4643438"/>
            <a:ext cx="619125" cy="0"/>
          </a:xfrm>
          <a:prstGeom prst="line">
            <a:avLst/>
          </a:prstGeom>
          <a:noFill/>
          <a:ln w="19050">
            <a:solidFill>
              <a:srgbClr val="B77C56"/>
            </a:solidFill>
            <a:prstDash val="solid"/>
            <a:headEnd type="none"/>
            <a:tailEnd type="none"/>
          </a:ln>
        </p:spPr>
      </p:sp>
      <p:sp>
        <p:nvSpPr>
          <p:cNvPr id="16" name="Text 13"/>
          <p:cNvSpPr/>
          <p:nvPr/>
        </p:nvSpPr>
        <p:spPr>
          <a:xfrm>
            <a:off x="762000" y="6429375"/>
            <a:ext cx="162877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5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Sơ</a:t>
            </a:r>
            <a:r>
              <a:rPr lang="en-US" sz="1725" dirty="0" spc="1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725" dirty="0" spc="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 niệm</a:t>
            </a:r>
            <a:r>
              <a:rPr lang="en-US" sz="1725" dirty="0" spc="1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725" dirty="0" spc="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1725" dirty="0" spc="-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1725" dirty="0" spc="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725" dirty="0" spc="-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không</a:t>
            </a:r>
            <a:r>
              <a:rPr lang="en-US" sz="1725" dirty="0" spc="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725" dirty="0" spc="-3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725" dirty="0" spc="1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725" dirty="0" spc="-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endParaRPr lang="en-US" sz="1725" dirty="0"/>
          </a:p>
        </p:txBody>
      </p:sp>
      <p:sp>
        <p:nvSpPr>
          <p:cNvPr id="17" name="Text 14"/>
          <p:cNvSpPr/>
          <p:nvPr/>
        </p:nvSpPr>
        <p:spPr>
          <a:xfrm>
            <a:off x="762000" y="7096125"/>
            <a:ext cx="1647825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Self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2550" dirty="0" spc="-19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-1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 giả</a:t>
            </a:r>
            <a:r>
              <a:rPr lang="en-US" sz="2550" dirty="0" spc="17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định;</a:t>
            </a:r>
            <a:r>
              <a:rPr lang="en-US" sz="2550" dirty="0" spc="-4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individuation</a:t>
            </a:r>
            <a:r>
              <a:rPr lang="en-US" sz="255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550" dirty="0" spc="9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550" dirty="0" spc="-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Jung.</a:t>
            </a:r>
            <a:r>
              <a:rPr lang="en-US" sz="2550" dirty="0" spc="-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550" dirty="0" spc="-1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55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Self</a:t>
            </a:r>
            <a:r>
              <a:rPr lang="en-US" sz="2550" dirty="0" spc="-15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-14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trọng,</a:t>
            </a:r>
            <a:r>
              <a:rPr lang="en-US" sz="2550" dirty="0" spc="-3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-4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individuation</a:t>
            </a:r>
            <a:r>
              <a:rPr lang="en-US" sz="2550" dirty="0" spc="-16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-24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trở</a:t>
            </a:r>
            <a:r>
              <a:rPr lang="en-US" sz="255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550" dirty="0" spc="6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vượt</a:t>
            </a:r>
            <a:r>
              <a:rPr lang="en-US" sz="2550" dirty="0" spc="-2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trội</a:t>
            </a:r>
            <a:r>
              <a:rPr lang="en-US" sz="2550" dirty="0" spc="-19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5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r>
              <a:rPr lang="en-US" sz="2550" dirty="0" spc="-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J10–J11</a:t>
            </a:r>
            <a:r>
              <a:rPr lang="en-US" sz="2550" dirty="0" spc="-1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sẽ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-34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55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 niệm;</a:t>
            </a:r>
            <a:r>
              <a:rPr lang="en-US" sz="2550" dirty="0" spc="-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J20</a:t>
            </a:r>
            <a:r>
              <a:rPr lang="en-US" sz="2550" dirty="0" spc="-18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3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J21</a:t>
            </a:r>
            <a:r>
              <a:rPr lang="en-US" sz="2550" dirty="0" spc="34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550" dirty="0" spc="-14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6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 tích</a:t>
            </a:r>
            <a:r>
              <a:rPr lang="en-US" sz="255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550" dirty="0" spc="-18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 hình năng</a:t>
            </a:r>
            <a:r>
              <a:rPr lang="en-US" sz="2550" dirty="0" spc="5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lượng,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3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đại</a:t>
            </a:r>
            <a:r>
              <a:rPr lang="en-US" sz="2550" dirty="0" spc="5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550" dirty="0" spc="-26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vật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550" dirty="0" spc="-16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4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-7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này.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762000" y="9525000"/>
            <a:ext cx="16573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[S4]</a:t>
            </a:r>
            <a:r>
              <a:rPr lang="en-US" sz="1725" dirty="0" spc="-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Self/Individuation</a:t>
            </a:r>
            <a:endParaRPr lang="en-US" sz="1725" dirty="0"/>
          </a:p>
        </p:txBody>
      </p:sp>
      <p:sp>
        <p:nvSpPr>
          <p:cNvPr id="19" name="Text 16"/>
          <p:cNvSpPr/>
          <p:nvPr/>
        </p:nvSpPr>
        <p:spPr>
          <a:xfrm>
            <a:off x="762000" y="9972675"/>
            <a:ext cx="16478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J02</a:t>
            </a:r>
            <a:r>
              <a:rPr lang="en-US" sz="1575" dirty="0" spc="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575" dirty="0" spc="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4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12/36</a:t>
            </a:r>
            <a:endParaRPr lang="en-US" sz="1575" dirty="0"/>
          </a:p>
        </p:txBody>
      </p:sp>
      <p:sp>
        <p:nvSpPr>
          <p:cNvPr id="20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2a69d775-eb66-49ad-9a2b-73d86c3b61bb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4763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🧠 C · SIGN VÀ SYMBOL</a:t>
            </a:r>
            <a:endParaRPr lang="en-US" sz="2100" dirty="0"/>
          </a:p>
        </p:txBody>
      </p:sp>
      <p:pic>
        <p:nvPicPr>
          <p:cNvPr id="3" name="Moda flattened rect-1792855938055-914537199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5735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75" b="1" dirty="0" spc="-10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Một</a:t>
            </a:r>
            <a:r>
              <a:rPr lang="en-US" sz="4575" b="1" dirty="0" spc="4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nhãn</a:t>
            </a:r>
            <a:r>
              <a:rPr lang="en-US" sz="4575" b="1" dirty="0" spc="9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đã</a:t>
            </a:r>
            <a:r>
              <a:rPr lang="en-US" sz="4575" b="1" dirty="0" spc="0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biết</a:t>
            </a:r>
            <a:r>
              <a:rPr lang="en-US" sz="4575" b="1" dirty="0" spc="-47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và</a:t>
            </a:r>
            <a:r>
              <a:rPr lang="en-US" sz="4575" b="1" dirty="0" spc="-6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một</a:t>
            </a:r>
            <a:r>
              <a:rPr lang="en-US" sz="4575" b="1" dirty="0" spc="2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nghĩa</a:t>
            </a:r>
            <a:r>
              <a:rPr lang="en-US" sz="4575" b="1" dirty="0" spc="5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còn</a:t>
            </a:r>
            <a:r>
              <a:rPr lang="en-US" sz="4575" b="1" dirty="0" spc="3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mở</a:t>
            </a:r>
            <a:endParaRPr lang="en-US" sz="4575" dirty="0"/>
          </a:p>
        </p:txBody>
      </p:sp>
      <p:sp>
        <p:nvSpPr>
          <p:cNvPr id="5" name="Shape 2"/>
          <p:cNvSpPr/>
          <p:nvPr/>
        </p:nvSpPr>
        <p:spPr>
          <a:xfrm>
            <a:off x="762000" y="3333750"/>
            <a:ext cx="7810500" cy="2619375"/>
          </a:xfrm>
          <a:prstGeom prst="roundRect">
            <a:avLst>
              <a:gd name="adj" fmla="val 4364"/>
            </a:avLst>
          </a:prstGeom>
          <a:solidFill>
            <a:srgbClr val="EAE5F2"/>
          </a:solidFill>
          <a:ln/>
        </p:spPr>
      </p:sp>
      <p:sp>
        <p:nvSpPr>
          <p:cNvPr id="6" name="Text 3"/>
          <p:cNvSpPr/>
          <p:nvPr/>
        </p:nvSpPr>
        <p:spPr>
          <a:xfrm>
            <a:off x="1066800" y="3619500"/>
            <a:ext cx="7191375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25" b="1" dirty="0" spc="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Sign</a:t>
            </a:r>
            <a:endParaRPr lang="en-US" sz="3225" dirty="0"/>
          </a:p>
        </p:txBody>
      </p:sp>
      <p:sp>
        <p:nvSpPr>
          <p:cNvPr id="7" name="Text 4"/>
          <p:cNvSpPr/>
          <p:nvPr/>
        </p:nvSpPr>
        <p:spPr>
          <a:xfrm>
            <a:off x="1066800" y="45720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550" dirty="0" spc="-1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dirty="0" spc="2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1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biết.</a:t>
            </a:r>
            <a:endParaRPr lang="en-US" sz="2550" dirty="0"/>
          </a:p>
        </p:txBody>
      </p:sp>
      <p:sp>
        <p:nvSpPr>
          <p:cNvPr id="8" name="Shape 5"/>
          <p:cNvSpPr/>
          <p:nvPr/>
        </p:nvSpPr>
        <p:spPr>
          <a:xfrm>
            <a:off x="9715500" y="3333750"/>
            <a:ext cx="7810500" cy="2619375"/>
          </a:xfrm>
          <a:prstGeom prst="roundRect">
            <a:avLst>
              <a:gd name="adj" fmla="val 4364"/>
            </a:avLst>
          </a:prstGeom>
          <a:solidFill>
            <a:srgbClr val="EAE5F2"/>
          </a:solidFill>
          <a:ln/>
        </p:spPr>
      </p:sp>
      <p:sp>
        <p:nvSpPr>
          <p:cNvPr id="9" name="Text 6"/>
          <p:cNvSpPr/>
          <p:nvPr/>
        </p:nvSpPr>
        <p:spPr>
          <a:xfrm>
            <a:off x="10020300" y="3619500"/>
            <a:ext cx="7191375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25" b="1" dirty="0" spc="-2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Symbol</a:t>
            </a:r>
            <a:endParaRPr lang="en-US" sz="3225" dirty="0"/>
          </a:p>
        </p:txBody>
      </p:sp>
      <p:sp>
        <p:nvSpPr>
          <p:cNvPr id="10" name="Text 7"/>
          <p:cNvSpPr/>
          <p:nvPr/>
        </p:nvSpPr>
        <p:spPr>
          <a:xfrm>
            <a:off x="10020300" y="45720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Nghĩa</a:t>
            </a:r>
            <a:r>
              <a:rPr lang="en-US" sz="2550" dirty="0" spc="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 được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</a:t>
            </a:r>
            <a:r>
              <a:rPr lang="en-US" sz="255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đạt</a:t>
            </a:r>
            <a:r>
              <a:rPr lang="en-US" sz="2550" dirty="0" spc="-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hết.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8334375" y="4191000"/>
            <a:ext cx="1238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75" b="1" dirty="0" spc="4" kern="0">
                <a:solidFill>
                  <a:srgbClr val="B77C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≠</a:t>
            </a:r>
            <a:endParaRPr lang="en-US" sz="4875" dirty="0"/>
          </a:p>
        </p:txBody>
      </p:sp>
      <p:sp>
        <p:nvSpPr>
          <p:cNvPr id="12" name="Text 9"/>
          <p:cNvSpPr/>
          <p:nvPr/>
        </p:nvSpPr>
        <p:spPr>
          <a:xfrm>
            <a:off x="762000" y="6429375"/>
            <a:ext cx="162877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5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Sơ</a:t>
            </a:r>
            <a:r>
              <a:rPr lang="en-US" sz="1725" dirty="0" spc="1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725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 niệm</a:t>
            </a:r>
            <a:r>
              <a:rPr lang="en-US" sz="1725" dirty="0" spc="1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725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1725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không</a:t>
            </a:r>
            <a:r>
              <a:rPr lang="en-US" sz="1725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725" dirty="0" spc="-3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725" dirty="0" spc="1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endParaRPr lang="en-US" sz="1725" dirty="0"/>
          </a:p>
        </p:txBody>
      </p:sp>
      <p:sp>
        <p:nvSpPr>
          <p:cNvPr id="13" name="Text 10"/>
          <p:cNvSpPr/>
          <p:nvPr/>
        </p:nvSpPr>
        <p:spPr>
          <a:xfrm>
            <a:off x="762000" y="7096125"/>
            <a:ext cx="1647825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5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2550" dirty="0" spc="2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 Jung,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sign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 quy chiếu</a:t>
            </a:r>
            <a:r>
              <a:rPr lang="en-US" sz="2550" dirty="0" spc="-1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dirty="0" spc="2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1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-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55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550" dirty="0" spc="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ước.</a:t>
            </a:r>
            <a:r>
              <a:rPr lang="en-US" sz="2550" dirty="0" spc="-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Symbol</a:t>
            </a:r>
            <a:r>
              <a:rPr lang="en-US" sz="255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đạt</a:t>
            </a:r>
            <a:r>
              <a:rPr lang="en-US" sz="2550" dirty="0" spc="2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550" dirty="0" spc="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550" dirty="0" spc="1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dirty="0" spc="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-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biết,</a:t>
            </a:r>
            <a:r>
              <a:rPr lang="en-US" sz="2550" dirty="0" spc="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</a:t>
            </a:r>
            <a:r>
              <a:rPr lang="en-US" sz="255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đạt</a:t>
            </a:r>
            <a:r>
              <a:rPr lang="en-US" sz="2550" dirty="0" spc="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đầy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55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dirty="0" spc="-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</a:t>
            </a:r>
            <a:r>
              <a:rPr lang="en-US" sz="255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Bởi</a:t>
            </a:r>
            <a:r>
              <a:rPr lang="en-US" sz="2550" dirty="0" spc="-1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vậy,</a:t>
            </a:r>
            <a:r>
              <a:rPr lang="en-US" sz="2550" dirty="0" spc="-1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550" dirty="0" spc="-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là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</a:t>
            </a:r>
            <a:r>
              <a:rPr lang="en-US" sz="2550" dirty="0" spc="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550" dirty="0" spc="1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550" dirty="0" spc="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nó. Phải</a:t>
            </a:r>
            <a:r>
              <a:rPr lang="en-US" sz="255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-1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550" dirty="0" spc="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tưởng</a:t>
            </a:r>
            <a:r>
              <a:rPr lang="en-US" sz="2550" dirty="0" spc="-1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cảnh,</a:t>
            </a:r>
            <a:r>
              <a:rPr lang="en-US" sz="2550" dirty="0" spc="-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áp</a:t>
            </a:r>
            <a:r>
              <a:rPr lang="en-US" sz="2550" dirty="0" spc="-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sẵn.</a:t>
            </a:r>
            <a:endParaRPr lang="en-US" sz="2550" dirty="0"/>
          </a:p>
        </p:txBody>
      </p:sp>
      <p:sp>
        <p:nvSpPr>
          <p:cNvPr id="14" name="Text 11"/>
          <p:cNvSpPr/>
          <p:nvPr/>
        </p:nvSpPr>
        <p:spPr>
          <a:xfrm>
            <a:off x="762000" y="9525000"/>
            <a:ext cx="16573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r>
              <a:rPr lang="en-US" sz="172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XI.51</a:t>
            </a:r>
            <a:r>
              <a:rPr lang="en-US" sz="1725" dirty="0" spc="-3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Symbol</a:t>
            </a:r>
            <a:endParaRPr lang="en-US" sz="1725" dirty="0"/>
          </a:p>
        </p:txBody>
      </p:sp>
      <p:sp>
        <p:nvSpPr>
          <p:cNvPr id="15" name="Text 12"/>
          <p:cNvSpPr/>
          <p:nvPr/>
        </p:nvSpPr>
        <p:spPr>
          <a:xfrm>
            <a:off x="762000" y="9972675"/>
            <a:ext cx="16478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J02</a:t>
            </a:r>
            <a:r>
              <a:rPr lang="en-US" sz="157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57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6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13/36</a:t>
            </a:r>
            <a:endParaRPr lang="en-US" sz="1575" dirty="0"/>
          </a:p>
        </p:txBody>
      </p:sp>
      <p:sp>
        <p:nvSpPr>
          <p:cNvPr id="16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ab93638e-aaad-4d0c-be49-3ad58a1d3fe3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4763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🧠 C · LIÊN TƯỞNG</a:t>
            </a:r>
            <a:endParaRPr lang="en-US" sz="2100" dirty="0"/>
          </a:p>
        </p:txBody>
      </p:sp>
      <p:pic>
        <p:nvPicPr>
          <p:cNvPr id="3" name="Moda flattened rect-1792855624566-339034838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5735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75" b="1" dirty="0" spc="2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Cùng</a:t>
            </a:r>
            <a:r>
              <a:rPr lang="en-US" sz="4575" b="1" dirty="0" spc="-7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một</a:t>
            </a:r>
            <a:r>
              <a:rPr lang="en-US" sz="4575" b="1" dirty="0" spc="4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chiếc</a:t>
            </a:r>
            <a:r>
              <a:rPr lang="en-US" sz="4575" b="1" dirty="0" spc="0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cầu,</a:t>
            </a:r>
            <a:r>
              <a:rPr lang="en-US" sz="4575" b="1" dirty="0" spc="4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nhiều</a:t>
            </a:r>
            <a:r>
              <a:rPr lang="en-US" sz="4575" b="1" dirty="0" spc="3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bối</a:t>
            </a:r>
            <a:r>
              <a:rPr lang="en-US" sz="4575" b="1" dirty="0" spc="6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cảnh</a:t>
            </a:r>
            <a:endParaRPr lang="en-US" sz="4575" dirty="0"/>
          </a:p>
        </p:txBody>
      </p:sp>
      <p:sp>
        <p:nvSpPr>
          <p:cNvPr id="5" name="Text 2"/>
          <p:cNvSpPr/>
          <p:nvPr/>
        </p:nvSpPr>
        <p:spPr>
          <a:xfrm>
            <a:off x="762000" y="3190875"/>
            <a:ext cx="8001000" cy="552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Chiếc</a:t>
            </a:r>
            <a:r>
              <a:rPr lang="en-US" sz="270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70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 là</a:t>
            </a:r>
            <a:r>
              <a:rPr lang="en-US" sz="2700" dirty="0" spc="-1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r>
              <a:rPr lang="en-US" sz="2700" dirty="0" spc="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700" dirty="0" spc="3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70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làm,</a:t>
            </a:r>
            <a:r>
              <a:rPr lang="en-US" sz="2700" dirty="0" spc="-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700" dirty="0" spc="-2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r>
              <a:rPr lang="en-US" sz="270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 hình</a:t>
            </a: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700" dirty="0" spc="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vừa</a:t>
            </a:r>
            <a:r>
              <a:rPr lang="en-US" sz="2700" dirty="0" spc="-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700" dirty="0" spc="-2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phim.</a:t>
            </a:r>
            <a:r>
              <a:rPr lang="en-US" sz="2700" dirty="0" spc="-5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700" dirty="0" spc="1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</a:t>
            </a:r>
            <a:r>
              <a:rPr lang="en-US" sz="2700" dirty="0" spc="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tượng,</a:t>
            </a:r>
            <a:r>
              <a:rPr lang="en-US" sz="270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700" dirty="0" spc="1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r>
              <a:rPr lang="en-US" sz="270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700" dirty="0" spc="-1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gợi</a:t>
            </a:r>
            <a:r>
              <a:rPr lang="en-US" sz="2700" dirty="0" spc="2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70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dirty="0" spc="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dirty="0" spc="-3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kể.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IAAP</a:t>
            </a: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-3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Verena</a:t>
            </a:r>
            <a:r>
              <a:rPr lang="en-US" sz="2700" dirty="0" spc="-3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Kast</a:t>
            </a: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dirty="0" spc="-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70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700" dirty="0" spc="-1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</a:t>
            </a:r>
            <a:r>
              <a:rPr lang="en-US" sz="2700" dirty="0" spc="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2700" dirty="0" spc="-1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70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700" dirty="0" spc="-1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 nghĩa;</a:t>
            </a:r>
            <a:r>
              <a:rPr lang="en-US" sz="2700" dirty="0" spc="1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70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700" dirty="0" spc="-2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700" dirty="0" spc="1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700" dirty="0" spc="-2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rằng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70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70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phổ</a:t>
            </a:r>
            <a:r>
              <a:rPr lang="en-US" sz="2700" dirty="0" spc="-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quát.</a:t>
            </a:r>
            <a:endParaRPr lang="en-US" sz="2700" dirty="0"/>
          </a:p>
        </p:txBody>
      </p:sp>
      <p:pic>
        <p:nvPicPr>
          <p:cNvPr id="6" name="Moda image rect-1792855625001-575043786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167690" y="3048000"/>
            <a:ext cx="4429870" cy="2952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715500" y="6191250"/>
            <a:ext cx="7334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Ảnh minh họa</a:t>
            </a:r>
            <a:r>
              <a:rPr lang="en-US" sz="1650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1650" dirty="0" spc="8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đại:</a:t>
            </a:r>
            <a:r>
              <a:rPr lang="en-US" sz="1650" dirty="0" spc="-26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Yuval</a:t>
            </a:r>
            <a:r>
              <a:rPr lang="en-US" sz="1650" dirty="0" spc="-15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Zukerman</a:t>
            </a:r>
            <a:r>
              <a:rPr lang="en-US" sz="1650" dirty="0" spc="7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650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Unsplash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9715500" y="7239000"/>
            <a:ext cx="723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</a:t>
            </a:r>
            <a:r>
              <a:rPr lang="en-US" sz="2250" b="1" dirty="0" spc="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ảnh:</a:t>
            </a:r>
            <a:r>
              <a:rPr lang="en-US" sz="2250" b="1" dirty="0" spc="-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b="1" dirty="0" spc="-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cây</a:t>
            </a:r>
            <a:r>
              <a:rPr lang="en-US" sz="2250" b="1" dirty="0" spc="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cầu.</a:t>
            </a:r>
            <a:endParaRPr lang="en-US" sz="2250" dirty="0"/>
          </a:p>
        </p:txBody>
      </p:sp>
      <p:sp>
        <p:nvSpPr>
          <p:cNvPr id="9" name="Text 5"/>
          <p:cNvSpPr/>
          <p:nvPr/>
        </p:nvSpPr>
        <p:spPr>
          <a:xfrm>
            <a:off x="9715500" y="8143875"/>
            <a:ext cx="723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Liên</a:t>
            </a:r>
            <a:r>
              <a:rPr lang="en-US" sz="2250" dirty="0" spc="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tưởng:</a:t>
            </a:r>
            <a:r>
              <a:rPr lang="en-US" sz="2250" dirty="0" spc="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250" dirty="0" spc="-3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r>
              <a:rPr lang="en-US" sz="22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2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250" dirty="0" spc="1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2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2250" dirty="0"/>
          </a:p>
        </p:txBody>
      </p:sp>
      <p:sp>
        <p:nvSpPr>
          <p:cNvPr id="10" name="Text 6"/>
          <p:cNvSpPr/>
          <p:nvPr/>
        </p:nvSpPr>
        <p:spPr>
          <a:xfrm>
            <a:off x="762000" y="9525000"/>
            <a:ext cx="16573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[S2–S3]</a:t>
            </a:r>
            <a:r>
              <a:rPr lang="en-US" sz="1725" dirty="0" spc="-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J15</a:t>
            </a:r>
            <a:endParaRPr lang="en-US" sz="1725" dirty="0"/>
          </a:p>
        </p:txBody>
      </p:sp>
      <p:sp>
        <p:nvSpPr>
          <p:cNvPr id="11" name="Text 7"/>
          <p:cNvSpPr/>
          <p:nvPr/>
        </p:nvSpPr>
        <p:spPr>
          <a:xfrm>
            <a:off x="762000" y="9972675"/>
            <a:ext cx="16478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J02</a:t>
            </a:r>
            <a:r>
              <a:rPr lang="en-US" sz="157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57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3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14/36</a:t>
            </a:r>
            <a:endParaRPr lang="en-US" sz="1575" dirty="0"/>
          </a:p>
        </p:txBody>
      </p:sp>
      <p:sp>
        <p:nvSpPr>
          <p:cNvPr id="12" name="Shape 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3" name="Moda image moda-export-watermark-1c4d877c-260d-4710-a944-66e906cdc256" descr="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4763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🧠 C · HAI CÁCH HỎI</a:t>
            </a:r>
            <a:endParaRPr lang="en-US" sz="2100" dirty="0"/>
          </a:p>
        </p:txBody>
      </p:sp>
      <p:pic>
        <p:nvPicPr>
          <p:cNvPr id="3" name="Moda flattened rect-1792855628324-331053663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5735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75" b="1" dirty="0" spc="1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Nguồn</a:t>
            </a:r>
            <a:r>
              <a:rPr lang="en-US" sz="4575" b="1" dirty="0" spc="-27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gốc</a:t>
            </a:r>
            <a:r>
              <a:rPr lang="en-US" sz="4575" b="1" dirty="0" spc="-47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và</a:t>
            </a:r>
            <a:r>
              <a:rPr lang="en-US" sz="4575" b="1" dirty="0" spc="3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khả năng phát</a:t>
            </a:r>
            <a:r>
              <a:rPr lang="en-US" sz="4575" b="1" dirty="0" spc="4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triển</a:t>
            </a:r>
            <a:endParaRPr lang="en-US" sz="4575" dirty="0"/>
          </a:p>
        </p:txBody>
      </p:sp>
      <p:sp>
        <p:nvSpPr>
          <p:cNvPr id="5" name="Shape 2"/>
          <p:cNvSpPr/>
          <p:nvPr/>
        </p:nvSpPr>
        <p:spPr>
          <a:xfrm>
            <a:off x="762000" y="3381375"/>
            <a:ext cx="7929563" cy="2524125"/>
          </a:xfrm>
          <a:prstGeom prst="roundRect">
            <a:avLst>
              <a:gd name="adj" fmla="val 4528"/>
            </a:avLst>
          </a:prstGeom>
          <a:solidFill>
            <a:srgbClr val="EAE5F2"/>
          </a:solidFill>
          <a:ln/>
        </p:spPr>
      </p:sp>
      <p:sp>
        <p:nvSpPr>
          <p:cNvPr id="6" name="Text 3"/>
          <p:cNvSpPr/>
          <p:nvPr/>
        </p:nvSpPr>
        <p:spPr>
          <a:xfrm>
            <a:off x="1019175" y="3619500"/>
            <a:ext cx="7415213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b="1" dirty="0" spc="-15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Retrospective</a:t>
            </a:r>
            <a:endParaRPr lang="en-US" sz="2775" dirty="0"/>
          </a:p>
        </p:txBody>
      </p:sp>
      <p:sp>
        <p:nvSpPr>
          <p:cNvPr id="7" name="Text 4"/>
          <p:cNvSpPr/>
          <p:nvPr/>
        </p:nvSpPr>
        <p:spPr>
          <a:xfrm>
            <a:off x="1019175" y="4667250"/>
            <a:ext cx="7415213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40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400" dirty="0" spc="1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0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400" dirty="0" spc="-1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400" dirty="0" spc="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đây?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9310688" y="3381375"/>
            <a:ext cx="7929563" cy="2524125"/>
          </a:xfrm>
          <a:prstGeom prst="roundRect">
            <a:avLst>
              <a:gd name="adj" fmla="val 4528"/>
            </a:avLst>
          </a:prstGeom>
          <a:solidFill>
            <a:srgbClr val="EAE5F2"/>
          </a:solidFill>
          <a:ln/>
        </p:spPr>
      </p:sp>
      <p:sp>
        <p:nvSpPr>
          <p:cNvPr id="9" name="Text 6"/>
          <p:cNvSpPr/>
          <p:nvPr/>
        </p:nvSpPr>
        <p:spPr>
          <a:xfrm>
            <a:off x="9567863" y="3619500"/>
            <a:ext cx="7415213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b="1" dirty="0" spc="-13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Prospective</a:t>
            </a:r>
            <a:endParaRPr lang="en-US" sz="2775" dirty="0"/>
          </a:p>
        </p:txBody>
      </p:sp>
      <p:sp>
        <p:nvSpPr>
          <p:cNvPr id="10" name="Text 7"/>
          <p:cNvSpPr/>
          <p:nvPr/>
        </p:nvSpPr>
        <p:spPr>
          <a:xfrm>
            <a:off x="9567863" y="4667250"/>
            <a:ext cx="7415213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Khả</a:t>
            </a:r>
            <a:r>
              <a:rPr lang="en-US" sz="240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400" dirty="0" spc="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40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400" dirty="0" spc="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00" dirty="0" spc="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nhìn?</a:t>
            </a:r>
            <a:endParaRPr lang="en-US" sz="2400" dirty="0"/>
          </a:p>
        </p:txBody>
      </p:sp>
      <p:sp>
        <p:nvSpPr>
          <p:cNvPr id="11" name="Connector line-1792855628332-524651055"/>
          <p:cNvSpPr/>
          <p:nvPr/>
        </p:nvSpPr>
        <p:spPr>
          <a:xfrm>
            <a:off x="8691563" y="4643438"/>
            <a:ext cx="619125" cy="0"/>
          </a:xfrm>
          <a:prstGeom prst="line">
            <a:avLst/>
          </a:prstGeom>
          <a:noFill/>
          <a:ln w="19050">
            <a:solidFill>
              <a:srgbClr val="B77C56"/>
            </a:solidFill>
            <a:prstDash val="solid"/>
            <a:headEnd type="none"/>
            <a:tailEnd type="none"/>
          </a:ln>
        </p:spPr>
      </p:sp>
      <p:sp>
        <p:nvSpPr>
          <p:cNvPr id="12" name="Text 9"/>
          <p:cNvSpPr/>
          <p:nvPr/>
        </p:nvSpPr>
        <p:spPr>
          <a:xfrm>
            <a:off x="762000" y="6429375"/>
            <a:ext cx="162877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5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Sơ</a:t>
            </a:r>
            <a:r>
              <a:rPr lang="en-US" sz="1725" dirty="0" spc="1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725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 niệm</a:t>
            </a:r>
            <a:r>
              <a:rPr lang="en-US" sz="1725" dirty="0" spc="1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725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1725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không</a:t>
            </a:r>
            <a:r>
              <a:rPr lang="en-US" sz="1725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725" dirty="0" spc="-3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725" dirty="0" spc="1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endParaRPr lang="en-US" sz="1725" dirty="0"/>
          </a:p>
        </p:txBody>
      </p:sp>
      <p:sp>
        <p:nvSpPr>
          <p:cNvPr id="13" name="Text 10"/>
          <p:cNvSpPr/>
          <p:nvPr/>
        </p:nvSpPr>
        <p:spPr>
          <a:xfrm>
            <a:off x="762000" y="7096125"/>
            <a:ext cx="1647825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550" dirty="0" spc="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550" dirty="0" spc="2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550" dirty="0" spc="1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550" dirty="0" spc="-1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550" dirty="0" spc="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tượng.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1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-1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prospective</a:t>
            </a:r>
            <a:r>
              <a:rPr lang="en-US" sz="255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Jung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khả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550" dirty="0" spc="2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</a:t>
            </a:r>
            <a:r>
              <a:rPr lang="en-US" sz="255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-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550" dirty="0" spc="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55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550" dirty="0" spc="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-1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gợi.</a:t>
            </a:r>
            <a:r>
              <a:rPr lang="en-US" sz="255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-1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lai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phải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r>
              <a:rPr lang="en-US" sz="2550" dirty="0" spc="1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</a:t>
            </a:r>
            <a:r>
              <a:rPr lang="en-US" sz="2550" dirty="0" spc="-1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 tác</a:t>
            </a:r>
            <a:r>
              <a:rPr lang="en-US" sz="2550" dirty="0" spc="1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lai.</a:t>
            </a:r>
            <a:r>
              <a:rPr lang="en-US" sz="255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lối</a:t>
            </a:r>
            <a:r>
              <a:rPr lang="en-US" sz="2550" dirty="0" spc="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1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hữu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ích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1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thoại,</a:t>
            </a:r>
            <a:r>
              <a:rPr lang="en-US" sz="2550" dirty="0" spc="1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550" dirty="0" spc="-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-1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ý nghĩa</a:t>
            </a:r>
            <a:r>
              <a:rPr lang="en-US" sz="2550" dirty="0" spc="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-1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550" dirty="0" spc="-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thật.</a:t>
            </a:r>
            <a:endParaRPr lang="en-US" sz="2550" dirty="0"/>
          </a:p>
        </p:txBody>
      </p:sp>
      <p:sp>
        <p:nvSpPr>
          <p:cNvPr id="14" name="Text 11"/>
          <p:cNvSpPr/>
          <p:nvPr/>
        </p:nvSpPr>
        <p:spPr>
          <a:xfrm>
            <a:off x="762000" y="9525000"/>
            <a:ext cx="16573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r>
              <a:rPr lang="en-US" sz="1725" dirty="0" spc="-16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1725" dirty="0" spc="3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tựa</a:t>
            </a:r>
            <a:r>
              <a:rPr lang="en-US" sz="1725" dirty="0" spc="-3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1916/Constructive method</a:t>
            </a:r>
            <a:endParaRPr lang="en-US" sz="1725" dirty="0"/>
          </a:p>
        </p:txBody>
      </p:sp>
      <p:sp>
        <p:nvSpPr>
          <p:cNvPr id="15" name="Text 12"/>
          <p:cNvSpPr/>
          <p:nvPr/>
        </p:nvSpPr>
        <p:spPr>
          <a:xfrm>
            <a:off x="762000" y="9972675"/>
            <a:ext cx="16478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J02</a:t>
            </a:r>
            <a:r>
              <a:rPr lang="en-US" sz="157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57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3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15/36</a:t>
            </a:r>
            <a:endParaRPr lang="en-US" sz="1575" dirty="0"/>
          </a:p>
        </p:txBody>
      </p:sp>
      <p:sp>
        <p:nvSpPr>
          <p:cNvPr id="16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ea7dd94e-d6d6-46b5-9be9-463ed322b55e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41F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4763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⚙️ D · PSYCHOLOGICAL MECHANISM</a:t>
            </a:r>
            <a:endParaRPr lang="en-US" sz="2100" dirty="0"/>
          </a:p>
        </p:txBody>
      </p:sp>
      <p:pic>
        <p:nvPicPr>
          <p:cNvPr id="3" name="Moda flattened rect-1792855631239-638985798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5735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75" b="1" dirty="0" spc="-64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Từ</a:t>
            </a:r>
            <a:r>
              <a:rPr lang="en-US" sz="4575" b="1" dirty="0" spc="2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quan</a:t>
            </a:r>
            <a:r>
              <a:rPr lang="en-US" sz="4575" b="1" dirty="0" spc="-2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sát</a:t>
            </a:r>
            <a:r>
              <a:rPr lang="en-US" sz="4575" b="1" dirty="0" spc="-40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tới</a:t>
            </a:r>
            <a:r>
              <a:rPr lang="en-US" sz="4575" b="1" dirty="0" spc="1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giả</a:t>
            </a:r>
            <a:r>
              <a:rPr lang="en-US" sz="4575" b="1" dirty="0" spc="5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thuyết,</a:t>
            </a:r>
            <a:r>
              <a:rPr lang="en-US" sz="4575" b="1" dirty="0" spc="2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không</a:t>
            </a:r>
            <a:r>
              <a:rPr lang="en-US" sz="4575" b="1" dirty="0" spc="4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nhảy</a:t>
            </a:r>
            <a:r>
              <a:rPr lang="en-US" sz="4575" b="1" dirty="0" spc="3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thẳng</a:t>
            </a:r>
            <a:endParaRPr lang="en-US" sz="4575" dirty="0"/>
          </a:p>
        </p:txBody>
      </p:sp>
      <p:sp>
        <p:nvSpPr>
          <p:cNvPr id="5" name="Shape 2"/>
          <p:cNvSpPr/>
          <p:nvPr/>
        </p:nvSpPr>
        <p:spPr>
          <a:xfrm>
            <a:off x="762000" y="3381375"/>
            <a:ext cx="5080000" cy="2524125"/>
          </a:xfrm>
          <a:prstGeom prst="roundRect">
            <a:avLst>
              <a:gd name="adj" fmla="val 4528"/>
            </a:avLst>
          </a:prstGeom>
          <a:solidFill>
            <a:srgbClr val="362E4C"/>
          </a:solidFill>
          <a:ln/>
        </p:spPr>
      </p:sp>
      <p:sp>
        <p:nvSpPr>
          <p:cNvPr id="6" name="Text 3"/>
          <p:cNvSpPr/>
          <p:nvPr/>
        </p:nvSpPr>
        <p:spPr>
          <a:xfrm>
            <a:off x="1019175" y="3619500"/>
            <a:ext cx="45656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b="1" dirty="0" spc="1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Định</a:t>
            </a:r>
            <a:r>
              <a:rPr lang="en-US" sz="2775" b="1" dirty="0" spc="-26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hướng</a:t>
            </a:r>
            <a:endParaRPr lang="en-US" sz="2775" dirty="0"/>
          </a:p>
        </p:txBody>
      </p:sp>
      <p:sp>
        <p:nvSpPr>
          <p:cNvPr id="7" name="Text 4"/>
          <p:cNvSpPr/>
          <p:nvPr/>
        </p:nvSpPr>
        <p:spPr>
          <a:xfrm>
            <a:off x="1019175" y="4667250"/>
            <a:ext cx="456565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400" dirty="0" spc="1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400" dirty="0" spc="6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2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240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461125" y="3381375"/>
            <a:ext cx="5080000" cy="2524125"/>
          </a:xfrm>
          <a:prstGeom prst="roundRect">
            <a:avLst>
              <a:gd name="adj" fmla="val 4528"/>
            </a:avLst>
          </a:prstGeom>
          <a:solidFill>
            <a:srgbClr val="362E4C"/>
          </a:solidFill>
          <a:ln/>
        </p:spPr>
      </p:sp>
      <p:sp>
        <p:nvSpPr>
          <p:cNvPr id="9" name="Text 6"/>
          <p:cNvSpPr/>
          <p:nvPr/>
        </p:nvSpPr>
        <p:spPr>
          <a:xfrm>
            <a:off x="6718300" y="3619500"/>
            <a:ext cx="45656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b="1" dirty="0" spc="-37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Trải</a:t>
            </a:r>
            <a:r>
              <a:rPr lang="en-US" sz="2775" b="1" dirty="0" spc="-1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nghiệm</a:t>
            </a:r>
            <a:endParaRPr lang="en-US" sz="2775" dirty="0"/>
          </a:p>
        </p:txBody>
      </p:sp>
      <p:sp>
        <p:nvSpPr>
          <p:cNvPr id="10" name="Text 7"/>
          <p:cNvSpPr/>
          <p:nvPr/>
        </p:nvSpPr>
        <p:spPr>
          <a:xfrm>
            <a:off x="6718300" y="4667250"/>
            <a:ext cx="456565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40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00" dirty="0" spc="4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00" dirty="0" spc="-1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tả.</a:t>
            </a:r>
            <a:endParaRPr lang="en-US" sz="2400" dirty="0"/>
          </a:p>
        </p:txBody>
      </p:sp>
      <p:sp>
        <p:nvSpPr>
          <p:cNvPr id="11" name="Connector line-1792855631245-315900318"/>
          <p:cNvSpPr/>
          <p:nvPr/>
        </p:nvSpPr>
        <p:spPr>
          <a:xfrm>
            <a:off x="5842000" y="4643438"/>
            <a:ext cx="619125" cy="0"/>
          </a:xfrm>
          <a:prstGeom prst="line">
            <a:avLst/>
          </a:prstGeom>
          <a:noFill/>
          <a:ln w="19050">
            <a:solidFill>
              <a:srgbClr val="B77C56"/>
            </a:solidFill>
            <a:prstDash val="dash"/>
            <a:headEnd type="none"/>
            <a:tailEnd type="none"/>
          </a:ln>
        </p:spPr>
      </p:sp>
      <p:sp>
        <p:nvSpPr>
          <p:cNvPr id="12" name="Shape 9"/>
          <p:cNvSpPr/>
          <p:nvPr/>
        </p:nvSpPr>
        <p:spPr>
          <a:xfrm>
            <a:off x="12160250" y="3381375"/>
            <a:ext cx="5080000" cy="2524125"/>
          </a:xfrm>
          <a:prstGeom prst="roundRect">
            <a:avLst>
              <a:gd name="adj" fmla="val 4528"/>
            </a:avLst>
          </a:prstGeom>
          <a:solidFill>
            <a:srgbClr val="362E4C"/>
          </a:solidFill>
          <a:ln/>
        </p:spPr>
      </p:sp>
      <p:sp>
        <p:nvSpPr>
          <p:cNvPr id="13" name="Text 10"/>
          <p:cNvSpPr/>
          <p:nvPr/>
        </p:nvSpPr>
        <p:spPr>
          <a:xfrm>
            <a:off x="12417425" y="3619500"/>
            <a:ext cx="45656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b="1" dirty="0" spc="2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Giả</a:t>
            </a:r>
            <a:r>
              <a:rPr lang="en-US" sz="2775" b="1" dirty="0" spc="1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thuyết</a:t>
            </a:r>
            <a:endParaRPr lang="en-US" sz="2775" dirty="0"/>
          </a:p>
        </p:txBody>
      </p:sp>
      <p:sp>
        <p:nvSpPr>
          <p:cNvPr id="14" name="Text 11"/>
          <p:cNvSpPr/>
          <p:nvPr/>
        </p:nvSpPr>
        <p:spPr>
          <a:xfrm>
            <a:off x="12417425" y="4667250"/>
            <a:ext cx="456565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400" dirty="0" spc="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nào bị</a:t>
            </a:r>
            <a:r>
              <a:rPr lang="en-US" sz="2400" dirty="0" spc="-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40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qua?</a:t>
            </a:r>
            <a:endParaRPr lang="en-US" sz="2400" dirty="0"/>
          </a:p>
        </p:txBody>
      </p:sp>
      <p:sp>
        <p:nvSpPr>
          <p:cNvPr id="15" name="Connector line-1792855631248-935589107"/>
          <p:cNvSpPr/>
          <p:nvPr/>
        </p:nvSpPr>
        <p:spPr>
          <a:xfrm>
            <a:off x="11541125" y="4643438"/>
            <a:ext cx="619125" cy="0"/>
          </a:xfrm>
          <a:prstGeom prst="line">
            <a:avLst/>
          </a:prstGeom>
          <a:noFill/>
          <a:ln w="19050">
            <a:solidFill>
              <a:srgbClr val="B77C56"/>
            </a:solidFill>
            <a:prstDash val="dash"/>
            <a:headEnd type="none"/>
            <a:tailEnd type="none"/>
          </a:ln>
        </p:spPr>
      </p:sp>
      <p:sp>
        <p:nvSpPr>
          <p:cNvPr id="16" name="Text 13"/>
          <p:cNvSpPr/>
          <p:nvPr/>
        </p:nvSpPr>
        <p:spPr>
          <a:xfrm>
            <a:off x="762000" y="6429375"/>
            <a:ext cx="162877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1725" dirty="0" spc="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725" dirty="0" spc="1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1725" dirty="0" spc="-6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1725" dirty="0" spc="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 giả</a:t>
            </a:r>
            <a:r>
              <a:rPr lang="en-US" sz="1725" dirty="0" spc="-9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1725" dirty="0" spc="-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5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1725" dirty="0" spc="-14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1725" dirty="0" spc="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1725" dirty="0" spc="-5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1725" dirty="0" spc="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endParaRPr lang="en-US" sz="1725" dirty="0"/>
          </a:p>
        </p:txBody>
      </p:sp>
      <p:sp>
        <p:nvSpPr>
          <p:cNvPr id="17" name="Text 14"/>
          <p:cNvSpPr/>
          <p:nvPr/>
        </p:nvSpPr>
        <p:spPr>
          <a:xfrm>
            <a:off x="762000" y="7096125"/>
            <a:ext cx="1647825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Chuỗi</a:t>
            </a:r>
            <a:r>
              <a:rPr lang="en-US" sz="2550" dirty="0" spc="-7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mô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550" dirty="0" spc="9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550" dirty="0" spc="-3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-29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xây</a:t>
            </a:r>
            <a:r>
              <a:rPr lang="en-US" sz="2550" dirty="0" spc="2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550" dirty="0" spc="-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Jung:</a:t>
            </a:r>
            <a:r>
              <a:rPr lang="en-US" sz="2550" dirty="0" spc="-5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2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5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55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nổi</a:t>
            </a:r>
            <a:r>
              <a:rPr lang="en-US" sz="2550" dirty="0" spc="-17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trội,</a:t>
            </a:r>
            <a:r>
              <a:rPr lang="en-US" sz="2550" dirty="0" spc="-5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2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trải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550" dirty="0" spc="-2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gây</a:t>
            </a:r>
            <a:r>
              <a:rPr lang="en-US" sz="2550" dirty="0" spc="-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</a:t>
            </a:r>
            <a:r>
              <a:rPr lang="en-US" sz="255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ý,</a:t>
            </a:r>
            <a:r>
              <a:rPr lang="en-US" sz="2550" dirty="0" spc="-26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550" dirty="0" spc="-5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550" dirty="0" spc="-14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550" dirty="0" spc="-19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2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550" dirty="0" spc="-4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550" dirty="0" spc="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qua.</a:t>
            </a:r>
            <a:r>
              <a:rPr lang="en-US" sz="255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7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19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 chỉ</a:t>
            </a:r>
            <a:r>
              <a:rPr lang="en-US" sz="255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6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55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255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lý.</a:t>
            </a:r>
            <a:r>
              <a:rPr lang="en-US" sz="255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 mũi</a:t>
            </a:r>
            <a:r>
              <a:rPr lang="en-US" sz="2550" dirty="0" spc="-1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6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1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-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550" dirty="0" spc="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-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kiện, không</a:t>
            </a:r>
            <a:r>
              <a:rPr lang="en-US" sz="2550" dirty="0" spc="-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550" dirty="0" spc="2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-8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luật</a:t>
            </a:r>
            <a:r>
              <a:rPr lang="en-US" sz="2550" dirty="0" spc="-1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550" dirty="0" spc="1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trí.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762000" y="9525000"/>
            <a:ext cx="16573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[S2–S4]</a:t>
            </a:r>
            <a:r>
              <a:rPr lang="en-US" sz="1725" dirty="0" spc="-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-3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1725" dirty="0" spc="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725" dirty="0" spc="13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1725" dirty="0" spc="-7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endParaRPr lang="en-US" sz="1725" dirty="0"/>
          </a:p>
        </p:txBody>
      </p:sp>
      <p:sp>
        <p:nvSpPr>
          <p:cNvPr id="19" name="Text 16"/>
          <p:cNvSpPr/>
          <p:nvPr/>
        </p:nvSpPr>
        <p:spPr>
          <a:xfrm>
            <a:off x="762000" y="9972675"/>
            <a:ext cx="16478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J02</a:t>
            </a:r>
            <a:r>
              <a:rPr lang="en-US" sz="1575" dirty="0" spc="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575" dirty="0" spc="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4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16/36</a:t>
            </a:r>
            <a:endParaRPr lang="en-US" sz="1575" dirty="0"/>
          </a:p>
        </p:txBody>
      </p:sp>
      <p:sp>
        <p:nvSpPr>
          <p:cNvPr id="20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52e8a24e-8aab-45fc-b9c7-ba5d8773c2d5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4763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⚙️ D · KIỂM TRA CÁCH ĐỌC</a:t>
            </a:r>
            <a:endParaRPr lang="en-US" sz="2100" dirty="0"/>
          </a:p>
        </p:txBody>
      </p:sp>
      <p:pic>
        <p:nvPicPr>
          <p:cNvPr id="3" name="Moda flattened rect-1792855634223-431206108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5735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75" b="1" dirty="0" spc="0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Giữ</a:t>
            </a:r>
            <a:r>
              <a:rPr lang="en-US" sz="4575" b="1" dirty="0" spc="3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ít</a:t>
            </a:r>
            <a:r>
              <a:rPr lang="en-US" sz="4575" b="1" dirty="0" spc="1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nhất</a:t>
            </a:r>
            <a:r>
              <a:rPr lang="en-US" sz="4575" b="1" dirty="0" spc="-7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một</a:t>
            </a:r>
            <a:r>
              <a:rPr lang="en-US" sz="4575" b="1" dirty="0" spc="2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giải</a:t>
            </a:r>
            <a:r>
              <a:rPr lang="en-US" sz="4575" b="1" dirty="0" spc="4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thích</a:t>
            </a:r>
            <a:r>
              <a:rPr lang="en-US" sz="4575" b="1" dirty="0" spc="3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khác</a:t>
            </a:r>
            <a:endParaRPr lang="en-US" sz="4575" dirty="0"/>
          </a:p>
        </p:txBody>
      </p:sp>
      <p:sp>
        <p:nvSpPr>
          <p:cNvPr id="5" name="Shape 2"/>
          <p:cNvSpPr/>
          <p:nvPr/>
        </p:nvSpPr>
        <p:spPr>
          <a:xfrm>
            <a:off x="762000" y="3810000"/>
            <a:ext cx="4762500" cy="1809750"/>
          </a:xfrm>
          <a:prstGeom prst="roundRect">
            <a:avLst>
              <a:gd name="adj" fmla="val 6316"/>
            </a:avLst>
          </a:prstGeom>
          <a:solidFill>
            <a:srgbClr val="493C89"/>
          </a:solidFill>
          <a:ln/>
        </p:spPr>
      </p:sp>
      <p:sp>
        <p:nvSpPr>
          <p:cNvPr id="6" name="Text 3"/>
          <p:cNvSpPr/>
          <p:nvPr/>
        </p:nvSpPr>
        <p:spPr>
          <a:xfrm>
            <a:off x="1047750" y="4095750"/>
            <a:ext cx="4191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b="1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</a:t>
            </a:r>
            <a:r>
              <a:rPr lang="en-US" sz="2625" b="1" dirty="0" spc="-15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625" b="1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Jungian</a:t>
            </a:r>
            <a:endParaRPr lang="en-US" sz="2625" dirty="0"/>
          </a:p>
        </p:txBody>
      </p:sp>
      <p:sp>
        <p:nvSpPr>
          <p:cNvPr id="7" name="Text 4"/>
          <p:cNvSpPr/>
          <p:nvPr/>
        </p:nvSpPr>
        <p:spPr>
          <a:xfrm>
            <a:off x="1047750" y="4762500"/>
            <a:ext cx="4191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25" dirty="0" spc="3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325" dirty="0" spc="2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325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325" dirty="0" spc="8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325" dirty="0" spc="7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thừa</a:t>
            </a:r>
            <a:r>
              <a:rPr lang="en-US" sz="2325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nhận?</a:t>
            </a:r>
            <a:endParaRPr lang="en-US" sz="2325" dirty="0"/>
          </a:p>
        </p:txBody>
      </p:sp>
      <p:sp>
        <p:nvSpPr>
          <p:cNvPr id="8" name="Shape 5"/>
          <p:cNvSpPr/>
          <p:nvPr/>
        </p:nvSpPr>
        <p:spPr>
          <a:xfrm>
            <a:off x="8572500" y="3143250"/>
            <a:ext cx="8667750" cy="1333500"/>
          </a:xfrm>
          <a:prstGeom prst="roundRect">
            <a:avLst>
              <a:gd name="adj" fmla="val 8571"/>
            </a:avLst>
          </a:prstGeom>
          <a:solidFill>
            <a:srgbClr val="EAE5F2"/>
          </a:solidFill>
          <a:ln/>
        </p:spPr>
      </p:sp>
      <p:sp>
        <p:nvSpPr>
          <p:cNvPr id="9" name="Text 6"/>
          <p:cNvSpPr/>
          <p:nvPr/>
        </p:nvSpPr>
        <p:spPr>
          <a:xfrm>
            <a:off x="8858250" y="3333750"/>
            <a:ext cx="80962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6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Giải</a:t>
            </a:r>
            <a:r>
              <a:rPr lang="en-US" sz="2550" b="1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550" b="1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550" dirty="0"/>
          </a:p>
        </p:txBody>
      </p:sp>
      <p:sp>
        <p:nvSpPr>
          <p:cNvPr id="10" name="Text 7"/>
          <p:cNvSpPr/>
          <p:nvPr/>
        </p:nvSpPr>
        <p:spPr>
          <a:xfrm>
            <a:off x="8858250" y="3905250"/>
            <a:ext cx="8096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25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Thiếu</a:t>
            </a:r>
            <a:r>
              <a:rPr lang="en-US" sz="2325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ngủ/lịch làm/bối</a:t>
            </a:r>
            <a:r>
              <a:rPr lang="en-US" sz="2325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cảnh?</a:t>
            </a:r>
            <a:endParaRPr lang="en-US" sz="2325" dirty="0"/>
          </a:p>
        </p:txBody>
      </p:sp>
      <p:sp>
        <p:nvSpPr>
          <p:cNvPr id="11" name="Connector line-1792855634230-338470180"/>
          <p:cNvSpPr/>
          <p:nvPr/>
        </p:nvSpPr>
        <p:spPr>
          <a:xfrm flipV="1">
            <a:off x="5524500" y="3810000"/>
            <a:ext cx="3048000" cy="904875"/>
          </a:xfrm>
          <a:prstGeom prst="bentConnector3">
            <a:avLst/>
          </a:prstGeom>
          <a:noFill/>
          <a:ln w="19050">
            <a:solidFill>
              <a:srgbClr val="B77C56"/>
            </a:solidFill>
            <a:prstDash val="dash"/>
            <a:headEnd type="none"/>
            <a:tailEnd type="none"/>
          </a:ln>
        </p:spPr>
      </p:sp>
      <p:sp>
        <p:nvSpPr>
          <p:cNvPr id="12" name="Shape 9"/>
          <p:cNvSpPr/>
          <p:nvPr/>
        </p:nvSpPr>
        <p:spPr>
          <a:xfrm>
            <a:off x="8572500" y="4857750"/>
            <a:ext cx="8667750" cy="1333500"/>
          </a:xfrm>
          <a:prstGeom prst="roundRect">
            <a:avLst>
              <a:gd name="adj" fmla="val 8571"/>
            </a:avLst>
          </a:prstGeom>
          <a:solidFill>
            <a:srgbClr val="EAE5F2"/>
          </a:solidFill>
          <a:ln/>
        </p:spPr>
      </p:sp>
      <p:sp>
        <p:nvSpPr>
          <p:cNvPr id="13" name="Text 10"/>
          <p:cNvSpPr/>
          <p:nvPr/>
        </p:nvSpPr>
        <p:spPr>
          <a:xfrm>
            <a:off x="8858250" y="5048250"/>
            <a:ext cx="80962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550" b="1" dirty="0" spc="-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550" b="1" dirty="0" spc="-3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 biệt</a:t>
            </a:r>
            <a:endParaRPr lang="en-US" sz="2550" dirty="0"/>
          </a:p>
        </p:txBody>
      </p:sp>
      <p:sp>
        <p:nvSpPr>
          <p:cNvPr id="14" name="Text 11"/>
          <p:cNvSpPr/>
          <p:nvPr/>
        </p:nvSpPr>
        <p:spPr>
          <a:xfrm>
            <a:off x="8858250" y="5619750"/>
            <a:ext cx="8096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25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325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325" dirty="0" spc="-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sẽ</a:t>
            </a:r>
            <a:r>
              <a:rPr lang="en-US" sz="2325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 cách</a:t>
            </a:r>
            <a:r>
              <a:rPr lang="en-US" sz="2325" dirty="0" spc="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325" dirty="0" spc="-1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r>
              <a:rPr lang="en-US" sz="2325" dirty="0" spc="2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đi?</a:t>
            </a:r>
            <a:endParaRPr lang="en-US" sz="2325" dirty="0"/>
          </a:p>
        </p:txBody>
      </p:sp>
      <p:sp>
        <p:nvSpPr>
          <p:cNvPr id="15" name="Connector line-1792855634232-960664848"/>
          <p:cNvSpPr/>
          <p:nvPr/>
        </p:nvSpPr>
        <p:spPr>
          <a:xfrm>
            <a:off x="5524500" y="4714875"/>
            <a:ext cx="3048000" cy="809625"/>
          </a:xfrm>
          <a:prstGeom prst="bentConnector3">
            <a:avLst/>
          </a:prstGeom>
          <a:noFill/>
          <a:ln w="19050">
            <a:solidFill>
              <a:srgbClr val="B77C56"/>
            </a:solidFill>
            <a:prstDash val="dash"/>
            <a:headEnd type="none"/>
            <a:tailEnd type="none"/>
          </a:ln>
        </p:spPr>
      </p:sp>
      <p:sp>
        <p:nvSpPr>
          <p:cNvPr id="16" name="Text 13"/>
          <p:cNvSpPr/>
          <p:nvPr/>
        </p:nvSpPr>
        <p:spPr>
          <a:xfrm>
            <a:off x="762000" y="6429375"/>
            <a:ext cx="162877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5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Sơ</a:t>
            </a:r>
            <a:r>
              <a:rPr lang="en-US" sz="1725" dirty="0" spc="1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725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 niệm</a:t>
            </a:r>
            <a:r>
              <a:rPr lang="en-US" sz="1725" dirty="0" spc="1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725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1725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không</a:t>
            </a:r>
            <a:r>
              <a:rPr lang="en-US" sz="1725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725" dirty="0" spc="-3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725" dirty="0" spc="1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endParaRPr lang="en-US" sz="1725" dirty="0"/>
          </a:p>
        </p:txBody>
      </p:sp>
      <p:sp>
        <p:nvSpPr>
          <p:cNvPr id="17" name="Text 14"/>
          <p:cNvSpPr/>
          <p:nvPr/>
        </p:nvSpPr>
        <p:spPr>
          <a:xfrm>
            <a:off x="762000" y="7096125"/>
            <a:ext cx="1647825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Thiếu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ngủ,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làm,</a:t>
            </a:r>
            <a:r>
              <a:rPr lang="en-US" sz="2550" dirty="0" spc="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sức</a:t>
            </a:r>
            <a:r>
              <a:rPr lang="en-US" sz="255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khỏe</a:t>
            </a:r>
            <a:r>
              <a:rPr lang="en-US" sz="2550" dirty="0" spc="-1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550" dirty="0" spc="-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550" dirty="0" spc="-1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2550" dirty="0" spc="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-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 hiện.</a:t>
            </a:r>
            <a:r>
              <a:rPr lang="en-US" sz="2550" dirty="0" spc="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1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bù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trừ,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2550" dirty="0" spc="-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 bị</a:t>
            </a:r>
            <a:r>
              <a:rPr lang="en-US" sz="2550" dirty="0" spc="-3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kéo</a:t>
            </a:r>
            <a:r>
              <a:rPr lang="en-US" sz="2550" dirty="0" spc="-1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-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-1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550" dirty="0" spc="1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chọn.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-1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dirty="0" spc="2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55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 làm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550" dirty="0" spc="-1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550" dirty="0" spc="-2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r>
              <a:rPr lang="en-US" sz="2550" dirty="0" spc="2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đi,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dirty="0" spc="1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 của</a:t>
            </a:r>
            <a:r>
              <a:rPr lang="en-US" sz="2550" dirty="0" spc="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-3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r>
              <a:rPr lang="en-US" sz="2550" dirty="0" spc="-1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550" dirty="0" spc="-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</a:t>
            </a:r>
            <a:r>
              <a:rPr lang="en-US" sz="2550" dirty="0" spc="-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 giải không</a:t>
            </a:r>
            <a:r>
              <a:rPr lang="en-US" sz="255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phù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hợp.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762000" y="9525000"/>
            <a:ext cx="16573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5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725" dirty="0" spc="2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</a:t>
            </a:r>
            <a:r>
              <a:rPr lang="en-US" sz="1725" dirty="0" spc="-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-8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1725" dirty="0" spc="-1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172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725" dirty="0" spc="-9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</a:t>
            </a:r>
            <a:endParaRPr lang="en-US" sz="1725" dirty="0"/>
          </a:p>
        </p:txBody>
      </p:sp>
      <p:sp>
        <p:nvSpPr>
          <p:cNvPr id="19" name="Text 16"/>
          <p:cNvSpPr/>
          <p:nvPr/>
        </p:nvSpPr>
        <p:spPr>
          <a:xfrm>
            <a:off x="762000" y="9972675"/>
            <a:ext cx="16478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J02</a:t>
            </a:r>
            <a:r>
              <a:rPr lang="en-US" sz="157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57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24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17/36</a:t>
            </a:r>
            <a:endParaRPr lang="en-US" sz="1575" dirty="0"/>
          </a:p>
        </p:txBody>
      </p:sp>
      <p:sp>
        <p:nvSpPr>
          <p:cNvPr id="20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734abc9f-a607-4ea4-bd26-b1b7c96bae5a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4763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💬 E · REAL-LIFE EXAMPLES</a:t>
            </a:r>
            <a:endParaRPr lang="en-US" sz="2100" dirty="0"/>
          </a:p>
        </p:txBody>
      </p:sp>
      <p:pic>
        <p:nvPicPr>
          <p:cNvPr id="3" name="Moda flattened rect-1792855944323-97475453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5735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75" b="1" dirty="0" spc="-28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Ví</a:t>
            </a:r>
            <a:r>
              <a:rPr lang="en-US" sz="4575" b="1" dirty="0" spc="-1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dụ</a:t>
            </a:r>
            <a:r>
              <a:rPr lang="en-US" sz="4575" b="1" dirty="0" spc="1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1:</a:t>
            </a:r>
            <a:r>
              <a:rPr lang="en-US" sz="4575" b="1" dirty="0" spc="-42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Hương</a:t>
            </a:r>
            <a:r>
              <a:rPr lang="en-US" sz="4575" b="1" dirty="0" spc="3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luôn</a:t>
            </a:r>
            <a:r>
              <a:rPr lang="en-US" sz="4575" b="1" dirty="0" spc="1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vui</a:t>
            </a:r>
            <a:r>
              <a:rPr lang="en-US" sz="4575" b="1" dirty="0" spc="-45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vẻ</a:t>
            </a:r>
            <a:r>
              <a:rPr lang="en-US" sz="4575" b="1" dirty="0" spc="3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ở công</a:t>
            </a:r>
            <a:r>
              <a:rPr lang="en-US" sz="4575" b="1" dirty="0" spc="1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ty</a:t>
            </a:r>
            <a:endParaRPr lang="en-US" sz="4575" dirty="0"/>
          </a:p>
        </p:txBody>
      </p:sp>
      <p:sp>
        <p:nvSpPr>
          <p:cNvPr id="5" name="Text 2"/>
          <p:cNvSpPr/>
          <p:nvPr/>
        </p:nvSpPr>
        <p:spPr>
          <a:xfrm>
            <a:off x="762000" y="3190875"/>
            <a:ext cx="8001000" cy="552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Hương</a:t>
            </a:r>
            <a:r>
              <a:rPr lang="en-US" sz="2700" dirty="0" spc="-1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70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700" dirty="0" spc="-1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cười</a:t>
            </a: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dirty="0" spc="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mệt</a:t>
            </a: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không;</a:t>
            </a:r>
            <a:r>
              <a:rPr lang="en-US" sz="2700" dirty="0" spc="-1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nhà</a:t>
            </a:r>
            <a:r>
              <a:rPr lang="en-US" sz="270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</a:t>
            </a:r>
            <a:r>
              <a:rPr lang="en-US" sz="2700" dirty="0" spc="-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kiệt</a:t>
            </a:r>
            <a:r>
              <a:rPr lang="en-US" sz="2700" dirty="0" spc="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sức.</a:t>
            </a: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thể</a:t>
            </a:r>
            <a:r>
              <a:rPr lang="en-US" sz="2700" dirty="0" spc="-1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</a:t>
            </a: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luôn</a:t>
            </a:r>
            <a:r>
              <a:rPr lang="en-US" sz="270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270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chịu</a:t>
            </a:r>
            <a:r>
              <a:rPr lang="en-US" sz="270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khiến</a:t>
            </a: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nhu</a:t>
            </a:r>
            <a:r>
              <a:rPr lang="en-US" sz="270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700" dirty="0" spc="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700" dirty="0" spc="-1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tới.</a:t>
            </a:r>
            <a:r>
              <a:rPr lang="en-US" sz="2700" dirty="0" spc="1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70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 công</a:t>
            </a:r>
            <a:r>
              <a:rPr lang="en-US" sz="2700" dirty="0" spc="-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ty</a:t>
            </a:r>
            <a:r>
              <a:rPr lang="en-US" sz="270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thiếu</a:t>
            </a:r>
            <a:r>
              <a:rPr lang="en-US" sz="2700" dirty="0" spc="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dirty="0" spc="-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700" dirty="0" spc="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Hương</a:t>
            </a:r>
            <a:r>
              <a:rPr lang="en-US" sz="270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ngủ</a:t>
            </a: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 ít. Phải hỏi</a:t>
            </a:r>
            <a:r>
              <a:rPr lang="en-US" sz="2700" dirty="0" spc="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Hương</a:t>
            </a:r>
            <a:r>
              <a:rPr lang="en-US" sz="2700" dirty="0" spc="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</a:t>
            </a:r>
            <a:r>
              <a:rPr lang="en-US" sz="2700" dirty="0" spc="-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persona,</a:t>
            </a:r>
            <a:r>
              <a:rPr lang="en-US" sz="2700" dirty="0" spc="-1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dirty="0" spc="-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nụ</a:t>
            </a:r>
            <a:r>
              <a:rPr lang="en-US" sz="2700" dirty="0" spc="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cười</a:t>
            </a: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700" dirty="0" spc="-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700" dirty="0" spc="1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700" dirty="0" spc="-1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700" dirty="0" spc="-1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vô</a:t>
            </a:r>
            <a:r>
              <a:rPr lang="en-US" sz="2700" dirty="0" spc="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thức.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762000" y="9525000"/>
            <a:ext cx="16573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72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 giả</a:t>
            </a:r>
            <a:r>
              <a:rPr lang="en-US" sz="1725" dirty="0" spc="16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725" dirty="0" spc="-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-4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725" dirty="0" spc="-3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E1</a:t>
            </a:r>
            <a:endParaRPr lang="en-US" sz="1725" dirty="0"/>
          </a:p>
        </p:txBody>
      </p:sp>
      <p:sp>
        <p:nvSpPr>
          <p:cNvPr id="7" name="Text 4"/>
          <p:cNvSpPr/>
          <p:nvPr/>
        </p:nvSpPr>
        <p:spPr>
          <a:xfrm>
            <a:off x="762000" y="9972675"/>
            <a:ext cx="16478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J02</a:t>
            </a:r>
            <a:r>
              <a:rPr lang="en-US" sz="157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57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4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18/36</a:t>
            </a:r>
            <a:endParaRPr lang="en-US" sz="1575" dirty="0"/>
          </a:p>
        </p:txBody>
      </p:sp>
      <p:sp>
        <p:nvSpPr>
          <p:cNvPr id="8" name="Shape 5"/>
          <p:cNvSpPr/>
          <p:nvPr/>
        </p:nvSpPr>
        <p:spPr>
          <a:xfrm>
            <a:off x="9810750" y="3143250"/>
            <a:ext cx="7334250" cy="1428750"/>
          </a:xfrm>
          <a:prstGeom prst="roundRect">
            <a:avLst>
              <a:gd name="adj" fmla="val 8000"/>
            </a:avLst>
          </a:prstGeom>
          <a:solidFill>
            <a:srgbClr val="EAE5F2"/>
          </a:solidFill>
          <a:ln/>
        </p:spPr>
      </p:sp>
      <p:sp>
        <p:nvSpPr>
          <p:cNvPr id="9" name="Text 6"/>
          <p:cNvSpPr/>
          <p:nvPr/>
        </p:nvSpPr>
        <p:spPr>
          <a:xfrm>
            <a:off x="10096500" y="3333750"/>
            <a:ext cx="6762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550" b="1" dirty="0" spc="-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2550" dirty="0"/>
          </a:p>
        </p:txBody>
      </p:sp>
      <p:sp>
        <p:nvSpPr>
          <p:cNvPr id="10" name="Text 7"/>
          <p:cNvSpPr/>
          <p:nvPr/>
        </p:nvSpPr>
        <p:spPr>
          <a:xfrm>
            <a:off x="10096500" y="3905250"/>
            <a:ext cx="6762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25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2325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việc,</a:t>
            </a:r>
            <a:r>
              <a:rPr lang="en-US" sz="2325" dirty="0" spc="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cười,</a:t>
            </a:r>
            <a:r>
              <a:rPr lang="en-US" sz="2325" dirty="0" spc="-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mệt.</a:t>
            </a:r>
            <a:endParaRPr lang="en-US" sz="2325" dirty="0"/>
          </a:p>
        </p:txBody>
      </p:sp>
      <p:sp>
        <p:nvSpPr>
          <p:cNvPr id="11" name="Shape 8"/>
          <p:cNvSpPr/>
          <p:nvPr/>
        </p:nvSpPr>
        <p:spPr>
          <a:xfrm>
            <a:off x="9810750" y="4857750"/>
            <a:ext cx="7334250" cy="1428750"/>
          </a:xfrm>
          <a:prstGeom prst="roundRect">
            <a:avLst>
              <a:gd name="adj" fmla="val 8000"/>
            </a:avLst>
          </a:prstGeom>
          <a:solidFill>
            <a:srgbClr val="EAE5F2"/>
          </a:solidFill>
          <a:ln/>
        </p:spPr>
      </p:sp>
      <p:sp>
        <p:nvSpPr>
          <p:cNvPr id="12" name="Text 9"/>
          <p:cNvSpPr/>
          <p:nvPr/>
        </p:nvSpPr>
        <p:spPr>
          <a:xfrm>
            <a:off x="10096500" y="5048250"/>
            <a:ext cx="6762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3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</a:t>
            </a:r>
            <a:r>
              <a:rPr lang="en-US" sz="2550" b="1" dirty="0" spc="-14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10096500" y="5619750"/>
            <a:ext cx="6762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25" dirty="0" spc="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Nhu</a:t>
            </a:r>
            <a:r>
              <a:rPr lang="en-US" sz="2325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325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325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325" dirty="0" spc="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325" dirty="0" spc="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325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nói.</a:t>
            </a:r>
            <a:endParaRPr lang="en-US" sz="2325" dirty="0"/>
          </a:p>
        </p:txBody>
      </p:sp>
      <p:sp>
        <p:nvSpPr>
          <p:cNvPr id="14" name="Shape 11"/>
          <p:cNvSpPr/>
          <p:nvPr/>
        </p:nvSpPr>
        <p:spPr>
          <a:xfrm>
            <a:off x="9810750" y="6572250"/>
            <a:ext cx="7334250" cy="1428750"/>
          </a:xfrm>
          <a:prstGeom prst="roundRect">
            <a:avLst>
              <a:gd name="adj" fmla="val 8000"/>
            </a:avLst>
          </a:prstGeom>
          <a:solidFill>
            <a:srgbClr val="EAE5F2"/>
          </a:solidFill>
          <a:ln/>
        </p:spPr>
      </p:sp>
      <p:sp>
        <p:nvSpPr>
          <p:cNvPr id="15" name="Text 12"/>
          <p:cNvSpPr/>
          <p:nvPr/>
        </p:nvSpPr>
        <p:spPr>
          <a:xfrm>
            <a:off x="10096500" y="6762750"/>
            <a:ext cx="6762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4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Khả</a:t>
            </a:r>
            <a:r>
              <a:rPr lang="en-US" sz="2550" b="1" dirty="0" spc="-3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550" b="1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550" dirty="0"/>
          </a:p>
        </p:txBody>
      </p:sp>
      <p:sp>
        <p:nvSpPr>
          <p:cNvPr id="16" name="Text 13"/>
          <p:cNvSpPr/>
          <p:nvPr/>
        </p:nvSpPr>
        <p:spPr>
          <a:xfrm>
            <a:off x="10096500" y="7334250"/>
            <a:ext cx="6762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25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Giờ</a:t>
            </a:r>
            <a:r>
              <a:rPr lang="en-US" sz="2325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làm/thiếu</a:t>
            </a:r>
            <a:r>
              <a:rPr lang="en-US" sz="2325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ngủ.</a:t>
            </a:r>
            <a:endParaRPr lang="en-US" sz="2325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ae3ed5a0-2fd1-4bd9-8a11-5070fc2860e1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4763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💬 E · REAL-LIFE EXAMPLES</a:t>
            </a:r>
            <a:endParaRPr lang="en-US" sz="2100" dirty="0"/>
          </a:p>
        </p:txBody>
      </p:sp>
      <p:pic>
        <p:nvPicPr>
          <p:cNvPr id="3" name="Moda flattened rect-1792855954378-713192774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5735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75" b="1" dirty="0" spc="-28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Ví</a:t>
            </a:r>
            <a:r>
              <a:rPr lang="en-US" sz="4575" b="1" dirty="0" spc="-1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dụ</a:t>
            </a:r>
            <a:r>
              <a:rPr lang="en-US" sz="4575" b="1" dirty="0" spc="13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2:</a:t>
            </a:r>
            <a:r>
              <a:rPr lang="en-US" sz="4575" b="1" dirty="0" spc="3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Nam mơ</a:t>
            </a:r>
            <a:r>
              <a:rPr lang="en-US" sz="4575" b="1" dirty="0" spc="-45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về</a:t>
            </a:r>
            <a:r>
              <a:rPr lang="en-US" sz="4575" b="1" dirty="0" spc="4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chiếc</a:t>
            </a:r>
            <a:r>
              <a:rPr lang="en-US" sz="4575" b="1" dirty="0" spc="3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cầu</a:t>
            </a:r>
            <a:endParaRPr lang="en-US" sz="4575" dirty="0"/>
          </a:p>
        </p:txBody>
      </p:sp>
      <p:sp>
        <p:nvSpPr>
          <p:cNvPr id="5" name="Text 2"/>
          <p:cNvSpPr/>
          <p:nvPr/>
        </p:nvSpPr>
        <p:spPr>
          <a:xfrm>
            <a:off x="762000" y="3190875"/>
            <a:ext cx="8001000" cy="552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Nam</a:t>
            </a:r>
            <a:r>
              <a:rPr lang="en-US" sz="2700" dirty="0" spc="-4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r>
              <a:rPr lang="en-US" sz="2700" dirty="0" spc="1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đứng</a:t>
            </a:r>
            <a:r>
              <a:rPr lang="en-US" sz="2700" dirty="0" spc="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700" dirty="0" spc="-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1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cây</a:t>
            </a:r>
            <a:r>
              <a:rPr lang="en-US" sz="270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700" dirty="0" spc="-2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mơ.</a:t>
            </a:r>
            <a:r>
              <a:rPr lang="en-US" sz="2700" dirty="0" spc="-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700" dirty="0" spc="1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điển</a:t>
            </a:r>
            <a:r>
              <a:rPr lang="en-US" sz="270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700" dirty="0" spc="-1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gán</a:t>
            </a:r>
            <a:r>
              <a:rPr lang="en-US" sz="270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700" dirty="0" spc="-1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700" dirty="0" spc="-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hóa,</a:t>
            </a:r>
            <a:r>
              <a:rPr lang="en-US" sz="2700" dirty="0" spc="1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Nam</a:t>
            </a: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 lần</a:t>
            </a:r>
            <a:r>
              <a:rPr lang="en-US" sz="270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700" dirty="0" spc="-2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r>
              <a:rPr lang="en-US" sz="270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đúng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700" dirty="0" spc="-1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ấy.</a:t>
            </a:r>
            <a:r>
              <a:rPr lang="en-US" sz="270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700" dirty="0" spc="-1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70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70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700" dirty="0" spc="-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70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hỏi;</a:t>
            </a:r>
            <a:r>
              <a:rPr lang="en-US" sz="2700" dirty="0" spc="-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2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 ý</a:t>
            </a:r>
            <a:r>
              <a:rPr lang="en-US" sz="270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70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 chiếc</a:t>
            </a:r>
            <a:r>
              <a:rPr lang="en-US" sz="270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cầu.</a:t>
            </a:r>
            <a:r>
              <a:rPr lang="en-US" sz="270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phim</a:t>
            </a:r>
            <a:r>
              <a:rPr lang="en-US" sz="2700" dirty="0" spc="-1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 cũng</a:t>
            </a:r>
            <a:r>
              <a:rPr lang="en-US" sz="270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70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cung cấp</a:t>
            </a:r>
            <a:r>
              <a:rPr lang="en-US" sz="270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ảnh. Không</a:t>
            </a:r>
            <a:r>
              <a:rPr lang="en-US" sz="2700" dirty="0" spc="-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2700" dirty="0" spc="-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Nam</a:t>
            </a:r>
            <a:r>
              <a:rPr lang="en-US" sz="2700" dirty="0" spc="-1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sẽ</a:t>
            </a:r>
            <a:r>
              <a:rPr lang="en-US" sz="2700" dirty="0" spc="1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70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nghề.</a:t>
            </a:r>
            <a:endParaRPr lang="en-US" sz="2700" dirty="0"/>
          </a:p>
        </p:txBody>
      </p:sp>
      <p:pic>
        <p:nvPicPr>
          <p:cNvPr id="6" name="Moda image rect-1792855954797-373545161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167690" y="3048000"/>
            <a:ext cx="4429870" cy="2952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715500" y="6191250"/>
            <a:ext cx="7334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Ảnh minh họa</a:t>
            </a:r>
            <a:r>
              <a:rPr lang="en-US" sz="1650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1650" dirty="0" spc="8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đại:</a:t>
            </a:r>
            <a:r>
              <a:rPr lang="en-US" sz="1650" dirty="0" spc="-26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Yuval</a:t>
            </a:r>
            <a:r>
              <a:rPr lang="en-US" sz="1650" dirty="0" spc="-15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Zukerman</a:t>
            </a:r>
            <a:r>
              <a:rPr lang="en-US" sz="1650" dirty="0" spc="7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650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Unsplash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9715500" y="7000875"/>
            <a:ext cx="73342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75" b="1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Nghĩa</a:t>
            </a:r>
            <a:r>
              <a:rPr lang="en-US" sz="2175" b="1" dirty="0" spc="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áp</a:t>
            </a:r>
            <a:r>
              <a:rPr lang="en-US" sz="2175" b="1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sẵn:</a:t>
            </a:r>
            <a:r>
              <a:rPr lang="en-US" sz="2175" b="1" dirty="0" spc="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175" b="1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luôn</a:t>
            </a:r>
            <a:r>
              <a:rPr lang="en-US" sz="2175" b="1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75" b="1" dirty="0" spc="-1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175" b="1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hóa?</a:t>
            </a:r>
            <a:endParaRPr lang="en-US" sz="2175" dirty="0"/>
          </a:p>
        </p:txBody>
      </p:sp>
      <p:sp>
        <p:nvSpPr>
          <p:cNvPr id="9" name="Text 5"/>
          <p:cNvSpPr/>
          <p:nvPr/>
        </p:nvSpPr>
        <p:spPr>
          <a:xfrm>
            <a:off x="9715500" y="7715250"/>
            <a:ext cx="73342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75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Liên</a:t>
            </a:r>
            <a:r>
              <a:rPr lang="en-US" sz="2175" dirty="0" spc="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tưởng</a:t>
            </a:r>
            <a:r>
              <a:rPr lang="en-US" sz="2175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Nam:</a:t>
            </a:r>
            <a:r>
              <a:rPr lang="en-US" sz="2175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 lần chia</a:t>
            </a:r>
            <a:r>
              <a:rPr lang="en-US" sz="2175" dirty="0" spc="-1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tay.</a:t>
            </a:r>
            <a:endParaRPr lang="en-US" sz="2175" dirty="0"/>
          </a:p>
        </p:txBody>
      </p:sp>
      <p:sp>
        <p:nvSpPr>
          <p:cNvPr id="10" name="Text 6"/>
          <p:cNvSpPr/>
          <p:nvPr/>
        </p:nvSpPr>
        <p:spPr>
          <a:xfrm>
            <a:off x="9715500" y="8429625"/>
            <a:ext cx="73342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75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Khả</a:t>
            </a:r>
            <a:r>
              <a:rPr lang="en-US" sz="2175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175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khác:</a:t>
            </a:r>
            <a:r>
              <a:rPr lang="en-US" sz="2175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175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175" dirty="0" spc="-1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175" dirty="0" spc="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phim.</a:t>
            </a:r>
            <a:endParaRPr lang="en-US" sz="2175" dirty="0"/>
          </a:p>
        </p:txBody>
      </p:sp>
      <p:sp>
        <p:nvSpPr>
          <p:cNvPr id="11" name="Text 7"/>
          <p:cNvSpPr/>
          <p:nvPr/>
        </p:nvSpPr>
        <p:spPr>
          <a:xfrm>
            <a:off x="762000" y="9525000"/>
            <a:ext cx="16573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72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 giả</a:t>
            </a:r>
            <a:r>
              <a:rPr lang="en-US" sz="1725" dirty="0" spc="16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725" dirty="0" spc="-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-4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 E2</a:t>
            </a:r>
            <a:endParaRPr lang="en-US" sz="1725" dirty="0"/>
          </a:p>
        </p:txBody>
      </p:sp>
      <p:sp>
        <p:nvSpPr>
          <p:cNvPr id="12" name="Text 8"/>
          <p:cNvSpPr/>
          <p:nvPr/>
        </p:nvSpPr>
        <p:spPr>
          <a:xfrm>
            <a:off x="762000" y="9972675"/>
            <a:ext cx="16478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J02</a:t>
            </a:r>
            <a:r>
              <a:rPr lang="en-US" sz="157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57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4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19/36</a:t>
            </a:r>
            <a:endParaRPr lang="en-US" sz="1575" dirty="0"/>
          </a:p>
        </p:txBody>
      </p:sp>
      <p:sp>
        <p:nvSpPr>
          <p:cNvPr id="13" name="Shape 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4" name="Moda image moda-export-watermark-531f178f-bdbc-43ee-8a08-029a22c455b9" descr="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4763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💬 E · REAL-LIFE EXAMPLES</a:t>
            </a:r>
            <a:endParaRPr lang="en-US" sz="2100" dirty="0"/>
          </a:p>
        </p:txBody>
      </p:sp>
      <p:pic>
        <p:nvPicPr>
          <p:cNvPr id="3" name="Moda flattened rect-1792855644338-322868827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5735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75" b="1" dirty="0" spc="-28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Ví</a:t>
            </a:r>
            <a:r>
              <a:rPr lang="en-US" sz="4575" b="1" dirty="0" spc="-1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dụ</a:t>
            </a:r>
            <a:r>
              <a:rPr lang="en-US" sz="4575" b="1" dirty="0" spc="4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3:</a:t>
            </a:r>
            <a:r>
              <a:rPr lang="en-US" sz="4575" b="1" dirty="0" spc="3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Mai</a:t>
            </a:r>
            <a:r>
              <a:rPr lang="en-US" sz="4575" b="1" dirty="0" spc="2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muốn</a:t>
            </a:r>
            <a:r>
              <a:rPr lang="en-US" sz="4575" b="1" dirty="0" spc="5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ổn</a:t>
            </a:r>
            <a:r>
              <a:rPr lang="en-US" sz="4575" b="1" dirty="0" spc="15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định</a:t>
            </a:r>
            <a:r>
              <a:rPr lang="en-US" sz="4575" b="1" dirty="0" spc="-47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và</a:t>
            </a:r>
            <a:r>
              <a:rPr lang="en-US" sz="4575" b="1" dirty="0" spc="9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đổi</a:t>
            </a:r>
            <a:r>
              <a:rPr lang="en-US" sz="4575" b="1" dirty="0" spc="2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nghề</a:t>
            </a:r>
            <a:endParaRPr lang="en-US" sz="4575" dirty="0"/>
          </a:p>
        </p:txBody>
      </p:sp>
      <p:sp>
        <p:nvSpPr>
          <p:cNvPr id="5" name="Shape 2"/>
          <p:cNvSpPr/>
          <p:nvPr/>
        </p:nvSpPr>
        <p:spPr>
          <a:xfrm>
            <a:off x="762000" y="3381375"/>
            <a:ext cx="5080000" cy="2524125"/>
          </a:xfrm>
          <a:prstGeom prst="roundRect">
            <a:avLst>
              <a:gd name="adj" fmla="val 4528"/>
            </a:avLst>
          </a:prstGeom>
          <a:solidFill>
            <a:srgbClr val="EAE5F2"/>
          </a:solidFill>
          <a:ln/>
        </p:spPr>
      </p:sp>
      <p:sp>
        <p:nvSpPr>
          <p:cNvPr id="6" name="Text 3"/>
          <p:cNvSpPr/>
          <p:nvPr/>
        </p:nvSpPr>
        <p:spPr>
          <a:xfrm>
            <a:off x="1019175" y="3619500"/>
            <a:ext cx="45656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b="1" dirty="0" spc="-2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Ổn</a:t>
            </a:r>
            <a:r>
              <a:rPr lang="en-US" sz="2775" b="1" dirty="0" spc="6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định</a:t>
            </a:r>
            <a:endParaRPr lang="en-US" sz="2775" dirty="0"/>
          </a:p>
        </p:txBody>
      </p:sp>
      <p:sp>
        <p:nvSpPr>
          <p:cNvPr id="7" name="Text 4"/>
          <p:cNvSpPr/>
          <p:nvPr/>
        </p:nvSpPr>
        <p:spPr>
          <a:xfrm>
            <a:off x="1019175" y="4667250"/>
            <a:ext cx="456565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</a:t>
            </a:r>
            <a:r>
              <a:rPr lang="en-US" sz="240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r>
              <a:rPr lang="en-US" sz="2400" dirty="0" spc="-1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 trách</a:t>
            </a:r>
            <a:r>
              <a:rPr lang="en-US" sz="240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461125" y="3381375"/>
            <a:ext cx="5080000" cy="2524125"/>
          </a:xfrm>
          <a:prstGeom prst="roundRect">
            <a:avLst>
              <a:gd name="adj" fmla="val 4528"/>
            </a:avLst>
          </a:prstGeom>
          <a:solidFill>
            <a:srgbClr val="EAE5F2"/>
          </a:solidFill>
          <a:ln/>
        </p:spPr>
      </p:sp>
      <p:sp>
        <p:nvSpPr>
          <p:cNvPr id="9" name="Text 6"/>
          <p:cNvSpPr/>
          <p:nvPr/>
        </p:nvSpPr>
        <p:spPr>
          <a:xfrm>
            <a:off x="6718300" y="3619500"/>
            <a:ext cx="45656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b="1" dirty="0" spc="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Thay</a:t>
            </a:r>
            <a:r>
              <a:rPr lang="en-US" sz="2775" b="1" dirty="0" spc="4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đổi</a:t>
            </a:r>
            <a:endParaRPr lang="en-US" sz="2775" dirty="0"/>
          </a:p>
        </p:txBody>
      </p:sp>
      <p:sp>
        <p:nvSpPr>
          <p:cNvPr id="10" name="Text 7"/>
          <p:cNvSpPr/>
          <p:nvPr/>
        </p:nvSpPr>
        <p:spPr>
          <a:xfrm>
            <a:off x="6718300" y="4667250"/>
            <a:ext cx="456565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Ý</a:t>
            </a:r>
            <a:r>
              <a:rPr lang="en-US" sz="240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400" dirty="0" spc="-1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40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hỏi.</a:t>
            </a:r>
            <a:endParaRPr lang="en-US" sz="2400" dirty="0"/>
          </a:p>
        </p:txBody>
      </p:sp>
      <p:sp>
        <p:nvSpPr>
          <p:cNvPr id="11" name="Connector line-1792855644346-40871260"/>
          <p:cNvSpPr/>
          <p:nvPr/>
        </p:nvSpPr>
        <p:spPr>
          <a:xfrm>
            <a:off x="5842000" y="4643438"/>
            <a:ext cx="619125" cy="0"/>
          </a:xfrm>
          <a:prstGeom prst="line">
            <a:avLst/>
          </a:prstGeom>
          <a:noFill/>
          <a:ln w="19050">
            <a:solidFill>
              <a:srgbClr val="B77C56"/>
            </a:solidFill>
            <a:prstDash val="solid"/>
            <a:headEnd type="none"/>
            <a:tailEnd type="none"/>
          </a:ln>
        </p:spPr>
      </p:sp>
      <p:sp>
        <p:nvSpPr>
          <p:cNvPr id="12" name="Shape 9"/>
          <p:cNvSpPr/>
          <p:nvPr/>
        </p:nvSpPr>
        <p:spPr>
          <a:xfrm>
            <a:off x="12160250" y="3381375"/>
            <a:ext cx="5080000" cy="2524125"/>
          </a:xfrm>
          <a:prstGeom prst="roundRect">
            <a:avLst>
              <a:gd name="adj" fmla="val 4528"/>
            </a:avLst>
          </a:prstGeom>
          <a:solidFill>
            <a:srgbClr val="EAE5F2"/>
          </a:solidFill>
          <a:ln/>
        </p:spPr>
      </p:sp>
      <p:sp>
        <p:nvSpPr>
          <p:cNvPr id="13" name="Text 10"/>
          <p:cNvSpPr/>
          <p:nvPr/>
        </p:nvSpPr>
        <p:spPr>
          <a:xfrm>
            <a:off x="12417425" y="3619500"/>
            <a:ext cx="45656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b="1" dirty="0" spc="-27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Phương</a:t>
            </a:r>
            <a:r>
              <a:rPr lang="en-US" sz="2775" b="1" dirty="0" spc="0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án khác</a:t>
            </a:r>
            <a:endParaRPr lang="en-US" sz="2775" dirty="0"/>
          </a:p>
        </p:txBody>
      </p:sp>
      <p:sp>
        <p:nvSpPr>
          <p:cNvPr id="14" name="Text 11"/>
          <p:cNvSpPr/>
          <p:nvPr/>
        </p:nvSpPr>
        <p:spPr>
          <a:xfrm>
            <a:off x="12417425" y="4667250"/>
            <a:ext cx="456565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Học</a:t>
            </a:r>
            <a:r>
              <a:rPr lang="en-US" sz="240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400" dirty="0" spc="-1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làm.</a:t>
            </a:r>
            <a:endParaRPr lang="en-US" sz="2400" dirty="0"/>
          </a:p>
        </p:txBody>
      </p:sp>
      <p:sp>
        <p:nvSpPr>
          <p:cNvPr id="15" name="Connector line-1792855644349-345449084"/>
          <p:cNvSpPr/>
          <p:nvPr/>
        </p:nvSpPr>
        <p:spPr>
          <a:xfrm>
            <a:off x="11541125" y="4643438"/>
            <a:ext cx="619125" cy="0"/>
          </a:xfrm>
          <a:prstGeom prst="line">
            <a:avLst/>
          </a:prstGeom>
          <a:noFill/>
          <a:ln w="19050">
            <a:solidFill>
              <a:srgbClr val="B77C56"/>
            </a:solidFill>
            <a:prstDash val="solid"/>
            <a:headEnd type="none"/>
            <a:tailEnd type="none"/>
          </a:ln>
        </p:spPr>
      </p:sp>
      <p:sp>
        <p:nvSpPr>
          <p:cNvPr id="16" name="Text 13"/>
          <p:cNvSpPr/>
          <p:nvPr/>
        </p:nvSpPr>
        <p:spPr>
          <a:xfrm>
            <a:off x="762000" y="6429375"/>
            <a:ext cx="162877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5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Sơ</a:t>
            </a:r>
            <a:r>
              <a:rPr lang="en-US" sz="1725" dirty="0" spc="1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725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 niệm</a:t>
            </a:r>
            <a:r>
              <a:rPr lang="en-US" sz="1725" dirty="0" spc="1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725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1725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không</a:t>
            </a:r>
            <a:r>
              <a:rPr lang="en-US" sz="1725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725" dirty="0" spc="-3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725" dirty="0" spc="1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endParaRPr lang="en-US" sz="1725" dirty="0"/>
          </a:p>
        </p:txBody>
      </p:sp>
      <p:sp>
        <p:nvSpPr>
          <p:cNvPr id="17" name="Text 14"/>
          <p:cNvSpPr/>
          <p:nvPr/>
        </p:nvSpPr>
        <p:spPr>
          <a:xfrm>
            <a:off x="762000" y="7096125"/>
            <a:ext cx="1647825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Mai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r>
              <a:rPr lang="en-US" sz="2550" dirty="0" spc="1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55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550" dirty="0" spc="-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hơn.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r>
              <a:rPr lang="en-US" sz="2550" dirty="0" spc="1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-2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550" dirty="0" spc="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cầu.</a:t>
            </a:r>
            <a:r>
              <a:rPr lang="en-US" sz="2550" dirty="0" spc="-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lựa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550" dirty="0" spc="-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550" dirty="0" spc="-1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-1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việc;</a:t>
            </a:r>
            <a:r>
              <a:rPr lang="en-US" sz="2550" dirty="0" spc="1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1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550" dirty="0" spc="2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550" dirty="0" spc="-1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tế,</a:t>
            </a:r>
            <a:r>
              <a:rPr lang="en-US" sz="2550" dirty="0" spc="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 thành</a:t>
            </a:r>
            <a:r>
              <a:rPr lang="en-US" sz="2550" dirty="0" spc="-1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transcendent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function.</a:t>
            </a:r>
            <a:r>
              <a:rPr lang="en-US" sz="2550" dirty="0" spc="-5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chính, chăm</a:t>
            </a:r>
            <a:r>
              <a:rPr lang="en-US" sz="2550" dirty="0" spc="-1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sóc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</a:t>
            </a:r>
            <a:r>
              <a:rPr lang="en-US" sz="2550" dirty="0" spc="1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đình</a:t>
            </a:r>
            <a:r>
              <a:rPr lang="en-US" sz="2550" dirty="0" spc="-1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2550" dirty="0" spc="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lao</a:t>
            </a:r>
            <a:r>
              <a:rPr lang="en-US" sz="2550" dirty="0" spc="1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nhìn</a:t>
            </a:r>
            <a:r>
              <a:rPr lang="en-US" sz="255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55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550" dirty="0" spc="-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thật.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762000" y="9525000"/>
            <a:ext cx="16573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72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 giả</a:t>
            </a:r>
            <a:r>
              <a:rPr lang="en-US" sz="1725" dirty="0" spc="16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725" dirty="0" spc="-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-4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725" dirty="0" spc="-3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E3</a:t>
            </a:r>
            <a:endParaRPr lang="en-US" sz="1725" dirty="0"/>
          </a:p>
        </p:txBody>
      </p:sp>
      <p:sp>
        <p:nvSpPr>
          <p:cNvPr id="19" name="Text 16"/>
          <p:cNvSpPr/>
          <p:nvPr/>
        </p:nvSpPr>
        <p:spPr>
          <a:xfrm>
            <a:off x="762000" y="9972675"/>
            <a:ext cx="16478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J02</a:t>
            </a:r>
            <a:r>
              <a:rPr lang="en-US" sz="157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57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2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20/36</a:t>
            </a:r>
            <a:endParaRPr lang="en-US" sz="1575" dirty="0"/>
          </a:p>
        </p:txBody>
      </p:sp>
      <p:sp>
        <p:nvSpPr>
          <p:cNvPr id="20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4c396caf-eb1f-48c2-b106-77bcf157341e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41F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4763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📋 F · CASE STUDY 1/3</a:t>
            </a:r>
            <a:endParaRPr lang="en-US" sz="2100" dirty="0"/>
          </a:p>
        </p:txBody>
      </p:sp>
      <p:pic>
        <p:nvPicPr>
          <p:cNvPr id="3" name="Moda flattened rect-1792855647600-482453817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5735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75" b="1" dirty="0" spc="3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Linh:</a:t>
            </a:r>
            <a:r>
              <a:rPr lang="en-US" sz="4575" b="1" dirty="0" spc="10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đừng</a:t>
            </a:r>
            <a:r>
              <a:rPr lang="en-US" sz="4575" b="1" dirty="0" spc="2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ghi</a:t>
            </a:r>
            <a:r>
              <a:rPr lang="en-US" sz="4575" b="1" dirty="0" spc="-1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suy</a:t>
            </a:r>
            <a:r>
              <a:rPr lang="en-US" sz="4575" b="1" dirty="0" spc="2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luận</a:t>
            </a:r>
            <a:r>
              <a:rPr lang="en-US" sz="4575" b="1" dirty="0" spc="-34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vào</a:t>
            </a:r>
            <a:r>
              <a:rPr lang="en-US" sz="4575" b="1" dirty="0" spc="-5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cột</a:t>
            </a:r>
            <a:r>
              <a:rPr lang="en-US" sz="4575" b="1" dirty="0" spc="0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dữ</a:t>
            </a:r>
            <a:r>
              <a:rPr lang="en-US" sz="4575" b="1" dirty="0" spc="4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kiện</a:t>
            </a:r>
            <a:endParaRPr lang="en-US" sz="4575" dirty="0"/>
          </a:p>
        </p:txBody>
      </p:sp>
      <p:sp>
        <p:nvSpPr>
          <p:cNvPr id="5" name="Text 2"/>
          <p:cNvSpPr/>
          <p:nvPr/>
        </p:nvSpPr>
        <p:spPr>
          <a:xfrm>
            <a:off x="762000" y="3190875"/>
            <a:ext cx="8001000" cy="552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Linh,</a:t>
            </a:r>
            <a:r>
              <a:rPr lang="en-US" sz="2700" dirty="0" spc="-5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</a:t>
            </a:r>
            <a:r>
              <a:rPr lang="en-US" sz="270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tuổi,</a:t>
            </a:r>
            <a:r>
              <a:rPr lang="en-US" sz="2700" dirty="0" spc="6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trưởng</a:t>
            </a:r>
            <a:r>
              <a:rPr lang="en-US" sz="2700" dirty="0" spc="-3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70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mới,</a:t>
            </a:r>
            <a:r>
              <a:rPr lang="en-US" sz="270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700" dirty="0" spc="8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700" dirty="0" spc="-8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dày,</a:t>
            </a:r>
            <a:r>
              <a:rPr lang="en-US" sz="2700" dirty="0" spc="-3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 ngủ</a:t>
            </a:r>
            <a:r>
              <a:rPr lang="en-US" sz="2700" dirty="0" spc="-17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 không</a:t>
            </a:r>
            <a:r>
              <a:rPr lang="en-US" sz="2700" dirty="0" spc="9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700" dirty="0" spc="6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700" dirty="0" spc="-9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thất</a:t>
            </a:r>
            <a:r>
              <a:rPr lang="en-US" sz="2700" dirty="0" spc="-1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vọng.</a:t>
            </a:r>
            <a:r>
              <a:rPr lang="en-US" sz="270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</a:t>
            </a:r>
            <a:r>
              <a:rPr lang="en-US" sz="2700" dirty="0" spc="-44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r>
              <a:rPr lang="en-US" sz="2700" dirty="0" spc="-3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mơ</a:t>
            </a:r>
            <a:r>
              <a:rPr lang="en-US" sz="2700" dirty="0" spc="-2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70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căn</a:t>
            </a:r>
            <a:r>
              <a:rPr lang="en-US" sz="2700" dirty="0" spc="-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phòng</a:t>
            </a:r>
            <a:r>
              <a:rPr lang="en-US" sz="2700" dirty="0" spc="-5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khóa.</a:t>
            </a:r>
            <a:r>
              <a:rPr lang="en-US" sz="2700" dirty="0" spc="-1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70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ca giáo</a:t>
            </a:r>
            <a:r>
              <a:rPr lang="en-US" sz="2700" dirty="0" spc="-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dục</a:t>
            </a:r>
            <a:r>
              <a:rPr lang="en-US" sz="270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</a:t>
            </a:r>
            <a:r>
              <a:rPr lang="en-US" sz="270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cấu.</a:t>
            </a:r>
            <a:r>
              <a:rPr lang="en-US" sz="2700" dirty="0" spc="-83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70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700" dirty="0" spc="-45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r>
              <a:rPr lang="en-US" sz="2700" dirty="0" spc="-17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5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270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cảnh;</a:t>
            </a:r>
            <a:r>
              <a:rPr lang="en-US" sz="2700" dirty="0" spc="8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5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700" dirty="0" spc="17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700" dirty="0" spc="-24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rằng</a:t>
            </a:r>
            <a:r>
              <a:rPr lang="en-US" sz="270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căn</a:t>
            </a:r>
            <a:r>
              <a:rPr lang="en-US" sz="2700" dirty="0" spc="-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phòng</a:t>
            </a:r>
            <a:r>
              <a:rPr lang="en-US" sz="270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-18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vô</a:t>
            </a:r>
            <a:r>
              <a:rPr lang="en-US" sz="2700" dirty="0" spc="8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thức,</a:t>
            </a:r>
            <a:r>
              <a:rPr lang="en-US" sz="2700" dirty="0" spc="-1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Shadow</a:t>
            </a:r>
            <a:r>
              <a:rPr lang="en-US" sz="2700" dirty="0" spc="-1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700" dirty="0" spc="-8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chấn</a:t>
            </a:r>
            <a:r>
              <a:rPr lang="en-US" sz="2700" dirty="0" spc="5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thương</a:t>
            </a:r>
            <a:r>
              <a:rPr lang="en-US" sz="2700" dirty="0" spc="-3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700" dirty="0" spc="-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quên.</a:t>
            </a:r>
            <a:r>
              <a:rPr lang="en-US" sz="2700" dirty="0" spc="-1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Hãy</a:t>
            </a:r>
            <a:r>
              <a:rPr lang="en-US" sz="2700" dirty="0" spc="-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700" dirty="0" spc="-7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700" dirty="0" spc="-2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2700" dirty="0" spc="-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700" dirty="0" spc="-4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700" dirty="0" spc="-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 chép.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9810750" y="3143250"/>
            <a:ext cx="7334250" cy="1428750"/>
          </a:xfrm>
          <a:prstGeom prst="roundRect">
            <a:avLst>
              <a:gd name="adj" fmla="val 8000"/>
            </a:avLst>
          </a:prstGeom>
          <a:solidFill>
            <a:srgbClr val="362E4C"/>
          </a:solidFill>
          <a:ln/>
        </p:spPr>
      </p:sp>
      <p:sp>
        <p:nvSpPr>
          <p:cNvPr id="7" name="Text 4"/>
          <p:cNvSpPr/>
          <p:nvPr/>
        </p:nvSpPr>
        <p:spPr>
          <a:xfrm>
            <a:off x="10096500" y="3333750"/>
            <a:ext cx="6762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Quan</a:t>
            </a:r>
            <a:r>
              <a:rPr lang="en-US" sz="2550" b="1" dirty="0" spc="-8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10096500" y="3905250"/>
            <a:ext cx="6762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25" dirty="0" spc="3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Lịch</a:t>
            </a:r>
            <a:r>
              <a:rPr lang="en-US" sz="2325" dirty="0" spc="5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trực,</a:t>
            </a:r>
            <a:r>
              <a:rPr lang="en-US" sz="2325" dirty="0" spc="-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ngủ,</a:t>
            </a:r>
            <a:r>
              <a:rPr lang="en-US" sz="2325" dirty="0" spc="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325" dirty="0" spc="-25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kể.</a:t>
            </a:r>
            <a:endParaRPr lang="en-US" sz="2325" dirty="0"/>
          </a:p>
        </p:txBody>
      </p:sp>
      <p:sp>
        <p:nvSpPr>
          <p:cNvPr id="9" name="Shape 6"/>
          <p:cNvSpPr/>
          <p:nvPr/>
        </p:nvSpPr>
        <p:spPr>
          <a:xfrm>
            <a:off x="9810750" y="4857750"/>
            <a:ext cx="7334250" cy="1428750"/>
          </a:xfrm>
          <a:prstGeom prst="roundRect">
            <a:avLst>
              <a:gd name="adj" fmla="val 8000"/>
            </a:avLst>
          </a:prstGeom>
          <a:solidFill>
            <a:srgbClr val="362E4C"/>
          </a:solidFill>
          <a:ln/>
        </p:spPr>
      </p:sp>
      <p:sp>
        <p:nvSpPr>
          <p:cNvPr id="10" name="Text 7"/>
          <p:cNvSpPr/>
          <p:nvPr/>
        </p:nvSpPr>
        <p:spPr>
          <a:xfrm>
            <a:off x="10096500" y="5048250"/>
            <a:ext cx="6762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14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550" b="1" dirty="0" spc="-3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10096500" y="5619750"/>
            <a:ext cx="6762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25" dirty="0" spc="1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Sức</a:t>
            </a:r>
            <a:r>
              <a:rPr lang="en-US" sz="2325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khỏe,</a:t>
            </a:r>
            <a:r>
              <a:rPr lang="en-US" sz="2325" dirty="0" spc="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áp</a:t>
            </a:r>
            <a:r>
              <a:rPr lang="en-US" sz="2325" dirty="0" spc="8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lực,</a:t>
            </a:r>
            <a:r>
              <a:rPr lang="en-US" sz="2325" dirty="0" spc="3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hỗ</a:t>
            </a:r>
            <a:r>
              <a:rPr lang="en-US" sz="2325" dirty="0" spc="-19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trợ.</a:t>
            </a:r>
            <a:endParaRPr lang="en-US" sz="2325" dirty="0"/>
          </a:p>
        </p:txBody>
      </p:sp>
      <p:sp>
        <p:nvSpPr>
          <p:cNvPr id="12" name="Shape 9"/>
          <p:cNvSpPr/>
          <p:nvPr/>
        </p:nvSpPr>
        <p:spPr>
          <a:xfrm>
            <a:off x="9810750" y="6572250"/>
            <a:ext cx="7334250" cy="1428750"/>
          </a:xfrm>
          <a:prstGeom prst="roundRect">
            <a:avLst>
              <a:gd name="adj" fmla="val 8000"/>
            </a:avLst>
          </a:prstGeom>
          <a:solidFill>
            <a:srgbClr val="362E4C"/>
          </a:solidFill>
          <a:ln/>
        </p:spPr>
      </p:sp>
      <p:sp>
        <p:nvSpPr>
          <p:cNvPr id="13" name="Text 10"/>
          <p:cNvSpPr/>
          <p:nvPr/>
        </p:nvSpPr>
        <p:spPr>
          <a:xfrm>
            <a:off x="10096500" y="6762750"/>
            <a:ext cx="6762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14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550" b="1" dirty="0" spc="-3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b="1" dirty="0" spc="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endParaRPr lang="en-US" sz="2550" dirty="0"/>
          </a:p>
        </p:txBody>
      </p:sp>
      <p:sp>
        <p:nvSpPr>
          <p:cNvPr id="14" name="Text 11"/>
          <p:cNvSpPr/>
          <p:nvPr/>
        </p:nvSpPr>
        <p:spPr>
          <a:xfrm>
            <a:off x="10096500" y="7334250"/>
            <a:ext cx="6762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25" dirty="0" spc="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Nhãn</a:t>
            </a:r>
            <a:r>
              <a:rPr lang="en-US" sz="2325" dirty="0" spc="3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325" dirty="0" spc="-1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thuyết/diagnosis.</a:t>
            </a:r>
            <a:endParaRPr lang="en-US" sz="2325" dirty="0"/>
          </a:p>
        </p:txBody>
      </p:sp>
      <p:sp>
        <p:nvSpPr>
          <p:cNvPr id="15" name="Text 12"/>
          <p:cNvSpPr/>
          <p:nvPr/>
        </p:nvSpPr>
        <p:spPr>
          <a:xfrm>
            <a:off x="762000" y="9525000"/>
            <a:ext cx="16573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3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</a:t>
            </a:r>
            <a:r>
              <a:rPr lang="en-US" sz="1725" dirty="0" spc="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1725" dirty="0" spc="16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725" dirty="0" spc="-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-4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725" dirty="0" spc="-1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F1–F2</a:t>
            </a:r>
            <a:endParaRPr lang="en-US" sz="1725" dirty="0"/>
          </a:p>
        </p:txBody>
      </p:sp>
      <p:sp>
        <p:nvSpPr>
          <p:cNvPr id="16" name="Text 13"/>
          <p:cNvSpPr/>
          <p:nvPr/>
        </p:nvSpPr>
        <p:spPr>
          <a:xfrm>
            <a:off x="762000" y="9972675"/>
            <a:ext cx="16478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J02</a:t>
            </a:r>
            <a:r>
              <a:rPr lang="en-US" sz="1575" dirty="0" spc="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575" dirty="0" spc="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4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21/36</a:t>
            </a:r>
            <a:endParaRPr lang="en-US" sz="1575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d185b6e5-6eb4-442d-9f47-8956c3414953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4763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📋 F · CASE STUDY 2/3</a:t>
            </a:r>
            <a:endParaRPr lang="en-US" sz="2100" dirty="0"/>
          </a:p>
        </p:txBody>
      </p:sp>
      <p:pic>
        <p:nvPicPr>
          <p:cNvPr id="3" name="Moda flattened rect-1792855650832-258466235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5735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75" b="1" dirty="0" spc="4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Liên</a:t>
            </a:r>
            <a:r>
              <a:rPr lang="en-US" sz="4575" b="1" dirty="0" spc="-41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tưởng</a:t>
            </a:r>
            <a:r>
              <a:rPr lang="en-US" sz="4575" b="1" dirty="0" spc="4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riêng</a:t>
            </a:r>
            <a:r>
              <a:rPr lang="en-US" sz="4575" b="1" dirty="0" spc="2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mở</a:t>
            </a:r>
            <a:r>
              <a:rPr lang="en-US" sz="4575" b="1" dirty="0" spc="3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câu</a:t>
            </a:r>
            <a:r>
              <a:rPr lang="en-US" sz="4575" b="1" dirty="0" spc="0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hỏi,</a:t>
            </a:r>
            <a:r>
              <a:rPr lang="en-US" sz="4575" b="1" dirty="0" spc="-23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chưa</a:t>
            </a:r>
            <a:r>
              <a:rPr lang="en-US" sz="4575" b="1" dirty="0" spc="-3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chốt</a:t>
            </a:r>
            <a:r>
              <a:rPr lang="en-US" sz="4575" b="1" dirty="0" spc="4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cơ chế</a:t>
            </a:r>
            <a:endParaRPr lang="en-US" sz="4575" dirty="0"/>
          </a:p>
        </p:txBody>
      </p:sp>
      <p:sp>
        <p:nvSpPr>
          <p:cNvPr id="5" name="Shape 2"/>
          <p:cNvSpPr/>
          <p:nvPr/>
        </p:nvSpPr>
        <p:spPr>
          <a:xfrm>
            <a:off x="762000" y="3381375"/>
            <a:ext cx="5080000" cy="2524125"/>
          </a:xfrm>
          <a:prstGeom prst="roundRect">
            <a:avLst>
              <a:gd name="adj" fmla="val 4528"/>
            </a:avLst>
          </a:prstGeom>
          <a:solidFill>
            <a:srgbClr val="EAE5F2"/>
          </a:solidFill>
          <a:ln/>
        </p:spPr>
      </p:sp>
      <p:sp>
        <p:nvSpPr>
          <p:cNvPr id="6" name="Text 3"/>
          <p:cNvSpPr/>
          <p:nvPr/>
        </p:nvSpPr>
        <p:spPr>
          <a:xfrm>
            <a:off x="1019175" y="3619500"/>
            <a:ext cx="45656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b="1" dirty="0" spc="3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Liên</a:t>
            </a:r>
            <a:r>
              <a:rPr lang="en-US" sz="2775" b="1" dirty="0" spc="-24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tưởng</a:t>
            </a:r>
            <a:r>
              <a:rPr lang="en-US" sz="2775" b="1" dirty="0" spc="-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Linh</a:t>
            </a:r>
            <a:endParaRPr lang="en-US" sz="2775" dirty="0"/>
          </a:p>
        </p:txBody>
      </p:sp>
      <p:sp>
        <p:nvSpPr>
          <p:cNvPr id="7" name="Text 4"/>
          <p:cNvSpPr/>
          <p:nvPr/>
        </p:nvSpPr>
        <p:spPr>
          <a:xfrm>
            <a:off x="1019175" y="4667250"/>
            <a:ext cx="456565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0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400" dirty="0" spc="-2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yên</a:t>
            </a:r>
            <a:r>
              <a:rPr lang="en-US" sz="240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tĩnh</a:t>
            </a:r>
            <a:r>
              <a:rPr lang="en-US" sz="2400" dirty="0" spc="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400" dirty="0" spc="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461125" y="3381375"/>
            <a:ext cx="5080000" cy="2524125"/>
          </a:xfrm>
          <a:prstGeom prst="roundRect">
            <a:avLst>
              <a:gd name="adj" fmla="val 4528"/>
            </a:avLst>
          </a:prstGeom>
          <a:solidFill>
            <a:srgbClr val="EAE5F2"/>
          </a:solidFill>
          <a:ln/>
        </p:spPr>
      </p:sp>
      <p:sp>
        <p:nvSpPr>
          <p:cNvPr id="9" name="Text 6"/>
          <p:cNvSpPr/>
          <p:nvPr/>
        </p:nvSpPr>
        <p:spPr>
          <a:xfrm>
            <a:off x="6718300" y="3619500"/>
            <a:ext cx="45656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b="1" dirty="0" spc="-3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Hướng</a:t>
            </a:r>
            <a:r>
              <a:rPr lang="en-US" sz="2775" b="1" dirty="0" spc="0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hỏi</a:t>
            </a:r>
            <a:endParaRPr lang="en-US" sz="2775" dirty="0"/>
          </a:p>
        </p:txBody>
      </p:sp>
      <p:sp>
        <p:nvSpPr>
          <p:cNvPr id="10" name="Text 7"/>
          <p:cNvSpPr/>
          <p:nvPr/>
        </p:nvSpPr>
        <p:spPr>
          <a:xfrm>
            <a:off x="6718300" y="4667250"/>
            <a:ext cx="456565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Nhu</a:t>
            </a:r>
            <a:r>
              <a:rPr lang="en-US" sz="240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400" dirty="0" spc="-1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nghỉ/giới</a:t>
            </a:r>
            <a:r>
              <a:rPr lang="en-US" sz="240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hạn?</a:t>
            </a:r>
            <a:endParaRPr lang="en-US" sz="2400" dirty="0"/>
          </a:p>
        </p:txBody>
      </p:sp>
      <p:sp>
        <p:nvSpPr>
          <p:cNvPr id="11" name="Connector line-1792855650838-264987278"/>
          <p:cNvSpPr/>
          <p:nvPr/>
        </p:nvSpPr>
        <p:spPr>
          <a:xfrm>
            <a:off x="5842000" y="4643438"/>
            <a:ext cx="619125" cy="0"/>
          </a:xfrm>
          <a:prstGeom prst="line">
            <a:avLst/>
          </a:prstGeom>
          <a:noFill/>
          <a:ln w="19050">
            <a:solidFill>
              <a:srgbClr val="B77C56"/>
            </a:solidFill>
            <a:prstDash val="solid"/>
            <a:headEnd type="none"/>
            <a:tailEnd type="none"/>
          </a:ln>
        </p:spPr>
      </p:sp>
      <p:sp>
        <p:nvSpPr>
          <p:cNvPr id="12" name="Shape 9"/>
          <p:cNvSpPr/>
          <p:nvPr/>
        </p:nvSpPr>
        <p:spPr>
          <a:xfrm>
            <a:off x="12160250" y="3381375"/>
            <a:ext cx="5080000" cy="2524125"/>
          </a:xfrm>
          <a:prstGeom prst="roundRect">
            <a:avLst>
              <a:gd name="adj" fmla="val 4528"/>
            </a:avLst>
          </a:prstGeom>
          <a:solidFill>
            <a:srgbClr val="EAE5F2"/>
          </a:solidFill>
          <a:ln/>
        </p:spPr>
      </p:sp>
      <p:sp>
        <p:nvSpPr>
          <p:cNvPr id="13" name="Text 10"/>
          <p:cNvSpPr/>
          <p:nvPr/>
        </p:nvSpPr>
        <p:spPr>
          <a:xfrm>
            <a:off x="12417425" y="3619500"/>
            <a:ext cx="45656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b="1" dirty="0" spc="3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Đối</a:t>
            </a:r>
            <a:r>
              <a:rPr lang="en-US" sz="2775" b="1" dirty="0" spc="0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chiếu</a:t>
            </a:r>
            <a:endParaRPr lang="en-US" sz="2775" dirty="0"/>
          </a:p>
        </p:txBody>
      </p:sp>
      <p:sp>
        <p:nvSpPr>
          <p:cNvPr id="14" name="Text 11"/>
          <p:cNvSpPr/>
          <p:nvPr/>
        </p:nvSpPr>
        <p:spPr>
          <a:xfrm>
            <a:off x="12417425" y="4667250"/>
            <a:ext cx="456565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Giờ</a:t>
            </a:r>
            <a:r>
              <a:rPr lang="en-US" sz="2400" dirty="0" spc="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làm/sức</a:t>
            </a:r>
            <a:r>
              <a:rPr lang="en-US" sz="240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khỏe/sự</a:t>
            </a:r>
            <a:r>
              <a:rPr lang="en-US" sz="24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kiện.</a:t>
            </a:r>
            <a:endParaRPr lang="en-US" sz="2400" dirty="0"/>
          </a:p>
        </p:txBody>
      </p:sp>
      <p:sp>
        <p:nvSpPr>
          <p:cNvPr id="15" name="Connector line-1792855650842-119986642"/>
          <p:cNvSpPr/>
          <p:nvPr/>
        </p:nvSpPr>
        <p:spPr>
          <a:xfrm>
            <a:off x="11541125" y="4643438"/>
            <a:ext cx="619125" cy="0"/>
          </a:xfrm>
          <a:prstGeom prst="line">
            <a:avLst/>
          </a:prstGeom>
          <a:noFill/>
          <a:ln w="19050">
            <a:solidFill>
              <a:srgbClr val="B77C56"/>
            </a:solidFill>
            <a:prstDash val="solid"/>
            <a:headEnd type="none"/>
            <a:tailEnd type="none"/>
          </a:ln>
        </p:spPr>
      </p:sp>
      <p:sp>
        <p:nvSpPr>
          <p:cNvPr id="16" name="Text 13"/>
          <p:cNvSpPr/>
          <p:nvPr/>
        </p:nvSpPr>
        <p:spPr>
          <a:xfrm>
            <a:off x="762000" y="6429375"/>
            <a:ext cx="162877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5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Sơ</a:t>
            </a:r>
            <a:r>
              <a:rPr lang="en-US" sz="1725" dirty="0" spc="1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725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 niệm</a:t>
            </a:r>
            <a:r>
              <a:rPr lang="en-US" sz="1725" dirty="0" spc="1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725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1725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không</a:t>
            </a:r>
            <a:r>
              <a:rPr lang="en-US" sz="1725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725" dirty="0" spc="-3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725" dirty="0" spc="1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endParaRPr lang="en-US" sz="1725" dirty="0"/>
          </a:p>
        </p:txBody>
      </p:sp>
      <p:sp>
        <p:nvSpPr>
          <p:cNvPr id="17" name="Text 14"/>
          <p:cNvSpPr/>
          <p:nvPr/>
        </p:nvSpPr>
        <p:spPr>
          <a:xfrm>
            <a:off x="762000" y="7096125"/>
            <a:ext cx="1647825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Linh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căn phòng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 cũ</a:t>
            </a:r>
            <a:r>
              <a:rPr lang="en-US" sz="2550" dirty="0" spc="2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</a:t>
            </a:r>
            <a:r>
              <a:rPr lang="en-US" sz="2550" dirty="0" spc="-2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yên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tĩnh.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nhu</a:t>
            </a:r>
            <a:r>
              <a:rPr lang="en-US" sz="255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nghỉ</a:t>
            </a:r>
            <a:r>
              <a:rPr lang="en-US" sz="255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550" dirty="0" spc="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thừa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nhận,</a:t>
            </a:r>
            <a:r>
              <a:rPr lang="en-US" sz="2550" dirty="0" spc="1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550" dirty="0" spc="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tưởng</a:t>
            </a:r>
            <a:r>
              <a:rPr lang="en-US" sz="2550" dirty="0" spc="-1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 phổ</a:t>
            </a:r>
            <a:r>
              <a:rPr lang="en-US" sz="2550" dirty="0" spc="-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quát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căn phòng.</a:t>
            </a:r>
            <a:r>
              <a:rPr lang="en-US" sz="2550" dirty="0" spc="-7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550" dirty="0" spc="-1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-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1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lịch,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giấc</a:t>
            </a:r>
            <a:r>
              <a:rPr lang="en-US" sz="255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ngủ,</a:t>
            </a:r>
            <a:r>
              <a:rPr lang="en-US" sz="2550" dirty="0" spc="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sức</a:t>
            </a:r>
            <a:r>
              <a:rPr lang="en-US" sz="255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khỏe</a:t>
            </a:r>
            <a:r>
              <a:rPr lang="en-US" sz="2550" dirty="0" spc="-1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-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550" dirty="0" spc="-1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550" dirty="0" spc="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đây.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lấp chỗ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thiếu thông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55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dirty="0" spc="-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 thuật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Jungian.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762000" y="9525000"/>
            <a:ext cx="16573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3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</a:t>
            </a:r>
            <a:r>
              <a:rPr lang="en-US" sz="172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1725" dirty="0" spc="16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725" dirty="0" spc="-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-4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725" dirty="0" spc="-14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F3–F6</a:t>
            </a:r>
            <a:endParaRPr lang="en-US" sz="1725" dirty="0"/>
          </a:p>
        </p:txBody>
      </p:sp>
      <p:sp>
        <p:nvSpPr>
          <p:cNvPr id="19" name="Text 16"/>
          <p:cNvSpPr/>
          <p:nvPr/>
        </p:nvSpPr>
        <p:spPr>
          <a:xfrm>
            <a:off x="762000" y="9972675"/>
            <a:ext cx="16478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J02</a:t>
            </a:r>
            <a:r>
              <a:rPr lang="en-US" sz="157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57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3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22/36</a:t>
            </a:r>
            <a:endParaRPr lang="en-US" sz="1575" dirty="0"/>
          </a:p>
        </p:txBody>
      </p:sp>
      <p:sp>
        <p:nvSpPr>
          <p:cNvPr id="20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17c017e2-e6d9-4a96-bc3f-613886384af4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4763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📋 F · CASE STUDY 3/3</a:t>
            </a:r>
            <a:endParaRPr lang="en-US" sz="2100" dirty="0"/>
          </a:p>
        </p:txBody>
      </p:sp>
      <p:pic>
        <p:nvPicPr>
          <p:cNvPr id="3" name="Moda flattened rect-1792855654043-25745927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5735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75" b="1" dirty="0" spc="6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Điều</a:t>
            </a:r>
            <a:r>
              <a:rPr lang="en-US" sz="4575" b="1" dirty="0" spc="5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chỉnh</a:t>
            </a:r>
            <a:r>
              <a:rPr lang="en-US" sz="4575" b="1" dirty="0" spc="-29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thực</a:t>
            </a:r>
            <a:r>
              <a:rPr lang="en-US" sz="4575" b="1" dirty="0" spc="-24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tế</a:t>
            </a:r>
            <a:r>
              <a:rPr lang="en-US" sz="4575" b="1" dirty="0" spc="-47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và</a:t>
            </a:r>
            <a:r>
              <a:rPr lang="en-US" sz="4575" b="1" dirty="0" spc="-29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kết</a:t>
            </a:r>
            <a:r>
              <a:rPr lang="en-US" sz="4575" b="1" dirty="0" spc="2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luận</a:t>
            </a:r>
            <a:r>
              <a:rPr lang="en-US" sz="4575" b="1" dirty="0" spc="5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đúng</a:t>
            </a:r>
            <a:r>
              <a:rPr lang="en-US" sz="4575" b="1" dirty="0" spc="-37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mức</a:t>
            </a:r>
            <a:endParaRPr lang="en-US" sz="4575" dirty="0"/>
          </a:p>
        </p:txBody>
      </p:sp>
      <p:sp>
        <p:nvSpPr>
          <p:cNvPr id="5" name="Shape 2"/>
          <p:cNvSpPr/>
          <p:nvPr/>
        </p:nvSpPr>
        <p:spPr>
          <a:xfrm>
            <a:off x="762000" y="3381375"/>
            <a:ext cx="5080000" cy="2524125"/>
          </a:xfrm>
          <a:prstGeom prst="roundRect">
            <a:avLst>
              <a:gd name="adj" fmla="val 4528"/>
            </a:avLst>
          </a:prstGeom>
          <a:solidFill>
            <a:srgbClr val="EAE5F2"/>
          </a:solidFill>
          <a:ln/>
        </p:spPr>
      </p:sp>
      <p:sp>
        <p:nvSpPr>
          <p:cNvPr id="6" name="Text 3"/>
          <p:cNvSpPr/>
          <p:nvPr/>
        </p:nvSpPr>
        <p:spPr>
          <a:xfrm>
            <a:off x="1019175" y="3619500"/>
            <a:ext cx="45656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b="1" dirty="0" spc="-2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Hành</a:t>
            </a:r>
            <a:r>
              <a:rPr lang="en-US" sz="2775" b="1" dirty="0" spc="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động đồng</a:t>
            </a:r>
            <a:r>
              <a:rPr lang="en-US" sz="2775" b="1" dirty="0" spc="0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thuận</a:t>
            </a:r>
            <a:endParaRPr lang="en-US" sz="2775" dirty="0"/>
          </a:p>
        </p:txBody>
      </p:sp>
      <p:sp>
        <p:nvSpPr>
          <p:cNvPr id="7" name="Text 4"/>
          <p:cNvSpPr/>
          <p:nvPr/>
        </p:nvSpPr>
        <p:spPr>
          <a:xfrm>
            <a:off x="1019175" y="4667250"/>
            <a:ext cx="456565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Đề</a:t>
            </a:r>
            <a:r>
              <a:rPr lang="en-US" sz="240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nghị</a:t>
            </a:r>
            <a:r>
              <a:rPr lang="en-US" sz="24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 ca/khoảng</a:t>
            </a:r>
            <a:r>
              <a:rPr lang="en-US" sz="240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nghỉ.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461125" y="3381375"/>
            <a:ext cx="5080000" cy="2524125"/>
          </a:xfrm>
          <a:prstGeom prst="roundRect">
            <a:avLst>
              <a:gd name="adj" fmla="val 4528"/>
            </a:avLst>
          </a:prstGeom>
          <a:solidFill>
            <a:srgbClr val="EAE5F2"/>
          </a:solidFill>
          <a:ln/>
        </p:spPr>
      </p:sp>
      <p:sp>
        <p:nvSpPr>
          <p:cNvPr id="9" name="Text 6"/>
          <p:cNvSpPr/>
          <p:nvPr/>
        </p:nvSpPr>
        <p:spPr>
          <a:xfrm>
            <a:off x="6718300" y="3619500"/>
            <a:ext cx="45656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b="1" dirty="0" spc="3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Quan</a:t>
            </a:r>
            <a:r>
              <a:rPr lang="en-US" sz="2775" b="1" dirty="0" spc="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sát</a:t>
            </a:r>
            <a:endParaRPr lang="en-US" sz="2775" dirty="0"/>
          </a:p>
        </p:txBody>
      </p:sp>
      <p:sp>
        <p:nvSpPr>
          <p:cNvPr id="10" name="Text 7"/>
          <p:cNvSpPr/>
          <p:nvPr/>
        </p:nvSpPr>
        <p:spPr>
          <a:xfrm>
            <a:off x="6718300" y="4667250"/>
            <a:ext cx="456565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Giấc</a:t>
            </a:r>
            <a:r>
              <a:rPr lang="en-US" sz="2400" dirty="0" spc="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ngủ</a:t>
            </a:r>
            <a:r>
              <a:rPr lang="en-US" sz="2400" dirty="0" spc="-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400" dirty="0" spc="1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400" dirty="0" spc="-2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400" dirty="0" spc="-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sao?</a:t>
            </a:r>
            <a:endParaRPr lang="en-US" sz="2400" dirty="0"/>
          </a:p>
        </p:txBody>
      </p:sp>
      <p:sp>
        <p:nvSpPr>
          <p:cNvPr id="11" name="Connector line-1792855654049-621336361"/>
          <p:cNvSpPr/>
          <p:nvPr/>
        </p:nvSpPr>
        <p:spPr>
          <a:xfrm>
            <a:off x="5842000" y="4643438"/>
            <a:ext cx="619125" cy="0"/>
          </a:xfrm>
          <a:prstGeom prst="line">
            <a:avLst/>
          </a:prstGeom>
          <a:noFill/>
          <a:ln w="19050">
            <a:solidFill>
              <a:srgbClr val="B77C56"/>
            </a:solidFill>
            <a:prstDash val="solid"/>
            <a:headEnd type="none"/>
            <a:tailEnd type="none"/>
          </a:ln>
        </p:spPr>
      </p:sp>
      <p:sp>
        <p:nvSpPr>
          <p:cNvPr id="12" name="Shape 9"/>
          <p:cNvSpPr/>
          <p:nvPr/>
        </p:nvSpPr>
        <p:spPr>
          <a:xfrm>
            <a:off x="12160250" y="3381375"/>
            <a:ext cx="5080000" cy="2524125"/>
          </a:xfrm>
          <a:prstGeom prst="roundRect">
            <a:avLst>
              <a:gd name="adj" fmla="val 4528"/>
            </a:avLst>
          </a:prstGeom>
          <a:solidFill>
            <a:srgbClr val="EAE5F2"/>
          </a:solidFill>
          <a:ln/>
        </p:spPr>
      </p:sp>
      <p:sp>
        <p:nvSpPr>
          <p:cNvPr id="13" name="Text 10"/>
          <p:cNvSpPr/>
          <p:nvPr/>
        </p:nvSpPr>
        <p:spPr>
          <a:xfrm>
            <a:off x="12417425" y="3619500"/>
            <a:ext cx="45656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b="1" dirty="0" spc="-27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Kết</a:t>
            </a:r>
            <a:r>
              <a:rPr lang="en-US" sz="2775" b="1" dirty="0" spc="0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luận</a:t>
            </a:r>
            <a:r>
              <a:rPr lang="en-US" sz="2775" b="1" dirty="0" spc="-9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giới</a:t>
            </a:r>
            <a:r>
              <a:rPr lang="en-US" sz="2775" b="1" dirty="0" spc="-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hạn</a:t>
            </a:r>
            <a:endParaRPr lang="en-US" sz="2775" dirty="0"/>
          </a:p>
        </p:txBody>
      </p:sp>
      <p:sp>
        <p:nvSpPr>
          <p:cNvPr id="14" name="Text 11"/>
          <p:cNvSpPr/>
          <p:nvPr/>
        </p:nvSpPr>
        <p:spPr>
          <a:xfrm>
            <a:off x="12417425" y="4667250"/>
            <a:ext cx="456565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Hữu</a:t>
            </a:r>
            <a:r>
              <a:rPr lang="en-US" sz="24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ích</a:t>
            </a:r>
            <a:r>
              <a:rPr lang="en-US" sz="2400" dirty="0" spc="1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400" dirty="0" spc="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00" dirty="0" spc="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400" dirty="0" spc="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đúng.</a:t>
            </a:r>
            <a:endParaRPr lang="en-US" sz="2400" dirty="0"/>
          </a:p>
        </p:txBody>
      </p:sp>
      <p:sp>
        <p:nvSpPr>
          <p:cNvPr id="15" name="Connector line-1792855654051-681299843"/>
          <p:cNvSpPr/>
          <p:nvPr/>
        </p:nvSpPr>
        <p:spPr>
          <a:xfrm>
            <a:off x="11541125" y="4643438"/>
            <a:ext cx="619125" cy="0"/>
          </a:xfrm>
          <a:prstGeom prst="line">
            <a:avLst/>
          </a:prstGeom>
          <a:noFill/>
          <a:ln w="19050">
            <a:solidFill>
              <a:srgbClr val="B77C56"/>
            </a:solidFill>
            <a:prstDash val="solid"/>
            <a:headEnd type="none"/>
            <a:tailEnd type="none"/>
          </a:ln>
        </p:spPr>
      </p:sp>
      <p:sp>
        <p:nvSpPr>
          <p:cNvPr id="16" name="Text 13"/>
          <p:cNvSpPr/>
          <p:nvPr/>
        </p:nvSpPr>
        <p:spPr>
          <a:xfrm>
            <a:off x="762000" y="6429375"/>
            <a:ext cx="162877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5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Sơ</a:t>
            </a:r>
            <a:r>
              <a:rPr lang="en-US" sz="1725" dirty="0" spc="1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725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 niệm</a:t>
            </a:r>
            <a:r>
              <a:rPr lang="en-US" sz="1725" dirty="0" spc="1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725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1725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không</a:t>
            </a:r>
            <a:r>
              <a:rPr lang="en-US" sz="1725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725" dirty="0" spc="-3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725" dirty="0" spc="1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endParaRPr lang="en-US" sz="1725" dirty="0"/>
          </a:p>
        </p:txBody>
      </p:sp>
      <p:sp>
        <p:nvSpPr>
          <p:cNvPr id="17" name="Text 14"/>
          <p:cNvSpPr/>
          <p:nvPr/>
        </p:nvSpPr>
        <p:spPr>
          <a:xfrm>
            <a:off x="762000" y="7096125"/>
            <a:ext cx="1647825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Linh</a:t>
            </a:r>
            <a:r>
              <a:rPr lang="en-US" sz="2550" dirty="0" spc="1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550" dirty="0" spc="1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nghị chia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r>
              <a:rPr lang="en-US" sz="2550" dirty="0" spc="-1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nghỉ</a:t>
            </a:r>
            <a:r>
              <a:rPr lang="en-US" sz="2550" dirty="0" spc="-3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hơn.</a:t>
            </a:r>
            <a:r>
              <a:rPr lang="en-US" sz="2550" dirty="0" spc="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giấc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ngủ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cải thiện,</a:t>
            </a:r>
            <a:r>
              <a:rPr lang="en-US" sz="2550" dirty="0" spc="-1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-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1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1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550" dirty="0" spc="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-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550" dirty="0" spc="-1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550" dirty="0" spc="-2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gây</a:t>
            </a:r>
            <a:r>
              <a:rPr lang="en-US" sz="2550" dirty="0" spc="-1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550" dirty="0" spc="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động.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Jungian có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1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2550" dirty="0" spc="-1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55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-1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hạn;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 chế</a:t>
            </a:r>
            <a:r>
              <a:rPr lang="en-US" sz="2550" dirty="0" spc="-1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vô</a:t>
            </a:r>
            <a:r>
              <a:rPr lang="en-US" sz="2550" dirty="0" spc="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55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bù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</a:t>
            </a:r>
            <a:r>
              <a:rPr lang="en-US" sz="2550" dirty="0" spc="-1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dirty="0" spc="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1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lập.</a:t>
            </a:r>
            <a:r>
              <a:rPr lang="en-US" sz="255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</a:t>
            </a:r>
            <a:r>
              <a:rPr lang="en-US" sz="255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chịu</a:t>
            </a:r>
            <a:r>
              <a:rPr lang="en-US" sz="2550" dirty="0" spc="-3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kéo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r>
              <a:rPr lang="en-US" sz="255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550" dirty="0" spc="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hưởng</a:t>
            </a:r>
            <a:r>
              <a:rPr lang="en-US" sz="2550" dirty="0" spc="1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đáng</a:t>
            </a:r>
            <a:r>
              <a:rPr lang="en-US" sz="2550" dirty="0" spc="-3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 hỗ</a:t>
            </a:r>
            <a:r>
              <a:rPr lang="en-US" sz="2550" dirty="0" spc="-2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2550" dirty="0" spc="-1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chuyên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môn</a:t>
            </a:r>
            <a:r>
              <a:rPr lang="en-US" sz="255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phù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hợp.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762000" y="9525000"/>
            <a:ext cx="16573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3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</a:t>
            </a:r>
            <a:r>
              <a:rPr lang="en-US" sz="172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1725" dirty="0" spc="16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725" dirty="0" spc="-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-4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72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F7–F9</a:t>
            </a:r>
            <a:endParaRPr lang="en-US" sz="1725" dirty="0"/>
          </a:p>
        </p:txBody>
      </p:sp>
      <p:sp>
        <p:nvSpPr>
          <p:cNvPr id="19" name="Text 16"/>
          <p:cNvSpPr/>
          <p:nvPr/>
        </p:nvSpPr>
        <p:spPr>
          <a:xfrm>
            <a:off x="762000" y="9972675"/>
            <a:ext cx="16478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J02</a:t>
            </a:r>
            <a:r>
              <a:rPr lang="en-US" sz="157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57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5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23/36</a:t>
            </a:r>
            <a:endParaRPr lang="en-US" sz="1575" dirty="0"/>
          </a:p>
        </p:txBody>
      </p:sp>
      <p:sp>
        <p:nvSpPr>
          <p:cNvPr id="20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88c76eee-f67a-49f7-bac3-2e623c4f8464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41F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4763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🔬 G · MODERN SCIENTIFIC PERSPECTIVE</a:t>
            </a:r>
            <a:endParaRPr lang="en-US" sz="2100" dirty="0"/>
          </a:p>
        </p:txBody>
      </p:sp>
      <p:pic>
        <p:nvPicPr>
          <p:cNvPr id="3" name="Moda flattened rect-1792855657102-569218142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5735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75" b="1" dirty="0" spc="0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Ba</a:t>
            </a:r>
            <a:r>
              <a:rPr lang="en-US" sz="4575" b="1" dirty="0" spc="3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câu</a:t>
            </a:r>
            <a:r>
              <a:rPr lang="en-US" sz="4575" b="1" dirty="0" spc="4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hỏi</a:t>
            </a:r>
            <a:r>
              <a:rPr lang="en-US" sz="4575" b="1" dirty="0" spc="6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cần</a:t>
            </a:r>
            <a:r>
              <a:rPr lang="en-US" sz="4575" b="1" dirty="0" spc="-2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ba</a:t>
            </a:r>
            <a:r>
              <a:rPr lang="en-US" sz="4575" b="1" dirty="0" spc="0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loại</a:t>
            </a:r>
            <a:r>
              <a:rPr lang="en-US" sz="4575" b="1" dirty="0" spc="-1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bằng</a:t>
            </a:r>
            <a:r>
              <a:rPr lang="en-US" sz="4575" b="1" dirty="0" spc="5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chứng</a:t>
            </a:r>
            <a:endParaRPr lang="en-US" sz="4575" dirty="0"/>
          </a:p>
        </p:txBody>
      </p:sp>
      <p:sp>
        <p:nvSpPr>
          <p:cNvPr id="5" name="Shape 2"/>
          <p:cNvSpPr/>
          <p:nvPr/>
        </p:nvSpPr>
        <p:spPr>
          <a:xfrm>
            <a:off x="762000" y="3381375"/>
            <a:ext cx="5080000" cy="2524125"/>
          </a:xfrm>
          <a:prstGeom prst="roundRect">
            <a:avLst>
              <a:gd name="adj" fmla="val 4528"/>
            </a:avLst>
          </a:prstGeom>
          <a:solidFill>
            <a:srgbClr val="362E4C"/>
          </a:solidFill>
          <a:ln/>
        </p:spPr>
      </p:sp>
      <p:sp>
        <p:nvSpPr>
          <p:cNvPr id="6" name="Text 3"/>
          <p:cNvSpPr/>
          <p:nvPr/>
        </p:nvSpPr>
        <p:spPr>
          <a:xfrm>
            <a:off x="1019175" y="3619500"/>
            <a:ext cx="45656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b="1" dirty="0" spc="-1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Lịch</a:t>
            </a:r>
            <a:r>
              <a:rPr lang="en-US" sz="2775" b="1" dirty="0" spc="2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sử</a:t>
            </a:r>
            <a:endParaRPr lang="en-US" sz="2775" dirty="0"/>
          </a:p>
        </p:txBody>
      </p:sp>
      <p:sp>
        <p:nvSpPr>
          <p:cNvPr id="7" name="Text 4"/>
          <p:cNvSpPr/>
          <p:nvPr/>
        </p:nvSpPr>
        <p:spPr>
          <a:xfrm>
            <a:off x="1019175" y="4667250"/>
            <a:ext cx="456565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36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Văn</a:t>
            </a:r>
            <a:r>
              <a:rPr lang="en-US" sz="2400" dirty="0" spc="-2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bản/ấn</a:t>
            </a:r>
            <a:r>
              <a:rPr lang="en-US" sz="240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461125" y="3381375"/>
            <a:ext cx="5080000" cy="2524125"/>
          </a:xfrm>
          <a:prstGeom prst="roundRect">
            <a:avLst>
              <a:gd name="adj" fmla="val 4528"/>
            </a:avLst>
          </a:prstGeom>
          <a:solidFill>
            <a:srgbClr val="362E4C"/>
          </a:solidFill>
          <a:ln/>
        </p:spPr>
      </p:sp>
      <p:sp>
        <p:nvSpPr>
          <p:cNvPr id="9" name="Text 6"/>
          <p:cNvSpPr/>
          <p:nvPr/>
        </p:nvSpPr>
        <p:spPr>
          <a:xfrm>
            <a:off x="6718300" y="3619500"/>
            <a:ext cx="45656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b="1" dirty="0" spc="3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Ý</a:t>
            </a:r>
            <a:r>
              <a:rPr lang="en-US" sz="2775" b="1" dirty="0" spc="-1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nghĩa</a:t>
            </a:r>
            <a:endParaRPr lang="en-US" sz="2775" dirty="0"/>
          </a:p>
        </p:txBody>
      </p:sp>
      <p:sp>
        <p:nvSpPr>
          <p:cNvPr id="10" name="Text 7"/>
          <p:cNvSpPr/>
          <p:nvPr/>
        </p:nvSpPr>
        <p:spPr>
          <a:xfrm>
            <a:off x="6718300" y="4667250"/>
            <a:ext cx="456565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66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Trải</a:t>
            </a:r>
            <a:r>
              <a:rPr lang="en-US" sz="240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nghiệm/bối</a:t>
            </a:r>
            <a:r>
              <a:rPr lang="en-US" sz="240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cảnh.</a:t>
            </a:r>
            <a:endParaRPr lang="en-US" sz="2400" dirty="0"/>
          </a:p>
        </p:txBody>
      </p:sp>
      <p:sp>
        <p:nvSpPr>
          <p:cNvPr id="11" name="Connector line-1792855657110-757523113"/>
          <p:cNvSpPr/>
          <p:nvPr/>
        </p:nvSpPr>
        <p:spPr>
          <a:xfrm>
            <a:off x="5842000" y="4643438"/>
            <a:ext cx="619125" cy="0"/>
          </a:xfrm>
          <a:prstGeom prst="line">
            <a:avLst/>
          </a:prstGeom>
          <a:noFill/>
          <a:ln w="19050">
            <a:solidFill>
              <a:srgbClr val="B77C56"/>
            </a:solidFill>
            <a:prstDash val="solid"/>
            <a:headEnd type="none"/>
            <a:tailEnd type="none"/>
          </a:ln>
        </p:spPr>
      </p:sp>
      <p:sp>
        <p:nvSpPr>
          <p:cNvPr id="12" name="Shape 9"/>
          <p:cNvSpPr/>
          <p:nvPr/>
        </p:nvSpPr>
        <p:spPr>
          <a:xfrm>
            <a:off x="12160250" y="3381375"/>
            <a:ext cx="5080000" cy="2524125"/>
          </a:xfrm>
          <a:prstGeom prst="roundRect">
            <a:avLst>
              <a:gd name="adj" fmla="val 4528"/>
            </a:avLst>
          </a:prstGeom>
          <a:solidFill>
            <a:srgbClr val="362E4C"/>
          </a:solidFill>
          <a:ln/>
        </p:spPr>
      </p:sp>
      <p:sp>
        <p:nvSpPr>
          <p:cNvPr id="13" name="Text 10"/>
          <p:cNvSpPr/>
          <p:nvPr/>
        </p:nvSpPr>
        <p:spPr>
          <a:xfrm>
            <a:off x="12417425" y="3619500"/>
            <a:ext cx="45656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b="1" dirty="0" spc="3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Hiệu</a:t>
            </a:r>
            <a:r>
              <a:rPr lang="en-US" sz="2775" b="1" dirty="0" spc="-22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quả/cơ</a:t>
            </a:r>
            <a:r>
              <a:rPr lang="en-US" sz="2775" b="1" dirty="0" spc="-2" kern="0">
                <a:solidFill>
                  <a:srgbClr val="C8BDE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chế</a:t>
            </a:r>
            <a:endParaRPr lang="en-US" sz="2775" dirty="0"/>
          </a:p>
        </p:txBody>
      </p:sp>
      <p:sp>
        <p:nvSpPr>
          <p:cNvPr id="14" name="Text 11"/>
          <p:cNvSpPr/>
          <p:nvPr/>
        </p:nvSpPr>
        <p:spPr>
          <a:xfrm>
            <a:off x="12417425" y="4667250"/>
            <a:ext cx="456565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6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Thiết</a:t>
            </a:r>
            <a:r>
              <a:rPr lang="en-US" sz="2400" dirty="0" spc="-37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400" dirty="0" spc="-16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400" dirty="0" spc="18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400" dirty="0" spc="3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phù</a:t>
            </a:r>
            <a:r>
              <a:rPr lang="en-US" sz="240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hợp.</a:t>
            </a:r>
            <a:endParaRPr lang="en-US" sz="2400" dirty="0"/>
          </a:p>
        </p:txBody>
      </p:sp>
      <p:sp>
        <p:nvSpPr>
          <p:cNvPr id="15" name="Connector line-1792855657112-121308537"/>
          <p:cNvSpPr/>
          <p:nvPr/>
        </p:nvSpPr>
        <p:spPr>
          <a:xfrm>
            <a:off x="11541125" y="4643438"/>
            <a:ext cx="619125" cy="0"/>
          </a:xfrm>
          <a:prstGeom prst="line">
            <a:avLst/>
          </a:prstGeom>
          <a:noFill/>
          <a:ln w="19050">
            <a:solidFill>
              <a:srgbClr val="B77C56"/>
            </a:solidFill>
            <a:prstDash val="solid"/>
            <a:headEnd type="none"/>
            <a:tailEnd type="none"/>
          </a:ln>
        </p:spPr>
      </p:sp>
      <p:sp>
        <p:nvSpPr>
          <p:cNvPr id="16" name="Text 13"/>
          <p:cNvSpPr/>
          <p:nvPr/>
        </p:nvSpPr>
        <p:spPr>
          <a:xfrm>
            <a:off x="762000" y="6429375"/>
            <a:ext cx="162877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5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Sơ</a:t>
            </a:r>
            <a:r>
              <a:rPr lang="en-US" sz="1725" dirty="0" spc="1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725" dirty="0" spc="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 niệm</a:t>
            </a:r>
            <a:r>
              <a:rPr lang="en-US" sz="1725" dirty="0" spc="1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725" dirty="0" spc="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1725" dirty="0" spc="-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1725" dirty="0" spc="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725" dirty="0" spc="-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không</a:t>
            </a:r>
            <a:r>
              <a:rPr lang="en-US" sz="1725" dirty="0" spc="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725" dirty="0" spc="-3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725" dirty="0" spc="1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725" dirty="0" spc="-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endParaRPr lang="en-US" sz="1725" dirty="0"/>
          </a:p>
        </p:txBody>
      </p:sp>
      <p:sp>
        <p:nvSpPr>
          <p:cNvPr id="17" name="Text 14"/>
          <p:cNvSpPr/>
          <p:nvPr/>
        </p:nvSpPr>
        <p:spPr>
          <a:xfrm>
            <a:off x="762000" y="7096125"/>
            <a:ext cx="1647825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7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dirty="0" spc="-14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550" dirty="0" spc="-3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-19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 Jung</a:t>
            </a:r>
            <a:r>
              <a:rPr lang="en-US" sz="2550" dirty="0" spc="19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2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55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-3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550" dirty="0" spc="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55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nào,</a:t>
            </a:r>
            <a:r>
              <a:rPr lang="en-US" sz="2550" dirty="0" spc="16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16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550" dirty="0" spc="-1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550" dirty="0" spc="14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550" dirty="0" spc="-14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255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 đúng</a:t>
            </a:r>
            <a:r>
              <a:rPr lang="en-US" sz="2550" dirty="0" spc="-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550" dirty="0" spc="-18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vậy.</a:t>
            </a:r>
            <a:r>
              <a:rPr lang="en-US" sz="2550" dirty="0" spc="-5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550" dirty="0" spc="-15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5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-36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r>
              <a:rPr lang="en-US" sz="255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550" dirty="0" spc="-5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can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thiệp</a:t>
            </a:r>
            <a:r>
              <a:rPr lang="en-US" sz="2550" dirty="0" spc="-1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550" dirty="0" spc="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550" dirty="0" spc="8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550" dirty="0" spc="18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550" dirty="0" spc="-33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550" dirty="0" spc="-18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550" dirty="0" spc="19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55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-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1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dirty="0" spc="6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2550" dirty="0" spc="17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550" dirty="0" spc="7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riêng,</a:t>
            </a:r>
            <a:r>
              <a:rPr lang="en-US" sz="2550" dirty="0" spc="-8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550" dirty="0" spc="18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-1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550" dirty="0" spc="5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phái</a:t>
            </a:r>
            <a:r>
              <a:rPr lang="en-US" sz="255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550" dirty="0" spc="-33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550" dirty="0" spc="-15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762000" y="9525000"/>
            <a:ext cx="16573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5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725" dirty="0" spc="-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</a:t>
            </a:r>
            <a:r>
              <a:rPr lang="en-US" sz="1725" dirty="0" spc="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Khung</a:t>
            </a:r>
            <a:r>
              <a:rPr lang="en-US" sz="1725" dirty="0" spc="5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725" dirty="0" spc="-3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725" dirty="0" spc="1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endParaRPr lang="en-US" sz="1725" dirty="0"/>
          </a:p>
        </p:txBody>
      </p:sp>
      <p:sp>
        <p:nvSpPr>
          <p:cNvPr id="19" name="Text 16"/>
          <p:cNvSpPr/>
          <p:nvPr/>
        </p:nvSpPr>
        <p:spPr>
          <a:xfrm>
            <a:off x="762000" y="9972675"/>
            <a:ext cx="16478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J02</a:t>
            </a:r>
            <a:r>
              <a:rPr lang="en-US" sz="1575" dirty="0" spc="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575" dirty="0" spc="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9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24/36</a:t>
            </a:r>
            <a:endParaRPr lang="en-US" sz="1575" dirty="0"/>
          </a:p>
        </p:txBody>
      </p:sp>
      <p:sp>
        <p:nvSpPr>
          <p:cNvPr id="20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deb72162-976e-45ca-8144-8eafa6a0d628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4763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🔬 G · REVIEW 2013</a:t>
            </a:r>
            <a:endParaRPr lang="en-US" sz="2100" dirty="0"/>
          </a:p>
        </p:txBody>
      </p:sp>
      <p:pic>
        <p:nvPicPr>
          <p:cNvPr id="3" name="Moda flattened rect-1792855677918-69576696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5735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75" b="1" dirty="0" spc="4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Đọc</a:t>
            </a:r>
            <a:r>
              <a:rPr lang="en-US" sz="4575" b="1" dirty="0" spc="-49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được</a:t>
            </a:r>
            <a:r>
              <a:rPr lang="en-US" sz="4575" b="1" dirty="0" spc="-40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tới</a:t>
            </a:r>
            <a:r>
              <a:rPr lang="en-US" sz="4575" b="1" dirty="0" spc="5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đâu</a:t>
            </a:r>
            <a:r>
              <a:rPr lang="en-US" sz="4575" b="1" dirty="0" spc="-8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thì</a:t>
            </a:r>
            <a:r>
              <a:rPr lang="en-US" sz="4575" b="1" dirty="0" spc="-30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kết</a:t>
            </a:r>
            <a:r>
              <a:rPr lang="en-US" sz="4575" b="1" dirty="0" spc="2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luận</a:t>
            </a:r>
            <a:r>
              <a:rPr lang="en-US" sz="4575" b="1" dirty="0" spc="-40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tới</a:t>
            </a:r>
            <a:r>
              <a:rPr lang="en-US" sz="4575" b="1" dirty="0" spc="11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đó</a:t>
            </a:r>
            <a:endParaRPr lang="en-US" sz="4575" dirty="0"/>
          </a:p>
        </p:txBody>
      </p:sp>
      <p:sp>
        <p:nvSpPr>
          <p:cNvPr id="5" name="Text 2"/>
          <p:cNvSpPr/>
          <p:nvPr/>
        </p:nvSpPr>
        <p:spPr>
          <a:xfrm>
            <a:off x="762000" y="3190875"/>
            <a:ext cx="8001000" cy="552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3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Review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2013 của</a:t>
            </a:r>
            <a:r>
              <a:rPr lang="en-US" sz="2700" dirty="0" spc="-1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Roesler</a:t>
            </a:r>
            <a:r>
              <a:rPr lang="en-US" sz="2700" dirty="0" spc="-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bàn</a:t>
            </a:r>
            <a:r>
              <a:rPr lang="en-US" sz="2700" dirty="0" spc="-1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70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70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700" dirty="0" spc="2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700" dirty="0" spc="-3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70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Jungian</a:t>
            </a:r>
            <a:r>
              <a:rPr lang="en-US" sz="2700" dirty="0" spc="-2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psychotherapy.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700" dirty="0" spc="-1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kiểm</a:t>
            </a:r>
            <a:r>
              <a:rPr lang="en-US" sz="2700" dirty="0" spc="-2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metadata</a:t>
            </a:r>
            <a:r>
              <a:rPr lang="en-US" sz="2700" dirty="0" spc="-1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trích</a:t>
            </a:r>
            <a:r>
              <a:rPr lang="en-US" sz="2700" dirty="0" spc="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700" dirty="0" spc="-1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abstract</a:t>
            </a:r>
            <a:r>
              <a:rPr lang="en-US" sz="270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kiếm:</a:t>
            </a:r>
            <a:r>
              <a:rPr lang="en-US" sz="270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PMC</a:t>
            </a:r>
            <a:r>
              <a:rPr lang="en-US" sz="2700" dirty="0" spc="-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700" dirty="0" spc="-4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CAPTCHA,</a:t>
            </a:r>
            <a:r>
              <a:rPr lang="en-US" sz="270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MDPI</a:t>
            </a:r>
            <a:r>
              <a:rPr lang="en-US" sz="2700" dirty="0" spc="-2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700" dirty="0" spc="-1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429.</a:t>
            </a:r>
            <a:r>
              <a:rPr lang="en-US" sz="2700" dirty="0" spc="4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700" dirty="0" spc="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dirty="0" spc="1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700" dirty="0" spc="-1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700" dirty="0" spc="-2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review,</a:t>
            </a:r>
            <a:r>
              <a:rPr lang="en-US" sz="2700" dirty="0" spc="-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700" dirty="0" spc="2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70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700" dirty="0" spc="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70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270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r>
              <a:rPr lang="en-US" sz="270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700" dirty="0" spc="-1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này.</a:t>
            </a:r>
            <a:r>
              <a:rPr lang="en-US" sz="2700" dirty="0" spc="-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70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uy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</a:t>
            </a:r>
            <a:r>
              <a:rPr lang="en-US" sz="2700" dirty="0" spc="-1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70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700" dirty="0" spc="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1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70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700" dirty="0" spc="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claim</a:t>
            </a:r>
            <a:r>
              <a:rPr lang="en-US" sz="270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2700" dirty="0" spc="-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tiết.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9810750" y="3143250"/>
            <a:ext cx="7334250" cy="1428750"/>
          </a:xfrm>
          <a:prstGeom prst="roundRect">
            <a:avLst>
              <a:gd name="adj" fmla="val 8000"/>
            </a:avLst>
          </a:prstGeom>
          <a:solidFill>
            <a:srgbClr val="EAE5F2"/>
          </a:solidFill>
          <a:ln/>
        </p:spPr>
      </p:sp>
      <p:sp>
        <p:nvSpPr>
          <p:cNvPr id="7" name="Text 4"/>
          <p:cNvSpPr/>
          <p:nvPr/>
        </p:nvSpPr>
        <p:spPr>
          <a:xfrm>
            <a:off x="10096500" y="3333750"/>
            <a:ext cx="6762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2550" b="1" dirty="0" spc="-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10096500" y="3905250"/>
            <a:ext cx="6762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25" dirty="0" spc="-2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Metadata/abstract</a:t>
            </a:r>
            <a:r>
              <a:rPr lang="en-US" sz="2325" dirty="0" spc="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trích</a:t>
            </a:r>
            <a:r>
              <a:rPr lang="en-US" sz="2325" dirty="0" spc="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đoạn.</a:t>
            </a:r>
            <a:endParaRPr lang="en-US" sz="2325" dirty="0"/>
          </a:p>
        </p:txBody>
      </p:sp>
      <p:sp>
        <p:nvSpPr>
          <p:cNvPr id="9" name="Shape 6"/>
          <p:cNvSpPr/>
          <p:nvPr/>
        </p:nvSpPr>
        <p:spPr>
          <a:xfrm>
            <a:off x="9810750" y="4857750"/>
            <a:ext cx="7334250" cy="1428750"/>
          </a:xfrm>
          <a:prstGeom prst="roundRect">
            <a:avLst>
              <a:gd name="adj" fmla="val 8000"/>
            </a:avLst>
          </a:prstGeom>
          <a:solidFill>
            <a:srgbClr val="EAE5F2"/>
          </a:solidFill>
          <a:ln/>
        </p:spPr>
      </p:sp>
      <p:sp>
        <p:nvSpPr>
          <p:cNvPr id="10" name="Text 7"/>
          <p:cNvSpPr/>
          <p:nvPr/>
        </p:nvSpPr>
        <p:spPr>
          <a:xfrm>
            <a:off x="10096500" y="5048250"/>
            <a:ext cx="6762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5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Bị</a:t>
            </a:r>
            <a:r>
              <a:rPr lang="en-US" sz="2550" b="1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10096500" y="5619750"/>
            <a:ext cx="6762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25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PMC</a:t>
            </a:r>
            <a:r>
              <a:rPr lang="en-US" sz="2325" dirty="0" spc="-3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CAPTCHA;</a:t>
            </a:r>
            <a:r>
              <a:rPr lang="en-US" sz="2325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MDPI</a:t>
            </a:r>
            <a:r>
              <a:rPr lang="en-US" sz="2325" dirty="0" spc="-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429.</a:t>
            </a:r>
            <a:endParaRPr lang="en-US" sz="2325" dirty="0"/>
          </a:p>
        </p:txBody>
      </p:sp>
      <p:sp>
        <p:nvSpPr>
          <p:cNvPr id="12" name="Shape 9"/>
          <p:cNvSpPr/>
          <p:nvPr/>
        </p:nvSpPr>
        <p:spPr>
          <a:xfrm>
            <a:off x="9810750" y="6572250"/>
            <a:ext cx="7334250" cy="1428750"/>
          </a:xfrm>
          <a:prstGeom prst="roundRect">
            <a:avLst>
              <a:gd name="adj" fmla="val 8000"/>
            </a:avLst>
          </a:prstGeom>
          <a:solidFill>
            <a:srgbClr val="EAE5F2"/>
          </a:solidFill>
          <a:ln/>
        </p:spPr>
      </p:sp>
      <p:sp>
        <p:nvSpPr>
          <p:cNvPr id="13" name="Text 10"/>
          <p:cNvSpPr/>
          <p:nvPr/>
        </p:nvSpPr>
        <p:spPr>
          <a:xfrm>
            <a:off x="10096500" y="6762750"/>
            <a:ext cx="6762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7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b="1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2550" dirty="0"/>
          </a:p>
        </p:txBody>
      </p:sp>
      <p:sp>
        <p:nvSpPr>
          <p:cNvPr id="14" name="Text 11"/>
          <p:cNvSpPr/>
          <p:nvPr/>
        </p:nvSpPr>
        <p:spPr>
          <a:xfrm>
            <a:off x="10096500" y="7334250"/>
            <a:ext cx="6762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25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2325" dirty="0" spc="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325" dirty="0" spc="-1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325" dirty="0" spc="-1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review/định</a:t>
            </a:r>
            <a:r>
              <a:rPr lang="en-US" sz="2325" dirty="0" spc="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lượng.</a:t>
            </a:r>
            <a:endParaRPr lang="en-US" sz="2325" dirty="0"/>
          </a:p>
        </p:txBody>
      </p:sp>
      <p:sp>
        <p:nvSpPr>
          <p:cNvPr id="15" name="Text 12"/>
          <p:cNvSpPr/>
          <p:nvPr/>
        </p:nvSpPr>
        <p:spPr>
          <a:xfrm>
            <a:off x="762000" y="9525000"/>
            <a:ext cx="16573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[S5]</a:t>
            </a:r>
            <a:r>
              <a:rPr lang="en-US" sz="172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DOI10.3390/bs3040562</a:t>
            </a:r>
            <a:endParaRPr lang="en-US" sz="1725" dirty="0"/>
          </a:p>
        </p:txBody>
      </p:sp>
      <p:sp>
        <p:nvSpPr>
          <p:cNvPr id="16" name="Text 13"/>
          <p:cNvSpPr/>
          <p:nvPr/>
        </p:nvSpPr>
        <p:spPr>
          <a:xfrm>
            <a:off x="762000" y="9972675"/>
            <a:ext cx="16478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J02</a:t>
            </a:r>
            <a:r>
              <a:rPr lang="en-US" sz="157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57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2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25/36</a:t>
            </a:r>
            <a:endParaRPr lang="en-US" sz="1575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83e006bb-f0ac-4e2c-8238-e7beef09f8df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4763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🔬 G · NGHIÊN CỨU 2025</a:t>
            </a:r>
            <a:endParaRPr lang="en-US" sz="2100" dirty="0"/>
          </a:p>
        </p:txBody>
      </p:sp>
      <p:pic>
        <p:nvPicPr>
          <p:cNvPr id="3" name="Moda flattened rect-1792855681088-227177057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5735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75" b="1" dirty="0" spc="-1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104</a:t>
            </a:r>
            <a:r>
              <a:rPr lang="en-US" sz="4575" b="1" dirty="0" spc="-37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người</a:t>
            </a:r>
            <a:r>
              <a:rPr lang="en-US" sz="4575" b="1" dirty="0" spc="-27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trước–sau:</a:t>
            </a:r>
            <a:r>
              <a:rPr lang="en-US" sz="4575" b="1" dirty="0" spc="3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thay</a:t>
            </a:r>
            <a:r>
              <a:rPr lang="en-US" sz="4575" b="1" dirty="0" spc="9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đổi</a:t>
            </a:r>
            <a:r>
              <a:rPr lang="en-US" sz="4575" b="1" dirty="0" spc="-17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có,</a:t>
            </a:r>
            <a:r>
              <a:rPr lang="en-US" sz="4575" b="1" dirty="0" spc="4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nhân</a:t>
            </a:r>
            <a:r>
              <a:rPr lang="en-US" sz="4575" b="1" dirty="0" spc="1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quả</a:t>
            </a:r>
            <a:r>
              <a:rPr lang="en-US" sz="4575" b="1" dirty="0" spc="5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còn</a:t>
            </a:r>
            <a:r>
              <a:rPr lang="en-US" sz="4575" b="1" dirty="0" spc="2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mở</a:t>
            </a:r>
            <a:endParaRPr lang="en-US" sz="4575" dirty="0"/>
          </a:p>
        </p:txBody>
      </p:sp>
      <p:sp>
        <p:nvSpPr>
          <p:cNvPr id="5" name="Shape 2"/>
          <p:cNvSpPr/>
          <p:nvPr/>
        </p:nvSpPr>
        <p:spPr>
          <a:xfrm>
            <a:off x="762000" y="3381375"/>
            <a:ext cx="5080000" cy="2524125"/>
          </a:xfrm>
          <a:prstGeom prst="roundRect">
            <a:avLst>
              <a:gd name="adj" fmla="val 4528"/>
            </a:avLst>
          </a:prstGeom>
          <a:solidFill>
            <a:srgbClr val="EAE5F2"/>
          </a:solidFill>
          <a:ln/>
        </p:spPr>
      </p:sp>
      <p:sp>
        <p:nvSpPr>
          <p:cNvPr id="6" name="Text 3"/>
          <p:cNvSpPr/>
          <p:nvPr/>
        </p:nvSpPr>
        <p:spPr>
          <a:xfrm>
            <a:off x="1019175" y="3619500"/>
            <a:ext cx="45656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b="1" dirty="0" spc="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104</a:t>
            </a:r>
            <a:r>
              <a:rPr lang="en-US" sz="2775" b="1" dirty="0" spc="-23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người</a:t>
            </a:r>
            <a:endParaRPr lang="en-US" sz="2775" dirty="0"/>
          </a:p>
        </p:txBody>
      </p:sp>
      <p:sp>
        <p:nvSpPr>
          <p:cNvPr id="7" name="Text 4"/>
          <p:cNvSpPr/>
          <p:nvPr/>
        </p:nvSpPr>
        <p:spPr>
          <a:xfrm>
            <a:off x="1019175" y="4667250"/>
            <a:ext cx="456565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Đánh giá</a:t>
            </a:r>
            <a:r>
              <a:rPr lang="en-US" sz="240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trước–sau.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461125" y="3381375"/>
            <a:ext cx="5080000" cy="2524125"/>
          </a:xfrm>
          <a:prstGeom prst="roundRect">
            <a:avLst>
              <a:gd name="adj" fmla="val 4528"/>
            </a:avLst>
          </a:prstGeom>
          <a:solidFill>
            <a:srgbClr val="EAE5F2"/>
          </a:solidFill>
          <a:ln/>
        </p:spPr>
      </p:sp>
      <p:sp>
        <p:nvSpPr>
          <p:cNvPr id="9" name="Text 6"/>
          <p:cNvSpPr/>
          <p:nvPr/>
        </p:nvSpPr>
        <p:spPr>
          <a:xfrm>
            <a:off x="6718300" y="3619500"/>
            <a:ext cx="45656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b="1" dirty="0" spc="0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Cải</a:t>
            </a:r>
            <a:r>
              <a:rPr lang="en-US" sz="2775" b="1" dirty="0" spc="2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thiện</a:t>
            </a:r>
            <a:r>
              <a:rPr lang="en-US" sz="2775" b="1" dirty="0" spc="-3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được</a:t>
            </a:r>
            <a:r>
              <a:rPr lang="en-US" sz="2775" b="1" dirty="0" spc="-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báo</a:t>
            </a:r>
            <a:r>
              <a:rPr lang="en-US" sz="2775" b="1" dirty="0" spc="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cáo</a:t>
            </a:r>
            <a:endParaRPr lang="en-US" sz="2775" dirty="0"/>
          </a:p>
        </p:txBody>
      </p:sp>
      <p:sp>
        <p:nvSpPr>
          <p:cNvPr id="10" name="Text 7"/>
          <p:cNvSpPr/>
          <p:nvPr/>
        </p:nvSpPr>
        <p:spPr>
          <a:xfrm>
            <a:off x="6718300" y="4667250"/>
            <a:ext cx="456565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2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Triệu</a:t>
            </a:r>
            <a:r>
              <a:rPr lang="en-US" sz="2400" dirty="0" spc="-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chứng/chất</a:t>
            </a:r>
            <a:r>
              <a:rPr lang="en-US" sz="2400" dirty="0" spc="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400" dirty="0" spc="-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sống.</a:t>
            </a:r>
            <a:endParaRPr lang="en-US" sz="2400" dirty="0"/>
          </a:p>
        </p:txBody>
      </p:sp>
      <p:sp>
        <p:nvSpPr>
          <p:cNvPr id="11" name="Connector line-1792855681094-137182576"/>
          <p:cNvSpPr/>
          <p:nvPr/>
        </p:nvSpPr>
        <p:spPr>
          <a:xfrm>
            <a:off x="5842000" y="4643438"/>
            <a:ext cx="619125" cy="0"/>
          </a:xfrm>
          <a:prstGeom prst="line">
            <a:avLst/>
          </a:prstGeom>
          <a:noFill/>
          <a:ln w="19050">
            <a:solidFill>
              <a:srgbClr val="B77C56"/>
            </a:solidFill>
            <a:prstDash val="solid"/>
            <a:headEnd type="none"/>
            <a:tailEnd type="none"/>
          </a:ln>
        </p:spPr>
      </p:sp>
      <p:sp>
        <p:nvSpPr>
          <p:cNvPr id="12" name="Shape 9"/>
          <p:cNvSpPr/>
          <p:nvPr/>
        </p:nvSpPr>
        <p:spPr>
          <a:xfrm>
            <a:off x="12160250" y="3381375"/>
            <a:ext cx="5080000" cy="2524125"/>
          </a:xfrm>
          <a:prstGeom prst="roundRect">
            <a:avLst>
              <a:gd name="adj" fmla="val 4528"/>
            </a:avLst>
          </a:prstGeom>
          <a:solidFill>
            <a:srgbClr val="EAE5F2"/>
          </a:solidFill>
          <a:ln/>
        </p:spPr>
      </p:sp>
      <p:sp>
        <p:nvSpPr>
          <p:cNvPr id="13" name="Text 10"/>
          <p:cNvSpPr/>
          <p:nvPr/>
        </p:nvSpPr>
        <p:spPr>
          <a:xfrm>
            <a:off x="12417425" y="3619500"/>
            <a:ext cx="45656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b="1" dirty="0" spc="-10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Giới</a:t>
            </a:r>
            <a:r>
              <a:rPr lang="en-US" sz="2775" b="1" dirty="0" spc="0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hạn</a:t>
            </a:r>
            <a:endParaRPr lang="en-US" sz="2775" dirty="0"/>
          </a:p>
        </p:txBody>
      </p:sp>
      <p:sp>
        <p:nvSpPr>
          <p:cNvPr id="14" name="Text 11"/>
          <p:cNvSpPr/>
          <p:nvPr/>
        </p:nvSpPr>
        <p:spPr>
          <a:xfrm>
            <a:off x="12417425" y="4667250"/>
            <a:ext cx="456565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-1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control;</a:t>
            </a:r>
            <a:r>
              <a:rPr lang="en-US" sz="2400" dirty="0" spc="-1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self-report; dropout.</a:t>
            </a:r>
            <a:endParaRPr lang="en-US" sz="2400" dirty="0"/>
          </a:p>
        </p:txBody>
      </p:sp>
      <p:sp>
        <p:nvSpPr>
          <p:cNvPr id="15" name="Connector line-1792855681097-240119889"/>
          <p:cNvSpPr/>
          <p:nvPr/>
        </p:nvSpPr>
        <p:spPr>
          <a:xfrm>
            <a:off x="11541125" y="4643438"/>
            <a:ext cx="619125" cy="0"/>
          </a:xfrm>
          <a:prstGeom prst="line">
            <a:avLst/>
          </a:prstGeom>
          <a:noFill/>
          <a:ln w="19050">
            <a:solidFill>
              <a:srgbClr val="B77C56"/>
            </a:solidFill>
            <a:prstDash val="solid"/>
            <a:headEnd type="none"/>
            <a:tailEnd type="none"/>
          </a:ln>
        </p:spPr>
      </p:sp>
      <p:sp>
        <p:nvSpPr>
          <p:cNvPr id="16" name="Text 13"/>
          <p:cNvSpPr/>
          <p:nvPr/>
        </p:nvSpPr>
        <p:spPr>
          <a:xfrm>
            <a:off x="762000" y="6429375"/>
            <a:ext cx="162877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5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Sơ</a:t>
            </a:r>
            <a:r>
              <a:rPr lang="en-US" sz="1725" dirty="0" spc="1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725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 niệm</a:t>
            </a:r>
            <a:r>
              <a:rPr lang="en-US" sz="1725" dirty="0" spc="1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725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1725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không</a:t>
            </a:r>
            <a:r>
              <a:rPr lang="en-US" sz="1725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725" dirty="0" spc="-3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725" dirty="0" spc="1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endParaRPr lang="en-US" sz="1725" dirty="0"/>
          </a:p>
        </p:txBody>
      </p:sp>
      <p:sp>
        <p:nvSpPr>
          <p:cNvPr id="17" name="Text 14"/>
          <p:cNvSpPr/>
          <p:nvPr/>
        </p:nvSpPr>
        <p:spPr>
          <a:xfrm>
            <a:off x="762000" y="7096125"/>
            <a:ext cx="1647825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Roesler</a:t>
            </a:r>
            <a:r>
              <a:rPr lang="en-US" sz="2550" dirty="0" spc="-1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55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 (2025) báo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 cải thiện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các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1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-1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104</a:t>
            </a:r>
            <a:r>
              <a:rPr lang="en-US" sz="2550" dirty="0" spc="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1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có giám</a:t>
            </a:r>
            <a:r>
              <a:rPr lang="en-US" sz="2550" dirty="0" spc="-1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sát.</a:t>
            </a:r>
            <a:r>
              <a:rPr lang="en-US" sz="255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1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liên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dirty="0" spc="-2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PDF nhà</a:t>
            </a:r>
            <a:r>
              <a:rPr lang="en-US" sz="2550" dirty="0" spc="-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55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bản.</a:t>
            </a:r>
            <a:r>
              <a:rPr lang="en-US" sz="2550" dirty="0" spc="-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550" dirty="0" spc="-3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có nhóm</a:t>
            </a:r>
            <a:r>
              <a:rPr lang="en-US" sz="2550" dirty="0" spc="1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dirty="0" spc="1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chứng,</a:t>
            </a:r>
            <a:r>
              <a:rPr lang="en-US" sz="2550" dirty="0" spc="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dựa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r>
              <a:rPr lang="en-US" sz="2550" dirty="0" spc="-1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ghi</a:t>
            </a:r>
            <a:r>
              <a:rPr lang="en-US" sz="2550" dirty="0" spc="-1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dropout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 thống.</a:t>
            </a:r>
            <a:r>
              <a:rPr lang="en-US" sz="2550" dirty="0" spc="4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thế,</a:t>
            </a:r>
            <a:r>
              <a:rPr lang="en-US" sz="2550" dirty="0" spc="-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1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dirty="0" spc="-1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2550" dirty="0" spc="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550" dirty="0" spc="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pháp,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càng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 các</a:t>
            </a:r>
            <a:r>
              <a:rPr lang="en-US" sz="2550" dirty="0" spc="-1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550" dirty="0" spc="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mẫu.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762000" y="9525000"/>
            <a:ext cx="16573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[S6]</a:t>
            </a:r>
            <a:r>
              <a:rPr lang="en-US" sz="1725" dirty="0" spc="-6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Abstract/Methods/limitations</a:t>
            </a:r>
            <a:endParaRPr lang="en-US" sz="1725" dirty="0"/>
          </a:p>
        </p:txBody>
      </p:sp>
      <p:sp>
        <p:nvSpPr>
          <p:cNvPr id="19" name="Text 16"/>
          <p:cNvSpPr/>
          <p:nvPr/>
        </p:nvSpPr>
        <p:spPr>
          <a:xfrm>
            <a:off x="762000" y="9972675"/>
            <a:ext cx="16478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J02</a:t>
            </a:r>
            <a:r>
              <a:rPr lang="en-US" sz="157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57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3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26/36</a:t>
            </a:r>
            <a:endParaRPr lang="en-US" sz="1575" dirty="0"/>
          </a:p>
        </p:txBody>
      </p:sp>
      <p:sp>
        <p:nvSpPr>
          <p:cNvPr id="20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f2c5f08f-a0dd-4d1c-9c9a-8fbf4b92c1fc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41F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4763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🔬 G · PHÊ BÌNH CƠ CHẾ</a:t>
            </a:r>
            <a:endParaRPr lang="en-US" sz="2100" dirty="0"/>
          </a:p>
        </p:txBody>
      </p:sp>
      <p:pic>
        <p:nvPicPr>
          <p:cNvPr id="3" name="Moda flattened rect-1792855684028-742683267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5735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75" b="1" dirty="0" spc="2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Hình</a:t>
            </a:r>
            <a:r>
              <a:rPr lang="en-US" sz="4575" b="1" dirty="0" spc="4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ảnh</a:t>
            </a:r>
            <a:r>
              <a:rPr lang="en-US" sz="4575" b="1" dirty="0" spc="1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giống</a:t>
            </a:r>
            <a:r>
              <a:rPr lang="en-US" sz="4575" b="1" dirty="0" spc="3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nhau</a:t>
            </a:r>
            <a:r>
              <a:rPr lang="en-US" sz="4575" b="1" dirty="0" spc="2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không</a:t>
            </a:r>
            <a:r>
              <a:rPr lang="en-US" sz="4575" b="1" dirty="0" spc="-19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xác</a:t>
            </a:r>
            <a:r>
              <a:rPr lang="en-US" sz="4575" b="1" dirty="0" spc="15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định</a:t>
            </a:r>
            <a:r>
              <a:rPr lang="en-US" sz="4575" b="1" dirty="0" spc="1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nguồn</a:t>
            </a:r>
            <a:r>
              <a:rPr lang="en-US" sz="4575" b="1" dirty="0" spc="-27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gốc</a:t>
            </a:r>
            <a:endParaRPr lang="en-US" sz="4575" dirty="0"/>
          </a:p>
        </p:txBody>
      </p:sp>
      <p:sp>
        <p:nvSpPr>
          <p:cNvPr id="5" name="Shape 2"/>
          <p:cNvSpPr/>
          <p:nvPr/>
        </p:nvSpPr>
        <p:spPr>
          <a:xfrm>
            <a:off x="762000" y="3810000"/>
            <a:ext cx="4762500" cy="1809750"/>
          </a:xfrm>
          <a:prstGeom prst="roundRect">
            <a:avLst>
              <a:gd name="adj" fmla="val 6316"/>
            </a:avLst>
          </a:prstGeom>
          <a:solidFill>
            <a:srgbClr val="493C89"/>
          </a:solidFill>
          <a:ln/>
        </p:spPr>
      </p:sp>
      <p:sp>
        <p:nvSpPr>
          <p:cNvPr id="6" name="Text 3"/>
          <p:cNvSpPr/>
          <p:nvPr/>
        </p:nvSpPr>
        <p:spPr>
          <a:xfrm>
            <a:off x="1047750" y="4095750"/>
            <a:ext cx="4191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b="1" dirty="0" spc="-6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Hiện</a:t>
            </a:r>
            <a:r>
              <a:rPr lang="en-US" sz="2625" b="1" dirty="0" spc="8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endParaRPr lang="en-US" sz="2625" dirty="0"/>
          </a:p>
        </p:txBody>
      </p:sp>
      <p:sp>
        <p:nvSpPr>
          <p:cNvPr id="7" name="Text 4"/>
          <p:cNvSpPr/>
          <p:nvPr/>
        </p:nvSpPr>
        <p:spPr>
          <a:xfrm>
            <a:off x="1047750" y="4762500"/>
            <a:ext cx="4191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25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 típ có thể</a:t>
            </a:r>
            <a:r>
              <a:rPr lang="en-US" sz="2325" dirty="0" spc="-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giống</a:t>
            </a:r>
            <a:r>
              <a:rPr lang="en-US" sz="2325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endParaRPr lang="en-US" sz="2325" dirty="0"/>
          </a:p>
        </p:txBody>
      </p:sp>
      <p:sp>
        <p:nvSpPr>
          <p:cNvPr id="8" name="Shape 5"/>
          <p:cNvSpPr/>
          <p:nvPr/>
        </p:nvSpPr>
        <p:spPr>
          <a:xfrm>
            <a:off x="8572500" y="3143250"/>
            <a:ext cx="8667750" cy="1333500"/>
          </a:xfrm>
          <a:prstGeom prst="roundRect">
            <a:avLst>
              <a:gd name="adj" fmla="val 8571"/>
            </a:avLst>
          </a:prstGeom>
          <a:solidFill>
            <a:srgbClr val="362E4C"/>
          </a:solidFill>
          <a:ln/>
        </p:spPr>
      </p:sp>
      <p:sp>
        <p:nvSpPr>
          <p:cNvPr id="9" name="Text 6"/>
          <p:cNvSpPr/>
          <p:nvPr/>
        </p:nvSpPr>
        <p:spPr>
          <a:xfrm>
            <a:off x="8858250" y="3333750"/>
            <a:ext cx="80962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3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</a:t>
            </a:r>
            <a:r>
              <a:rPr lang="en-US" sz="2550" b="1" dirty="0" spc="-14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endParaRPr lang="en-US" sz="2550" dirty="0"/>
          </a:p>
        </p:txBody>
      </p:sp>
      <p:sp>
        <p:nvSpPr>
          <p:cNvPr id="10" name="Text 7"/>
          <p:cNvSpPr/>
          <p:nvPr/>
        </p:nvSpPr>
        <p:spPr>
          <a:xfrm>
            <a:off x="8858250" y="3905250"/>
            <a:ext cx="8096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25" dirty="0" spc="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Khuôn</a:t>
            </a:r>
            <a:r>
              <a:rPr lang="en-US" sz="2325" dirty="0" spc="3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phổ</a:t>
            </a:r>
            <a:r>
              <a:rPr lang="en-US" sz="2325" dirty="0" spc="-9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quát</a:t>
            </a:r>
            <a:r>
              <a:rPr lang="en-US" sz="2325" dirty="0" spc="8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325" dirty="0" spc="-1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truyền?</a:t>
            </a:r>
            <a:endParaRPr lang="en-US" sz="2325" dirty="0"/>
          </a:p>
        </p:txBody>
      </p:sp>
      <p:sp>
        <p:nvSpPr>
          <p:cNvPr id="11" name="Connector line-1792855684035-847401421"/>
          <p:cNvSpPr/>
          <p:nvPr/>
        </p:nvSpPr>
        <p:spPr>
          <a:xfrm flipV="1">
            <a:off x="5524500" y="3810000"/>
            <a:ext cx="3048000" cy="904875"/>
          </a:xfrm>
          <a:prstGeom prst="bentConnector3">
            <a:avLst/>
          </a:prstGeom>
          <a:noFill/>
          <a:ln w="19050">
            <a:solidFill>
              <a:srgbClr val="B77C56"/>
            </a:solidFill>
            <a:prstDash val="dash"/>
            <a:headEnd type="none"/>
            <a:tailEnd type="none"/>
          </a:ln>
        </p:spPr>
      </p:sp>
      <p:sp>
        <p:nvSpPr>
          <p:cNvPr id="12" name="Shape 9"/>
          <p:cNvSpPr/>
          <p:nvPr/>
        </p:nvSpPr>
        <p:spPr>
          <a:xfrm>
            <a:off x="8572500" y="4857750"/>
            <a:ext cx="8667750" cy="1333500"/>
          </a:xfrm>
          <a:prstGeom prst="roundRect">
            <a:avLst>
              <a:gd name="adj" fmla="val 8571"/>
            </a:avLst>
          </a:prstGeom>
          <a:solidFill>
            <a:srgbClr val="362E4C"/>
          </a:solidFill>
          <a:ln/>
        </p:spPr>
      </p:sp>
      <p:sp>
        <p:nvSpPr>
          <p:cNvPr id="13" name="Text 10"/>
          <p:cNvSpPr/>
          <p:nvPr/>
        </p:nvSpPr>
        <p:spPr>
          <a:xfrm>
            <a:off x="8858250" y="5048250"/>
            <a:ext cx="80962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4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Khả</a:t>
            </a:r>
            <a:r>
              <a:rPr lang="en-US" sz="2550" b="1" dirty="0" spc="-3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550" b="1" dirty="0" spc="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550" dirty="0"/>
          </a:p>
        </p:txBody>
      </p:sp>
      <p:sp>
        <p:nvSpPr>
          <p:cNvPr id="14" name="Text 11"/>
          <p:cNvSpPr/>
          <p:nvPr/>
        </p:nvSpPr>
        <p:spPr>
          <a:xfrm>
            <a:off x="8858250" y="5619750"/>
            <a:ext cx="8096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25" dirty="0" spc="-3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Học</a:t>
            </a:r>
            <a:r>
              <a:rPr lang="en-US" sz="2325" dirty="0" spc="-2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tập/giao</a:t>
            </a:r>
            <a:r>
              <a:rPr lang="en-US" sz="2325" dirty="0" spc="18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325" dirty="0" spc="-1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325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hóa.</a:t>
            </a:r>
            <a:endParaRPr lang="en-US" sz="2325" dirty="0"/>
          </a:p>
        </p:txBody>
      </p:sp>
      <p:sp>
        <p:nvSpPr>
          <p:cNvPr id="15" name="Connector line-1792855684037-63274342"/>
          <p:cNvSpPr/>
          <p:nvPr/>
        </p:nvSpPr>
        <p:spPr>
          <a:xfrm>
            <a:off x="5524500" y="4714875"/>
            <a:ext cx="3048000" cy="809625"/>
          </a:xfrm>
          <a:prstGeom prst="bentConnector3">
            <a:avLst/>
          </a:prstGeom>
          <a:noFill/>
          <a:ln w="19050">
            <a:solidFill>
              <a:srgbClr val="B77C56"/>
            </a:solidFill>
            <a:prstDash val="dash"/>
            <a:headEnd type="none"/>
            <a:tailEnd type="none"/>
          </a:ln>
        </p:spPr>
      </p:sp>
      <p:sp>
        <p:nvSpPr>
          <p:cNvPr id="16" name="Text 13"/>
          <p:cNvSpPr/>
          <p:nvPr/>
        </p:nvSpPr>
        <p:spPr>
          <a:xfrm>
            <a:off x="762000" y="6429375"/>
            <a:ext cx="162877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1725" dirty="0" spc="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725" dirty="0" spc="1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1725" dirty="0" spc="-6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1725" dirty="0" spc="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 giả</a:t>
            </a:r>
            <a:r>
              <a:rPr lang="en-US" sz="1725" dirty="0" spc="-9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1725" dirty="0" spc="-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5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1725" dirty="0" spc="-14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1725" dirty="0" spc="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1725" dirty="0" spc="-5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1725" dirty="0" spc="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endParaRPr lang="en-US" sz="1725" dirty="0"/>
          </a:p>
        </p:txBody>
      </p:sp>
      <p:sp>
        <p:nvSpPr>
          <p:cNvPr id="17" name="Text 14"/>
          <p:cNvSpPr/>
          <p:nvPr/>
        </p:nvSpPr>
        <p:spPr>
          <a:xfrm>
            <a:off x="762000" y="7096125"/>
            <a:ext cx="1647825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Roesler</a:t>
            </a:r>
            <a:r>
              <a:rPr lang="en-US" sz="2550" dirty="0" spc="-3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(2012)</a:t>
            </a:r>
            <a:r>
              <a:rPr lang="en-US" sz="2550" dirty="0" spc="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550" dirty="0" spc="-15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550" dirty="0" spc="18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550" dirty="0" spc="-1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550" dirty="0" spc="-3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khoa học</a:t>
            </a:r>
            <a:r>
              <a:rPr lang="en-US" sz="2550" dirty="0" spc="-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3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-1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2550" dirty="0" spc="16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dirty="0" spc="7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550" dirty="0" spc="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</a:t>
            </a:r>
            <a:r>
              <a:rPr lang="en-US" sz="2550" dirty="0" spc="6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 phức</a:t>
            </a:r>
            <a:r>
              <a:rPr lang="en-US" sz="2550" dirty="0" spc="-1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tạp</a:t>
            </a:r>
            <a:r>
              <a:rPr lang="en-US" sz="255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phổ</a:t>
            </a:r>
            <a:r>
              <a:rPr lang="en-US" sz="2550" dirty="0" spc="-6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quát.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1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r>
              <a:rPr lang="en-US" sz="2550" dirty="0" spc="-18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proof,</a:t>
            </a:r>
            <a:r>
              <a:rPr lang="en-US" sz="2550" dirty="0" spc="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-14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abstract</a:t>
            </a:r>
            <a:r>
              <a:rPr lang="en-US" sz="2550" dirty="0" spc="-18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550" dirty="0" spc="15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550" dirty="0" spc="17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 diện</a:t>
            </a:r>
            <a:r>
              <a:rPr lang="en-US" sz="2550" dirty="0" spc="-17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tranh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luận.</a:t>
            </a:r>
            <a:r>
              <a:rPr lang="en-US" sz="2550" dirty="0" spc="-4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550" dirty="0" spc="-1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</a:t>
            </a:r>
            <a:r>
              <a:rPr lang="en-US" sz="2550" dirty="0" spc="-19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2550" dirty="0" spc="-15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550" dirty="0" spc="-3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16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-18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xét.</a:t>
            </a:r>
            <a:r>
              <a:rPr lang="en-US" sz="2550" dirty="0" spc="-1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phải</a:t>
            </a:r>
            <a:r>
              <a:rPr lang="en-US" sz="2550" dirty="0" spc="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550" dirty="0" spc="18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-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bác</a:t>
            </a:r>
            <a:r>
              <a:rPr lang="en-US" sz="2550" dirty="0" spc="-5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 cách</a:t>
            </a:r>
            <a:r>
              <a:rPr lang="en-US" sz="255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-14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archetype.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762000" y="9525000"/>
            <a:ext cx="16573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[S7]</a:t>
            </a:r>
            <a:r>
              <a:rPr lang="en-US" sz="1725" dirty="0" spc="-9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Abstract/introduction</a:t>
            </a:r>
            <a:r>
              <a:rPr lang="en-US" sz="1725" dirty="0" spc="-5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PDF</a:t>
            </a:r>
            <a:r>
              <a:rPr lang="en-US" sz="1725" dirty="0" spc="-14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proof</a:t>
            </a:r>
            <a:endParaRPr lang="en-US" sz="1725" dirty="0"/>
          </a:p>
        </p:txBody>
      </p:sp>
      <p:sp>
        <p:nvSpPr>
          <p:cNvPr id="19" name="Text 16"/>
          <p:cNvSpPr/>
          <p:nvPr/>
        </p:nvSpPr>
        <p:spPr>
          <a:xfrm>
            <a:off x="762000" y="9972675"/>
            <a:ext cx="16478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J02</a:t>
            </a:r>
            <a:r>
              <a:rPr lang="en-US" sz="1575" dirty="0" spc="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575" dirty="0" spc="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26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27/36</a:t>
            </a:r>
            <a:endParaRPr lang="en-US" sz="1575" dirty="0"/>
          </a:p>
        </p:txBody>
      </p:sp>
      <p:sp>
        <p:nvSpPr>
          <p:cNvPr id="20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8aaf7cab-7d66-472c-a850-3f329d4ce1ae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4763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🧭 H · PRACTICAL APPLICATIONS</a:t>
            </a:r>
            <a:endParaRPr lang="en-US" sz="2100" dirty="0"/>
          </a:p>
        </p:txBody>
      </p:sp>
      <p:pic>
        <p:nvPicPr>
          <p:cNvPr id="3" name="Moda flattened rect-1792855687735-598000373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5735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75" b="1" dirty="0" spc="1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Dùng</a:t>
            </a:r>
            <a:r>
              <a:rPr lang="en-US" sz="4575" b="1" dirty="0" spc="3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như câu</a:t>
            </a:r>
            <a:r>
              <a:rPr lang="en-US" sz="4575" b="1" dirty="0" spc="0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hỏi,</a:t>
            </a:r>
            <a:r>
              <a:rPr lang="en-US" sz="4575" b="1" dirty="0" spc="2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không</a:t>
            </a:r>
            <a:r>
              <a:rPr lang="en-US" sz="4575" b="1" dirty="0" spc="3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như quyền</a:t>
            </a:r>
            <a:r>
              <a:rPr lang="en-US" sz="4575" b="1" dirty="0" spc="1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giải</a:t>
            </a:r>
            <a:r>
              <a:rPr lang="en-US" sz="4575" b="1" dirty="0" spc="2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nghĩa</a:t>
            </a:r>
            <a:endParaRPr lang="en-US" sz="4575" dirty="0"/>
          </a:p>
        </p:txBody>
      </p:sp>
      <p:sp>
        <p:nvSpPr>
          <p:cNvPr id="5" name="Text 2"/>
          <p:cNvSpPr/>
          <p:nvPr/>
        </p:nvSpPr>
        <p:spPr>
          <a:xfrm>
            <a:off x="762000" y="3190875"/>
            <a:ext cx="8001000" cy="552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6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2700" dirty="0" spc="1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thoại, có thể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700" dirty="0" spc="2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70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700" dirty="0" spc="1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700" dirty="0" spc="-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700" dirty="0" spc="-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700" dirty="0" spc="1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700" dirty="0" spc="-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lựa</a:t>
            </a: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chọn.</a:t>
            </a:r>
            <a:r>
              <a:rPr lang="en-US" sz="2700" dirty="0" spc="-5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-2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700" dirty="0" spc="1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định,</a:t>
            </a:r>
            <a:r>
              <a:rPr lang="en-US" sz="2700" dirty="0" spc="-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liệt</a:t>
            </a:r>
            <a:r>
              <a:rPr lang="en-US" sz="2700" dirty="0" spc="-4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nhu</a:t>
            </a:r>
            <a:r>
              <a:rPr lang="en-US" sz="270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70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700" dirty="0" spc="2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700" dirty="0" spc="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700" dirty="0" spc="-1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tế.</a:t>
            </a:r>
            <a:r>
              <a:rPr lang="en-US" sz="2700" dirty="0" spc="-3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70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70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ảnh,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 liên</a:t>
            </a:r>
            <a:r>
              <a:rPr lang="en-US" sz="2700" dirty="0" spc="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tưởng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dirty="0" spc="-3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kể.</a:t>
            </a:r>
            <a:r>
              <a:rPr lang="en-US" sz="2700" dirty="0" spc="1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700" dirty="0" spc="-1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gợi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700" dirty="0" spc="-1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nhằm hỗ</a:t>
            </a:r>
            <a:r>
              <a:rPr lang="en-US" sz="2700" dirty="0" spc="-2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 luận</a:t>
            </a:r>
            <a:r>
              <a:rPr lang="en-US" sz="2700" dirty="0" spc="-1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70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tiếp;</a:t>
            </a: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chúng</a:t>
            </a:r>
            <a:r>
              <a:rPr lang="en-US" sz="2700" dirty="0" spc="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700" dirty="0" spc="-1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can</a:t>
            </a: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thiệp</a:t>
            </a:r>
            <a:r>
              <a:rPr lang="en-US" sz="2700" dirty="0" spc="1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700" dirty="0" spc="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700" dirty="0" spc="-1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dirty="0" spc="-1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70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</a:t>
            </a: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700" dirty="0" spc="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700" dirty="0" spc="-1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270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chấp</a:t>
            </a:r>
            <a:r>
              <a:rPr lang="en-US" sz="2700" dirty="0" spc="-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700" dirty="0" spc="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70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ý.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9810750" y="3143250"/>
            <a:ext cx="7334250" cy="1428750"/>
          </a:xfrm>
          <a:prstGeom prst="roundRect">
            <a:avLst>
              <a:gd name="adj" fmla="val 8000"/>
            </a:avLst>
          </a:prstGeom>
          <a:solidFill>
            <a:srgbClr val="EAE5F2"/>
          </a:solidFill>
          <a:ln/>
        </p:spPr>
      </p:sp>
      <p:sp>
        <p:nvSpPr>
          <p:cNvPr id="7" name="Text 4"/>
          <p:cNvSpPr/>
          <p:nvPr/>
        </p:nvSpPr>
        <p:spPr>
          <a:xfrm>
            <a:off x="10096500" y="3333750"/>
            <a:ext cx="6762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10096500" y="3905250"/>
            <a:ext cx="6762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25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325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325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325" dirty="0" spc="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325" dirty="0" spc="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325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nhìn?</a:t>
            </a:r>
            <a:endParaRPr lang="en-US" sz="2325" dirty="0"/>
          </a:p>
        </p:txBody>
      </p:sp>
      <p:sp>
        <p:nvSpPr>
          <p:cNvPr id="9" name="Shape 6"/>
          <p:cNvSpPr/>
          <p:nvPr/>
        </p:nvSpPr>
        <p:spPr>
          <a:xfrm>
            <a:off x="9810750" y="4857750"/>
            <a:ext cx="7334250" cy="1428750"/>
          </a:xfrm>
          <a:prstGeom prst="roundRect">
            <a:avLst>
              <a:gd name="adj" fmla="val 8000"/>
            </a:avLst>
          </a:prstGeom>
          <a:solidFill>
            <a:srgbClr val="EAE5F2"/>
          </a:solidFill>
          <a:ln/>
        </p:spPr>
      </p:sp>
      <p:sp>
        <p:nvSpPr>
          <p:cNvPr id="10" name="Text 7"/>
          <p:cNvSpPr/>
          <p:nvPr/>
        </p:nvSpPr>
        <p:spPr>
          <a:xfrm>
            <a:off x="10096500" y="5048250"/>
            <a:ext cx="6762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 chiếu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10096500" y="5619750"/>
            <a:ext cx="6762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25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Hoàn</a:t>
            </a:r>
            <a:r>
              <a:rPr lang="en-US" sz="2325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325" dirty="0" spc="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325" dirty="0" spc="-1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r>
              <a:rPr lang="en-US" sz="2325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 quan</a:t>
            </a:r>
            <a:r>
              <a:rPr lang="en-US" sz="2325" dirty="0" spc="-1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trọng?</a:t>
            </a:r>
            <a:endParaRPr lang="en-US" sz="2325" dirty="0"/>
          </a:p>
        </p:txBody>
      </p:sp>
      <p:sp>
        <p:nvSpPr>
          <p:cNvPr id="12" name="Shape 9"/>
          <p:cNvSpPr/>
          <p:nvPr/>
        </p:nvSpPr>
        <p:spPr>
          <a:xfrm>
            <a:off x="9810750" y="6572250"/>
            <a:ext cx="7334250" cy="1428750"/>
          </a:xfrm>
          <a:prstGeom prst="roundRect">
            <a:avLst>
              <a:gd name="adj" fmla="val 8000"/>
            </a:avLst>
          </a:prstGeom>
          <a:solidFill>
            <a:srgbClr val="EAE5F2"/>
          </a:solidFill>
          <a:ln/>
        </p:spPr>
      </p:sp>
      <p:sp>
        <p:nvSpPr>
          <p:cNvPr id="13" name="Text 10"/>
          <p:cNvSpPr/>
          <p:nvPr/>
        </p:nvSpPr>
        <p:spPr>
          <a:xfrm>
            <a:off x="10096500" y="6762750"/>
            <a:ext cx="6762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9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Tôn</a:t>
            </a:r>
            <a:r>
              <a:rPr lang="en-US" sz="2550" b="1" dirty="0" spc="-14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endParaRPr lang="en-US" sz="2550" dirty="0"/>
          </a:p>
        </p:txBody>
      </p:sp>
      <p:sp>
        <p:nvSpPr>
          <p:cNvPr id="14" name="Text 11"/>
          <p:cNvSpPr/>
          <p:nvPr/>
        </p:nvSpPr>
        <p:spPr>
          <a:xfrm>
            <a:off x="10096500" y="7334250"/>
            <a:ext cx="6762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25" dirty="0" spc="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325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 không</a:t>
            </a:r>
            <a:r>
              <a:rPr lang="en-US" sz="2325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325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325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</a:t>
            </a:r>
            <a:r>
              <a:rPr lang="en-US" sz="2325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giải.</a:t>
            </a:r>
            <a:endParaRPr lang="en-US" sz="2325" dirty="0"/>
          </a:p>
        </p:txBody>
      </p:sp>
      <p:sp>
        <p:nvSpPr>
          <p:cNvPr id="15" name="Text 12"/>
          <p:cNvSpPr/>
          <p:nvPr/>
        </p:nvSpPr>
        <p:spPr>
          <a:xfrm>
            <a:off x="762000" y="9525000"/>
            <a:ext cx="16573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5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725" dirty="0" spc="-2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</a:t>
            </a:r>
            <a:r>
              <a:rPr lang="en-US" sz="1725" dirty="0" spc="-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Gợi ý</a:t>
            </a:r>
            <a:r>
              <a:rPr lang="en-US" sz="1725" dirty="0" spc="-3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725" dirty="0" spc="16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1725" dirty="0" spc="-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1725" dirty="0"/>
          </a:p>
        </p:txBody>
      </p:sp>
      <p:sp>
        <p:nvSpPr>
          <p:cNvPr id="16" name="Text 13"/>
          <p:cNvSpPr/>
          <p:nvPr/>
        </p:nvSpPr>
        <p:spPr>
          <a:xfrm>
            <a:off x="762000" y="9972675"/>
            <a:ext cx="16478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J02</a:t>
            </a:r>
            <a:r>
              <a:rPr lang="en-US" sz="157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57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3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28/36</a:t>
            </a:r>
            <a:endParaRPr lang="en-US" sz="1575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fa3895fe-0477-4149-9296-bdb48acaa1e3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4763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🗺️ I · VISUAL EXPLANATION</a:t>
            </a:r>
            <a:endParaRPr lang="en-US" sz="2100" dirty="0"/>
          </a:p>
        </p:txBody>
      </p:sp>
      <p:pic>
        <p:nvPicPr>
          <p:cNvPr id="3" name="Moda flattened rect-1792855960811-826456911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5735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75" b="1" dirty="0" spc="4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Đọc</a:t>
            </a:r>
            <a:r>
              <a:rPr lang="en-US" sz="4575" b="1" dirty="0" spc="1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mũi</a:t>
            </a:r>
            <a:r>
              <a:rPr lang="en-US" sz="4575" b="1" dirty="0" spc="-14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tên</a:t>
            </a:r>
            <a:r>
              <a:rPr lang="en-US" sz="4575" b="1" dirty="0" spc="2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như</a:t>
            </a:r>
            <a:r>
              <a:rPr lang="en-US" sz="4575" b="1" dirty="0" spc="-6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một</a:t>
            </a:r>
            <a:r>
              <a:rPr lang="en-US" sz="4575" b="1" dirty="0" spc="1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giả</a:t>
            </a:r>
            <a:r>
              <a:rPr lang="en-US" sz="4575" b="1" dirty="0" spc="0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thuyết</a:t>
            </a:r>
            <a:endParaRPr lang="en-US" sz="4575" dirty="0"/>
          </a:p>
        </p:txBody>
      </p:sp>
      <p:sp>
        <p:nvSpPr>
          <p:cNvPr id="5" name="Shape 2"/>
          <p:cNvSpPr/>
          <p:nvPr/>
        </p:nvSpPr>
        <p:spPr>
          <a:xfrm>
            <a:off x="571500" y="3000375"/>
            <a:ext cx="16859250" cy="3619500"/>
          </a:xfrm>
          <a:prstGeom prst="roundRect">
            <a:avLst>
              <a:gd name="adj" fmla="val 5263"/>
            </a:avLst>
          </a:prstGeom>
          <a:noFill/>
          <a:ln w="19050">
            <a:solidFill>
              <a:srgbClr val="B77C5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2500" y="3524250"/>
            <a:ext cx="5810250" cy="2047875"/>
          </a:xfrm>
          <a:prstGeom prst="roundRect">
            <a:avLst>
              <a:gd name="adj" fmla="val 5581"/>
            </a:avLst>
          </a:prstGeom>
          <a:solidFill>
            <a:srgbClr val="EAE5F2"/>
          </a:solidFill>
          <a:ln/>
        </p:spPr>
      </p:sp>
      <p:sp>
        <p:nvSpPr>
          <p:cNvPr id="7" name="Text 4"/>
          <p:cNvSpPr/>
          <p:nvPr/>
        </p:nvSpPr>
        <p:spPr>
          <a:xfrm>
            <a:off x="1238250" y="3810000"/>
            <a:ext cx="52387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25" b="1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</a:t>
            </a:r>
            <a:r>
              <a:rPr lang="en-US" sz="2925" b="1" dirty="0" spc="7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925" b="1" dirty="0" spc="-4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925" b="1" dirty="0" spc="13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endParaRPr lang="en-US" sz="2925" dirty="0"/>
          </a:p>
        </p:txBody>
      </p:sp>
      <p:sp>
        <p:nvSpPr>
          <p:cNvPr id="8" name="Text 5"/>
          <p:cNvSpPr/>
          <p:nvPr/>
        </p:nvSpPr>
        <p:spPr>
          <a:xfrm>
            <a:off x="1238250" y="4714875"/>
            <a:ext cx="5238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475" dirty="0" spc="1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475" dirty="0" spc="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75" dirty="0" spc="2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2475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tiên.</a:t>
            </a:r>
            <a:endParaRPr lang="en-US" sz="2475" dirty="0"/>
          </a:p>
        </p:txBody>
      </p:sp>
      <p:sp>
        <p:nvSpPr>
          <p:cNvPr id="9" name="Shape 6"/>
          <p:cNvSpPr/>
          <p:nvPr/>
        </p:nvSpPr>
        <p:spPr>
          <a:xfrm>
            <a:off x="10858500" y="3524250"/>
            <a:ext cx="5810250" cy="2047875"/>
          </a:xfrm>
          <a:prstGeom prst="roundRect">
            <a:avLst>
              <a:gd name="adj" fmla="val 5581"/>
            </a:avLst>
          </a:prstGeom>
          <a:solidFill>
            <a:srgbClr val="EAE5F2"/>
          </a:solidFill>
          <a:ln/>
        </p:spPr>
      </p:sp>
      <p:sp>
        <p:nvSpPr>
          <p:cNvPr id="10" name="Text 7"/>
          <p:cNvSpPr/>
          <p:nvPr/>
        </p:nvSpPr>
        <p:spPr>
          <a:xfrm>
            <a:off x="11144250" y="3810000"/>
            <a:ext cx="52387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25" b="1" dirty="0" spc="-9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Chất</a:t>
            </a:r>
            <a:r>
              <a:rPr lang="en-US" sz="2925" b="1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925" b="1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925" b="1" dirty="0" spc="1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925" b="1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nhìn</a:t>
            </a:r>
            <a:endParaRPr lang="en-US" sz="2925" dirty="0"/>
          </a:p>
        </p:txBody>
      </p:sp>
      <p:sp>
        <p:nvSpPr>
          <p:cNvPr id="11" name="Text 8"/>
          <p:cNvSpPr/>
          <p:nvPr/>
        </p:nvSpPr>
        <p:spPr>
          <a:xfrm>
            <a:off x="11144250" y="4714875"/>
            <a:ext cx="5238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</a:t>
            </a:r>
            <a:r>
              <a:rPr lang="en-US" sz="2400" dirty="0" spc="-1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thuyết,</a:t>
            </a:r>
            <a:r>
              <a:rPr lang="en-US" sz="2400" dirty="0" spc="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00" dirty="0" spc="1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400" dirty="0" spc="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40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tiếp.</a:t>
            </a:r>
            <a:endParaRPr lang="en-US" sz="2400" dirty="0"/>
          </a:p>
        </p:txBody>
      </p:sp>
      <p:sp>
        <p:nvSpPr>
          <p:cNvPr id="12" name="Connector line-1792855960825-620071099"/>
          <p:cNvSpPr/>
          <p:nvPr/>
        </p:nvSpPr>
        <p:spPr>
          <a:xfrm>
            <a:off x="6762750" y="4548188"/>
            <a:ext cx="4095750" cy="0"/>
          </a:xfrm>
          <a:prstGeom prst="line">
            <a:avLst/>
          </a:prstGeom>
          <a:noFill/>
          <a:ln w="19050">
            <a:solidFill>
              <a:srgbClr val="B77C56"/>
            </a:solidFill>
            <a:prstDash val="dash"/>
            <a:headEnd type="none"/>
            <a:tailEnd type="none"/>
          </a:ln>
        </p:spPr>
      </p:sp>
      <p:sp>
        <p:nvSpPr>
          <p:cNvPr id="13" name="Text 10"/>
          <p:cNvSpPr/>
          <p:nvPr/>
        </p:nvSpPr>
        <p:spPr>
          <a:xfrm>
            <a:off x="7000875" y="3571875"/>
            <a:ext cx="352425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75" b="1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Bù</a:t>
            </a:r>
            <a:r>
              <a:rPr lang="en-US" sz="2175" b="1" dirty="0" spc="-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</a:t>
            </a:r>
            <a:r>
              <a:rPr lang="en-US" sz="2175" b="1" dirty="0" spc="-5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175" b="1" dirty="0" spc="-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 hình</a:t>
            </a:r>
            <a:endParaRPr lang="en-US" sz="2175" dirty="0"/>
          </a:p>
          <a:p>
            <a:pPr algn="l" indent="0" marL="0">
              <a:buNone/>
            </a:pPr>
            <a:r>
              <a:rPr lang="en-US" sz="2175" b="1" dirty="0" spc="-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Jung</a:t>
            </a:r>
            <a:r>
              <a:rPr lang="en-US" sz="2175" b="1" dirty="0" spc="4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175" b="1" dirty="0" spc="-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endParaRPr lang="en-US" sz="2175" dirty="0"/>
          </a:p>
        </p:txBody>
      </p:sp>
      <p:sp>
        <p:nvSpPr>
          <p:cNvPr id="14" name="Text 11"/>
          <p:cNvSpPr/>
          <p:nvPr/>
        </p:nvSpPr>
        <p:spPr>
          <a:xfrm>
            <a:off x="952500" y="5953125"/>
            <a:ext cx="157162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75" dirty="0" spc="3" kern="0">
                <a:solidFill>
                  <a:srgbClr val="7B533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Bối</a:t>
            </a:r>
            <a:r>
              <a:rPr lang="en-US" sz="2175" dirty="0" spc="-2" kern="0">
                <a:solidFill>
                  <a:srgbClr val="7B533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cảnh:</a:t>
            </a:r>
            <a:r>
              <a:rPr lang="en-US" sz="2175" dirty="0" spc="8" kern="0">
                <a:solidFill>
                  <a:srgbClr val="7B533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sức</a:t>
            </a:r>
            <a:r>
              <a:rPr lang="en-US" sz="2175" dirty="0" spc="0" kern="0">
                <a:solidFill>
                  <a:srgbClr val="7B533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khỏe</a:t>
            </a:r>
            <a:r>
              <a:rPr lang="en-US" sz="2175" dirty="0" spc="2" kern="0">
                <a:solidFill>
                  <a:srgbClr val="7B533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75" dirty="0" spc="-1" kern="0">
                <a:solidFill>
                  <a:srgbClr val="7B533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175" dirty="0" spc="-9" kern="0">
                <a:solidFill>
                  <a:srgbClr val="7B533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</a:t>
            </a:r>
            <a:r>
              <a:rPr lang="en-US" sz="2175" dirty="0" spc="2" kern="0">
                <a:solidFill>
                  <a:srgbClr val="7B533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75" dirty="0" spc="-1" kern="0">
                <a:solidFill>
                  <a:srgbClr val="7B533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175" dirty="0" spc="-2" kern="0">
                <a:solidFill>
                  <a:srgbClr val="7B533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175" dirty="0" spc="2" kern="0">
                <a:solidFill>
                  <a:srgbClr val="7B533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75" dirty="0" spc="-12" kern="0">
                <a:solidFill>
                  <a:srgbClr val="7B533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175" dirty="0" spc="-1" kern="0">
                <a:solidFill>
                  <a:srgbClr val="7B533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endParaRPr lang="en-US" sz="2175" dirty="0"/>
          </a:p>
        </p:txBody>
      </p:sp>
      <p:sp>
        <p:nvSpPr>
          <p:cNvPr id="15" name="Text 12"/>
          <p:cNvSpPr/>
          <p:nvPr/>
        </p:nvSpPr>
        <p:spPr>
          <a:xfrm>
            <a:off x="762000" y="7096125"/>
            <a:ext cx="1647825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</a:t>
            </a:r>
            <a:r>
              <a:rPr lang="en-US" sz="255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550" dirty="0" spc="2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55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550" dirty="0" spc="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55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</a:t>
            </a:r>
            <a:r>
              <a:rPr lang="en-US" sz="2550" dirty="0" spc="-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550" dirty="0" spc="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-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biết;</a:t>
            </a:r>
            <a:r>
              <a:rPr lang="en-US" sz="2550" dirty="0" spc="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55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bù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</a:t>
            </a:r>
            <a:r>
              <a:rPr lang="en-US" sz="255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 hình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Jung</a:t>
            </a:r>
            <a:r>
              <a:rPr lang="en-US" sz="2550" dirty="0" spc="1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550" dirty="0" spc="-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xuất.</a:t>
            </a:r>
            <a:r>
              <a:rPr lang="en-US" sz="255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550" dirty="0" spc="-1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sức</a:t>
            </a:r>
            <a:r>
              <a:rPr lang="en-US" sz="255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khỏe,</a:t>
            </a:r>
            <a:r>
              <a:rPr lang="en-US" sz="255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550" dirty="0" spc="-1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tập,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55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-1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55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hóa.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đại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55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não.</a:t>
            </a:r>
            <a:r>
              <a:rPr lang="en-US" sz="255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-1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550" dirty="0" spc="-1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r>
              <a:rPr lang="en-US" sz="2550" dirty="0" spc="1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đồ,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luôn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 nó</a:t>
            </a:r>
            <a:r>
              <a:rPr lang="en-US" sz="2550" dirty="0" spc="1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550" dirty="0" spc="-1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2550" dirty="0" spc="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2550" dirty="0" spc="-1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55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r>
              <a:rPr lang="en-US" sz="2550" dirty="0" spc="-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3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550" dirty="0" spc="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nghiệm.</a:t>
            </a:r>
            <a:endParaRPr lang="en-US" sz="2550" dirty="0"/>
          </a:p>
        </p:txBody>
      </p:sp>
      <p:sp>
        <p:nvSpPr>
          <p:cNvPr id="16" name="Text 13"/>
          <p:cNvSpPr/>
          <p:nvPr/>
        </p:nvSpPr>
        <p:spPr>
          <a:xfrm>
            <a:off x="762000" y="9525000"/>
            <a:ext cx="16573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[S1–S4]</a:t>
            </a:r>
            <a:r>
              <a:rPr lang="en-US" sz="172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725" dirty="0" spc="1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72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 niệm</a:t>
            </a:r>
            <a:endParaRPr lang="en-US" sz="1725" dirty="0"/>
          </a:p>
        </p:txBody>
      </p:sp>
      <p:sp>
        <p:nvSpPr>
          <p:cNvPr id="17" name="Text 14"/>
          <p:cNvSpPr/>
          <p:nvPr/>
        </p:nvSpPr>
        <p:spPr>
          <a:xfrm>
            <a:off x="762000" y="9972675"/>
            <a:ext cx="16478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J02</a:t>
            </a:r>
            <a:r>
              <a:rPr lang="en-US" sz="157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57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3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29/36</a:t>
            </a:r>
            <a:endParaRPr lang="en-US" sz="1575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8af4dce8-d27e-40c7-9719-af76666c6e57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41F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4763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💡 J · KEY TAKEAWAYS</a:t>
            </a:r>
            <a:endParaRPr lang="en-US" sz="2100" dirty="0"/>
          </a:p>
        </p:txBody>
      </p:sp>
      <p:pic>
        <p:nvPicPr>
          <p:cNvPr id="3" name="Moda flattened rect-1792855693856-405812135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5735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75" b="1" dirty="0" spc="3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Bốn</a:t>
            </a:r>
            <a:r>
              <a:rPr lang="en-US" sz="4575" b="1" dirty="0" spc="15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điều</a:t>
            </a:r>
            <a:r>
              <a:rPr lang="en-US" sz="4575" b="1" dirty="0" spc="-45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về</a:t>
            </a:r>
            <a:r>
              <a:rPr lang="en-US" sz="4575" b="1" dirty="0" spc="6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cách</a:t>
            </a:r>
            <a:r>
              <a:rPr lang="en-US" sz="4575" b="1" dirty="0" spc="10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đọc</a:t>
            </a:r>
            <a:r>
              <a:rPr lang="en-US" sz="4575" b="1" dirty="0" spc="4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mô</a:t>
            </a:r>
            <a:r>
              <a:rPr lang="en-US" sz="4575" b="1" dirty="0" spc="-5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hình</a:t>
            </a:r>
            <a:endParaRPr lang="en-US" sz="4575" dirty="0"/>
          </a:p>
        </p:txBody>
      </p:sp>
      <p:sp>
        <p:nvSpPr>
          <p:cNvPr id="5" name="Shape 2"/>
          <p:cNvSpPr/>
          <p:nvPr/>
        </p:nvSpPr>
        <p:spPr>
          <a:xfrm>
            <a:off x="762000" y="3143250"/>
            <a:ext cx="16478250" cy="857250"/>
          </a:xfrm>
          <a:prstGeom prst="roundRect">
            <a:avLst>
              <a:gd name="adj" fmla="val 13333"/>
            </a:avLst>
          </a:prstGeom>
          <a:solidFill>
            <a:srgbClr val="362E4C"/>
          </a:solidFill>
          <a:ln/>
        </p:spPr>
      </p:sp>
      <p:sp>
        <p:nvSpPr>
          <p:cNvPr id="6" name="Text 3"/>
          <p:cNvSpPr/>
          <p:nvPr/>
        </p:nvSpPr>
        <p:spPr>
          <a:xfrm>
            <a:off x="1047750" y="3333750"/>
            <a:ext cx="5048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5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550" b="1" dirty="0" spc="-6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550" b="1" dirty="0" spc="-8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550" b="1" dirty="0" spc="4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6429375" y="3333750"/>
            <a:ext cx="10382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-1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240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762000" y="4191000"/>
            <a:ext cx="16478250" cy="857250"/>
          </a:xfrm>
          <a:prstGeom prst="roundRect">
            <a:avLst>
              <a:gd name="adj" fmla="val 13333"/>
            </a:avLst>
          </a:prstGeom>
          <a:solidFill>
            <a:srgbClr val="362E4C"/>
          </a:solidFill>
          <a:ln/>
        </p:spPr>
      </p:sp>
      <p:sp>
        <p:nvSpPr>
          <p:cNvPr id="9" name="Text 6"/>
          <p:cNvSpPr/>
          <p:nvPr/>
        </p:nvSpPr>
        <p:spPr>
          <a:xfrm>
            <a:off x="1047750" y="4381500"/>
            <a:ext cx="5048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2550" b="1" dirty="0" spc="-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endParaRPr lang="en-US" sz="2550" dirty="0"/>
          </a:p>
        </p:txBody>
      </p:sp>
      <p:sp>
        <p:nvSpPr>
          <p:cNvPr id="10" name="Text 7"/>
          <p:cNvSpPr/>
          <p:nvPr/>
        </p:nvSpPr>
        <p:spPr>
          <a:xfrm>
            <a:off x="6429375" y="4381500"/>
            <a:ext cx="10382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hai</a:t>
            </a:r>
            <a:r>
              <a:rPr lang="en-US" sz="2400" dirty="0" spc="1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lựa</a:t>
            </a:r>
            <a:r>
              <a:rPr lang="en-US" sz="240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chọn.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762000" y="5238750"/>
            <a:ext cx="16478250" cy="857250"/>
          </a:xfrm>
          <a:prstGeom prst="roundRect">
            <a:avLst>
              <a:gd name="adj" fmla="val 13333"/>
            </a:avLst>
          </a:prstGeom>
          <a:solidFill>
            <a:srgbClr val="362E4C"/>
          </a:solidFill>
          <a:ln/>
        </p:spPr>
      </p:sp>
      <p:sp>
        <p:nvSpPr>
          <p:cNvPr id="12" name="Text 9"/>
          <p:cNvSpPr/>
          <p:nvPr/>
        </p:nvSpPr>
        <p:spPr>
          <a:xfrm>
            <a:off x="1047750" y="5429250"/>
            <a:ext cx="5048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5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Bù</a:t>
            </a:r>
            <a:r>
              <a:rPr lang="en-US" sz="2550" b="1" dirty="0" spc="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trừ/điều</a:t>
            </a:r>
            <a:r>
              <a:rPr lang="en-US" sz="2550" b="1" dirty="0" spc="-6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hòa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6429375" y="5429250"/>
            <a:ext cx="10382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 hình</a:t>
            </a:r>
            <a:r>
              <a:rPr lang="en-US" sz="240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0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400" dirty="0" spc="15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chứng.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762000" y="6429375"/>
            <a:ext cx="162877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5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Sơ</a:t>
            </a:r>
            <a:r>
              <a:rPr lang="en-US" sz="1725" dirty="0" spc="1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725" dirty="0" spc="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 niệm</a:t>
            </a:r>
            <a:r>
              <a:rPr lang="en-US" sz="1725" dirty="0" spc="1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725" dirty="0" spc="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1725" dirty="0" spc="-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1725" dirty="0" spc="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725" dirty="0" spc="-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không</a:t>
            </a:r>
            <a:r>
              <a:rPr lang="en-US" sz="1725" dirty="0" spc="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725" dirty="0" spc="-3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725" dirty="0" spc="1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725" dirty="0" spc="-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endParaRPr lang="en-US" sz="1725" dirty="0"/>
          </a:p>
        </p:txBody>
      </p:sp>
      <p:sp>
        <p:nvSpPr>
          <p:cNvPr id="15" name="Text 12"/>
          <p:cNvSpPr/>
          <p:nvPr/>
        </p:nvSpPr>
        <p:spPr>
          <a:xfrm>
            <a:off x="762000" y="7096125"/>
            <a:ext cx="1647825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5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Analytical</a:t>
            </a:r>
            <a:r>
              <a:rPr lang="en-US" sz="2550" dirty="0" spc="-14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Psychology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5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550" dirty="0" spc="7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550" dirty="0" spc="-14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biến.</a:t>
            </a:r>
            <a:r>
              <a:rPr lang="en-US" sz="255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55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 nhiều</a:t>
            </a:r>
            <a:r>
              <a:rPr lang="en-US" sz="2550" dirty="0" spc="-2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cầu,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tự</a:t>
            </a:r>
            <a:r>
              <a:rPr lang="en-US" sz="2550" dirty="0" spc="-18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dirty="0" spc="2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-1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nhân.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Bù</a:t>
            </a:r>
            <a:r>
              <a:rPr lang="en-US" sz="255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-4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bổ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sung</a:t>
            </a:r>
            <a:r>
              <a:rPr lang="en-US" sz="2550" dirty="0" spc="-7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-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550" dirty="0" spc="13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đảo</a:t>
            </a:r>
            <a:r>
              <a:rPr lang="en-US" sz="2550" dirty="0" spc="5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ngược.</a:t>
            </a:r>
            <a:r>
              <a:rPr lang="en-US" sz="2550" dirty="0" spc="-88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2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-4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hòa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 hình khái niệm, không</a:t>
            </a:r>
            <a:r>
              <a:rPr lang="en-US" sz="2550" dirty="0" spc="-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550" dirty="0" spc="14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đảm</a:t>
            </a:r>
            <a:r>
              <a:rPr lang="en-US" sz="255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khăn</a:t>
            </a:r>
            <a:r>
              <a:rPr lang="en-US" sz="2550" dirty="0" spc="15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55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6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chữa được.</a:t>
            </a:r>
            <a:r>
              <a:rPr lang="en-US" sz="2550" dirty="0" spc="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550" dirty="0" spc="2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550" dirty="0" spc="-1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550" dirty="0" spc="-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-16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 biến</a:t>
            </a:r>
            <a:r>
              <a:rPr lang="en-US" sz="2550" dirty="0" spc="-5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3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16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550" dirty="0" spc="19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hữu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ích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 lời giải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</a:t>
            </a:r>
            <a:r>
              <a:rPr lang="en-US" sz="2550" dirty="0" spc="-7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nhất.</a:t>
            </a:r>
            <a:endParaRPr lang="en-US" sz="2550" dirty="0"/>
          </a:p>
        </p:txBody>
      </p:sp>
      <p:sp>
        <p:nvSpPr>
          <p:cNvPr id="16" name="Text 13"/>
          <p:cNvSpPr/>
          <p:nvPr/>
        </p:nvSpPr>
        <p:spPr>
          <a:xfrm>
            <a:off x="762000" y="9525000"/>
            <a:ext cx="16573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5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725" dirty="0" spc="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J1–J4</a:t>
            </a:r>
            <a:endParaRPr lang="en-US" sz="1725" dirty="0"/>
          </a:p>
        </p:txBody>
      </p:sp>
      <p:sp>
        <p:nvSpPr>
          <p:cNvPr id="17" name="Text 14"/>
          <p:cNvSpPr/>
          <p:nvPr/>
        </p:nvSpPr>
        <p:spPr>
          <a:xfrm>
            <a:off x="762000" y="9972675"/>
            <a:ext cx="16478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J02</a:t>
            </a:r>
            <a:r>
              <a:rPr lang="en-US" sz="1575" dirty="0" spc="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575" dirty="0" spc="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5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30/36</a:t>
            </a:r>
            <a:endParaRPr lang="en-US" sz="1575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9541f57a-2153-4a19-80e7-dc7ae0d2cbc1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41F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4763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💡 J · KEY TAKEAWAYS</a:t>
            </a:r>
            <a:endParaRPr lang="en-US" sz="2100" dirty="0"/>
          </a:p>
        </p:txBody>
      </p:sp>
      <p:pic>
        <p:nvPicPr>
          <p:cNvPr id="3" name="Moda flattened rect-1792855696908-74436058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5735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75" b="1" dirty="0" spc="3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Bốn</a:t>
            </a:r>
            <a:r>
              <a:rPr lang="en-US" sz="4575" b="1" dirty="0" spc="15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điều</a:t>
            </a:r>
            <a:r>
              <a:rPr lang="en-US" sz="4575" b="1" dirty="0" spc="-45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về</a:t>
            </a:r>
            <a:r>
              <a:rPr lang="en-US" sz="4575" b="1" dirty="0" spc="3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ý</a:t>
            </a:r>
            <a:r>
              <a:rPr lang="en-US" sz="4575" b="1" dirty="0" spc="2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nghĩa</a:t>
            </a:r>
            <a:r>
              <a:rPr lang="en-US" sz="4575" b="1" dirty="0" spc="-46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và</a:t>
            </a:r>
            <a:r>
              <a:rPr lang="en-US" sz="4575" b="1" dirty="0" spc="-1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bằng</a:t>
            </a:r>
            <a:r>
              <a:rPr lang="en-US" sz="4575" b="1" dirty="0" spc="6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chứng</a:t>
            </a:r>
            <a:endParaRPr lang="en-US" sz="4575" dirty="0"/>
          </a:p>
        </p:txBody>
      </p:sp>
      <p:sp>
        <p:nvSpPr>
          <p:cNvPr id="5" name="Shape 2"/>
          <p:cNvSpPr/>
          <p:nvPr/>
        </p:nvSpPr>
        <p:spPr>
          <a:xfrm>
            <a:off x="762000" y="3143250"/>
            <a:ext cx="16478250" cy="857250"/>
          </a:xfrm>
          <a:prstGeom prst="roundRect">
            <a:avLst>
              <a:gd name="adj" fmla="val 13333"/>
            </a:avLst>
          </a:prstGeom>
          <a:solidFill>
            <a:srgbClr val="362E4C"/>
          </a:solidFill>
          <a:ln/>
        </p:spPr>
      </p:sp>
      <p:sp>
        <p:nvSpPr>
          <p:cNvPr id="6" name="Text 3"/>
          <p:cNvSpPr/>
          <p:nvPr/>
        </p:nvSpPr>
        <p:spPr>
          <a:xfrm>
            <a:off x="1047750" y="3333750"/>
            <a:ext cx="5048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Biểu</a:t>
            </a:r>
            <a:r>
              <a:rPr lang="en-US" sz="2550" b="1" dirty="0" spc="8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6429375" y="3333750"/>
            <a:ext cx="10382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4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dirty="0" spc="19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điển</a:t>
            </a:r>
            <a:r>
              <a:rPr lang="en-US" sz="240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400" dirty="0" spc="16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762000" y="4191000"/>
            <a:ext cx="16478250" cy="857250"/>
          </a:xfrm>
          <a:prstGeom prst="roundRect">
            <a:avLst>
              <a:gd name="adj" fmla="val 13333"/>
            </a:avLst>
          </a:prstGeom>
          <a:solidFill>
            <a:srgbClr val="362E4C"/>
          </a:solidFill>
          <a:ln/>
        </p:spPr>
      </p:sp>
      <p:sp>
        <p:nvSpPr>
          <p:cNvPr id="9" name="Text 6"/>
          <p:cNvSpPr/>
          <p:nvPr/>
        </p:nvSpPr>
        <p:spPr>
          <a:xfrm>
            <a:off x="1047750" y="4381500"/>
            <a:ext cx="5048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3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Prospective</a:t>
            </a:r>
            <a:endParaRPr lang="en-US" sz="2550" dirty="0"/>
          </a:p>
        </p:txBody>
      </p:sp>
      <p:sp>
        <p:nvSpPr>
          <p:cNvPr id="10" name="Text 7"/>
          <p:cNvSpPr/>
          <p:nvPr/>
        </p:nvSpPr>
        <p:spPr>
          <a:xfrm>
            <a:off x="6429375" y="4381500"/>
            <a:ext cx="10382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r>
              <a:rPr lang="en-US" sz="2400" dirty="0" spc="1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tri.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762000" y="5238750"/>
            <a:ext cx="16478250" cy="857250"/>
          </a:xfrm>
          <a:prstGeom prst="roundRect">
            <a:avLst>
              <a:gd name="adj" fmla="val 13333"/>
            </a:avLst>
          </a:prstGeom>
          <a:solidFill>
            <a:srgbClr val="362E4C"/>
          </a:solidFill>
          <a:ln/>
        </p:spPr>
      </p:sp>
      <p:sp>
        <p:nvSpPr>
          <p:cNvPr id="12" name="Text 9"/>
          <p:cNvSpPr/>
          <p:nvPr/>
        </p:nvSpPr>
        <p:spPr>
          <a:xfrm>
            <a:off x="1047750" y="5429250"/>
            <a:ext cx="5048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Bằng</a:t>
            </a:r>
            <a:r>
              <a:rPr lang="en-US" sz="2550" b="1" dirty="0" spc="2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6429375" y="5429250"/>
            <a:ext cx="10382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4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Ý</a:t>
            </a:r>
            <a:r>
              <a:rPr lang="en-US" sz="2400" dirty="0" spc="-19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nghĩa/outcome/cơ</a:t>
            </a:r>
            <a:r>
              <a:rPr lang="en-US" sz="2400" dirty="0" spc="-3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400" dirty="0" spc="-8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400" dirty="0" spc="-4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biệt.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762000" y="6429375"/>
            <a:ext cx="162877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5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Sơ</a:t>
            </a:r>
            <a:r>
              <a:rPr lang="en-US" sz="1725" dirty="0" spc="1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725" dirty="0" spc="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 niệm</a:t>
            </a:r>
            <a:r>
              <a:rPr lang="en-US" sz="1725" dirty="0" spc="1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725" dirty="0" spc="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1725" dirty="0" spc="-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1725" dirty="0" spc="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725" dirty="0" spc="-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không</a:t>
            </a:r>
            <a:r>
              <a:rPr lang="en-US" sz="1725" dirty="0" spc="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725" dirty="0" spc="-3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725" dirty="0" spc="1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725" dirty="0" spc="-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endParaRPr lang="en-US" sz="1725" dirty="0"/>
          </a:p>
        </p:txBody>
      </p:sp>
      <p:sp>
        <p:nvSpPr>
          <p:cNvPr id="15" name="Text 12"/>
          <p:cNvSpPr/>
          <p:nvPr/>
        </p:nvSpPr>
        <p:spPr>
          <a:xfrm>
            <a:off x="762000" y="7096125"/>
            <a:ext cx="1647825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5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Symbol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55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sign</a:t>
            </a:r>
            <a:r>
              <a:rPr lang="en-US" sz="2550" dirty="0" spc="-17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2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 Jung; ý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55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 giữ</a:t>
            </a:r>
            <a:r>
              <a:rPr lang="en-US" sz="2550" dirty="0" spc="-4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bối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cảnh.</a:t>
            </a:r>
            <a:r>
              <a:rPr lang="en-US" sz="2550" dirty="0" spc="-15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Prospective</a:t>
            </a:r>
            <a:r>
              <a:rPr lang="en-US" sz="255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khả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550" dirty="0" spc="-9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550" dirty="0" spc="7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triển,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r>
              <a:rPr lang="en-US" sz="2550" dirty="0" spc="1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tri.</a:t>
            </a:r>
            <a:r>
              <a:rPr lang="en-US" sz="2550" dirty="0" spc="-14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Ego,</a:t>
            </a:r>
            <a:r>
              <a:rPr lang="en-US" sz="2550" dirty="0" spc="-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Self</a:t>
            </a:r>
            <a:r>
              <a:rPr lang="en-US" sz="2550" dirty="0" spc="-18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5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persona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-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550" dirty="0" spc="-1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</a:t>
            </a:r>
            <a:r>
              <a:rPr lang="en-US" sz="255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-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loại.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r>
              <a:rPr lang="en-US" sz="255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cùng,</a:t>
            </a:r>
            <a:r>
              <a:rPr lang="en-US" sz="2550" dirty="0" spc="-5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2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trải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55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ý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nghĩa,</a:t>
            </a:r>
            <a:r>
              <a:rPr lang="en-US" sz="2550" dirty="0" spc="-5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33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550" dirty="0" spc="14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-18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5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 chế</a:t>
            </a:r>
            <a:r>
              <a:rPr lang="en-US" sz="2550" dirty="0" spc="7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19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 cần</a:t>
            </a:r>
            <a:r>
              <a:rPr lang="en-US" sz="2550" dirty="0" spc="16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550" dirty="0" spc="-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dirty="0" spc="16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55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55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endParaRPr lang="en-US" sz="2550" dirty="0"/>
          </a:p>
        </p:txBody>
      </p:sp>
      <p:sp>
        <p:nvSpPr>
          <p:cNvPr id="16" name="Text 13"/>
          <p:cNvSpPr/>
          <p:nvPr/>
        </p:nvSpPr>
        <p:spPr>
          <a:xfrm>
            <a:off x="762000" y="9525000"/>
            <a:ext cx="16573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5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725" dirty="0" spc="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J5–J8</a:t>
            </a:r>
            <a:endParaRPr lang="en-US" sz="1725" dirty="0"/>
          </a:p>
        </p:txBody>
      </p:sp>
      <p:sp>
        <p:nvSpPr>
          <p:cNvPr id="17" name="Text 14"/>
          <p:cNvSpPr/>
          <p:nvPr/>
        </p:nvSpPr>
        <p:spPr>
          <a:xfrm>
            <a:off x="762000" y="9972675"/>
            <a:ext cx="16478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J02</a:t>
            </a:r>
            <a:r>
              <a:rPr lang="en-US" sz="1575" dirty="0" spc="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575" dirty="0" spc="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3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31/36</a:t>
            </a:r>
            <a:endParaRPr lang="en-US" sz="1575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d0f03802-d39c-46cd-8619-adbf3bd005da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4763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❓ K · KNOWLEDGE CHECK 1–2</a:t>
            </a:r>
            <a:endParaRPr lang="en-US" sz="2100" dirty="0"/>
          </a:p>
        </p:txBody>
      </p:sp>
      <p:pic>
        <p:nvPicPr>
          <p:cNvPr id="3" name="Moda flattened rect-1792855700005-727677116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5735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75" b="1" dirty="0" spc="-3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Bù</a:t>
            </a:r>
            <a:r>
              <a:rPr lang="en-US" sz="4575" b="1" dirty="0" spc="7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trừ</a:t>
            </a:r>
            <a:r>
              <a:rPr lang="en-US" sz="4575" b="1" dirty="0" spc="-46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và</a:t>
            </a:r>
            <a:r>
              <a:rPr lang="en-US" sz="4575" b="1" dirty="0" spc="4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chiếc</a:t>
            </a:r>
            <a:r>
              <a:rPr lang="en-US" sz="4575" b="1" dirty="0" spc="2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cầu:</a:t>
            </a:r>
            <a:r>
              <a:rPr lang="en-US" sz="4575" b="1" dirty="0" spc="-12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tránh</a:t>
            </a:r>
            <a:r>
              <a:rPr lang="en-US" sz="4575" b="1" dirty="0" spc="5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hai</a:t>
            </a:r>
            <a:r>
              <a:rPr lang="en-US" sz="4575" b="1" dirty="0" spc="-1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suy</a:t>
            </a:r>
            <a:r>
              <a:rPr lang="en-US" sz="4575" b="1" dirty="0" spc="2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luận</a:t>
            </a:r>
            <a:r>
              <a:rPr lang="en-US" sz="4575" b="1" dirty="0" spc="-32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vội</a:t>
            </a:r>
            <a:endParaRPr lang="en-US" sz="4575" dirty="0"/>
          </a:p>
        </p:txBody>
      </p:sp>
      <p:sp>
        <p:nvSpPr>
          <p:cNvPr id="5" name="Shape 2"/>
          <p:cNvSpPr/>
          <p:nvPr/>
        </p:nvSpPr>
        <p:spPr>
          <a:xfrm>
            <a:off x="762000" y="3143250"/>
            <a:ext cx="16478250" cy="857250"/>
          </a:xfrm>
          <a:prstGeom prst="roundRect">
            <a:avLst>
              <a:gd name="adj" fmla="val 13333"/>
            </a:avLst>
          </a:prstGeom>
          <a:solidFill>
            <a:srgbClr val="EAE5F2"/>
          </a:solidFill>
          <a:ln/>
        </p:spPr>
      </p:sp>
      <p:sp>
        <p:nvSpPr>
          <p:cNvPr id="6" name="Text 3"/>
          <p:cNvSpPr/>
          <p:nvPr/>
        </p:nvSpPr>
        <p:spPr>
          <a:xfrm>
            <a:off x="1047750" y="3333750"/>
            <a:ext cx="5048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6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550" b="1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6429375" y="3333750"/>
            <a:ext cx="10382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Bổ</a:t>
            </a:r>
            <a:r>
              <a:rPr lang="en-US" sz="24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sung</a:t>
            </a:r>
            <a:r>
              <a:rPr lang="en-US" sz="240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luôn</a:t>
            </a:r>
            <a:r>
              <a:rPr lang="en-US" sz="2400" dirty="0" spc="1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đảo</a:t>
            </a:r>
            <a:r>
              <a:rPr lang="en-US" sz="2400" dirty="0" spc="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ngược.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762000" y="4191000"/>
            <a:ext cx="16478250" cy="857250"/>
          </a:xfrm>
          <a:prstGeom prst="roundRect">
            <a:avLst>
              <a:gd name="adj" fmla="val 13333"/>
            </a:avLst>
          </a:prstGeom>
          <a:solidFill>
            <a:srgbClr val="EAE5F2"/>
          </a:solidFill>
          <a:ln/>
        </p:spPr>
      </p:sp>
      <p:sp>
        <p:nvSpPr>
          <p:cNvPr id="9" name="Text 6"/>
          <p:cNvSpPr/>
          <p:nvPr/>
        </p:nvSpPr>
        <p:spPr>
          <a:xfrm>
            <a:off x="1047750" y="4381500"/>
            <a:ext cx="5048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6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550" b="1" dirty="0" spc="3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2550" dirty="0"/>
          </a:p>
        </p:txBody>
      </p:sp>
      <p:sp>
        <p:nvSpPr>
          <p:cNvPr id="10" name="Text 7"/>
          <p:cNvSpPr/>
          <p:nvPr/>
        </p:nvSpPr>
        <p:spPr>
          <a:xfrm>
            <a:off x="6429375" y="4381500"/>
            <a:ext cx="10382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</a:t>
            </a:r>
            <a:r>
              <a:rPr lang="en-US" sz="240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giống</a:t>
            </a:r>
            <a:r>
              <a:rPr lang="en-US" sz="2400" dirty="0" spc="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chắc</a:t>
            </a:r>
            <a:r>
              <a:rPr lang="en-US" sz="240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40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giống.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762000" y="6429375"/>
            <a:ext cx="162877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5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Sơ</a:t>
            </a:r>
            <a:r>
              <a:rPr lang="en-US" sz="1725" dirty="0" spc="1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725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 niệm</a:t>
            </a:r>
            <a:r>
              <a:rPr lang="en-US" sz="1725" dirty="0" spc="1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725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1725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không</a:t>
            </a:r>
            <a:r>
              <a:rPr lang="en-US" sz="1725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725" dirty="0" spc="-3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725" dirty="0" spc="1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endParaRPr lang="en-US" sz="1725" dirty="0"/>
          </a:p>
        </p:txBody>
      </p:sp>
      <p:sp>
        <p:nvSpPr>
          <p:cNvPr id="12" name="Text 9"/>
          <p:cNvSpPr/>
          <p:nvPr/>
        </p:nvSpPr>
        <p:spPr>
          <a:xfrm>
            <a:off x="762000" y="7096125"/>
            <a:ext cx="1647825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1: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Bù trừ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luôn làm</a:t>
            </a:r>
            <a:r>
              <a:rPr lang="en-US" sz="2550" dirty="0" spc="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ngược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550" dirty="0" spc="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Không;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Jung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 nói</a:t>
            </a:r>
            <a:r>
              <a:rPr lang="en-US" sz="2550" dirty="0" spc="-1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dirty="0" spc="-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bổ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sung.</a:t>
            </a:r>
            <a:r>
              <a:rPr lang="en-US" sz="255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2:</a:t>
            </a:r>
            <a:r>
              <a:rPr lang="en-US" sz="255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mơ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-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chiếc</a:t>
            </a:r>
            <a:r>
              <a:rPr lang="en-US" sz="255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cùng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xung</a:t>
            </a:r>
            <a:r>
              <a:rPr lang="en-US" sz="2550" dirty="0" spc="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đột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r>
              <a:rPr lang="en-US" sz="2550" dirty="0" spc="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-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biết;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550" dirty="0" spc="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tưởng</a:t>
            </a:r>
            <a:r>
              <a:rPr lang="en-US" sz="2550" dirty="0" spc="-1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550" dirty="0" spc="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r>
              <a:rPr lang="en-US" sz="255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1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nhắc</a:t>
            </a:r>
            <a:r>
              <a:rPr lang="en-US" sz="2550" dirty="0" spc="-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lỗi:</a:t>
            </a:r>
            <a:r>
              <a:rPr lang="en-US" sz="2550" dirty="0" spc="-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 của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 hình</a:t>
            </a:r>
            <a:r>
              <a:rPr lang="en-US" sz="2550" dirty="0" spc="1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lấp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 tin</a:t>
            </a:r>
            <a:r>
              <a:rPr lang="en-US" sz="2550" dirty="0" spc="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có.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762000" y="9525000"/>
            <a:ext cx="16573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[S2–S3, S7]</a:t>
            </a:r>
            <a:r>
              <a:rPr lang="en-US" sz="172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-5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725" dirty="0" spc="-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K1–K2</a:t>
            </a:r>
            <a:endParaRPr lang="en-US" sz="1725" dirty="0"/>
          </a:p>
        </p:txBody>
      </p:sp>
      <p:sp>
        <p:nvSpPr>
          <p:cNvPr id="14" name="Text 11"/>
          <p:cNvSpPr/>
          <p:nvPr/>
        </p:nvSpPr>
        <p:spPr>
          <a:xfrm>
            <a:off x="762000" y="9972675"/>
            <a:ext cx="16478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J02</a:t>
            </a:r>
            <a:r>
              <a:rPr lang="en-US" sz="157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57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2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32/36</a:t>
            </a:r>
            <a:endParaRPr lang="en-US" sz="1575" dirty="0"/>
          </a:p>
        </p:txBody>
      </p:sp>
      <p:sp>
        <p:nvSpPr>
          <p:cNvPr id="15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7d3c455c-b7aa-450a-9e48-40a3d1e795c6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4763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❓ K · KNOWLEDGE CHECK 3–4</a:t>
            </a:r>
            <a:endParaRPr lang="en-US" sz="2100" dirty="0"/>
          </a:p>
        </p:txBody>
      </p:sp>
      <p:pic>
        <p:nvPicPr>
          <p:cNvPr id="3" name="Moda flattened rect-1792855703294-518256788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5735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75" b="1" dirty="0" spc="-19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Prospective</a:t>
            </a:r>
            <a:r>
              <a:rPr lang="en-US" sz="4575" b="1" dirty="0" spc="-47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và</a:t>
            </a:r>
            <a:r>
              <a:rPr lang="en-US" sz="4575" b="1" dirty="0" spc="7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ca</a:t>
            </a:r>
            <a:r>
              <a:rPr lang="en-US" sz="4575" b="1" dirty="0" spc="3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Linh:</a:t>
            </a:r>
            <a:r>
              <a:rPr lang="en-US" sz="4575" b="1" dirty="0" spc="0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giữ</a:t>
            </a:r>
            <a:r>
              <a:rPr lang="en-US" sz="4575" b="1" dirty="0" spc="5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đúng</a:t>
            </a:r>
            <a:r>
              <a:rPr lang="en-US" sz="4575" b="1" dirty="0" spc="-37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mức</a:t>
            </a:r>
            <a:r>
              <a:rPr lang="en-US" sz="4575" b="1" dirty="0" spc="-29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kết</a:t>
            </a:r>
            <a:r>
              <a:rPr lang="en-US" sz="4575" b="1" dirty="0" spc="2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luận</a:t>
            </a:r>
            <a:endParaRPr lang="en-US" sz="4575" dirty="0"/>
          </a:p>
        </p:txBody>
      </p:sp>
      <p:sp>
        <p:nvSpPr>
          <p:cNvPr id="5" name="Shape 2"/>
          <p:cNvSpPr/>
          <p:nvPr/>
        </p:nvSpPr>
        <p:spPr>
          <a:xfrm>
            <a:off x="762000" y="3143250"/>
            <a:ext cx="16478250" cy="857250"/>
          </a:xfrm>
          <a:prstGeom prst="roundRect">
            <a:avLst>
              <a:gd name="adj" fmla="val 13333"/>
            </a:avLst>
          </a:prstGeom>
          <a:solidFill>
            <a:srgbClr val="EAE5F2"/>
          </a:solidFill>
          <a:ln/>
        </p:spPr>
      </p:sp>
      <p:sp>
        <p:nvSpPr>
          <p:cNvPr id="6" name="Text 3"/>
          <p:cNvSpPr/>
          <p:nvPr/>
        </p:nvSpPr>
        <p:spPr>
          <a:xfrm>
            <a:off x="1047750" y="3333750"/>
            <a:ext cx="5048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6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550" b="1" dirty="0" spc="-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6429375" y="3333750"/>
            <a:ext cx="10382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Khả</a:t>
            </a:r>
            <a:r>
              <a:rPr lang="en-US" sz="240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400" dirty="0" spc="-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400" dirty="0" spc="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triển,</a:t>
            </a:r>
            <a:r>
              <a:rPr lang="en-US" sz="240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240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762000" y="4191000"/>
            <a:ext cx="16478250" cy="857250"/>
          </a:xfrm>
          <a:prstGeom prst="roundRect">
            <a:avLst>
              <a:gd name="adj" fmla="val 13333"/>
            </a:avLst>
          </a:prstGeom>
          <a:solidFill>
            <a:srgbClr val="EAE5F2"/>
          </a:solidFill>
          <a:ln/>
        </p:spPr>
      </p:sp>
      <p:sp>
        <p:nvSpPr>
          <p:cNvPr id="9" name="Text 6"/>
          <p:cNvSpPr/>
          <p:nvPr/>
        </p:nvSpPr>
        <p:spPr>
          <a:xfrm>
            <a:off x="1047750" y="4381500"/>
            <a:ext cx="5048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6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550" b="1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2550" dirty="0"/>
          </a:p>
        </p:txBody>
      </p:sp>
      <p:sp>
        <p:nvSpPr>
          <p:cNvPr id="10" name="Text 7"/>
          <p:cNvSpPr/>
          <p:nvPr/>
        </p:nvSpPr>
        <p:spPr>
          <a:xfrm>
            <a:off x="6429375" y="4381500"/>
            <a:ext cx="10382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4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40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 không</a:t>
            </a:r>
            <a:r>
              <a:rPr lang="en-US" sz="2400" dirty="0" spc="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 cơ</a:t>
            </a:r>
            <a:r>
              <a:rPr lang="en-US" sz="24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chế.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762000" y="6429375"/>
            <a:ext cx="162877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5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Sơ</a:t>
            </a:r>
            <a:r>
              <a:rPr lang="en-US" sz="1725" dirty="0" spc="1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725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 niệm</a:t>
            </a:r>
            <a:r>
              <a:rPr lang="en-US" sz="1725" dirty="0" spc="1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725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1725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không</a:t>
            </a:r>
            <a:r>
              <a:rPr lang="en-US" sz="1725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725" dirty="0" spc="-3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725" dirty="0" spc="1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endParaRPr lang="en-US" sz="1725" dirty="0"/>
          </a:p>
        </p:txBody>
      </p:sp>
      <p:sp>
        <p:nvSpPr>
          <p:cNvPr id="12" name="Text 9"/>
          <p:cNvSpPr/>
          <p:nvPr/>
        </p:nvSpPr>
        <p:spPr>
          <a:xfrm>
            <a:off x="762000" y="7096125"/>
            <a:ext cx="1647825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3:</a:t>
            </a:r>
            <a:r>
              <a:rPr lang="en-US" sz="2550" dirty="0" spc="-1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Prospective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2550" dirty="0" spc="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r>
              <a:rPr lang="en-US" sz="2550" dirty="0" spc="-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 không?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Không; nó hỏi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khả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550" dirty="0" spc="2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</a:t>
            </a:r>
            <a:r>
              <a:rPr lang="en-US" sz="2550" dirty="0" spc="-1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550" dirty="0" spc="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triển.</a:t>
            </a:r>
            <a:r>
              <a:rPr lang="en-US" sz="255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4: Linh</a:t>
            </a:r>
            <a:r>
              <a:rPr lang="en-US" sz="255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bớt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</a:t>
            </a:r>
            <a:r>
              <a:rPr lang="en-US" sz="255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ngủ</a:t>
            </a:r>
            <a:r>
              <a:rPr lang="en-US" sz="2550" dirty="0" spc="-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1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 bù trừ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r>
              <a:rPr lang="en-US" sz="2550" dirty="0" spc="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Chưa;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55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-1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550" dirty="0" spc="1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dirty="0" spc="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tiếp.</a:t>
            </a:r>
            <a:r>
              <a:rPr lang="en-US" sz="2550" dirty="0" spc="-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1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ích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tự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550" dirty="0" spc="-3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 chế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550" dirty="0" spc="-1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thích.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762000" y="9525000"/>
            <a:ext cx="16573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r>
              <a:rPr lang="en-US" sz="172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-4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725" dirty="0" spc="-19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K3–K4</a:t>
            </a:r>
            <a:endParaRPr lang="en-US" sz="1725" dirty="0"/>
          </a:p>
        </p:txBody>
      </p:sp>
      <p:sp>
        <p:nvSpPr>
          <p:cNvPr id="14" name="Text 11"/>
          <p:cNvSpPr/>
          <p:nvPr/>
        </p:nvSpPr>
        <p:spPr>
          <a:xfrm>
            <a:off x="762000" y="9972675"/>
            <a:ext cx="16478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J02</a:t>
            </a:r>
            <a:r>
              <a:rPr lang="en-US" sz="157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57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5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33/36</a:t>
            </a:r>
            <a:endParaRPr lang="en-US" sz="1575" dirty="0"/>
          </a:p>
        </p:txBody>
      </p:sp>
      <p:sp>
        <p:nvSpPr>
          <p:cNvPr id="15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ee805217-ec65-4557-8803-de0c0c1acb5b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4763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❓ K · KNOWLEDGE CHECK 5</a:t>
            </a:r>
            <a:endParaRPr lang="en-US" sz="2100" dirty="0"/>
          </a:p>
        </p:txBody>
      </p:sp>
      <p:pic>
        <p:nvPicPr>
          <p:cNvPr id="3" name="Moda flattened rect-1792855706843-671944454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5735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75" b="1" dirty="0" spc="-1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104</a:t>
            </a:r>
            <a:r>
              <a:rPr lang="en-US" sz="4575" b="1" dirty="0" spc="-37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người</a:t>
            </a:r>
            <a:r>
              <a:rPr lang="en-US" sz="4575" b="1" dirty="0" spc="7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cải</a:t>
            </a:r>
            <a:r>
              <a:rPr lang="en-US" sz="4575" b="1" dirty="0" spc="4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thiện</a:t>
            </a:r>
            <a:r>
              <a:rPr lang="en-US" sz="4575" b="1" dirty="0" spc="6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còn</a:t>
            </a:r>
            <a:r>
              <a:rPr lang="en-US" sz="4575" b="1" dirty="0" spc="4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thiếu</a:t>
            </a:r>
            <a:r>
              <a:rPr lang="en-US" sz="4575" b="1" dirty="0" spc="-17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gì</a:t>
            </a:r>
            <a:r>
              <a:rPr lang="en-US" sz="4575" b="1" dirty="0" spc="10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để</a:t>
            </a:r>
            <a:r>
              <a:rPr lang="en-US" sz="4575" b="1" dirty="0" spc="4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nói</a:t>
            </a:r>
            <a:r>
              <a:rPr lang="en-US" sz="4575" b="1" dirty="0" spc="2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nguyên</a:t>
            </a:r>
            <a:r>
              <a:rPr lang="en-US" sz="4575" b="1" dirty="0" spc="-7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mẫu?</a:t>
            </a:r>
            <a:endParaRPr lang="en-US" sz="4575" dirty="0"/>
          </a:p>
        </p:txBody>
      </p:sp>
      <p:sp>
        <p:nvSpPr>
          <p:cNvPr id="5" name="Shape 2"/>
          <p:cNvSpPr/>
          <p:nvPr/>
        </p:nvSpPr>
        <p:spPr>
          <a:xfrm>
            <a:off x="762000" y="3143250"/>
            <a:ext cx="16478250" cy="857250"/>
          </a:xfrm>
          <a:prstGeom prst="roundRect">
            <a:avLst>
              <a:gd name="adj" fmla="val 13333"/>
            </a:avLst>
          </a:prstGeom>
          <a:solidFill>
            <a:srgbClr val="EAE5F2"/>
          </a:solidFill>
          <a:ln/>
        </p:spPr>
      </p:sp>
      <p:sp>
        <p:nvSpPr>
          <p:cNvPr id="6" name="Text 3"/>
          <p:cNvSpPr/>
          <p:nvPr/>
        </p:nvSpPr>
        <p:spPr>
          <a:xfrm>
            <a:off x="1047750" y="3333750"/>
            <a:ext cx="5048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8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Outcome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6429375" y="3333750"/>
            <a:ext cx="10382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Thay</a:t>
            </a:r>
            <a:r>
              <a:rPr lang="en-US" sz="2400" dirty="0" spc="1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40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trước–sau.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762000" y="4191000"/>
            <a:ext cx="16478250" cy="857250"/>
          </a:xfrm>
          <a:prstGeom prst="roundRect">
            <a:avLst>
              <a:gd name="adj" fmla="val 13333"/>
            </a:avLst>
          </a:prstGeom>
          <a:solidFill>
            <a:srgbClr val="EAE5F2"/>
          </a:solidFill>
          <a:ln/>
        </p:spPr>
      </p:sp>
      <p:sp>
        <p:nvSpPr>
          <p:cNvPr id="9" name="Text 6"/>
          <p:cNvSpPr/>
          <p:nvPr/>
        </p:nvSpPr>
        <p:spPr>
          <a:xfrm>
            <a:off x="1047750" y="4381500"/>
            <a:ext cx="5048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4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550" b="1" dirty="0" spc="-3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endParaRPr lang="en-US" sz="2550" dirty="0"/>
          </a:p>
        </p:txBody>
      </p:sp>
      <p:sp>
        <p:nvSpPr>
          <p:cNvPr id="10" name="Text 7"/>
          <p:cNvSpPr/>
          <p:nvPr/>
        </p:nvSpPr>
        <p:spPr>
          <a:xfrm>
            <a:off x="6429375" y="4381500"/>
            <a:ext cx="10382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</a:t>
            </a:r>
            <a:r>
              <a:rPr lang="en-US" sz="2400" dirty="0" spc="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40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lập,</a:t>
            </a:r>
            <a:r>
              <a:rPr lang="en-US" sz="2400" dirty="0" spc="-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40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40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4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762000" y="5238750"/>
            <a:ext cx="16478250" cy="857250"/>
          </a:xfrm>
          <a:prstGeom prst="roundRect">
            <a:avLst>
              <a:gd name="adj" fmla="val 13333"/>
            </a:avLst>
          </a:prstGeom>
          <a:solidFill>
            <a:srgbClr val="EAE5F2"/>
          </a:solidFill>
          <a:ln/>
        </p:spPr>
      </p:sp>
      <p:sp>
        <p:nvSpPr>
          <p:cNvPr id="12" name="Text 9"/>
          <p:cNvSpPr/>
          <p:nvPr/>
        </p:nvSpPr>
        <p:spPr>
          <a:xfrm>
            <a:off x="1047750" y="5429250"/>
            <a:ext cx="5048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7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b="1" dirty="0" spc="-3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550" b="1" dirty="0" spc="-5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ngang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6429375" y="5429250"/>
            <a:ext cx="10382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7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400" dirty="0" spc="1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4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-1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40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400" dirty="0" spc="-1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40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hệ.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762000" y="6429375"/>
            <a:ext cx="162877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5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Sơ</a:t>
            </a:r>
            <a:r>
              <a:rPr lang="en-US" sz="1725" dirty="0" spc="1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725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 niệm</a:t>
            </a:r>
            <a:r>
              <a:rPr lang="en-US" sz="1725" dirty="0" spc="1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725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1725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không</a:t>
            </a:r>
            <a:r>
              <a:rPr lang="en-US" sz="1725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725" dirty="0" spc="-3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725" dirty="0" spc="1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725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endParaRPr lang="en-US" sz="1725" dirty="0"/>
          </a:p>
        </p:txBody>
      </p:sp>
      <p:sp>
        <p:nvSpPr>
          <p:cNvPr id="15" name="Text 12"/>
          <p:cNvSpPr/>
          <p:nvPr/>
        </p:nvSpPr>
        <p:spPr>
          <a:xfrm>
            <a:off x="762000" y="7096125"/>
            <a:ext cx="1647825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550" dirty="0" spc="-1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550" dirty="0" spc="-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</a:t>
            </a:r>
            <a:r>
              <a:rPr lang="en-US" sz="2550" dirty="0" spc="-1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thiên</a:t>
            </a:r>
            <a:r>
              <a:rPr lang="en-US" sz="255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</a:t>
            </a:r>
            <a:r>
              <a:rPr lang="en-US" sz="2550" dirty="0" spc="1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550" dirty="0" spc="-3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550" dirty="0" spc="-1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 quả; muốn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550" dirty="0" spc="-1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550" dirty="0" spc="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2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nghĩa,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550" dirty="0" spc="1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550" dirty="0" spc="-1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 chế</a:t>
            </a:r>
            <a:r>
              <a:rPr lang="en-US" sz="2550" dirty="0" spc="1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lập.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 tự</a:t>
            </a:r>
            <a:r>
              <a:rPr lang="en-US" sz="2550" dirty="0" spc="1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1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mang</a:t>
            </a:r>
            <a:r>
              <a:rPr lang="en-US" sz="2550" dirty="0" spc="-1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Jungian</a:t>
            </a:r>
            <a:r>
              <a:rPr lang="en-US" sz="2550" dirty="0" spc="-1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dirty="0" spc="-1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-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collective</a:t>
            </a:r>
            <a:r>
              <a:rPr lang="en-US" sz="255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unconscious</a:t>
            </a:r>
            <a:r>
              <a:rPr lang="en-US" sz="255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-1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synchronicity.</a:t>
            </a:r>
            <a:r>
              <a:rPr lang="en-US" sz="255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550" dirty="0" spc="1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55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 mọi</a:t>
            </a:r>
            <a:r>
              <a:rPr lang="en-US" sz="2550" dirty="0" spc="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1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7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lợi.</a:t>
            </a:r>
            <a:endParaRPr lang="en-US" sz="2550" dirty="0"/>
          </a:p>
        </p:txBody>
      </p:sp>
      <p:sp>
        <p:nvSpPr>
          <p:cNvPr id="16" name="Text 13"/>
          <p:cNvSpPr/>
          <p:nvPr/>
        </p:nvSpPr>
        <p:spPr>
          <a:xfrm>
            <a:off x="762000" y="9525000"/>
            <a:ext cx="16573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[S6–S7]</a:t>
            </a:r>
            <a:r>
              <a:rPr lang="en-US" sz="1725" dirty="0" spc="-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-4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725" dirty="0" spc="-3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K5</a:t>
            </a:r>
            <a:endParaRPr lang="en-US" sz="1725" dirty="0"/>
          </a:p>
        </p:txBody>
      </p:sp>
      <p:sp>
        <p:nvSpPr>
          <p:cNvPr id="17" name="Text 14"/>
          <p:cNvSpPr/>
          <p:nvPr/>
        </p:nvSpPr>
        <p:spPr>
          <a:xfrm>
            <a:off x="762000" y="9972675"/>
            <a:ext cx="16478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J02</a:t>
            </a:r>
            <a:r>
              <a:rPr lang="en-US" sz="157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57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34/36</a:t>
            </a:r>
            <a:endParaRPr lang="en-US" sz="1575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45dea371-fdbc-4066-99af-b29e156d79b2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4763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📚 L · REFERENCES</a:t>
            </a:r>
            <a:endParaRPr lang="en-US" sz="2100" dirty="0"/>
          </a:p>
        </p:txBody>
      </p:sp>
      <p:pic>
        <p:nvPicPr>
          <p:cNvPr id="3" name="Moda flattened rect-1792855710036-919504196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5735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75" b="1" dirty="0" spc="1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Nguồn</a:t>
            </a:r>
            <a:r>
              <a:rPr lang="en-US" sz="4575" b="1" dirty="0" spc="-27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gốc</a:t>
            </a:r>
            <a:r>
              <a:rPr lang="en-US" sz="4575" b="1" dirty="0" spc="-47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và</a:t>
            </a:r>
            <a:r>
              <a:rPr lang="en-US" sz="4575" b="1" dirty="0" spc="2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nguồn</a:t>
            </a:r>
            <a:r>
              <a:rPr lang="en-US" sz="4575" b="1" dirty="0" spc="4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diễn</a:t>
            </a:r>
            <a:r>
              <a:rPr lang="en-US" sz="4575" b="1" dirty="0" spc="1" kern="0">
                <a:solidFill>
                  <a:srgbClr val="2B254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giải</a:t>
            </a:r>
            <a:endParaRPr lang="en-US" sz="4575" dirty="0"/>
          </a:p>
        </p:txBody>
      </p:sp>
      <p:sp>
        <p:nvSpPr>
          <p:cNvPr id="5" name="Text 2"/>
          <p:cNvSpPr/>
          <p:nvPr/>
        </p:nvSpPr>
        <p:spPr>
          <a:xfrm>
            <a:off x="762000" y="3190875"/>
            <a:ext cx="8001000" cy="552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S1</a:t>
            </a: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-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Collected</a:t>
            </a:r>
            <a:r>
              <a:rPr lang="en-US" sz="2700" dirty="0" spc="-1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Papers</a:t>
            </a:r>
            <a:r>
              <a:rPr lang="en-US" sz="2700" dirty="0" spc="-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tiếng</a:t>
            </a:r>
            <a:r>
              <a:rPr lang="en-US" sz="270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Anh</a:t>
            </a: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1920 có lời</a:t>
            </a:r>
            <a:r>
              <a:rPr lang="en-US" sz="2700" dirty="0" spc="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tựa</a:t>
            </a: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1916.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S2</a:t>
            </a: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-1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Psychologische</a:t>
            </a:r>
            <a:r>
              <a:rPr lang="en-US" sz="2700" dirty="0" spc="-4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Typen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tiếng</a:t>
            </a:r>
            <a:r>
              <a:rPr lang="en-US" sz="2700" dirty="0" spc="1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Đức</a:t>
            </a:r>
            <a:r>
              <a:rPr lang="en-US" sz="270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1921,</a:t>
            </a: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XI.10</a:t>
            </a:r>
            <a:r>
              <a:rPr lang="en-US" sz="2700" dirty="0" spc="-1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XI.51. S3</a:t>
            </a: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-5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Symbol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-3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Verena</a:t>
            </a:r>
            <a:r>
              <a:rPr lang="en-US" sz="2700" dirty="0" spc="-34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Kast</a:t>
            </a:r>
            <a:r>
              <a:rPr lang="en-US" sz="2700" dirty="0" spc="-1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70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IAAP;</a:t>
            </a:r>
            <a:r>
              <a:rPr lang="en-US" sz="270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S4</a:t>
            </a: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Jung</a:t>
            </a:r>
            <a:r>
              <a:rPr lang="en-US" sz="2700" dirty="0" spc="-2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Lexicon,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70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 có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700" dirty="0" spc="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CW.</a:t>
            </a:r>
            <a:r>
              <a:rPr lang="en-US" sz="2700" dirty="0" spc="-2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Metadata</a:t>
            </a:r>
            <a:r>
              <a:rPr lang="en-US" sz="2700" dirty="0" spc="-30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CW6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tiếng</a:t>
            </a: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Anh</a:t>
            </a:r>
            <a:r>
              <a:rPr lang="en-US" sz="2700" dirty="0" spc="2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1971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70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dirty="0" spc="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S8;</a:t>
            </a:r>
            <a:r>
              <a:rPr lang="en-US" sz="2700" dirty="0" spc="8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dirty="0" spc="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-3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700" dirty="0" spc="-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700" dirty="0" spc="-26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paragraph</a:t>
            </a:r>
            <a:r>
              <a:rPr lang="en-US" sz="2700" dirty="0" spc="9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dirty="0" spc="12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700" dirty="0" spc="-1" kern="0">
                <a:solidFill>
                  <a:srgbClr val="2B25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chiếu.</a:t>
            </a:r>
            <a:endParaRPr lang="en-US" sz="2700" dirty="0"/>
          </a:p>
        </p:txBody>
      </p:sp>
      <p:pic>
        <p:nvPicPr>
          <p:cNvPr id="6" name="Moda image rect-1792855710409-952080387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048875" y="3000375"/>
            <a:ext cx="3048000" cy="4572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0" y="3571875"/>
            <a:ext cx="333375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-3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Đọc</a:t>
            </a:r>
            <a:r>
              <a:rPr lang="en-US" sz="3150" b="1" dirty="0" spc="-23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văn</a:t>
            </a:r>
            <a:r>
              <a:rPr lang="en-US" sz="3150" b="1" dirty="0" spc="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bản</a:t>
            </a:r>
            <a:endParaRPr lang="en-US" sz="3150" dirty="0"/>
          </a:p>
          <a:p>
            <a:pPr algn="l" indent="0" marL="0">
              <a:buNone/>
            </a:pPr>
            <a:r>
              <a:rPr lang="en-US" sz="3150" b="1" dirty="0" spc="-34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trước</a:t>
            </a:r>
            <a:r>
              <a:rPr lang="en-US" sz="3150" b="1" dirty="0" spc="1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khi</a:t>
            </a:r>
            <a:r>
              <a:rPr lang="en-US" sz="3150" b="1" dirty="0" spc="-5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gán</a:t>
            </a:r>
            <a:r>
              <a:rPr lang="en-US" sz="3150" b="1" dirty="0" spc="3" kern="0">
                <a:solidFill>
                  <a:srgbClr val="493C89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nhãn.</a:t>
            </a:r>
            <a:endParaRPr lang="en-US" sz="3150" dirty="0"/>
          </a:p>
        </p:txBody>
      </p:sp>
      <p:sp>
        <p:nvSpPr>
          <p:cNvPr id="8" name="Text 4"/>
          <p:cNvSpPr/>
          <p:nvPr/>
        </p:nvSpPr>
        <p:spPr>
          <a:xfrm>
            <a:off x="9906000" y="8001000"/>
            <a:ext cx="723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Ảnh</a:t>
            </a:r>
            <a:r>
              <a:rPr lang="en-US" sz="1650" dirty="0" spc="-3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sáng</a:t>
            </a:r>
            <a:r>
              <a:rPr lang="en-US" sz="1650" dirty="0" spc="-6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1650" dirty="0" spc="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ghép</a:t>
            </a:r>
            <a:r>
              <a:rPr lang="en-US" sz="1650" dirty="0" spc="-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sách:</a:t>
            </a:r>
            <a:r>
              <a:rPr lang="en-US" sz="1650" dirty="0" spc="-1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Jaredd</a:t>
            </a:r>
            <a:r>
              <a:rPr lang="en-US" sz="1650" dirty="0" spc="-1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Craig</a:t>
            </a:r>
            <a:r>
              <a:rPr lang="en-US" sz="1650" dirty="0" spc="6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650" dirty="0" spc="-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Unsplash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 spc="-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650" dirty="0" spc="1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650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1650" dirty="0" spc="-2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1650" dirty="0" spc="0" kern="0">
                <a:solidFill>
                  <a:srgbClr val="493C8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Jung.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762000" y="9525000"/>
            <a:ext cx="16573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725" dirty="0" spc="4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đầy</a:t>
            </a:r>
            <a:r>
              <a:rPr lang="en-US" sz="1725" dirty="0" spc="-2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1725" dirty="0" spc="-1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 locator:</a:t>
            </a:r>
            <a:r>
              <a:rPr lang="en-US" sz="1725" dirty="0" spc="-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72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J02</a:t>
            </a:r>
            <a:r>
              <a:rPr lang="en-US" sz="1725" dirty="0" spc="-3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725" dirty="0" spc="-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</a:t>
            </a:r>
            <a:endParaRPr lang="en-US" sz="1725" dirty="0"/>
          </a:p>
        </p:txBody>
      </p:sp>
      <p:sp>
        <p:nvSpPr>
          <p:cNvPr id="10" name="Text 6"/>
          <p:cNvSpPr/>
          <p:nvPr/>
        </p:nvSpPr>
        <p:spPr>
          <a:xfrm>
            <a:off x="762000" y="9972675"/>
            <a:ext cx="16478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J02</a:t>
            </a:r>
            <a:r>
              <a:rPr lang="en-US" sz="157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575" dirty="0" spc="1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0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2" kern="0">
                <a:solidFill>
                  <a:srgbClr val="625A6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35/36</a:t>
            </a:r>
            <a:endParaRPr lang="en-US" sz="1575" dirty="0"/>
          </a:p>
        </p:txBody>
      </p:sp>
      <p:sp>
        <p:nvSpPr>
          <p:cNvPr id="11" name="Text 7"/>
          <p:cNvSpPr/>
          <p:nvPr/>
        </p:nvSpPr>
        <p:spPr>
          <a:xfrm>
            <a:off x="762000" y="8953500"/>
            <a:ext cx="16573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u="sng" dirty="0" spc="-6" kern="0">
                <a:solidFill>
                  <a:srgbClr val="6B59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Đọc</a:t>
            </a:r>
            <a:r>
              <a:rPr lang="en-US" sz="1725" u="sng" dirty="0" spc="-1" kern="0">
                <a:solidFill>
                  <a:srgbClr val="6B59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bài</a:t>
            </a:r>
            <a:r>
              <a:rPr lang="en-US" sz="1725" u="sng" dirty="0" spc="0" kern="0">
                <a:solidFill>
                  <a:srgbClr val="6B59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J02,</a:t>
            </a:r>
            <a:r>
              <a:rPr lang="en-US" sz="1725" u="sng" dirty="0" spc="-10" kern="0">
                <a:solidFill>
                  <a:srgbClr val="6B59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toàn</a:t>
            </a:r>
            <a:r>
              <a:rPr lang="en-US" sz="1725" u="sng" dirty="0" spc="-4" kern="0">
                <a:solidFill>
                  <a:srgbClr val="6B59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bộ</a:t>
            </a:r>
            <a:r>
              <a:rPr lang="en-US" sz="1725" u="sng" dirty="0" spc="-1" kern="0">
                <a:solidFill>
                  <a:srgbClr val="6B59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nguồn</a:t>
            </a:r>
            <a:r>
              <a:rPr lang="en-US" sz="1725" u="sng" dirty="0" spc="-10" kern="0">
                <a:solidFill>
                  <a:srgbClr val="6B59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và</a:t>
            </a:r>
            <a:r>
              <a:rPr lang="en-US" sz="1725" u="sng" dirty="0" spc="-12" kern="0">
                <a:solidFill>
                  <a:srgbClr val="6B59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locator</a:t>
            </a:r>
            <a:r>
              <a:rPr lang="en-US" sz="1725" u="sng" dirty="0" spc="-14" kern="0">
                <a:solidFill>
                  <a:srgbClr val="6B59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trên</a:t>
            </a:r>
            <a:r>
              <a:rPr lang="en-US" sz="1725" u="sng" dirty="0" spc="1" kern="0">
                <a:solidFill>
                  <a:srgbClr val="6B59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GitHub</a:t>
            </a:r>
            <a:endParaRPr lang="en-US" sz="1725" dirty="0"/>
          </a:p>
        </p:txBody>
      </p:sp>
      <p:sp>
        <p:nvSpPr>
          <p:cNvPr id="12" name="Shape 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3" name="Moda image moda-export-watermark-bfd46501-91b8-4ed4-8e0c-5047344a4fc8" descr="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241F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4763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📚 L · REFERENCES VÀ HỌC TIẾP</a:t>
            </a:r>
            <a:endParaRPr lang="en-US" sz="2100" dirty="0"/>
          </a:p>
        </p:txBody>
      </p:sp>
      <p:pic>
        <p:nvPicPr>
          <p:cNvPr id="3" name="Moda flattened rect-1792855713736-60905996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5735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75" b="1" dirty="0" spc="0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Giữ</a:t>
            </a:r>
            <a:r>
              <a:rPr lang="en-US" sz="4575" b="1" dirty="0" spc="1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nguồn,</a:t>
            </a:r>
            <a:r>
              <a:rPr lang="en-US" sz="4575" b="1" dirty="0" spc="-14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giới</a:t>
            </a:r>
            <a:r>
              <a:rPr lang="en-US" sz="4575" b="1" dirty="0" spc="5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hạn</a:t>
            </a:r>
            <a:r>
              <a:rPr lang="en-US" sz="4575" b="1" dirty="0" spc="-46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và</a:t>
            </a:r>
            <a:r>
              <a:rPr lang="en-US" sz="4575" b="1" dirty="0" spc="3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câu</a:t>
            </a:r>
            <a:r>
              <a:rPr lang="en-US" sz="4575" b="1" dirty="0" spc="4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hỏi</a:t>
            </a:r>
            <a:r>
              <a:rPr lang="en-US" sz="4575" b="1" dirty="0" spc="1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cùng</a:t>
            </a:r>
            <a:r>
              <a:rPr lang="en-US" sz="4575" b="1" dirty="0" spc="3" kern="0">
                <a:solidFill>
                  <a:srgbClr val="FAF8F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nhau</a:t>
            </a:r>
            <a:endParaRPr lang="en-US" sz="4575" dirty="0"/>
          </a:p>
        </p:txBody>
      </p:sp>
      <p:sp>
        <p:nvSpPr>
          <p:cNvPr id="5" name="Text 2"/>
          <p:cNvSpPr/>
          <p:nvPr/>
        </p:nvSpPr>
        <p:spPr>
          <a:xfrm>
            <a:off x="762000" y="3190875"/>
            <a:ext cx="8001000" cy="552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S5</a:t>
            </a:r>
            <a:r>
              <a:rPr lang="en-US" sz="270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dirty="0" spc="9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-3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700" dirty="0" spc="-2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metadata</a:t>
            </a:r>
            <a:r>
              <a:rPr lang="en-US" sz="2700" dirty="0" spc="-18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9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trích</a:t>
            </a:r>
            <a:r>
              <a:rPr lang="en-US" sz="2700" dirty="0" spc="5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700" dirty="0" spc="-13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abstract;</a:t>
            </a:r>
            <a:r>
              <a:rPr lang="en-US" sz="2700" dirty="0" spc="-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S6</a:t>
            </a:r>
            <a:r>
              <a:rPr lang="en-US" sz="2700" dirty="0" spc="1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700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70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700" dirty="0" spc="-3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700" dirty="0" spc="-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70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-3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700" dirty="0" spc="2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700" dirty="0" spc="-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2025;</a:t>
            </a:r>
            <a:r>
              <a:rPr lang="en-US" sz="270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S7</a:t>
            </a:r>
            <a:r>
              <a:rPr lang="en-US" sz="270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PDF</a:t>
            </a:r>
            <a:r>
              <a:rPr lang="en-US" sz="2700" dirty="0" spc="-2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proof</a:t>
            </a:r>
            <a:r>
              <a:rPr lang="en-US" sz="2700" dirty="0" spc="-3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dirty="0" spc="14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700" dirty="0" spc="-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700" dirty="0" spc="-3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700" dirty="0" spc="-2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tranh</a:t>
            </a:r>
            <a:r>
              <a:rPr lang="en-US" sz="2700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70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</a:t>
            </a:r>
            <a:r>
              <a:rPr lang="en-US" sz="2700" dirty="0" spc="-3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niệm.</a:t>
            </a:r>
            <a:r>
              <a:rPr lang="en-US" sz="2700" dirty="0" spc="-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Khảo</a:t>
            </a:r>
            <a:r>
              <a:rPr lang="en-US" sz="2700" dirty="0" spc="-2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2700" dirty="0" spc="-1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700" dirty="0" spc="-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700" dirty="0" spc="-19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systematic</a:t>
            </a:r>
            <a:r>
              <a:rPr lang="en-US" sz="2700" dirty="0" spc="-3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review</a:t>
            </a:r>
            <a:r>
              <a:rPr lang="en-US" sz="2700" dirty="0" spc="-16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8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dirty="0" spc="-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700" dirty="0" spc="-15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700" dirty="0" spc="-7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dirty="0" spc="-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700" dirty="0" spc="-1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700" dirty="0" spc="-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ấn</a:t>
            </a:r>
            <a:r>
              <a:rPr lang="en-US" sz="2700" dirty="0" spc="-5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bản.</a:t>
            </a:r>
            <a:r>
              <a:rPr lang="en-US" sz="270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700" dirty="0" spc="-3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dirty="0" spc="1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70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J03</a:t>
            </a:r>
            <a:r>
              <a:rPr lang="en-US" sz="2700" dirty="0" spc="-19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700" dirty="0" spc="-4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Conscious</a:t>
            </a:r>
            <a:r>
              <a:rPr lang="en-US" sz="2700" dirty="0" spc="-16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Ego,</a:t>
            </a:r>
            <a:r>
              <a:rPr lang="en-US" sz="2700" dirty="0" spc="-3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700" dirty="0" spc="-28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trở</a:t>
            </a:r>
            <a:r>
              <a:rPr lang="en-US" sz="270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700" dirty="0" spc="-5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700" dirty="0" spc="16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700" dirty="0" spc="14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700" dirty="0" spc="-8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700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 khái</a:t>
            </a:r>
            <a:r>
              <a:rPr lang="en-US" sz="2700" dirty="0" spc="-3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2700" dirty="0" spc="8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700" dirty="0" spc="-27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700" dirty="0" spc="-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700" dirty="0" spc="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700" dirty="0" spc="-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700" dirty="0" spc="-3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9810750" y="3143250"/>
            <a:ext cx="7334250" cy="1428750"/>
          </a:xfrm>
          <a:prstGeom prst="roundRect">
            <a:avLst>
              <a:gd name="adj" fmla="val 8000"/>
            </a:avLst>
          </a:prstGeom>
          <a:solidFill>
            <a:srgbClr val="362E4C"/>
          </a:solidFill>
          <a:ln/>
        </p:spPr>
      </p:sp>
      <p:sp>
        <p:nvSpPr>
          <p:cNvPr id="7" name="Text 4"/>
          <p:cNvSpPr/>
          <p:nvPr/>
        </p:nvSpPr>
        <p:spPr>
          <a:xfrm>
            <a:off x="10096500" y="3333750"/>
            <a:ext cx="6762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5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550" b="1" dirty="0" spc="-2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550" b="1" dirty="0" spc="7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đại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10096500" y="3905250"/>
            <a:ext cx="6762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25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S5/S6/S7,</a:t>
            </a:r>
            <a:r>
              <a:rPr lang="en-US" sz="2325" dirty="0" spc="8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325" dirty="0" spc="9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325" dirty="0" spc="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 nhau.</a:t>
            </a:r>
            <a:endParaRPr lang="en-US" sz="2325" dirty="0"/>
          </a:p>
        </p:txBody>
      </p:sp>
      <p:sp>
        <p:nvSpPr>
          <p:cNvPr id="9" name="Shape 6"/>
          <p:cNvSpPr/>
          <p:nvPr/>
        </p:nvSpPr>
        <p:spPr>
          <a:xfrm>
            <a:off x="9810750" y="4857750"/>
            <a:ext cx="7334250" cy="1428750"/>
          </a:xfrm>
          <a:prstGeom prst="roundRect">
            <a:avLst>
              <a:gd name="adj" fmla="val 8000"/>
            </a:avLst>
          </a:prstGeom>
          <a:solidFill>
            <a:srgbClr val="362E4C"/>
          </a:solidFill>
          <a:ln/>
        </p:spPr>
      </p:sp>
      <p:sp>
        <p:nvSpPr>
          <p:cNvPr id="10" name="Text 7"/>
          <p:cNvSpPr/>
          <p:nvPr/>
        </p:nvSpPr>
        <p:spPr>
          <a:xfrm>
            <a:off x="10096500" y="5048250"/>
            <a:ext cx="6762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9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2550" b="1" dirty="0" spc="-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10096500" y="5619750"/>
            <a:ext cx="6762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25" dirty="0" spc="1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325" dirty="0" spc="-1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2325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325" dirty="0" spc="2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325" dirty="0" spc="-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thống.</a:t>
            </a:r>
            <a:endParaRPr lang="en-US" sz="2325" dirty="0"/>
          </a:p>
        </p:txBody>
      </p:sp>
      <p:sp>
        <p:nvSpPr>
          <p:cNvPr id="12" name="Shape 9"/>
          <p:cNvSpPr/>
          <p:nvPr/>
        </p:nvSpPr>
        <p:spPr>
          <a:xfrm>
            <a:off x="9810750" y="6572250"/>
            <a:ext cx="7334250" cy="1428750"/>
          </a:xfrm>
          <a:prstGeom prst="roundRect">
            <a:avLst>
              <a:gd name="adj" fmla="val 8000"/>
            </a:avLst>
          </a:prstGeom>
          <a:solidFill>
            <a:srgbClr val="362E4C"/>
          </a:solidFill>
          <a:ln/>
        </p:spPr>
      </p:sp>
      <p:sp>
        <p:nvSpPr>
          <p:cNvPr id="13" name="Text 10"/>
          <p:cNvSpPr/>
          <p:nvPr/>
        </p:nvSpPr>
        <p:spPr>
          <a:xfrm>
            <a:off x="10096500" y="6762750"/>
            <a:ext cx="6762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4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550" b="1" dirty="0" spc="-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endParaRPr lang="en-US" sz="2550" dirty="0"/>
          </a:p>
        </p:txBody>
      </p:sp>
      <p:sp>
        <p:nvSpPr>
          <p:cNvPr id="14" name="Text 11"/>
          <p:cNvSpPr/>
          <p:nvPr/>
        </p:nvSpPr>
        <p:spPr>
          <a:xfrm>
            <a:off x="10096500" y="7334250"/>
            <a:ext cx="6762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25" dirty="0" spc="1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J03:</a:t>
            </a:r>
            <a:r>
              <a:rPr lang="en-US" sz="2325" dirty="0" spc="0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Conscious</a:t>
            </a:r>
            <a:r>
              <a:rPr lang="en-US" sz="2325" dirty="0" spc="-14" kern="0">
                <a:solidFill>
                  <a:srgbClr val="FAF8F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Ego.</a:t>
            </a:r>
            <a:endParaRPr lang="en-US" sz="2325" dirty="0"/>
          </a:p>
        </p:txBody>
      </p:sp>
      <p:sp>
        <p:nvSpPr>
          <p:cNvPr id="15" name="Text 12"/>
          <p:cNvSpPr/>
          <p:nvPr/>
        </p:nvSpPr>
        <p:spPr>
          <a:xfrm>
            <a:off x="762000" y="9525000"/>
            <a:ext cx="16573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J02</a:t>
            </a:r>
            <a:r>
              <a:rPr lang="en-US" sz="1725" dirty="0" spc="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-2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References</a:t>
            </a:r>
            <a:r>
              <a:rPr lang="en-US" sz="1725" dirty="0" spc="-14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725" dirty="0" spc="-13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bài/research</a:t>
            </a:r>
            <a:r>
              <a:rPr lang="en-US" sz="1725" dirty="0" spc="-5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log</a:t>
            </a:r>
            <a:endParaRPr lang="en-US" sz="1725" dirty="0"/>
          </a:p>
        </p:txBody>
      </p:sp>
      <p:sp>
        <p:nvSpPr>
          <p:cNvPr id="16" name="Text 13"/>
          <p:cNvSpPr/>
          <p:nvPr/>
        </p:nvSpPr>
        <p:spPr>
          <a:xfrm>
            <a:off x="762000" y="9972675"/>
            <a:ext cx="16478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J02</a:t>
            </a:r>
            <a:r>
              <a:rPr lang="en-US" sz="1575" dirty="0" spc="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575" dirty="0" spc="1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0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3" kern="0">
                <a:solidFill>
                  <a:srgbClr val="C8BD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36/36</a:t>
            </a:r>
            <a:endParaRPr lang="en-US" sz="1575" dirty="0"/>
          </a:p>
        </p:txBody>
      </p:sp>
      <p:sp>
        <p:nvSpPr>
          <p:cNvPr id="17" name="Text 14"/>
          <p:cNvSpPr/>
          <p:nvPr/>
        </p:nvSpPr>
        <p:spPr>
          <a:xfrm>
            <a:off x="762000" y="8953500"/>
            <a:ext cx="16573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u="sng" dirty="0" spc="-6" kern="0">
                <a:solidFill>
                  <a:srgbClr val="6B59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Đọc</a:t>
            </a:r>
            <a:r>
              <a:rPr lang="en-US" sz="1725" u="sng" dirty="0" spc="-1" kern="0">
                <a:solidFill>
                  <a:srgbClr val="6B59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bài</a:t>
            </a:r>
            <a:r>
              <a:rPr lang="en-US" sz="1725" u="sng" dirty="0" spc="0" kern="0">
                <a:solidFill>
                  <a:srgbClr val="6B59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J02,</a:t>
            </a:r>
            <a:r>
              <a:rPr lang="en-US" sz="1725" u="sng" dirty="0" spc="-10" kern="0">
                <a:solidFill>
                  <a:srgbClr val="6B59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toàn</a:t>
            </a:r>
            <a:r>
              <a:rPr lang="en-US" sz="1725" u="sng" dirty="0" spc="-4" kern="0">
                <a:solidFill>
                  <a:srgbClr val="6B59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bộ</a:t>
            </a:r>
            <a:r>
              <a:rPr lang="en-US" sz="1725" u="sng" dirty="0" spc="-1" kern="0">
                <a:solidFill>
                  <a:srgbClr val="6B59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nguồn</a:t>
            </a:r>
            <a:r>
              <a:rPr lang="en-US" sz="1725" u="sng" dirty="0" spc="-10" kern="0">
                <a:solidFill>
                  <a:srgbClr val="6B59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và</a:t>
            </a:r>
            <a:r>
              <a:rPr lang="en-US" sz="1725" u="sng" dirty="0" spc="-12" kern="0">
                <a:solidFill>
                  <a:srgbClr val="6B59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locator</a:t>
            </a:r>
            <a:r>
              <a:rPr lang="en-US" sz="1725" u="sng" dirty="0" spc="-14" kern="0">
                <a:solidFill>
                  <a:srgbClr val="6B59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trên</a:t>
            </a:r>
            <a:r>
              <a:rPr lang="en-US" sz="1725" u="sng" dirty="0" spc="1" kern="0">
                <a:solidFill>
                  <a:srgbClr val="6B59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GitHub</a:t>
            </a:r>
            <a:endParaRPr lang="en-US" sz="1725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34ad7603-9952-48ce-8b18-ad520c6f5f7d" descr="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2026-10-24T15:33:08Z</dcterms:created>
  <dcterms:modified xsi:type="dcterms:W3CDTF">2026-10-24T15:33:08Z</dcterms:modified>
</cp:coreProperties>
</file>